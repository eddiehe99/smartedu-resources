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5143500"/>
  <p:notesSz cx="9144000" cy="5143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0705" y="-27063"/>
            <a:ext cx="155130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1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0295" y="945273"/>
            <a:ext cx="7763408" cy="3273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7908" y="1756803"/>
            <a:ext cx="307276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0">
                <a:solidFill>
                  <a:srgbClr val="FFFFFF"/>
                </a:solidFill>
                <a:latin typeface="微软雅黑"/>
                <a:cs typeface="微软雅黑"/>
              </a:rPr>
              <a:t>量子论的诞</a:t>
            </a:r>
            <a:r>
              <a:rPr dirty="0" sz="4000" spc="-5" i="0">
                <a:solidFill>
                  <a:srgbClr val="FFFFFF"/>
                </a:solidFill>
                <a:latin typeface="微软雅黑"/>
                <a:cs typeface="微软雅黑"/>
              </a:rPr>
              <a:t>生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0054" y="2585961"/>
            <a:ext cx="2548255" cy="77216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主讲人：赵贺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林</a:t>
            </a:r>
            <a:endParaRPr sz="1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472440" algn="l"/>
              </a:tabLst>
            </a:pP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4684" y="2585961"/>
            <a:ext cx="2894330" cy="772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00">
              <a:lnSpc>
                <a:spcPct val="136100"/>
              </a:lnSpc>
              <a:spcBef>
                <a:spcPts val="100"/>
              </a:spcBef>
              <a:tabLst>
                <a:tab pos="472440" algn="l"/>
                <a:tab pos="535940" algn="l"/>
              </a:tabLst>
            </a:pP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学		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学 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年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1800" spc="455" b="1" i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选修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3</a:t>
            </a:r>
            <a:r>
              <a:rPr dirty="0" sz="1800" b="1" i="1">
                <a:solidFill>
                  <a:srgbClr val="FFFFFF"/>
                </a:solidFill>
                <a:latin typeface="华文楷体"/>
                <a:cs typeface="华文楷体"/>
              </a:rPr>
              <a:t>-</a:t>
            </a:r>
            <a:r>
              <a:rPr dirty="0" sz="1800" spc="-5" b="1" i="1">
                <a:solidFill>
                  <a:srgbClr val="FFFFFF"/>
                </a:solidFill>
                <a:latin typeface="华文楷体"/>
                <a:cs typeface="华文楷体"/>
              </a:rPr>
              <a:t>5</a:t>
            </a:r>
            <a:endParaRPr sz="1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861060" y="3758184"/>
            <a:ext cx="1423670" cy="439420"/>
          </a:xfrm>
          <a:custGeom>
            <a:avLst/>
            <a:gdLst/>
            <a:ahLst/>
            <a:cxnLst/>
            <a:rect l="l" t="t" r="r" b="b"/>
            <a:pathLst>
              <a:path w="1423670" h="439420">
                <a:moveTo>
                  <a:pt x="0" y="0"/>
                </a:moveTo>
                <a:lnTo>
                  <a:pt x="1423416" y="0"/>
                </a:lnTo>
                <a:lnTo>
                  <a:pt x="1423416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5433" y="3752405"/>
            <a:ext cx="1435100" cy="450850"/>
          </a:xfrm>
          <a:custGeom>
            <a:avLst/>
            <a:gdLst/>
            <a:ahLst/>
            <a:cxnLst/>
            <a:rect l="l" t="t" r="r" b="b"/>
            <a:pathLst>
              <a:path w="1435100" h="450850">
                <a:moveTo>
                  <a:pt x="1435100" y="450850"/>
                </a:moveTo>
                <a:lnTo>
                  <a:pt x="0" y="450850"/>
                </a:lnTo>
                <a:lnTo>
                  <a:pt x="0" y="0"/>
                </a:lnTo>
                <a:lnTo>
                  <a:pt x="1435100" y="0"/>
                </a:lnTo>
                <a:lnTo>
                  <a:pt x="14351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38150"/>
                </a:lnTo>
                <a:lnTo>
                  <a:pt x="6350" y="438150"/>
                </a:lnTo>
                <a:lnTo>
                  <a:pt x="12700" y="444500"/>
                </a:lnTo>
                <a:lnTo>
                  <a:pt x="1435100" y="444500"/>
                </a:lnTo>
                <a:lnTo>
                  <a:pt x="1435100" y="450850"/>
                </a:lnTo>
                <a:close/>
              </a:path>
              <a:path w="1435100" h="4508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435100" h="450850">
                <a:moveTo>
                  <a:pt x="14224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422400" y="6350"/>
                </a:lnTo>
                <a:lnTo>
                  <a:pt x="1422400" y="12700"/>
                </a:lnTo>
                <a:close/>
              </a:path>
              <a:path w="1435100" h="450850">
                <a:moveTo>
                  <a:pt x="1422400" y="444500"/>
                </a:moveTo>
                <a:lnTo>
                  <a:pt x="1422400" y="6350"/>
                </a:lnTo>
                <a:lnTo>
                  <a:pt x="1428750" y="12700"/>
                </a:lnTo>
                <a:lnTo>
                  <a:pt x="1435100" y="12700"/>
                </a:lnTo>
                <a:lnTo>
                  <a:pt x="1435100" y="438150"/>
                </a:lnTo>
                <a:lnTo>
                  <a:pt x="1428750" y="438150"/>
                </a:lnTo>
                <a:lnTo>
                  <a:pt x="1422400" y="444500"/>
                </a:lnTo>
                <a:close/>
              </a:path>
              <a:path w="1435100" h="450850">
                <a:moveTo>
                  <a:pt x="1435100" y="12700"/>
                </a:moveTo>
                <a:lnTo>
                  <a:pt x="1428750" y="12700"/>
                </a:lnTo>
                <a:lnTo>
                  <a:pt x="1422400" y="6350"/>
                </a:lnTo>
                <a:lnTo>
                  <a:pt x="1435100" y="6350"/>
                </a:lnTo>
                <a:lnTo>
                  <a:pt x="1435100" y="12700"/>
                </a:lnTo>
                <a:close/>
              </a:path>
              <a:path w="1435100" h="450850">
                <a:moveTo>
                  <a:pt x="12700" y="444500"/>
                </a:moveTo>
                <a:lnTo>
                  <a:pt x="6350" y="438150"/>
                </a:lnTo>
                <a:lnTo>
                  <a:pt x="12700" y="438150"/>
                </a:lnTo>
                <a:lnTo>
                  <a:pt x="12700" y="444500"/>
                </a:lnTo>
                <a:close/>
              </a:path>
              <a:path w="1435100" h="450850">
                <a:moveTo>
                  <a:pt x="1422400" y="444500"/>
                </a:moveTo>
                <a:lnTo>
                  <a:pt x="12700" y="444500"/>
                </a:lnTo>
                <a:lnTo>
                  <a:pt x="12700" y="438150"/>
                </a:lnTo>
                <a:lnTo>
                  <a:pt x="1422400" y="438150"/>
                </a:lnTo>
                <a:lnTo>
                  <a:pt x="1422400" y="444500"/>
                </a:lnTo>
                <a:close/>
              </a:path>
              <a:path w="1435100" h="450850">
                <a:moveTo>
                  <a:pt x="1435100" y="444500"/>
                </a:moveTo>
                <a:lnTo>
                  <a:pt x="1422400" y="444500"/>
                </a:lnTo>
                <a:lnTo>
                  <a:pt x="1428750" y="438150"/>
                </a:lnTo>
                <a:lnTo>
                  <a:pt x="1435100" y="438150"/>
                </a:lnTo>
                <a:lnTo>
                  <a:pt x="1435100" y="444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59964" y="3742944"/>
            <a:ext cx="1423670" cy="439420"/>
          </a:xfrm>
          <a:custGeom>
            <a:avLst/>
            <a:gdLst/>
            <a:ahLst/>
            <a:cxnLst/>
            <a:rect l="l" t="t" r="r" b="b"/>
            <a:pathLst>
              <a:path w="1423670" h="439420">
                <a:moveTo>
                  <a:pt x="0" y="0"/>
                </a:moveTo>
                <a:lnTo>
                  <a:pt x="1423415" y="0"/>
                </a:lnTo>
                <a:lnTo>
                  <a:pt x="1423415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solidFill>
            <a:srgbClr val="FF66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53982" y="3736975"/>
            <a:ext cx="1435100" cy="450850"/>
          </a:xfrm>
          <a:custGeom>
            <a:avLst/>
            <a:gdLst/>
            <a:ahLst/>
            <a:cxnLst/>
            <a:rect l="l" t="t" r="r" b="b"/>
            <a:pathLst>
              <a:path w="1435100" h="450850">
                <a:moveTo>
                  <a:pt x="1435100" y="450850"/>
                </a:moveTo>
                <a:lnTo>
                  <a:pt x="0" y="450850"/>
                </a:lnTo>
                <a:lnTo>
                  <a:pt x="0" y="0"/>
                </a:lnTo>
                <a:lnTo>
                  <a:pt x="1435100" y="0"/>
                </a:lnTo>
                <a:lnTo>
                  <a:pt x="14351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38150"/>
                </a:lnTo>
                <a:lnTo>
                  <a:pt x="6350" y="438150"/>
                </a:lnTo>
                <a:lnTo>
                  <a:pt x="12700" y="444500"/>
                </a:lnTo>
                <a:lnTo>
                  <a:pt x="1435100" y="444500"/>
                </a:lnTo>
                <a:lnTo>
                  <a:pt x="1435100" y="450850"/>
                </a:lnTo>
                <a:close/>
              </a:path>
              <a:path w="1435100" h="4508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435100" h="450850">
                <a:moveTo>
                  <a:pt x="14224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422400" y="6350"/>
                </a:lnTo>
                <a:lnTo>
                  <a:pt x="1422400" y="12700"/>
                </a:lnTo>
                <a:close/>
              </a:path>
              <a:path w="1435100" h="450850">
                <a:moveTo>
                  <a:pt x="1422400" y="444500"/>
                </a:moveTo>
                <a:lnTo>
                  <a:pt x="1422400" y="6350"/>
                </a:lnTo>
                <a:lnTo>
                  <a:pt x="1428750" y="12700"/>
                </a:lnTo>
                <a:lnTo>
                  <a:pt x="1435100" y="12700"/>
                </a:lnTo>
                <a:lnTo>
                  <a:pt x="1435100" y="438150"/>
                </a:lnTo>
                <a:lnTo>
                  <a:pt x="1428750" y="438150"/>
                </a:lnTo>
                <a:lnTo>
                  <a:pt x="1422400" y="444500"/>
                </a:lnTo>
                <a:close/>
              </a:path>
              <a:path w="1435100" h="450850">
                <a:moveTo>
                  <a:pt x="1435100" y="12700"/>
                </a:moveTo>
                <a:lnTo>
                  <a:pt x="1428750" y="12700"/>
                </a:lnTo>
                <a:lnTo>
                  <a:pt x="1422400" y="6350"/>
                </a:lnTo>
                <a:lnTo>
                  <a:pt x="1435100" y="6350"/>
                </a:lnTo>
                <a:lnTo>
                  <a:pt x="1435100" y="12700"/>
                </a:lnTo>
                <a:close/>
              </a:path>
              <a:path w="1435100" h="450850">
                <a:moveTo>
                  <a:pt x="12700" y="444500"/>
                </a:moveTo>
                <a:lnTo>
                  <a:pt x="6350" y="438150"/>
                </a:lnTo>
                <a:lnTo>
                  <a:pt x="12700" y="438150"/>
                </a:lnTo>
                <a:lnTo>
                  <a:pt x="12700" y="444500"/>
                </a:lnTo>
                <a:close/>
              </a:path>
              <a:path w="1435100" h="450850">
                <a:moveTo>
                  <a:pt x="1422400" y="444500"/>
                </a:moveTo>
                <a:lnTo>
                  <a:pt x="12700" y="444500"/>
                </a:lnTo>
                <a:lnTo>
                  <a:pt x="12700" y="438150"/>
                </a:lnTo>
                <a:lnTo>
                  <a:pt x="1422400" y="438150"/>
                </a:lnTo>
                <a:lnTo>
                  <a:pt x="1422400" y="444500"/>
                </a:lnTo>
                <a:close/>
              </a:path>
              <a:path w="1435100" h="450850">
                <a:moveTo>
                  <a:pt x="1435100" y="444500"/>
                </a:moveTo>
                <a:lnTo>
                  <a:pt x="1422400" y="444500"/>
                </a:lnTo>
                <a:lnTo>
                  <a:pt x="1428750" y="438150"/>
                </a:lnTo>
                <a:lnTo>
                  <a:pt x="1435100" y="438150"/>
                </a:lnTo>
                <a:lnTo>
                  <a:pt x="1435100" y="444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53000" y="3736847"/>
            <a:ext cx="1420495" cy="439420"/>
          </a:xfrm>
          <a:custGeom>
            <a:avLst/>
            <a:gdLst/>
            <a:ahLst/>
            <a:cxnLst/>
            <a:rect l="l" t="t" r="r" b="b"/>
            <a:pathLst>
              <a:path w="1420495" h="439420">
                <a:moveTo>
                  <a:pt x="0" y="0"/>
                </a:moveTo>
                <a:lnTo>
                  <a:pt x="1420368" y="0"/>
                </a:lnTo>
                <a:lnTo>
                  <a:pt x="1420368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46650" y="3731018"/>
            <a:ext cx="1433830" cy="450850"/>
          </a:xfrm>
          <a:custGeom>
            <a:avLst/>
            <a:gdLst/>
            <a:ahLst/>
            <a:cxnLst/>
            <a:rect l="l" t="t" r="r" b="b"/>
            <a:pathLst>
              <a:path w="1433829" h="450850">
                <a:moveTo>
                  <a:pt x="1433512" y="450850"/>
                </a:moveTo>
                <a:lnTo>
                  <a:pt x="0" y="450850"/>
                </a:lnTo>
                <a:lnTo>
                  <a:pt x="0" y="0"/>
                </a:lnTo>
                <a:lnTo>
                  <a:pt x="1433512" y="0"/>
                </a:lnTo>
                <a:lnTo>
                  <a:pt x="143351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38150"/>
                </a:lnTo>
                <a:lnTo>
                  <a:pt x="6350" y="438150"/>
                </a:lnTo>
                <a:lnTo>
                  <a:pt x="12700" y="444500"/>
                </a:lnTo>
                <a:lnTo>
                  <a:pt x="1433512" y="444500"/>
                </a:lnTo>
                <a:lnTo>
                  <a:pt x="1433512" y="450850"/>
                </a:lnTo>
                <a:close/>
              </a:path>
              <a:path w="1433829" h="4508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433829" h="450850">
                <a:moveTo>
                  <a:pt x="142081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420812" y="6350"/>
                </a:lnTo>
                <a:lnTo>
                  <a:pt x="1420812" y="12700"/>
                </a:lnTo>
                <a:close/>
              </a:path>
              <a:path w="1433829" h="450850">
                <a:moveTo>
                  <a:pt x="1420812" y="444500"/>
                </a:moveTo>
                <a:lnTo>
                  <a:pt x="1420812" y="6350"/>
                </a:lnTo>
                <a:lnTo>
                  <a:pt x="1427162" y="12700"/>
                </a:lnTo>
                <a:lnTo>
                  <a:pt x="1433512" y="12700"/>
                </a:lnTo>
                <a:lnTo>
                  <a:pt x="1433512" y="438150"/>
                </a:lnTo>
                <a:lnTo>
                  <a:pt x="1427162" y="438150"/>
                </a:lnTo>
                <a:lnTo>
                  <a:pt x="1420812" y="444500"/>
                </a:lnTo>
                <a:close/>
              </a:path>
              <a:path w="1433829" h="450850">
                <a:moveTo>
                  <a:pt x="1433512" y="12700"/>
                </a:moveTo>
                <a:lnTo>
                  <a:pt x="1427162" y="12700"/>
                </a:lnTo>
                <a:lnTo>
                  <a:pt x="1420812" y="6350"/>
                </a:lnTo>
                <a:lnTo>
                  <a:pt x="1433512" y="6350"/>
                </a:lnTo>
                <a:lnTo>
                  <a:pt x="1433512" y="12700"/>
                </a:lnTo>
                <a:close/>
              </a:path>
              <a:path w="1433829" h="450850">
                <a:moveTo>
                  <a:pt x="12700" y="444500"/>
                </a:moveTo>
                <a:lnTo>
                  <a:pt x="6350" y="438150"/>
                </a:lnTo>
                <a:lnTo>
                  <a:pt x="12700" y="438150"/>
                </a:lnTo>
                <a:lnTo>
                  <a:pt x="12700" y="444500"/>
                </a:lnTo>
                <a:close/>
              </a:path>
              <a:path w="1433829" h="450850">
                <a:moveTo>
                  <a:pt x="1420812" y="444500"/>
                </a:moveTo>
                <a:lnTo>
                  <a:pt x="12700" y="444500"/>
                </a:lnTo>
                <a:lnTo>
                  <a:pt x="12700" y="438150"/>
                </a:lnTo>
                <a:lnTo>
                  <a:pt x="1420812" y="438150"/>
                </a:lnTo>
                <a:lnTo>
                  <a:pt x="1420812" y="444500"/>
                </a:lnTo>
                <a:close/>
              </a:path>
              <a:path w="1433829" h="450850">
                <a:moveTo>
                  <a:pt x="1433512" y="444500"/>
                </a:moveTo>
                <a:lnTo>
                  <a:pt x="1420812" y="444500"/>
                </a:lnTo>
                <a:lnTo>
                  <a:pt x="1427162" y="438150"/>
                </a:lnTo>
                <a:lnTo>
                  <a:pt x="1433512" y="438150"/>
                </a:lnTo>
                <a:lnTo>
                  <a:pt x="1433512" y="444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10400" y="3742944"/>
            <a:ext cx="1420495" cy="439420"/>
          </a:xfrm>
          <a:custGeom>
            <a:avLst/>
            <a:gdLst/>
            <a:ahLst/>
            <a:cxnLst/>
            <a:rect l="l" t="t" r="r" b="b"/>
            <a:pathLst>
              <a:path w="1420495" h="439420">
                <a:moveTo>
                  <a:pt x="0" y="0"/>
                </a:moveTo>
                <a:lnTo>
                  <a:pt x="1420368" y="0"/>
                </a:lnTo>
                <a:lnTo>
                  <a:pt x="1420368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04050" y="3736975"/>
            <a:ext cx="1433830" cy="450850"/>
          </a:xfrm>
          <a:custGeom>
            <a:avLst/>
            <a:gdLst/>
            <a:ahLst/>
            <a:cxnLst/>
            <a:rect l="l" t="t" r="r" b="b"/>
            <a:pathLst>
              <a:path w="1433829" h="450850">
                <a:moveTo>
                  <a:pt x="1433512" y="450850"/>
                </a:moveTo>
                <a:lnTo>
                  <a:pt x="0" y="450850"/>
                </a:lnTo>
                <a:lnTo>
                  <a:pt x="0" y="0"/>
                </a:lnTo>
                <a:lnTo>
                  <a:pt x="1433512" y="0"/>
                </a:lnTo>
                <a:lnTo>
                  <a:pt x="1433512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38150"/>
                </a:lnTo>
                <a:lnTo>
                  <a:pt x="6350" y="438150"/>
                </a:lnTo>
                <a:lnTo>
                  <a:pt x="12700" y="444500"/>
                </a:lnTo>
                <a:lnTo>
                  <a:pt x="1433512" y="444500"/>
                </a:lnTo>
                <a:lnTo>
                  <a:pt x="1433512" y="450850"/>
                </a:lnTo>
                <a:close/>
              </a:path>
              <a:path w="1433829" h="4508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433829" h="450850">
                <a:moveTo>
                  <a:pt x="1420812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420812" y="6350"/>
                </a:lnTo>
                <a:lnTo>
                  <a:pt x="1420812" y="12700"/>
                </a:lnTo>
                <a:close/>
              </a:path>
              <a:path w="1433829" h="450850">
                <a:moveTo>
                  <a:pt x="1420812" y="444500"/>
                </a:moveTo>
                <a:lnTo>
                  <a:pt x="1420812" y="6350"/>
                </a:lnTo>
                <a:lnTo>
                  <a:pt x="1427162" y="12700"/>
                </a:lnTo>
                <a:lnTo>
                  <a:pt x="1433512" y="12700"/>
                </a:lnTo>
                <a:lnTo>
                  <a:pt x="1433512" y="438150"/>
                </a:lnTo>
                <a:lnTo>
                  <a:pt x="1427162" y="438150"/>
                </a:lnTo>
                <a:lnTo>
                  <a:pt x="1420812" y="444500"/>
                </a:lnTo>
                <a:close/>
              </a:path>
              <a:path w="1433829" h="450850">
                <a:moveTo>
                  <a:pt x="1433512" y="12700"/>
                </a:moveTo>
                <a:lnTo>
                  <a:pt x="1427162" y="12700"/>
                </a:lnTo>
                <a:lnTo>
                  <a:pt x="1420812" y="6350"/>
                </a:lnTo>
                <a:lnTo>
                  <a:pt x="1433512" y="6350"/>
                </a:lnTo>
                <a:lnTo>
                  <a:pt x="1433512" y="12700"/>
                </a:lnTo>
                <a:close/>
              </a:path>
              <a:path w="1433829" h="450850">
                <a:moveTo>
                  <a:pt x="12700" y="444500"/>
                </a:moveTo>
                <a:lnTo>
                  <a:pt x="6350" y="438150"/>
                </a:lnTo>
                <a:lnTo>
                  <a:pt x="12700" y="438150"/>
                </a:lnTo>
                <a:lnTo>
                  <a:pt x="12700" y="444500"/>
                </a:lnTo>
                <a:close/>
              </a:path>
              <a:path w="1433829" h="450850">
                <a:moveTo>
                  <a:pt x="1420812" y="444500"/>
                </a:moveTo>
                <a:lnTo>
                  <a:pt x="12700" y="444500"/>
                </a:lnTo>
                <a:lnTo>
                  <a:pt x="12700" y="438150"/>
                </a:lnTo>
                <a:lnTo>
                  <a:pt x="1420812" y="438150"/>
                </a:lnTo>
                <a:lnTo>
                  <a:pt x="1420812" y="444500"/>
                </a:lnTo>
                <a:close/>
              </a:path>
              <a:path w="1433829" h="450850">
                <a:moveTo>
                  <a:pt x="1433512" y="444500"/>
                </a:moveTo>
                <a:lnTo>
                  <a:pt x="1420812" y="444500"/>
                </a:lnTo>
                <a:lnTo>
                  <a:pt x="1427162" y="438150"/>
                </a:lnTo>
                <a:lnTo>
                  <a:pt x="1433512" y="438150"/>
                </a:lnTo>
                <a:lnTo>
                  <a:pt x="1433512" y="4445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86193" y="997737"/>
            <a:ext cx="6898005" cy="256667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2400">
                <a:latin typeface="微软雅黑"/>
                <a:cs typeface="微软雅黑"/>
              </a:rPr>
              <a:t>观察与思考：</a:t>
            </a:r>
            <a:endParaRPr sz="2400">
              <a:latin typeface="微软雅黑"/>
              <a:cs typeface="微软雅黑"/>
            </a:endParaRPr>
          </a:p>
          <a:p>
            <a:pPr marL="394970" indent="-382270">
              <a:lnSpc>
                <a:spcPct val="100000"/>
              </a:lnSpc>
              <a:spcBef>
                <a:spcPts val="720"/>
              </a:spcBef>
              <a:buSzPct val="95833"/>
              <a:buAutoNum type="arabicParenBoth"/>
              <a:tabLst>
                <a:tab pos="395605" algn="l"/>
              </a:tabLst>
            </a:pPr>
            <a:r>
              <a:rPr dirty="0" sz="2400">
                <a:latin typeface="微软雅黑"/>
                <a:cs typeface="微软雅黑"/>
              </a:rPr>
              <a:t>站在炉火旁边有什么感觉？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ct val="125000"/>
              </a:lnSpc>
              <a:buSzPct val="95833"/>
              <a:buAutoNum type="arabicParenBoth"/>
              <a:tabLst>
                <a:tab pos="484505" algn="l"/>
              </a:tabLst>
            </a:pPr>
            <a:r>
              <a:rPr dirty="0" sz="2400">
                <a:latin typeface="微软雅黑"/>
                <a:cs typeface="微软雅黑"/>
              </a:rPr>
              <a:t>投在炉中的铁块一开始是什么颜色？过一会儿变 成了什么颜色？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730"/>
              </a:spcBef>
            </a:pPr>
            <a:r>
              <a:rPr dirty="0" sz="2400">
                <a:solidFill>
                  <a:srgbClr val="000066"/>
                </a:solidFill>
                <a:latin typeface="微软雅黑"/>
                <a:cs typeface="微软雅黑"/>
              </a:rPr>
              <a:t>加热的铁块在温度升高时颜色发生变化：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63" y="488295"/>
            <a:ext cx="7933690" cy="4053204"/>
          </a:xfrm>
          <a:prstGeom prst="rect">
            <a:avLst/>
          </a:prstGeom>
        </p:spPr>
        <p:txBody>
          <a:bodyPr wrap="square" lIns="0" tIns="222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dirty="0" sz="2800">
                <a:latin typeface="微软雅黑"/>
                <a:cs typeface="微软雅黑"/>
              </a:rPr>
              <a:t>一、物体的热辐</a:t>
            </a:r>
            <a:r>
              <a:rPr dirty="0" sz="2800" spc="-5">
                <a:latin typeface="微软雅黑"/>
                <a:cs typeface="微软雅黑"/>
              </a:rPr>
              <a:t>射</a:t>
            </a:r>
            <a:endParaRPr sz="2800">
              <a:latin typeface="微软雅黑"/>
              <a:cs typeface="微软雅黑"/>
            </a:endParaRPr>
          </a:p>
          <a:p>
            <a:pPr marL="300355" marR="35560">
              <a:lnSpc>
                <a:spcPct val="125000"/>
              </a:lnSpc>
              <a:spcBef>
                <a:spcPts val="700"/>
              </a:spcBef>
              <a:buSzPct val="95833"/>
              <a:buAutoNum type="arabicPeriod"/>
              <a:tabLst>
                <a:tab pos="576580" algn="l"/>
              </a:tabLst>
            </a:pPr>
            <a:r>
              <a:rPr dirty="0" sz="2400" b="1">
                <a:latin typeface="微软雅黑"/>
                <a:cs typeface="微软雅黑"/>
              </a:rPr>
              <a:t>热辐射：</a:t>
            </a:r>
            <a:r>
              <a:rPr dirty="0" sz="2400">
                <a:latin typeface="微软雅黑"/>
                <a:cs typeface="微软雅黑"/>
              </a:rPr>
              <a:t>一切物体在任何温度下都在辐射电磁波，这种 辐射与物体的温度有关，所以叫做热辐射。</a:t>
            </a:r>
            <a:endParaRPr sz="2400">
              <a:latin typeface="微软雅黑"/>
              <a:cs typeface="微软雅黑"/>
            </a:endParaRPr>
          </a:p>
          <a:p>
            <a:pPr marL="575945" indent="-275590">
              <a:lnSpc>
                <a:spcPct val="100000"/>
              </a:lnSpc>
              <a:spcBef>
                <a:spcPts val="1520"/>
              </a:spcBef>
              <a:buSzPct val="95833"/>
              <a:buAutoNum type="arabicPeriod"/>
              <a:tabLst>
                <a:tab pos="576580" algn="l"/>
              </a:tabLst>
            </a:pPr>
            <a:r>
              <a:rPr dirty="0" sz="2400" b="1">
                <a:latin typeface="微软雅黑"/>
                <a:cs typeface="微软雅黑"/>
              </a:rPr>
              <a:t>辐射规律：</a:t>
            </a:r>
            <a:endParaRPr sz="2400">
              <a:latin typeface="微软雅黑"/>
              <a:cs typeface="微软雅黑"/>
            </a:endParaRPr>
          </a:p>
          <a:p>
            <a:pPr algn="just" marL="300355" marR="5080" indent="270510">
              <a:lnSpc>
                <a:spcPct val="125000"/>
              </a:lnSpc>
            </a:pPr>
            <a:r>
              <a:rPr dirty="0" sz="2400">
                <a:latin typeface="微软雅黑"/>
                <a:cs typeface="微软雅黑"/>
              </a:rPr>
              <a:t>辐射与物体的温度有关，辐射强度按波长的分布情况随 物体的温度而有所不同。物体在室温时，热辐射的主要成 分是波长较长的电磁波，不能引起人的视觉。当温度升高 时，热辐射中较短波长的成分越来越强。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04" y="1013866"/>
            <a:ext cx="7646034" cy="35864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61594" marR="109220">
              <a:lnSpc>
                <a:spcPct val="150000"/>
              </a:lnSpc>
              <a:spcBef>
                <a:spcPts val="100"/>
              </a:spcBef>
            </a:pPr>
            <a:r>
              <a:rPr dirty="0" sz="2800">
                <a:latin typeface="微软雅黑"/>
                <a:cs typeface="微软雅黑"/>
              </a:rPr>
              <a:t>问题：在研究物体热辐射中，应如何避免反射</a:t>
            </a:r>
            <a:r>
              <a:rPr dirty="0" sz="2800" spc="-5">
                <a:latin typeface="微软雅黑"/>
                <a:cs typeface="微软雅黑"/>
              </a:rPr>
              <a:t>电 </a:t>
            </a:r>
            <a:r>
              <a:rPr dirty="0" sz="2800">
                <a:latin typeface="微软雅黑"/>
                <a:cs typeface="微软雅黑"/>
              </a:rPr>
              <a:t>磁波的影响？有没有完全吸收电磁波的物体？</a:t>
            </a:r>
            <a:r>
              <a:rPr dirty="0" sz="2800" spc="-5">
                <a:latin typeface="微软雅黑"/>
                <a:cs typeface="微软雅黑"/>
              </a:rPr>
              <a:t>它 </a:t>
            </a:r>
            <a:r>
              <a:rPr dirty="0" sz="2800">
                <a:latin typeface="微软雅黑"/>
                <a:cs typeface="微软雅黑"/>
              </a:rPr>
              <a:t>是怎样吸收的呢</a:t>
            </a:r>
            <a:r>
              <a:rPr dirty="0" sz="2800" spc="-5">
                <a:latin typeface="微软雅黑"/>
                <a:cs typeface="微软雅黑"/>
              </a:rPr>
              <a:t>？</a:t>
            </a:r>
            <a:endParaRPr sz="2800">
              <a:latin typeface="微软雅黑"/>
              <a:cs typeface="微软雅黑"/>
            </a:endParaRPr>
          </a:p>
          <a:p>
            <a:pPr marL="12700" marR="5080">
              <a:lnSpc>
                <a:spcPct val="150000"/>
              </a:lnSpc>
              <a:spcBef>
                <a:spcPts val="1285"/>
              </a:spcBef>
            </a:pPr>
            <a:r>
              <a:rPr dirty="0" sz="2000">
                <a:latin typeface="微软雅黑"/>
                <a:cs typeface="微软雅黑"/>
              </a:rPr>
              <a:t>如果某种物体能够完全吸收入射的各种波长的电磁波而不发生反射</a:t>
            </a:r>
            <a:r>
              <a:rPr dirty="0" sz="2000">
                <a:latin typeface="微软雅黑"/>
                <a:cs typeface="微软雅黑"/>
              </a:rPr>
              <a:t>， </a:t>
            </a:r>
            <a:r>
              <a:rPr dirty="0" sz="2000">
                <a:latin typeface="微软雅黑"/>
                <a:cs typeface="微软雅黑"/>
              </a:rPr>
              <a:t>这种物体就是绝对黑体，简称黑体</a:t>
            </a:r>
            <a:r>
              <a:rPr dirty="0" sz="2000" spc="-5">
                <a:latin typeface="微软雅黑"/>
                <a:cs typeface="微软雅黑"/>
              </a:rPr>
              <a:t>-------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理想化的模</a:t>
            </a:r>
            <a:r>
              <a:rPr dirty="0" sz="2000" spc="5">
                <a:solidFill>
                  <a:srgbClr val="FF0000"/>
                </a:solidFill>
                <a:latin typeface="微软雅黑"/>
                <a:cs typeface="微软雅黑"/>
              </a:rPr>
              <a:t>型</a:t>
            </a:r>
            <a:endParaRPr sz="2000">
              <a:latin typeface="微软雅黑"/>
              <a:cs typeface="微软雅黑"/>
            </a:endParaRPr>
          </a:p>
          <a:p>
            <a:pPr marL="156210">
              <a:lnSpc>
                <a:spcPct val="100000"/>
              </a:lnSpc>
              <a:spcBef>
                <a:spcPts val="2030"/>
              </a:spcBef>
            </a:pPr>
            <a:r>
              <a:rPr dirty="0" sz="2000">
                <a:latin typeface="宋体"/>
                <a:cs typeface="宋体"/>
              </a:rPr>
              <a:t>德国物理学家基尔霍夫首先提出了绝对黑体的模</a:t>
            </a:r>
            <a:r>
              <a:rPr dirty="0" sz="2000" spc="5">
                <a:latin typeface="宋体"/>
                <a:cs typeface="宋体"/>
              </a:rPr>
              <a:t>型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6322" y="1068476"/>
            <a:ext cx="7119620" cy="3772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800" spc="10" b="1">
                <a:latin typeface="思源黑体 CN"/>
                <a:cs typeface="思源黑体 CN"/>
              </a:rPr>
              <a:t>观察与思考：</a:t>
            </a:r>
            <a:r>
              <a:rPr dirty="0" sz="1800">
                <a:latin typeface="宋体"/>
                <a:cs typeface="宋体"/>
              </a:rPr>
              <a:t>一座建设中的楼房还没有安装窗子，尽管室内已经粉刷， 如果从远处观察，窗内的亮度与楼房外墙的亮度相比，会黑暗的多。 这是为什么？</a:t>
            </a:r>
            <a:endParaRPr sz="1800">
              <a:latin typeface="宋体"/>
              <a:cs typeface="宋体"/>
            </a:endParaRPr>
          </a:p>
          <a:p>
            <a:pPr algn="just" marL="3388360" marR="469265" indent="281940">
              <a:lnSpc>
                <a:spcPct val="125000"/>
              </a:lnSpc>
              <a:spcBef>
                <a:spcPts val="1420"/>
              </a:spcBef>
            </a:pPr>
            <a:r>
              <a:rPr dirty="0" sz="1800">
                <a:latin typeface="微软雅黑"/>
                <a:cs typeface="微软雅黑"/>
              </a:rPr>
              <a:t>在空腔壁上开一个很小的孔， 射入小孔的电磁波在空腔中会发 生多次反射和吸收，最终不能从 空腔射出。这个小孔就可以看成 一个绝对黑体。</a:t>
            </a:r>
            <a:endParaRPr sz="1800">
              <a:latin typeface="微软雅黑"/>
              <a:cs typeface="微软雅黑"/>
            </a:endParaRPr>
          </a:p>
          <a:p>
            <a:pPr marL="3388360" marR="522605">
              <a:lnSpc>
                <a:spcPct val="125000"/>
              </a:lnSpc>
              <a:spcBef>
                <a:spcPts val="1080"/>
              </a:spcBef>
            </a:pPr>
            <a:r>
              <a:rPr dirty="0" sz="1800">
                <a:latin typeface="微软雅黑"/>
                <a:cs typeface="微软雅黑"/>
              </a:rPr>
              <a:t>现实中烟煤就是很接近理想黑体 的材料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7196" y="2417064"/>
            <a:ext cx="2601467" cy="1717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3462" y="257962"/>
            <a:ext cx="7245350" cy="1911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5265">
              <a:lnSpc>
                <a:spcPct val="150000"/>
              </a:lnSpc>
              <a:spcBef>
                <a:spcPts val="100"/>
              </a:spcBef>
            </a:pPr>
            <a:r>
              <a:rPr dirty="0" sz="2400" b="1">
                <a:latin typeface="微软雅黑"/>
                <a:cs typeface="微软雅黑"/>
              </a:rPr>
              <a:t>问题：为什么在研究热辐射的规律时，人们特别注意 对黑体辐射的研究？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00">
              <a:latin typeface="Times New Roman"/>
              <a:cs typeface="Times New Roman"/>
            </a:endParaRPr>
          </a:p>
          <a:p>
            <a:pPr marL="120014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实验表明，同温度下黑体不仅辐射能力强而且还具有以下特点</a:t>
            </a:r>
            <a:r>
              <a:rPr dirty="0" sz="2000" spc="5">
                <a:latin typeface="微软雅黑"/>
                <a:cs typeface="微软雅黑"/>
              </a:rPr>
              <a:t>：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1352" y="2331720"/>
            <a:ext cx="7923276" cy="2409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827532" y="1347216"/>
            <a:ext cx="2866644" cy="3543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24100" y="225586"/>
            <a:ext cx="6420485" cy="4010025"/>
          </a:xfrm>
          <a:prstGeom prst="rect">
            <a:avLst/>
          </a:prstGeom>
        </p:spPr>
        <p:txBody>
          <a:bodyPr wrap="square" lIns="0" tIns="292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dirty="0" sz="3200">
                <a:latin typeface="微软雅黑"/>
                <a:cs typeface="微软雅黑"/>
              </a:rPr>
              <a:t>二、黑体辐射的实验规</a:t>
            </a:r>
            <a:r>
              <a:rPr dirty="0" sz="3200" spc="5">
                <a:latin typeface="微软雅黑"/>
                <a:cs typeface="微软雅黑"/>
              </a:rPr>
              <a:t>律</a:t>
            </a:r>
            <a:endParaRPr sz="3200">
              <a:latin typeface="微软雅黑"/>
              <a:cs typeface="微软雅黑"/>
            </a:endParaRPr>
          </a:p>
          <a:p>
            <a:pPr marL="1835150" marR="5080">
              <a:lnSpc>
                <a:spcPct val="100000"/>
              </a:lnSpc>
              <a:spcBef>
                <a:spcPts val="1645"/>
              </a:spcBef>
            </a:pP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由图你能分析出黑体辐射存在怎样 的实验规律？</a:t>
            </a:r>
            <a:endParaRPr sz="2400">
              <a:latin typeface="微软雅黑"/>
              <a:cs typeface="微软雅黑"/>
            </a:endParaRPr>
          </a:p>
          <a:p>
            <a:pPr marL="1506220" marR="100330">
              <a:lnSpc>
                <a:spcPct val="100000"/>
              </a:lnSpc>
              <a:spcBef>
                <a:spcPts val="1135"/>
              </a:spcBef>
              <a:buSzPct val="95000"/>
              <a:buFont typeface="Arial"/>
              <a:buAutoNum type="arabicPeriod"/>
              <a:tabLst>
                <a:tab pos="1718945" algn="l"/>
              </a:tabLst>
            </a:pPr>
            <a:r>
              <a:rPr dirty="0" sz="2000" b="1">
                <a:latin typeface="宋体"/>
                <a:cs typeface="宋体"/>
              </a:rPr>
              <a:t>相同温度下，黑体辐射强度随波长是变</a:t>
            </a:r>
            <a:r>
              <a:rPr dirty="0" sz="2000" spc="-5" b="1">
                <a:latin typeface="宋体"/>
                <a:cs typeface="宋体"/>
              </a:rPr>
              <a:t>化 </a:t>
            </a:r>
            <a:r>
              <a:rPr dirty="0" sz="2000" b="1">
                <a:latin typeface="宋体"/>
                <a:cs typeface="宋体"/>
              </a:rPr>
              <a:t>的，中间有峰值</a:t>
            </a:r>
            <a:r>
              <a:rPr dirty="0" sz="2000" spc="-5" b="1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1506220" marR="100330">
              <a:lnSpc>
                <a:spcPct val="100000"/>
              </a:lnSpc>
              <a:spcBef>
                <a:spcPts val="1200"/>
              </a:spcBef>
              <a:buSzPct val="95000"/>
              <a:buFont typeface="Arial"/>
              <a:buAutoNum type="arabicPeriod"/>
              <a:tabLst>
                <a:tab pos="1718945" algn="l"/>
              </a:tabLst>
            </a:pPr>
            <a:r>
              <a:rPr dirty="0" sz="2000" b="1">
                <a:latin typeface="宋体"/>
                <a:cs typeface="宋体"/>
              </a:rPr>
              <a:t>随温度升高，峰值增加且峰值向波长较</a:t>
            </a:r>
            <a:r>
              <a:rPr dirty="0" sz="2000" spc="-5" b="1">
                <a:latin typeface="宋体"/>
                <a:cs typeface="宋体"/>
              </a:rPr>
              <a:t>短 </a:t>
            </a:r>
            <a:r>
              <a:rPr dirty="0" sz="2000" b="1">
                <a:latin typeface="宋体"/>
                <a:cs typeface="宋体"/>
              </a:rPr>
              <a:t>的方向移动</a:t>
            </a:r>
            <a:r>
              <a:rPr dirty="0" sz="2000" spc="-5" b="1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1506220" marR="100330">
              <a:lnSpc>
                <a:spcPct val="100000"/>
              </a:lnSpc>
              <a:spcBef>
                <a:spcPts val="1200"/>
              </a:spcBef>
              <a:buSzPct val="95000"/>
              <a:buFont typeface="Arial"/>
              <a:buAutoNum type="arabicPeriod"/>
              <a:tabLst>
                <a:tab pos="1718945" algn="l"/>
              </a:tabLst>
            </a:pPr>
            <a:r>
              <a:rPr dirty="0" sz="2000" b="1">
                <a:latin typeface="宋体"/>
                <a:cs typeface="宋体"/>
              </a:rPr>
              <a:t>随着温度的升高，各种波长的辐射强度</a:t>
            </a:r>
            <a:r>
              <a:rPr dirty="0" sz="2000" spc="-5" b="1">
                <a:latin typeface="宋体"/>
                <a:cs typeface="宋体"/>
              </a:rPr>
              <a:t>都 </a:t>
            </a:r>
            <a:r>
              <a:rPr dirty="0" sz="2000" b="1">
                <a:latin typeface="宋体"/>
                <a:cs typeface="宋体"/>
              </a:rPr>
              <a:t>有增加</a:t>
            </a:r>
            <a:r>
              <a:rPr dirty="0" sz="2000" spc="-5" b="1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60347" y="4541520"/>
            <a:ext cx="719328" cy="3520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6322" y="970025"/>
            <a:ext cx="6525895" cy="2136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微软雅黑"/>
                <a:cs typeface="微软雅黑"/>
              </a:rPr>
              <a:t>怎样解释黑体辐射的实验规律呢</a:t>
            </a:r>
            <a:r>
              <a:rPr dirty="0" sz="2600" spc="5">
                <a:latin typeface="微软雅黑"/>
                <a:cs typeface="微软雅黑"/>
              </a:rPr>
              <a:t>？</a:t>
            </a:r>
            <a:endParaRPr sz="2600">
              <a:latin typeface="微软雅黑"/>
              <a:cs typeface="微软雅黑"/>
            </a:endParaRPr>
          </a:p>
          <a:p>
            <a:pPr marL="12700" marR="5080" indent="149860">
              <a:lnSpc>
                <a:spcPct val="150000"/>
              </a:lnSpc>
              <a:spcBef>
                <a:spcPts val="2690"/>
              </a:spcBef>
            </a:pPr>
            <a:r>
              <a:rPr dirty="0" sz="2000">
                <a:latin typeface="微软雅黑"/>
                <a:cs typeface="微软雅黑"/>
              </a:rPr>
              <a:t>按照当时物理学的认识，每个带电微粒的振动都产生变</a:t>
            </a:r>
            <a:r>
              <a:rPr dirty="0" sz="2000">
                <a:latin typeface="微软雅黑"/>
                <a:cs typeface="微软雅黑"/>
              </a:rPr>
              <a:t>化 </a:t>
            </a:r>
            <a:r>
              <a:rPr dirty="0" sz="2000">
                <a:latin typeface="微软雅黑"/>
                <a:cs typeface="微软雅黑"/>
              </a:rPr>
              <a:t>的电磁场，从而产生电磁辐射。人们很自然地要依据热</a:t>
            </a:r>
            <a:r>
              <a:rPr dirty="0" sz="2000" spc="5">
                <a:latin typeface="微软雅黑"/>
                <a:cs typeface="微软雅黑"/>
              </a:rPr>
              <a:t>学 </a:t>
            </a:r>
            <a:r>
              <a:rPr dirty="0" sz="2000">
                <a:latin typeface="微软雅黑"/>
                <a:cs typeface="微软雅黑"/>
              </a:rPr>
              <a:t>和电磁学的知识寻求黑体辐射的理论解释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8106" y="3740911"/>
            <a:ext cx="5511165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08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瑞利公式在长波部分与实验结果比较吻合，但在紫外短波</a:t>
            </a:r>
            <a:r>
              <a:rPr dirty="0" sz="1600" spc="-5">
                <a:latin typeface="宋体"/>
                <a:cs typeface="宋体"/>
              </a:rPr>
              <a:t>区 </a:t>
            </a:r>
            <a:r>
              <a:rPr dirty="0" sz="1600">
                <a:latin typeface="宋体"/>
                <a:cs typeface="宋体"/>
              </a:rPr>
              <a:t>与实验严重不符。不但不符，而且当波长趋</a:t>
            </a:r>
            <a:r>
              <a:rPr dirty="0" sz="1600" spc="-5">
                <a:latin typeface="宋体"/>
                <a:cs typeface="宋体"/>
              </a:rPr>
              <a:t>于</a:t>
            </a:r>
            <a:r>
              <a:rPr dirty="0" sz="1600" spc="-445">
                <a:latin typeface="宋体"/>
                <a:cs typeface="宋体"/>
              </a:rPr>
              <a:t> </a:t>
            </a:r>
            <a:r>
              <a:rPr dirty="0" sz="1600" spc="-5">
                <a:latin typeface="Times New Roman"/>
                <a:cs typeface="Times New Roman"/>
              </a:rPr>
              <a:t>0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宋体"/>
                <a:cs typeface="宋体"/>
              </a:rPr>
              <a:t>时，辐射强</a:t>
            </a:r>
            <a:r>
              <a:rPr dirty="0" sz="1600" spc="-5">
                <a:latin typeface="宋体"/>
                <a:cs typeface="宋体"/>
              </a:rPr>
              <a:t>度 </a:t>
            </a:r>
            <a:r>
              <a:rPr dirty="0" sz="1600">
                <a:latin typeface="宋体"/>
                <a:cs typeface="宋体"/>
              </a:rPr>
              <a:t>竟变成无穷大，这显然是荒谬的</a:t>
            </a:r>
            <a:r>
              <a:rPr dirty="0" sz="1600" spc="-5">
                <a:latin typeface="Times New Roman"/>
                <a:cs typeface="Times New Roman"/>
              </a:rPr>
              <a:t>!</a:t>
            </a:r>
            <a:r>
              <a:rPr dirty="0" sz="1600">
                <a:latin typeface="宋体"/>
                <a:cs typeface="宋体"/>
              </a:rPr>
              <a:t>这个荒谬的结论被认为是</a:t>
            </a:r>
            <a:r>
              <a:rPr dirty="0" sz="1600" spc="-5">
                <a:latin typeface="宋体"/>
                <a:cs typeface="宋体"/>
              </a:rPr>
              <a:t>物 </a:t>
            </a:r>
            <a:r>
              <a:rPr dirty="0" sz="1600">
                <a:latin typeface="宋体"/>
                <a:cs typeface="宋体"/>
              </a:rPr>
              <a:t>理学理论的灾难，当时称为“紫外灾难”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solidFill>
                  <a:srgbClr val="FF0000"/>
                </a:solidFill>
                <a:latin typeface="宋体"/>
                <a:cs typeface="宋体"/>
              </a:rPr>
              <a:t>科学家们怎么对待这个问题的呢</a:t>
            </a:r>
            <a:r>
              <a:rPr dirty="0" sz="1600" spc="-15" b="1">
                <a:solidFill>
                  <a:srgbClr val="FF0000"/>
                </a:solidFill>
                <a:latin typeface="宋体"/>
                <a:cs typeface="宋体"/>
              </a:rPr>
              <a:t>？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52757" y="1236141"/>
            <a:ext cx="2379980" cy="2181225"/>
          </a:xfrm>
          <a:custGeom>
            <a:avLst/>
            <a:gdLst/>
            <a:ahLst/>
            <a:cxnLst/>
            <a:rect l="l" t="t" r="r" b="b"/>
            <a:pathLst>
              <a:path w="2379979" h="2181225">
                <a:moveTo>
                  <a:pt x="55930" y="33896"/>
                </a:moveTo>
                <a:lnTo>
                  <a:pt x="7416" y="33896"/>
                </a:lnTo>
                <a:lnTo>
                  <a:pt x="0" y="22478"/>
                </a:lnTo>
                <a:lnTo>
                  <a:pt x="34620" y="0"/>
                </a:lnTo>
                <a:lnTo>
                  <a:pt x="42214" y="11696"/>
                </a:lnTo>
                <a:lnTo>
                  <a:pt x="50025" y="24180"/>
                </a:lnTo>
                <a:lnTo>
                  <a:pt x="55930" y="33896"/>
                </a:lnTo>
                <a:close/>
              </a:path>
              <a:path w="2379979" h="2181225">
                <a:moveTo>
                  <a:pt x="63054" y="45846"/>
                </a:moveTo>
                <a:lnTo>
                  <a:pt x="14897" y="45846"/>
                </a:lnTo>
                <a:lnTo>
                  <a:pt x="7226" y="33604"/>
                </a:lnTo>
                <a:lnTo>
                  <a:pt x="7416" y="33896"/>
                </a:lnTo>
                <a:lnTo>
                  <a:pt x="55930" y="33896"/>
                </a:lnTo>
                <a:lnTo>
                  <a:pt x="58077" y="37426"/>
                </a:lnTo>
                <a:lnTo>
                  <a:pt x="63054" y="45846"/>
                </a:lnTo>
                <a:close/>
              </a:path>
              <a:path w="2379979" h="2181225">
                <a:moveTo>
                  <a:pt x="78253" y="72250"/>
                </a:moveTo>
                <a:lnTo>
                  <a:pt x="30708" y="72250"/>
                </a:lnTo>
                <a:lnTo>
                  <a:pt x="22542" y="58432"/>
                </a:lnTo>
                <a:lnTo>
                  <a:pt x="14744" y="45605"/>
                </a:lnTo>
                <a:lnTo>
                  <a:pt x="14897" y="45846"/>
                </a:lnTo>
                <a:lnTo>
                  <a:pt x="63054" y="45846"/>
                </a:lnTo>
                <a:lnTo>
                  <a:pt x="66395" y="51498"/>
                </a:lnTo>
                <a:lnTo>
                  <a:pt x="78253" y="72250"/>
                </a:lnTo>
                <a:close/>
              </a:path>
              <a:path w="2379979" h="2181225">
                <a:moveTo>
                  <a:pt x="81521" y="164020"/>
                </a:moveTo>
                <a:lnTo>
                  <a:pt x="65417" y="134073"/>
                </a:lnTo>
                <a:lnTo>
                  <a:pt x="47485" y="101587"/>
                </a:lnTo>
                <a:lnTo>
                  <a:pt x="30556" y="71996"/>
                </a:lnTo>
                <a:lnTo>
                  <a:pt x="30708" y="72250"/>
                </a:lnTo>
                <a:lnTo>
                  <a:pt x="78253" y="72250"/>
                </a:lnTo>
                <a:lnTo>
                  <a:pt x="83616" y="81635"/>
                </a:lnTo>
                <a:lnTo>
                  <a:pt x="101765" y="114515"/>
                </a:lnTo>
                <a:lnTo>
                  <a:pt x="117868" y="144462"/>
                </a:lnTo>
                <a:lnTo>
                  <a:pt x="81521" y="164020"/>
                </a:lnTo>
                <a:close/>
              </a:path>
              <a:path w="2379979" h="2181225">
                <a:moveTo>
                  <a:pt x="214528" y="420154"/>
                </a:moveTo>
                <a:lnTo>
                  <a:pt x="192963" y="378536"/>
                </a:lnTo>
                <a:lnTo>
                  <a:pt x="146799" y="288925"/>
                </a:lnTo>
                <a:lnTo>
                  <a:pt x="138772" y="273469"/>
                </a:lnTo>
                <a:lnTo>
                  <a:pt x="175412" y="254457"/>
                </a:lnTo>
                <a:lnTo>
                  <a:pt x="183489" y="270027"/>
                </a:lnTo>
                <a:lnTo>
                  <a:pt x="229655" y="359638"/>
                </a:lnTo>
                <a:lnTo>
                  <a:pt x="251180" y="401154"/>
                </a:lnTo>
                <a:lnTo>
                  <a:pt x="214528" y="420154"/>
                </a:lnTo>
                <a:close/>
              </a:path>
              <a:path w="2379979" h="2181225">
                <a:moveTo>
                  <a:pt x="350418" y="675639"/>
                </a:moveTo>
                <a:lnTo>
                  <a:pt x="323202" y="625932"/>
                </a:lnTo>
                <a:lnTo>
                  <a:pt x="295516" y="574535"/>
                </a:lnTo>
                <a:lnTo>
                  <a:pt x="271932" y="530098"/>
                </a:lnTo>
                <a:lnTo>
                  <a:pt x="308381" y="510743"/>
                </a:lnTo>
                <a:lnTo>
                  <a:pt x="331924" y="555078"/>
                </a:lnTo>
                <a:lnTo>
                  <a:pt x="359543" y="606361"/>
                </a:lnTo>
                <a:lnTo>
                  <a:pt x="386626" y="655827"/>
                </a:lnTo>
                <a:lnTo>
                  <a:pt x="350418" y="675639"/>
                </a:lnTo>
                <a:close/>
              </a:path>
              <a:path w="2379979" h="2181225">
                <a:moveTo>
                  <a:pt x="496570" y="926172"/>
                </a:moveTo>
                <a:lnTo>
                  <a:pt x="473036" y="887933"/>
                </a:lnTo>
                <a:lnTo>
                  <a:pt x="441604" y="835507"/>
                </a:lnTo>
                <a:lnTo>
                  <a:pt x="411492" y="783945"/>
                </a:lnTo>
                <a:lnTo>
                  <a:pt x="447192" y="763231"/>
                </a:lnTo>
                <a:lnTo>
                  <a:pt x="461849" y="788492"/>
                </a:lnTo>
                <a:lnTo>
                  <a:pt x="477130" y="814489"/>
                </a:lnTo>
                <a:lnTo>
                  <a:pt x="492701" y="840638"/>
                </a:lnTo>
                <a:lnTo>
                  <a:pt x="508299" y="866482"/>
                </a:lnTo>
                <a:lnTo>
                  <a:pt x="524212" y="892467"/>
                </a:lnTo>
                <a:lnTo>
                  <a:pt x="531609" y="904367"/>
                </a:lnTo>
                <a:lnTo>
                  <a:pt x="496570" y="926172"/>
                </a:lnTo>
                <a:close/>
              </a:path>
              <a:path w="2379979" h="2181225">
                <a:moveTo>
                  <a:pt x="659587" y="1166863"/>
                </a:moveTo>
                <a:lnTo>
                  <a:pt x="622932" y="1116672"/>
                </a:lnTo>
                <a:lnTo>
                  <a:pt x="588492" y="1067396"/>
                </a:lnTo>
                <a:lnTo>
                  <a:pt x="563854" y="1030858"/>
                </a:lnTo>
                <a:lnTo>
                  <a:pt x="598220" y="1007999"/>
                </a:lnTo>
                <a:lnTo>
                  <a:pt x="605752" y="1019314"/>
                </a:lnTo>
                <a:lnTo>
                  <a:pt x="622552" y="1044079"/>
                </a:lnTo>
                <a:lnTo>
                  <a:pt x="639491" y="1068577"/>
                </a:lnTo>
                <a:lnTo>
                  <a:pt x="656578" y="1092771"/>
                </a:lnTo>
                <a:lnTo>
                  <a:pt x="673942" y="1116850"/>
                </a:lnTo>
                <a:lnTo>
                  <a:pt x="691324" y="1140409"/>
                </a:lnTo>
                <a:lnTo>
                  <a:pt x="692518" y="1141983"/>
                </a:lnTo>
                <a:lnTo>
                  <a:pt x="659587" y="1166863"/>
                </a:lnTo>
                <a:close/>
              </a:path>
              <a:path w="2379979" h="2181225">
                <a:moveTo>
                  <a:pt x="849934" y="1387983"/>
                </a:moveTo>
                <a:lnTo>
                  <a:pt x="804837" y="1341856"/>
                </a:lnTo>
                <a:lnTo>
                  <a:pt x="767245" y="1300340"/>
                </a:lnTo>
                <a:lnTo>
                  <a:pt x="736942" y="1264869"/>
                </a:lnTo>
                <a:lnTo>
                  <a:pt x="768565" y="1238338"/>
                </a:lnTo>
                <a:lnTo>
                  <a:pt x="780108" y="1252093"/>
                </a:lnTo>
                <a:lnTo>
                  <a:pt x="798474" y="1273365"/>
                </a:lnTo>
                <a:lnTo>
                  <a:pt x="816572" y="1293647"/>
                </a:lnTo>
                <a:lnTo>
                  <a:pt x="834969" y="1313649"/>
                </a:lnTo>
                <a:lnTo>
                  <a:pt x="853744" y="1333360"/>
                </a:lnTo>
                <a:lnTo>
                  <a:pt x="872125" y="1351965"/>
                </a:lnTo>
                <a:lnTo>
                  <a:pt x="878751" y="1358417"/>
                </a:lnTo>
                <a:lnTo>
                  <a:pt x="849934" y="1387983"/>
                </a:lnTo>
                <a:close/>
              </a:path>
              <a:path w="2379979" h="2181225">
                <a:moveTo>
                  <a:pt x="1066190" y="1580997"/>
                </a:moveTo>
                <a:lnTo>
                  <a:pt x="974788" y="1499844"/>
                </a:lnTo>
                <a:lnTo>
                  <a:pt x="942644" y="1471637"/>
                </a:lnTo>
                <a:lnTo>
                  <a:pt x="969873" y="1440611"/>
                </a:lnTo>
                <a:lnTo>
                  <a:pt x="1037030" y="1499933"/>
                </a:lnTo>
                <a:lnTo>
                  <a:pt x="1069608" y="1528864"/>
                </a:lnTo>
                <a:lnTo>
                  <a:pt x="1093571" y="1550111"/>
                </a:lnTo>
                <a:lnTo>
                  <a:pt x="1066190" y="1580997"/>
                </a:lnTo>
                <a:close/>
              </a:path>
              <a:path w="2379979" h="2181225">
                <a:moveTo>
                  <a:pt x="1290497" y="1766036"/>
                </a:moveTo>
                <a:lnTo>
                  <a:pt x="1245501" y="1732457"/>
                </a:lnTo>
                <a:lnTo>
                  <a:pt x="1214056" y="1707692"/>
                </a:lnTo>
                <a:lnTo>
                  <a:pt x="1167561" y="1669376"/>
                </a:lnTo>
                <a:lnTo>
                  <a:pt x="1159738" y="1662696"/>
                </a:lnTo>
                <a:lnTo>
                  <a:pt x="1186535" y="1631314"/>
                </a:lnTo>
                <a:lnTo>
                  <a:pt x="1194358" y="1637995"/>
                </a:lnTo>
                <a:lnTo>
                  <a:pt x="1224627" y="1663128"/>
                </a:lnTo>
                <a:lnTo>
                  <a:pt x="1240040" y="1675625"/>
                </a:lnTo>
                <a:lnTo>
                  <a:pt x="1255248" y="1687715"/>
                </a:lnTo>
                <a:lnTo>
                  <a:pt x="1270713" y="1699768"/>
                </a:lnTo>
                <a:lnTo>
                  <a:pt x="1286314" y="1711667"/>
                </a:lnTo>
                <a:lnTo>
                  <a:pt x="1302283" y="1723580"/>
                </a:lnTo>
                <a:lnTo>
                  <a:pt x="1314780" y="1732648"/>
                </a:lnTo>
                <a:lnTo>
                  <a:pt x="1290497" y="1766036"/>
                </a:lnTo>
                <a:close/>
              </a:path>
              <a:path w="2379979" h="2181225">
                <a:moveTo>
                  <a:pt x="1194384" y="1637995"/>
                </a:moveTo>
                <a:lnTo>
                  <a:pt x="1194155" y="1637804"/>
                </a:lnTo>
                <a:lnTo>
                  <a:pt x="1194384" y="1637995"/>
                </a:lnTo>
                <a:close/>
              </a:path>
              <a:path w="2379979" h="2181225">
                <a:moveTo>
                  <a:pt x="1542237" y="1914804"/>
                </a:moveTo>
                <a:lnTo>
                  <a:pt x="1497914" y="1892858"/>
                </a:lnTo>
                <a:lnTo>
                  <a:pt x="1456728" y="1871027"/>
                </a:lnTo>
                <a:lnTo>
                  <a:pt x="1417650" y="1848916"/>
                </a:lnTo>
                <a:lnTo>
                  <a:pt x="1395006" y="1835391"/>
                </a:lnTo>
                <a:lnTo>
                  <a:pt x="1416570" y="1800199"/>
                </a:lnTo>
                <a:lnTo>
                  <a:pt x="1420393" y="1802549"/>
                </a:lnTo>
                <a:lnTo>
                  <a:pt x="1438732" y="1813433"/>
                </a:lnTo>
                <a:lnTo>
                  <a:pt x="1457515" y="1824240"/>
                </a:lnTo>
                <a:lnTo>
                  <a:pt x="1476556" y="1834832"/>
                </a:lnTo>
                <a:lnTo>
                  <a:pt x="1496618" y="1845640"/>
                </a:lnTo>
                <a:lnTo>
                  <a:pt x="1516989" y="1856244"/>
                </a:lnTo>
                <a:lnTo>
                  <a:pt x="1537944" y="1866811"/>
                </a:lnTo>
                <a:lnTo>
                  <a:pt x="1559287" y="1877212"/>
                </a:lnTo>
                <a:lnTo>
                  <a:pt x="1559839" y="1877466"/>
                </a:lnTo>
                <a:lnTo>
                  <a:pt x="1542237" y="1914804"/>
                </a:lnTo>
                <a:close/>
              </a:path>
              <a:path w="2379979" h="2181225">
                <a:moveTo>
                  <a:pt x="1457547" y="1824240"/>
                </a:moveTo>
                <a:lnTo>
                  <a:pt x="1457274" y="1824088"/>
                </a:lnTo>
                <a:lnTo>
                  <a:pt x="1457547" y="1824240"/>
                </a:lnTo>
                <a:close/>
              </a:path>
              <a:path w="2379979" h="2181225">
                <a:moveTo>
                  <a:pt x="1812188" y="2023592"/>
                </a:moveTo>
                <a:lnTo>
                  <a:pt x="1772742" y="2009775"/>
                </a:lnTo>
                <a:lnTo>
                  <a:pt x="1715693" y="1988693"/>
                </a:lnTo>
                <a:lnTo>
                  <a:pt x="1662074" y="1967598"/>
                </a:lnTo>
                <a:lnTo>
                  <a:pt x="1656397" y="1965261"/>
                </a:lnTo>
                <a:lnTo>
                  <a:pt x="1672158" y="1927110"/>
                </a:lnTo>
                <a:lnTo>
                  <a:pt x="1677835" y="1929447"/>
                </a:lnTo>
                <a:lnTo>
                  <a:pt x="1703793" y="1939836"/>
                </a:lnTo>
                <a:lnTo>
                  <a:pt x="1730406" y="1950135"/>
                </a:lnTo>
                <a:lnTo>
                  <a:pt x="1758107" y="1960524"/>
                </a:lnTo>
                <a:lnTo>
                  <a:pt x="1786851" y="1970989"/>
                </a:lnTo>
                <a:lnTo>
                  <a:pt x="1816353" y="1981390"/>
                </a:lnTo>
                <a:lnTo>
                  <a:pt x="1825561" y="1984540"/>
                </a:lnTo>
                <a:lnTo>
                  <a:pt x="1812188" y="2023592"/>
                </a:lnTo>
                <a:close/>
              </a:path>
              <a:path w="2379979" h="2181225">
                <a:moveTo>
                  <a:pt x="2089543" y="2108771"/>
                </a:moveTo>
                <a:lnTo>
                  <a:pt x="2078481" y="2105723"/>
                </a:lnTo>
                <a:lnTo>
                  <a:pt x="2002955" y="2084108"/>
                </a:lnTo>
                <a:lnTo>
                  <a:pt x="1942673" y="2065959"/>
                </a:lnTo>
                <a:lnTo>
                  <a:pt x="1930387" y="2062200"/>
                </a:lnTo>
                <a:lnTo>
                  <a:pt x="1942757" y="2022830"/>
                </a:lnTo>
                <a:lnTo>
                  <a:pt x="1944181" y="2023275"/>
                </a:lnTo>
                <a:lnTo>
                  <a:pt x="1978852" y="2033866"/>
                </a:lnTo>
                <a:lnTo>
                  <a:pt x="2014727" y="2044547"/>
                </a:lnTo>
                <a:lnTo>
                  <a:pt x="2051502" y="2055202"/>
                </a:lnTo>
                <a:lnTo>
                  <a:pt x="2089708" y="2065997"/>
                </a:lnTo>
                <a:lnTo>
                  <a:pt x="2100503" y="2068969"/>
                </a:lnTo>
                <a:lnTo>
                  <a:pt x="2089543" y="2108771"/>
                </a:lnTo>
                <a:close/>
              </a:path>
              <a:path w="2379979" h="2181225">
                <a:moveTo>
                  <a:pt x="2370010" y="2180831"/>
                </a:moveTo>
                <a:lnTo>
                  <a:pt x="2209495" y="2140877"/>
                </a:lnTo>
                <a:lnTo>
                  <a:pt x="2219782" y="2100897"/>
                </a:lnTo>
                <a:lnTo>
                  <a:pt x="2254328" y="2109774"/>
                </a:lnTo>
                <a:lnTo>
                  <a:pt x="2298751" y="2120950"/>
                </a:lnTo>
                <a:lnTo>
                  <a:pt x="2344652" y="2132253"/>
                </a:lnTo>
                <a:lnTo>
                  <a:pt x="2379687" y="2140699"/>
                </a:lnTo>
                <a:lnTo>
                  <a:pt x="2370010" y="2180831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73775" y="1224788"/>
            <a:ext cx="2477135" cy="831850"/>
          </a:xfrm>
          <a:custGeom>
            <a:avLst/>
            <a:gdLst/>
            <a:ahLst/>
            <a:cxnLst/>
            <a:rect l="l" t="t" r="r" b="b"/>
            <a:pathLst>
              <a:path w="2477134" h="831850">
                <a:moveTo>
                  <a:pt x="1573618" y="1269"/>
                </a:moveTo>
                <a:lnTo>
                  <a:pt x="1368666" y="1269"/>
                </a:lnTo>
                <a:lnTo>
                  <a:pt x="1394028" y="0"/>
                </a:lnTo>
                <a:lnTo>
                  <a:pt x="1548257" y="0"/>
                </a:lnTo>
                <a:lnTo>
                  <a:pt x="1573618" y="1269"/>
                </a:lnTo>
                <a:close/>
              </a:path>
              <a:path w="2477134" h="831850">
                <a:moveTo>
                  <a:pt x="749210" y="449228"/>
                </a:moveTo>
                <a:lnTo>
                  <a:pt x="745159" y="448310"/>
                </a:lnTo>
                <a:lnTo>
                  <a:pt x="712736" y="438150"/>
                </a:lnTo>
                <a:lnTo>
                  <a:pt x="697166" y="434339"/>
                </a:lnTo>
                <a:lnTo>
                  <a:pt x="653059" y="419100"/>
                </a:lnTo>
                <a:lnTo>
                  <a:pt x="613067" y="402589"/>
                </a:lnTo>
                <a:lnTo>
                  <a:pt x="600684" y="397509"/>
                </a:lnTo>
                <a:lnTo>
                  <a:pt x="588797" y="392430"/>
                </a:lnTo>
                <a:lnTo>
                  <a:pt x="577392" y="386080"/>
                </a:lnTo>
                <a:lnTo>
                  <a:pt x="566483" y="381000"/>
                </a:lnTo>
                <a:lnTo>
                  <a:pt x="556094" y="374650"/>
                </a:lnTo>
                <a:lnTo>
                  <a:pt x="546214" y="369569"/>
                </a:lnTo>
                <a:lnTo>
                  <a:pt x="536854" y="363219"/>
                </a:lnTo>
                <a:lnTo>
                  <a:pt x="528027" y="356869"/>
                </a:lnTo>
                <a:lnTo>
                  <a:pt x="519734" y="350519"/>
                </a:lnTo>
                <a:lnTo>
                  <a:pt x="512000" y="345440"/>
                </a:lnTo>
                <a:lnTo>
                  <a:pt x="504812" y="339090"/>
                </a:lnTo>
                <a:lnTo>
                  <a:pt x="498182" y="332740"/>
                </a:lnTo>
                <a:lnTo>
                  <a:pt x="492125" y="326390"/>
                </a:lnTo>
                <a:lnTo>
                  <a:pt x="486651" y="318769"/>
                </a:lnTo>
                <a:lnTo>
                  <a:pt x="481761" y="312419"/>
                </a:lnTo>
                <a:lnTo>
                  <a:pt x="477481" y="306069"/>
                </a:lnTo>
                <a:lnTo>
                  <a:pt x="473811" y="299719"/>
                </a:lnTo>
                <a:lnTo>
                  <a:pt x="470801" y="292100"/>
                </a:lnTo>
                <a:lnTo>
                  <a:pt x="469519" y="288290"/>
                </a:lnTo>
                <a:lnTo>
                  <a:pt x="468401" y="285750"/>
                </a:lnTo>
                <a:lnTo>
                  <a:pt x="467461" y="281940"/>
                </a:lnTo>
                <a:lnTo>
                  <a:pt x="466686" y="278130"/>
                </a:lnTo>
                <a:lnTo>
                  <a:pt x="466077" y="274319"/>
                </a:lnTo>
                <a:lnTo>
                  <a:pt x="465645" y="271780"/>
                </a:lnTo>
                <a:lnTo>
                  <a:pt x="465378" y="267969"/>
                </a:lnTo>
                <a:lnTo>
                  <a:pt x="465378" y="260350"/>
                </a:lnTo>
                <a:lnTo>
                  <a:pt x="465645" y="256540"/>
                </a:lnTo>
                <a:lnTo>
                  <a:pt x="466077" y="252730"/>
                </a:lnTo>
                <a:lnTo>
                  <a:pt x="466686" y="250190"/>
                </a:lnTo>
                <a:lnTo>
                  <a:pt x="467461" y="246380"/>
                </a:lnTo>
                <a:lnTo>
                  <a:pt x="468401" y="242569"/>
                </a:lnTo>
                <a:lnTo>
                  <a:pt x="469519" y="238759"/>
                </a:lnTo>
                <a:lnTo>
                  <a:pt x="470801" y="236219"/>
                </a:lnTo>
                <a:lnTo>
                  <a:pt x="473824" y="228600"/>
                </a:lnTo>
                <a:lnTo>
                  <a:pt x="477481" y="222250"/>
                </a:lnTo>
                <a:lnTo>
                  <a:pt x="481761" y="215900"/>
                </a:lnTo>
                <a:lnTo>
                  <a:pt x="486651" y="208280"/>
                </a:lnTo>
                <a:lnTo>
                  <a:pt x="519760" y="176530"/>
                </a:lnTo>
                <a:lnTo>
                  <a:pt x="536879" y="165100"/>
                </a:lnTo>
                <a:lnTo>
                  <a:pt x="546239" y="158750"/>
                </a:lnTo>
                <a:lnTo>
                  <a:pt x="556120" y="152400"/>
                </a:lnTo>
                <a:lnTo>
                  <a:pt x="566521" y="147319"/>
                </a:lnTo>
                <a:lnTo>
                  <a:pt x="577418" y="140969"/>
                </a:lnTo>
                <a:lnTo>
                  <a:pt x="588822" y="135890"/>
                </a:lnTo>
                <a:lnTo>
                  <a:pt x="600735" y="130809"/>
                </a:lnTo>
                <a:lnTo>
                  <a:pt x="613117" y="124459"/>
                </a:lnTo>
                <a:lnTo>
                  <a:pt x="653122" y="109219"/>
                </a:lnTo>
                <a:lnTo>
                  <a:pt x="712812" y="88900"/>
                </a:lnTo>
                <a:lnTo>
                  <a:pt x="728814" y="85090"/>
                </a:lnTo>
                <a:lnTo>
                  <a:pt x="745236" y="80009"/>
                </a:lnTo>
                <a:lnTo>
                  <a:pt x="762076" y="76200"/>
                </a:lnTo>
                <a:lnTo>
                  <a:pt x="779310" y="71119"/>
                </a:lnTo>
                <a:lnTo>
                  <a:pt x="814959" y="63500"/>
                </a:lnTo>
                <a:lnTo>
                  <a:pt x="833361" y="58419"/>
                </a:lnTo>
                <a:lnTo>
                  <a:pt x="890765" y="46990"/>
                </a:lnTo>
                <a:lnTo>
                  <a:pt x="910602" y="44450"/>
                </a:lnTo>
                <a:lnTo>
                  <a:pt x="951306" y="36830"/>
                </a:lnTo>
                <a:lnTo>
                  <a:pt x="972146" y="34290"/>
                </a:lnTo>
                <a:lnTo>
                  <a:pt x="993305" y="30480"/>
                </a:lnTo>
                <a:lnTo>
                  <a:pt x="1149642" y="12700"/>
                </a:lnTo>
                <a:lnTo>
                  <a:pt x="1173060" y="11430"/>
                </a:lnTo>
                <a:lnTo>
                  <a:pt x="1196733" y="8890"/>
                </a:lnTo>
                <a:lnTo>
                  <a:pt x="1343482" y="1269"/>
                </a:lnTo>
                <a:lnTo>
                  <a:pt x="1598803" y="1269"/>
                </a:lnTo>
                <a:lnTo>
                  <a:pt x="1745551" y="8890"/>
                </a:lnTo>
                <a:lnTo>
                  <a:pt x="1419707" y="8890"/>
                </a:lnTo>
                <a:lnTo>
                  <a:pt x="1394193" y="10159"/>
                </a:lnTo>
                <a:lnTo>
                  <a:pt x="1368933" y="10159"/>
                </a:lnTo>
                <a:lnTo>
                  <a:pt x="1343787" y="11430"/>
                </a:lnTo>
                <a:lnTo>
                  <a:pt x="1318894" y="11430"/>
                </a:lnTo>
                <a:lnTo>
                  <a:pt x="1294142" y="12700"/>
                </a:lnTo>
                <a:lnTo>
                  <a:pt x="1269618" y="13969"/>
                </a:lnTo>
                <a:lnTo>
                  <a:pt x="1245323" y="15240"/>
                </a:lnTo>
                <a:lnTo>
                  <a:pt x="1221257" y="16509"/>
                </a:lnTo>
                <a:lnTo>
                  <a:pt x="1197419" y="19050"/>
                </a:lnTo>
                <a:lnTo>
                  <a:pt x="1173822" y="20319"/>
                </a:lnTo>
                <a:lnTo>
                  <a:pt x="1150467" y="22859"/>
                </a:lnTo>
                <a:lnTo>
                  <a:pt x="1127366" y="24130"/>
                </a:lnTo>
                <a:lnTo>
                  <a:pt x="1104531" y="26669"/>
                </a:lnTo>
                <a:lnTo>
                  <a:pt x="1081976" y="29209"/>
                </a:lnTo>
                <a:lnTo>
                  <a:pt x="1059700" y="31750"/>
                </a:lnTo>
                <a:lnTo>
                  <a:pt x="1037704" y="34290"/>
                </a:lnTo>
                <a:lnTo>
                  <a:pt x="1016000" y="36830"/>
                </a:lnTo>
                <a:lnTo>
                  <a:pt x="994613" y="40640"/>
                </a:lnTo>
                <a:lnTo>
                  <a:pt x="973531" y="43180"/>
                </a:lnTo>
                <a:lnTo>
                  <a:pt x="952766" y="46990"/>
                </a:lnTo>
                <a:lnTo>
                  <a:pt x="932332" y="49530"/>
                </a:lnTo>
                <a:lnTo>
                  <a:pt x="912228" y="53340"/>
                </a:lnTo>
                <a:lnTo>
                  <a:pt x="892467" y="57150"/>
                </a:lnTo>
                <a:lnTo>
                  <a:pt x="873061" y="60959"/>
                </a:lnTo>
                <a:lnTo>
                  <a:pt x="854011" y="64769"/>
                </a:lnTo>
                <a:lnTo>
                  <a:pt x="835329" y="68580"/>
                </a:lnTo>
                <a:lnTo>
                  <a:pt x="817029" y="72390"/>
                </a:lnTo>
                <a:lnTo>
                  <a:pt x="799109" y="76200"/>
                </a:lnTo>
                <a:lnTo>
                  <a:pt x="781570" y="80009"/>
                </a:lnTo>
                <a:lnTo>
                  <a:pt x="764438" y="85090"/>
                </a:lnTo>
                <a:lnTo>
                  <a:pt x="747712" y="88900"/>
                </a:lnTo>
                <a:lnTo>
                  <a:pt x="731405" y="93980"/>
                </a:lnTo>
                <a:lnTo>
                  <a:pt x="715518" y="99059"/>
                </a:lnTo>
                <a:lnTo>
                  <a:pt x="700049" y="102869"/>
                </a:lnTo>
                <a:lnTo>
                  <a:pt x="685038" y="107950"/>
                </a:lnTo>
                <a:lnTo>
                  <a:pt x="670471" y="113030"/>
                </a:lnTo>
                <a:lnTo>
                  <a:pt x="656348" y="118109"/>
                </a:lnTo>
                <a:lnTo>
                  <a:pt x="642696" y="123190"/>
                </a:lnTo>
                <a:lnTo>
                  <a:pt x="629513" y="128269"/>
                </a:lnTo>
                <a:lnTo>
                  <a:pt x="616813" y="133350"/>
                </a:lnTo>
                <a:lnTo>
                  <a:pt x="604608" y="138430"/>
                </a:lnTo>
                <a:lnTo>
                  <a:pt x="592886" y="144780"/>
                </a:lnTo>
                <a:lnTo>
                  <a:pt x="581672" y="149859"/>
                </a:lnTo>
                <a:lnTo>
                  <a:pt x="570979" y="154940"/>
                </a:lnTo>
                <a:lnTo>
                  <a:pt x="560806" y="161290"/>
                </a:lnTo>
                <a:lnTo>
                  <a:pt x="551154" y="166369"/>
                </a:lnTo>
                <a:lnTo>
                  <a:pt x="542048" y="172719"/>
                </a:lnTo>
                <a:lnTo>
                  <a:pt x="542188" y="172719"/>
                </a:lnTo>
                <a:lnTo>
                  <a:pt x="533488" y="179069"/>
                </a:lnTo>
                <a:lnTo>
                  <a:pt x="533628" y="179069"/>
                </a:lnTo>
                <a:lnTo>
                  <a:pt x="525487" y="184150"/>
                </a:lnTo>
                <a:lnTo>
                  <a:pt x="525627" y="184150"/>
                </a:lnTo>
                <a:lnTo>
                  <a:pt x="518033" y="190500"/>
                </a:lnTo>
                <a:lnTo>
                  <a:pt x="518198" y="190500"/>
                </a:lnTo>
                <a:lnTo>
                  <a:pt x="511162" y="196850"/>
                </a:lnTo>
                <a:lnTo>
                  <a:pt x="511327" y="196850"/>
                </a:lnTo>
                <a:lnTo>
                  <a:pt x="504875" y="201930"/>
                </a:lnTo>
                <a:lnTo>
                  <a:pt x="505040" y="201930"/>
                </a:lnTo>
                <a:lnTo>
                  <a:pt x="499160" y="208280"/>
                </a:lnTo>
                <a:lnTo>
                  <a:pt x="499338" y="208280"/>
                </a:lnTo>
                <a:lnTo>
                  <a:pt x="494042" y="214630"/>
                </a:lnTo>
                <a:lnTo>
                  <a:pt x="494233" y="214630"/>
                </a:lnTo>
                <a:lnTo>
                  <a:pt x="489521" y="220980"/>
                </a:lnTo>
                <a:lnTo>
                  <a:pt x="489712" y="220980"/>
                </a:lnTo>
                <a:lnTo>
                  <a:pt x="485609" y="227330"/>
                </a:lnTo>
                <a:lnTo>
                  <a:pt x="485787" y="227330"/>
                </a:lnTo>
                <a:lnTo>
                  <a:pt x="482993" y="232409"/>
                </a:lnTo>
                <a:lnTo>
                  <a:pt x="482460" y="232409"/>
                </a:lnTo>
                <a:lnTo>
                  <a:pt x="479590" y="238759"/>
                </a:lnTo>
                <a:lnTo>
                  <a:pt x="478497" y="242569"/>
                </a:lnTo>
                <a:lnTo>
                  <a:pt x="477520" y="245109"/>
                </a:lnTo>
                <a:lnTo>
                  <a:pt x="476694" y="248919"/>
                </a:lnTo>
                <a:lnTo>
                  <a:pt x="476008" y="251459"/>
                </a:lnTo>
                <a:lnTo>
                  <a:pt x="475678" y="254000"/>
                </a:lnTo>
                <a:lnTo>
                  <a:pt x="475526" y="254000"/>
                </a:lnTo>
                <a:lnTo>
                  <a:pt x="475107" y="257809"/>
                </a:lnTo>
                <a:lnTo>
                  <a:pt x="474971" y="260350"/>
                </a:lnTo>
                <a:lnTo>
                  <a:pt x="474891" y="266700"/>
                </a:lnTo>
                <a:lnTo>
                  <a:pt x="475132" y="270509"/>
                </a:lnTo>
                <a:lnTo>
                  <a:pt x="475513" y="273050"/>
                </a:lnTo>
                <a:lnTo>
                  <a:pt x="476059" y="276859"/>
                </a:lnTo>
                <a:lnTo>
                  <a:pt x="476745" y="279400"/>
                </a:lnTo>
                <a:lnTo>
                  <a:pt x="477570" y="283209"/>
                </a:lnTo>
                <a:lnTo>
                  <a:pt x="477867" y="283209"/>
                </a:lnTo>
                <a:lnTo>
                  <a:pt x="478561" y="285750"/>
                </a:lnTo>
                <a:lnTo>
                  <a:pt x="479691" y="289559"/>
                </a:lnTo>
                <a:lnTo>
                  <a:pt x="480164" y="289559"/>
                </a:lnTo>
                <a:lnTo>
                  <a:pt x="482460" y="294640"/>
                </a:lnTo>
                <a:lnTo>
                  <a:pt x="482295" y="294640"/>
                </a:lnTo>
                <a:lnTo>
                  <a:pt x="485787" y="300990"/>
                </a:lnTo>
                <a:lnTo>
                  <a:pt x="485609" y="300990"/>
                </a:lnTo>
                <a:lnTo>
                  <a:pt x="489699" y="307340"/>
                </a:lnTo>
                <a:lnTo>
                  <a:pt x="489521" y="307340"/>
                </a:lnTo>
                <a:lnTo>
                  <a:pt x="494220" y="313690"/>
                </a:lnTo>
                <a:lnTo>
                  <a:pt x="494042" y="313690"/>
                </a:lnTo>
                <a:lnTo>
                  <a:pt x="499338" y="320040"/>
                </a:lnTo>
                <a:lnTo>
                  <a:pt x="499160" y="320040"/>
                </a:lnTo>
                <a:lnTo>
                  <a:pt x="505040" y="325119"/>
                </a:lnTo>
                <a:lnTo>
                  <a:pt x="504863" y="325119"/>
                </a:lnTo>
                <a:lnTo>
                  <a:pt x="511314" y="331469"/>
                </a:lnTo>
                <a:lnTo>
                  <a:pt x="511149" y="331469"/>
                </a:lnTo>
                <a:lnTo>
                  <a:pt x="518185" y="337819"/>
                </a:lnTo>
                <a:lnTo>
                  <a:pt x="518020" y="337819"/>
                </a:lnTo>
                <a:lnTo>
                  <a:pt x="525614" y="344169"/>
                </a:lnTo>
                <a:lnTo>
                  <a:pt x="527093" y="344169"/>
                </a:lnTo>
                <a:lnTo>
                  <a:pt x="533615" y="349250"/>
                </a:lnTo>
                <a:lnTo>
                  <a:pt x="533476" y="349250"/>
                </a:lnTo>
                <a:lnTo>
                  <a:pt x="542163" y="355600"/>
                </a:lnTo>
                <a:lnTo>
                  <a:pt x="551256" y="360680"/>
                </a:lnTo>
                <a:lnTo>
                  <a:pt x="560895" y="367030"/>
                </a:lnTo>
                <a:lnTo>
                  <a:pt x="571055" y="372109"/>
                </a:lnTo>
                <a:lnTo>
                  <a:pt x="581748" y="378459"/>
                </a:lnTo>
                <a:lnTo>
                  <a:pt x="592950" y="383540"/>
                </a:lnTo>
                <a:lnTo>
                  <a:pt x="604659" y="388619"/>
                </a:lnTo>
                <a:lnTo>
                  <a:pt x="616864" y="394969"/>
                </a:lnTo>
                <a:lnTo>
                  <a:pt x="629551" y="400050"/>
                </a:lnTo>
                <a:lnTo>
                  <a:pt x="642721" y="405130"/>
                </a:lnTo>
                <a:lnTo>
                  <a:pt x="656374" y="410210"/>
                </a:lnTo>
                <a:lnTo>
                  <a:pt x="670471" y="415289"/>
                </a:lnTo>
                <a:lnTo>
                  <a:pt x="685038" y="420369"/>
                </a:lnTo>
                <a:lnTo>
                  <a:pt x="700049" y="424180"/>
                </a:lnTo>
                <a:lnTo>
                  <a:pt x="715505" y="429260"/>
                </a:lnTo>
                <a:lnTo>
                  <a:pt x="731380" y="434339"/>
                </a:lnTo>
                <a:lnTo>
                  <a:pt x="747687" y="438150"/>
                </a:lnTo>
                <a:lnTo>
                  <a:pt x="766864" y="443230"/>
                </a:lnTo>
                <a:lnTo>
                  <a:pt x="761034" y="443230"/>
                </a:lnTo>
                <a:lnTo>
                  <a:pt x="749210" y="449228"/>
                </a:lnTo>
                <a:close/>
              </a:path>
              <a:path w="2477134" h="831850">
                <a:moveTo>
                  <a:pt x="2459990" y="233680"/>
                </a:moveTo>
                <a:lnTo>
                  <a:pt x="2456497" y="227330"/>
                </a:lnTo>
                <a:lnTo>
                  <a:pt x="2456675" y="227330"/>
                </a:lnTo>
                <a:lnTo>
                  <a:pt x="2452573" y="220980"/>
                </a:lnTo>
                <a:lnTo>
                  <a:pt x="2452751" y="220980"/>
                </a:lnTo>
                <a:lnTo>
                  <a:pt x="2448052" y="214630"/>
                </a:lnTo>
                <a:lnTo>
                  <a:pt x="2448242" y="214630"/>
                </a:lnTo>
                <a:lnTo>
                  <a:pt x="2442946" y="208280"/>
                </a:lnTo>
                <a:lnTo>
                  <a:pt x="2443124" y="208280"/>
                </a:lnTo>
                <a:lnTo>
                  <a:pt x="2437231" y="201930"/>
                </a:lnTo>
                <a:lnTo>
                  <a:pt x="2437409" y="201930"/>
                </a:lnTo>
                <a:lnTo>
                  <a:pt x="2430945" y="196850"/>
                </a:lnTo>
                <a:lnTo>
                  <a:pt x="2431122" y="196850"/>
                </a:lnTo>
                <a:lnTo>
                  <a:pt x="2424087" y="190500"/>
                </a:lnTo>
                <a:lnTo>
                  <a:pt x="2424239" y="190500"/>
                </a:lnTo>
                <a:lnTo>
                  <a:pt x="2416657" y="184150"/>
                </a:lnTo>
                <a:lnTo>
                  <a:pt x="2416797" y="184150"/>
                </a:lnTo>
                <a:lnTo>
                  <a:pt x="2408656" y="179069"/>
                </a:lnTo>
                <a:lnTo>
                  <a:pt x="2408796" y="179069"/>
                </a:lnTo>
                <a:lnTo>
                  <a:pt x="2400096" y="172719"/>
                </a:lnTo>
                <a:lnTo>
                  <a:pt x="2400236" y="172719"/>
                </a:lnTo>
                <a:lnTo>
                  <a:pt x="2391003" y="166369"/>
                </a:lnTo>
                <a:lnTo>
                  <a:pt x="2381364" y="161290"/>
                </a:lnTo>
                <a:lnTo>
                  <a:pt x="2371191" y="154940"/>
                </a:lnTo>
                <a:lnTo>
                  <a:pt x="2360498" y="149859"/>
                </a:lnTo>
                <a:lnTo>
                  <a:pt x="2349296" y="144780"/>
                </a:lnTo>
                <a:lnTo>
                  <a:pt x="2337587" y="138430"/>
                </a:lnTo>
                <a:lnTo>
                  <a:pt x="2325382" y="133350"/>
                </a:lnTo>
                <a:lnTo>
                  <a:pt x="2312682" y="128269"/>
                </a:lnTo>
                <a:lnTo>
                  <a:pt x="2299512" y="123190"/>
                </a:lnTo>
                <a:lnTo>
                  <a:pt x="2285860" y="118109"/>
                </a:lnTo>
                <a:lnTo>
                  <a:pt x="2271750" y="113030"/>
                </a:lnTo>
                <a:lnTo>
                  <a:pt x="2257183" y="107950"/>
                </a:lnTo>
                <a:lnTo>
                  <a:pt x="2242159" y="102869"/>
                </a:lnTo>
                <a:lnTo>
                  <a:pt x="2226703" y="99059"/>
                </a:lnTo>
                <a:lnTo>
                  <a:pt x="2210828" y="93980"/>
                </a:lnTo>
                <a:lnTo>
                  <a:pt x="2194509" y="88900"/>
                </a:lnTo>
                <a:lnTo>
                  <a:pt x="2177795" y="85090"/>
                </a:lnTo>
                <a:lnTo>
                  <a:pt x="2160663" y="80009"/>
                </a:lnTo>
                <a:lnTo>
                  <a:pt x="2143125" y="76200"/>
                </a:lnTo>
                <a:lnTo>
                  <a:pt x="2125205" y="72390"/>
                </a:lnTo>
                <a:lnTo>
                  <a:pt x="2106904" y="68580"/>
                </a:lnTo>
                <a:lnTo>
                  <a:pt x="2088222" y="64769"/>
                </a:lnTo>
                <a:lnTo>
                  <a:pt x="2069172" y="60959"/>
                </a:lnTo>
                <a:lnTo>
                  <a:pt x="2049767" y="57150"/>
                </a:lnTo>
                <a:lnTo>
                  <a:pt x="2030018" y="53340"/>
                </a:lnTo>
                <a:lnTo>
                  <a:pt x="2009914" y="49530"/>
                </a:lnTo>
                <a:lnTo>
                  <a:pt x="1989480" y="46990"/>
                </a:lnTo>
                <a:lnTo>
                  <a:pt x="1968715" y="43180"/>
                </a:lnTo>
                <a:lnTo>
                  <a:pt x="1947633" y="40640"/>
                </a:lnTo>
                <a:lnTo>
                  <a:pt x="1926234" y="36830"/>
                </a:lnTo>
                <a:lnTo>
                  <a:pt x="1904542" y="34290"/>
                </a:lnTo>
                <a:lnTo>
                  <a:pt x="1882546" y="31750"/>
                </a:lnTo>
                <a:lnTo>
                  <a:pt x="1860270" y="29209"/>
                </a:lnTo>
                <a:lnTo>
                  <a:pt x="1837715" y="26669"/>
                </a:lnTo>
                <a:lnTo>
                  <a:pt x="1814880" y="24130"/>
                </a:lnTo>
                <a:lnTo>
                  <a:pt x="1791779" y="22859"/>
                </a:lnTo>
                <a:lnTo>
                  <a:pt x="1768436" y="20319"/>
                </a:lnTo>
                <a:lnTo>
                  <a:pt x="1744827" y="19050"/>
                </a:lnTo>
                <a:lnTo>
                  <a:pt x="1720989" y="16509"/>
                </a:lnTo>
                <a:lnTo>
                  <a:pt x="1696923" y="15240"/>
                </a:lnTo>
                <a:lnTo>
                  <a:pt x="1672628" y="13969"/>
                </a:lnTo>
                <a:lnTo>
                  <a:pt x="1648117" y="12700"/>
                </a:lnTo>
                <a:lnTo>
                  <a:pt x="1623390" y="11430"/>
                </a:lnTo>
                <a:lnTo>
                  <a:pt x="1598498" y="11430"/>
                </a:lnTo>
                <a:lnTo>
                  <a:pt x="1573352" y="10159"/>
                </a:lnTo>
                <a:lnTo>
                  <a:pt x="1548091" y="10159"/>
                </a:lnTo>
                <a:lnTo>
                  <a:pt x="1522577" y="8890"/>
                </a:lnTo>
                <a:lnTo>
                  <a:pt x="1745551" y="8890"/>
                </a:lnTo>
                <a:lnTo>
                  <a:pt x="1769211" y="11430"/>
                </a:lnTo>
                <a:lnTo>
                  <a:pt x="1792630" y="12700"/>
                </a:lnTo>
                <a:lnTo>
                  <a:pt x="1948980" y="30480"/>
                </a:lnTo>
                <a:lnTo>
                  <a:pt x="1970138" y="34290"/>
                </a:lnTo>
                <a:lnTo>
                  <a:pt x="1990979" y="36830"/>
                </a:lnTo>
                <a:lnTo>
                  <a:pt x="2031682" y="44450"/>
                </a:lnTo>
                <a:lnTo>
                  <a:pt x="2051519" y="46990"/>
                </a:lnTo>
                <a:lnTo>
                  <a:pt x="2108923" y="58419"/>
                </a:lnTo>
                <a:lnTo>
                  <a:pt x="2127326" y="63500"/>
                </a:lnTo>
                <a:lnTo>
                  <a:pt x="2162975" y="71119"/>
                </a:lnTo>
                <a:lnTo>
                  <a:pt x="2180209" y="76200"/>
                </a:lnTo>
                <a:lnTo>
                  <a:pt x="2197049" y="80009"/>
                </a:lnTo>
                <a:lnTo>
                  <a:pt x="2213470" y="85090"/>
                </a:lnTo>
                <a:lnTo>
                  <a:pt x="2229472" y="88900"/>
                </a:lnTo>
                <a:lnTo>
                  <a:pt x="2274912" y="104140"/>
                </a:lnTo>
                <a:lnTo>
                  <a:pt x="2316302" y="119380"/>
                </a:lnTo>
                <a:lnTo>
                  <a:pt x="2341549" y="130809"/>
                </a:lnTo>
                <a:lnTo>
                  <a:pt x="2353449" y="135890"/>
                </a:lnTo>
                <a:lnTo>
                  <a:pt x="2364866" y="140969"/>
                </a:lnTo>
                <a:lnTo>
                  <a:pt x="2375763" y="147319"/>
                </a:lnTo>
                <a:lnTo>
                  <a:pt x="2386164" y="152400"/>
                </a:lnTo>
                <a:lnTo>
                  <a:pt x="2396045" y="158750"/>
                </a:lnTo>
                <a:lnTo>
                  <a:pt x="2405405" y="165100"/>
                </a:lnTo>
                <a:lnTo>
                  <a:pt x="2414231" y="170180"/>
                </a:lnTo>
                <a:lnTo>
                  <a:pt x="2444089" y="195580"/>
                </a:lnTo>
                <a:lnTo>
                  <a:pt x="2460510" y="215900"/>
                </a:lnTo>
                <a:lnTo>
                  <a:pt x="2464803" y="222250"/>
                </a:lnTo>
                <a:lnTo>
                  <a:pt x="2468460" y="228600"/>
                </a:lnTo>
                <a:lnTo>
                  <a:pt x="2469965" y="232409"/>
                </a:lnTo>
                <a:lnTo>
                  <a:pt x="2459824" y="232409"/>
                </a:lnTo>
                <a:lnTo>
                  <a:pt x="2459990" y="233680"/>
                </a:lnTo>
                <a:close/>
              </a:path>
              <a:path w="2477134" h="831850">
                <a:moveTo>
                  <a:pt x="482295" y="233680"/>
                </a:moveTo>
                <a:lnTo>
                  <a:pt x="482460" y="232409"/>
                </a:lnTo>
                <a:lnTo>
                  <a:pt x="482993" y="232409"/>
                </a:lnTo>
                <a:lnTo>
                  <a:pt x="482295" y="233680"/>
                </a:lnTo>
                <a:close/>
              </a:path>
              <a:path w="2477134" h="831850">
                <a:moveTo>
                  <a:pt x="2466797" y="255269"/>
                </a:moveTo>
                <a:lnTo>
                  <a:pt x="2466225" y="251459"/>
                </a:lnTo>
                <a:lnTo>
                  <a:pt x="2465539" y="248919"/>
                </a:lnTo>
                <a:lnTo>
                  <a:pt x="2464701" y="245109"/>
                </a:lnTo>
                <a:lnTo>
                  <a:pt x="2463723" y="242569"/>
                </a:lnTo>
                <a:lnTo>
                  <a:pt x="2462580" y="238759"/>
                </a:lnTo>
                <a:lnTo>
                  <a:pt x="2459824" y="232409"/>
                </a:lnTo>
                <a:lnTo>
                  <a:pt x="2469965" y="232409"/>
                </a:lnTo>
                <a:lnTo>
                  <a:pt x="2471470" y="236219"/>
                </a:lnTo>
                <a:lnTo>
                  <a:pt x="2472766" y="238759"/>
                </a:lnTo>
                <a:lnTo>
                  <a:pt x="2473883" y="242569"/>
                </a:lnTo>
                <a:lnTo>
                  <a:pt x="2474823" y="246380"/>
                </a:lnTo>
                <a:lnTo>
                  <a:pt x="2475598" y="250190"/>
                </a:lnTo>
                <a:lnTo>
                  <a:pt x="2476207" y="252730"/>
                </a:lnTo>
                <a:lnTo>
                  <a:pt x="2476351" y="254000"/>
                </a:lnTo>
                <a:lnTo>
                  <a:pt x="2466759" y="254000"/>
                </a:lnTo>
                <a:lnTo>
                  <a:pt x="2466797" y="255269"/>
                </a:lnTo>
                <a:close/>
              </a:path>
              <a:path w="2477134" h="831850">
                <a:moveTo>
                  <a:pt x="475488" y="255269"/>
                </a:moveTo>
                <a:lnTo>
                  <a:pt x="475526" y="254000"/>
                </a:lnTo>
                <a:lnTo>
                  <a:pt x="475678" y="254000"/>
                </a:lnTo>
                <a:lnTo>
                  <a:pt x="475488" y="255269"/>
                </a:lnTo>
                <a:close/>
              </a:path>
              <a:path w="2477134" h="831850">
                <a:moveTo>
                  <a:pt x="2474510" y="283209"/>
                </a:moveTo>
                <a:lnTo>
                  <a:pt x="2464701" y="283209"/>
                </a:lnTo>
                <a:lnTo>
                  <a:pt x="2465590" y="279400"/>
                </a:lnTo>
                <a:lnTo>
                  <a:pt x="2466276" y="276859"/>
                </a:lnTo>
                <a:lnTo>
                  <a:pt x="2466797" y="273050"/>
                </a:lnTo>
                <a:lnTo>
                  <a:pt x="2467165" y="270509"/>
                </a:lnTo>
                <a:lnTo>
                  <a:pt x="2467394" y="266700"/>
                </a:lnTo>
                <a:lnTo>
                  <a:pt x="2467381" y="260350"/>
                </a:lnTo>
                <a:lnTo>
                  <a:pt x="2467152" y="257809"/>
                </a:lnTo>
                <a:lnTo>
                  <a:pt x="2466759" y="254000"/>
                </a:lnTo>
                <a:lnTo>
                  <a:pt x="2476351" y="254000"/>
                </a:lnTo>
                <a:lnTo>
                  <a:pt x="2476639" y="256540"/>
                </a:lnTo>
                <a:lnTo>
                  <a:pt x="2476906" y="260350"/>
                </a:lnTo>
                <a:lnTo>
                  <a:pt x="2476906" y="267969"/>
                </a:lnTo>
                <a:lnTo>
                  <a:pt x="2476639" y="271780"/>
                </a:lnTo>
                <a:lnTo>
                  <a:pt x="2476207" y="274319"/>
                </a:lnTo>
                <a:lnTo>
                  <a:pt x="2475598" y="278130"/>
                </a:lnTo>
                <a:lnTo>
                  <a:pt x="2474823" y="281940"/>
                </a:lnTo>
                <a:lnTo>
                  <a:pt x="2474510" y="283209"/>
                </a:lnTo>
                <a:close/>
              </a:path>
              <a:path w="2477134" h="831850">
                <a:moveTo>
                  <a:pt x="474891" y="261619"/>
                </a:moveTo>
                <a:lnTo>
                  <a:pt x="474903" y="260350"/>
                </a:lnTo>
                <a:lnTo>
                  <a:pt x="474891" y="261619"/>
                </a:lnTo>
                <a:close/>
              </a:path>
              <a:path w="2477134" h="831850">
                <a:moveTo>
                  <a:pt x="2467394" y="261619"/>
                </a:moveTo>
                <a:lnTo>
                  <a:pt x="2467313" y="260350"/>
                </a:lnTo>
                <a:lnTo>
                  <a:pt x="2467394" y="261619"/>
                </a:lnTo>
                <a:close/>
              </a:path>
              <a:path w="2477134" h="831850">
                <a:moveTo>
                  <a:pt x="477867" y="283209"/>
                </a:moveTo>
                <a:lnTo>
                  <a:pt x="477570" y="283209"/>
                </a:lnTo>
                <a:lnTo>
                  <a:pt x="477520" y="281940"/>
                </a:lnTo>
                <a:lnTo>
                  <a:pt x="477867" y="283209"/>
                </a:lnTo>
                <a:close/>
              </a:path>
              <a:path w="2477134" h="831850">
                <a:moveTo>
                  <a:pt x="2472334" y="289559"/>
                </a:moveTo>
                <a:lnTo>
                  <a:pt x="2462580" y="289559"/>
                </a:lnTo>
                <a:lnTo>
                  <a:pt x="2463787" y="285750"/>
                </a:lnTo>
                <a:lnTo>
                  <a:pt x="2464765" y="281940"/>
                </a:lnTo>
                <a:lnTo>
                  <a:pt x="2464701" y="283209"/>
                </a:lnTo>
                <a:lnTo>
                  <a:pt x="2474510" y="283209"/>
                </a:lnTo>
                <a:lnTo>
                  <a:pt x="2473883" y="285750"/>
                </a:lnTo>
                <a:lnTo>
                  <a:pt x="2472766" y="288290"/>
                </a:lnTo>
                <a:lnTo>
                  <a:pt x="2472334" y="289559"/>
                </a:lnTo>
                <a:close/>
              </a:path>
              <a:path w="2477134" h="831850">
                <a:moveTo>
                  <a:pt x="480164" y="289559"/>
                </a:moveTo>
                <a:lnTo>
                  <a:pt x="479691" y="289559"/>
                </a:lnTo>
                <a:lnTo>
                  <a:pt x="479590" y="288290"/>
                </a:lnTo>
                <a:lnTo>
                  <a:pt x="480164" y="289559"/>
                </a:lnTo>
                <a:close/>
              </a:path>
              <a:path w="2477134" h="831850">
                <a:moveTo>
                  <a:pt x="1745551" y="519430"/>
                </a:moveTo>
                <a:lnTo>
                  <a:pt x="1522577" y="519430"/>
                </a:lnTo>
                <a:lnTo>
                  <a:pt x="1548091" y="518160"/>
                </a:lnTo>
                <a:lnTo>
                  <a:pt x="1573352" y="518160"/>
                </a:lnTo>
                <a:lnTo>
                  <a:pt x="1598498" y="516889"/>
                </a:lnTo>
                <a:lnTo>
                  <a:pt x="1623428" y="515619"/>
                </a:lnTo>
                <a:lnTo>
                  <a:pt x="1648117" y="515619"/>
                </a:lnTo>
                <a:lnTo>
                  <a:pt x="1672653" y="514350"/>
                </a:lnTo>
                <a:lnTo>
                  <a:pt x="1696948" y="513080"/>
                </a:lnTo>
                <a:lnTo>
                  <a:pt x="1721027" y="510539"/>
                </a:lnTo>
                <a:lnTo>
                  <a:pt x="1744865" y="509269"/>
                </a:lnTo>
                <a:lnTo>
                  <a:pt x="1768462" y="508000"/>
                </a:lnTo>
                <a:lnTo>
                  <a:pt x="1791817" y="505460"/>
                </a:lnTo>
                <a:lnTo>
                  <a:pt x="1814918" y="502919"/>
                </a:lnTo>
                <a:lnTo>
                  <a:pt x="1837740" y="501650"/>
                </a:lnTo>
                <a:lnTo>
                  <a:pt x="1860308" y="499110"/>
                </a:lnTo>
                <a:lnTo>
                  <a:pt x="1882584" y="496569"/>
                </a:lnTo>
                <a:lnTo>
                  <a:pt x="1904580" y="494030"/>
                </a:lnTo>
                <a:lnTo>
                  <a:pt x="1926272" y="490219"/>
                </a:lnTo>
                <a:lnTo>
                  <a:pt x="1947672" y="487680"/>
                </a:lnTo>
                <a:lnTo>
                  <a:pt x="1968754" y="485139"/>
                </a:lnTo>
                <a:lnTo>
                  <a:pt x="1989518" y="481330"/>
                </a:lnTo>
                <a:lnTo>
                  <a:pt x="2009952" y="478789"/>
                </a:lnTo>
                <a:lnTo>
                  <a:pt x="2030056" y="474980"/>
                </a:lnTo>
                <a:lnTo>
                  <a:pt x="2049818" y="471169"/>
                </a:lnTo>
                <a:lnTo>
                  <a:pt x="2069223" y="467360"/>
                </a:lnTo>
                <a:lnTo>
                  <a:pt x="2088273" y="463550"/>
                </a:lnTo>
                <a:lnTo>
                  <a:pt x="2106942" y="459739"/>
                </a:lnTo>
                <a:lnTo>
                  <a:pt x="2125256" y="455930"/>
                </a:lnTo>
                <a:lnTo>
                  <a:pt x="2143175" y="452119"/>
                </a:lnTo>
                <a:lnTo>
                  <a:pt x="2160714" y="447039"/>
                </a:lnTo>
                <a:lnTo>
                  <a:pt x="2177846" y="443230"/>
                </a:lnTo>
                <a:lnTo>
                  <a:pt x="2194572" y="438150"/>
                </a:lnTo>
                <a:lnTo>
                  <a:pt x="2210879" y="434339"/>
                </a:lnTo>
                <a:lnTo>
                  <a:pt x="2226767" y="429260"/>
                </a:lnTo>
                <a:lnTo>
                  <a:pt x="2242223" y="424180"/>
                </a:lnTo>
                <a:lnTo>
                  <a:pt x="2257247" y="420369"/>
                </a:lnTo>
                <a:lnTo>
                  <a:pt x="2271814" y="415289"/>
                </a:lnTo>
                <a:lnTo>
                  <a:pt x="2285936" y="410210"/>
                </a:lnTo>
                <a:lnTo>
                  <a:pt x="2299589" y="405130"/>
                </a:lnTo>
                <a:lnTo>
                  <a:pt x="2312758" y="400050"/>
                </a:lnTo>
                <a:lnTo>
                  <a:pt x="2325471" y="394969"/>
                </a:lnTo>
                <a:lnTo>
                  <a:pt x="2337676" y="388619"/>
                </a:lnTo>
                <a:lnTo>
                  <a:pt x="2349398" y="383540"/>
                </a:lnTo>
                <a:lnTo>
                  <a:pt x="2360599" y="378459"/>
                </a:lnTo>
                <a:lnTo>
                  <a:pt x="2371305" y="372109"/>
                </a:lnTo>
                <a:lnTo>
                  <a:pt x="2381478" y="367030"/>
                </a:lnTo>
                <a:lnTo>
                  <a:pt x="2391130" y="360680"/>
                </a:lnTo>
                <a:lnTo>
                  <a:pt x="2400236" y="355600"/>
                </a:lnTo>
                <a:lnTo>
                  <a:pt x="2400096" y="355600"/>
                </a:lnTo>
                <a:lnTo>
                  <a:pt x="2408796" y="349250"/>
                </a:lnTo>
                <a:lnTo>
                  <a:pt x="2408656" y="349250"/>
                </a:lnTo>
                <a:lnTo>
                  <a:pt x="2416797" y="344169"/>
                </a:lnTo>
                <a:lnTo>
                  <a:pt x="2416657" y="344169"/>
                </a:lnTo>
                <a:lnTo>
                  <a:pt x="2424239" y="337819"/>
                </a:lnTo>
                <a:lnTo>
                  <a:pt x="2424087" y="337819"/>
                </a:lnTo>
                <a:lnTo>
                  <a:pt x="2431122" y="331469"/>
                </a:lnTo>
                <a:lnTo>
                  <a:pt x="2430945" y="331469"/>
                </a:lnTo>
                <a:lnTo>
                  <a:pt x="2437409" y="325119"/>
                </a:lnTo>
                <a:lnTo>
                  <a:pt x="2437231" y="325119"/>
                </a:lnTo>
                <a:lnTo>
                  <a:pt x="2443124" y="320040"/>
                </a:lnTo>
                <a:lnTo>
                  <a:pt x="2442946" y="320040"/>
                </a:lnTo>
                <a:lnTo>
                  <a:pt x="2448242" y="313690"/>
                </a:lnTo>
                <a:lnTo>
                  <a:pt x="2448052" y="313690"/>
                </a:lnTo>
                <a:lnTo>
                  <a:pt x="2452751" y="307340"/>
                </a:lnTo>
                <a:lnTo>
                  <a:pt x="2452573" y="307340"/>
                </a:lnTo>
                <a:lnTo>
                  <a:pt x="2456675" y="300990"/>
                </a:lnTo>
                <a:lnTo>
                  <a:pt x="2456497" y="300990"/>
                </a:lnTo>
                <a:lnTo>
                  <a:pt x="2459990" y="294640"/>
                </a:lnTo>
                <a:lnTo>
                  <a:pt x="2459824" y="294640"/>
                </a:lnTo>
                <a:lnTo>
                  <a:pt x="2462695" y="288290"/>
                </a:lnTo>
                <a:lnTo>
                  <a:pt x="2462580" y="289559"/>
                </a:lnTo>
                <a:lnTo>
                  <a:pt x="2472334" y="289559"/>
                </a:lnTo>
                <a:lnTo>
                  <a:pt x="2455633" y="318769"/>
                </a:lnTo>
                <a:lnTo>
                  <a:pt x="2450147" y="326390"/>
                </a:lnTo>
                <a:lnTo>
                  <a:pt x="2444089" y="332740"/>
                </a:lnTo>
                <a:lnTo>
                  <a:pt x="2437460" y="339090"/>
                </a:lnTo>
                <a:lnTo>
                  <a:pt x="2430272" y="345440"/>
                </a:lnTo>
                <a:lnTo>
                  <a:pt x="2422525" y="350519"/>
                </a:lnTo>
                <a:lnTo>
                  <a:pt x="2414231" y="356869"/>
                </a:lnTo>
                <a:lnTo>
                  <a:pt x="2405405" y="363219"/>
                </a:lnTo>
                <a:lnTo>
                  <a:pt x="2396045" y="369569"/>
                </a:lnTo>
                <a:lnTo>
                  <a:pt x="2386164" y="374650"/>
                </a:lnTo>
                <a:lnTo>
                  <a:pt x="2375763" y="381000"/>
                </a:lnTo>
                <a:lnTo>
                  <a:pt x="2364866" y="386080"/>
                </a:lnTo>
                <a:lnTo>
                  <a:pt x="2353449" y="392430"/>
                </a:lnTo>
                <a:lnTo>
                  <a:pt x="2341549" y="397509"/>
                </a:lnTo>
                <a:lnTo>
                  <a:pt x="2329167" y="402589"/>
                </a:lnTo>
                <a:lnTo>
                  <a:pt x="2316302" y="408939"/>
                </a:lnTo>
                <a:lnTo>
                  <a:pt x="2302967" y="414019"/>
                </a:lnTo>
                <a:lnTo>
                  <a:pt x="2260206" y="429260"/>
                </a:lnTo>
                <a:lnTo>
                  <a:pt x="2229472" y="438150"/>
                </a:lnTo>
                <a:lnTo>
                  <a:pt x="2197049" y="448310"/>
                </a:lnTo>
                <a:lnTo>
                  <a:pt x="2180209" y="452119"/>
                </a:lnTo>
                <a:lnTo>
                  <a:pt x="2162975" y="457200"/>
                </a:lnTo>
                <a:lnTo>
                  <a:pt x="2108923" y="468630"/>
                </a:lnTo>
                <a:lnTo>
                  <a:pt x="2090153" y="473710"/>
                </a:lnTo>
                <a:lnTo>
                  <a:pt x="2071014" y="477519"/>
                </a:lnTo>
                <a:lnTo>
                  <a:pt x="2051519" y="480060"/>
                </a:lnTo>
                <a:lnTo>
                  <a:pt x="1990979" y="491489"/>
                </a:lnTo>
                <a:lnTo>
                  <a:pt x="1970138" y="494030"/>
                </a:lnTo>
                <a:lnTo>
                  <a:pt x="1948980" y="497839"/>
                </a:lnTo>
                <a:lnTo>
                  <a:pt x="1792630" y="515619"/>
                </a:lnTo>
                <a:lnTo>
                  <a:pt x="1769211" y="516889"/>
                </a:lnTo>
                <a:lnTo>
                  <a:pt x="1745551" y="519430"/>
                </a:lnTo>
                <a:close/>
              </a:path>
              <a:path w="2477134" h="831850">
                <a:moveTo>
                  <a:pt x="527093" y="344169"/>
                </a:moveTo>
                <a:lnTo>
                  <a:pt x="525614" y="344169"/>
                </a:lnTo>
                <a:lnTo>
                  <a:pt x="525462" y="342900"/>
                </a:lnTo>
                <a:lnTo>
                  <a:pt x="527093" y="344169"/>
                </a:lnTo>
                <a:close/>
              </a:path>
              <a:path w="2477134" h="831850">
                <a:moveTo>
                  <a:pt x="761961" y="452119"/>
                </a:moveTo>
                <a:lnTo>
                  <a:pt x="749210" y="449228"/>
                </a:lnTo>
                <a:lnTo>
                  <a:pt x="761034" y="443230"/>
                </a:lnTo>
                <a:lnTo>
                  <a:pt x="761961" y="452119"/>
                </a:lnTo>
                <a:close/>
              </a:path>
              <a:path w="2477134" h="831850">
                <a:moveTo>
                  <a:pt x="763962" y="452119"/>
                </a:moveTo>
                <a:lnTo>
                  <a:pt x="761961" y="452119"/>
                </a:lnTo>
                <a:lnTo>
                  <a:pt x="761034" y="443230"/>
                </a:lnTo>
                <a:lnTo>
                  <a:pt x="766864" y="443230"/>
                </a:lnTo>
                <a:lnTo>
                  <a:pt x="776478" y="445769"/>
                </a:lnTo>
                <a:lnTo>
                  <a:pt x="763962" y="452119"/>
                </a:lnTo>
                <a:close/>
              </a:path>
              <a:path w="2477134" h="831850">
                <a:moveTo>
                  <a:pt x="35814" y="811140"/>
                </a:moveTo>
                <a:lnTo>
                  <a:pt x="749210" y="449228"/>
                </a:lnTo>
                <a:lnTo>
                  <a:pt x="761961" y="452119"/>
                </a:lnTo>
                <a:lnTo>
                  <a:pt x="763962" y="452119"/>
                </a:lnTo>
                <a:lnTo>
                  <a:pt x="86066" y="796051"/>
                </a:lnTo>
                <a:lnTo>
                  <a:pt x="35814" y="811140"/>
                </a:lnTo>
                <a:close/>
              </a:path>
              <a:path w="2477134" h="831850">
                <a:moveTo>
                  <a:pt x="39146" y="820419"/>
                </a:moveTo>
                <a:lnTo>
                  <a:pt x="38036" y="820419"/>
                </a:lnTo>
                <a:lnTo>
                  <a:pt x="86066" y="796051"/>
                </a:lnTo>
                <a:lnTo>
                  <a:pt x="1079220" y="497839"/>
                </a:lnTo>
                <a:lnTo>
                  <a:pt x="1102842" y="500380"/>
                </a:lnTo>
                <a:lnTo>
                  <a:pt x="1125753" y="502919"/>
                </a:lnTo>
                <a:lnTo>
                  <a:pt x="1148943" y="505460"/>
                </a:lnTo>
                <a:lnTo>
                  <a:pt x="1172387" y="506730"/>
                </a:lnTo>
                <a:lnTo>
                  <a:pt x="1184217" y="508000"/>
                </a:lnTo>
                <a:lnTo>
                  <a:pt x="1079169" y="508000"/>
                </a:lnTo>
                <a:lnTo>
                  <a:pt x="1080529" y="508152"/>
                </a:lnTo>
                <a:lnTo>
                  <a:pt x="39146" y="820419"/>
                </a:lnTo>
                <a:close/>
              </a:path>
              <a:path w="2477134" h="831850">
                <a:moveTo>
                  <a:pt x="1080529" y="508152"/>
                </a:moveTo>
                <a:lnTo>
                  <a:pt x="1079169" y="508000"/>
                </a:lnTo>
                <a:lnTo>
                  <a:pt x="1081036" y="508000"/>
                </a:lnTo>
                <a:lnTo>
                  <a:pt x="1080529" y="508152"/>
                </a:lnTo>
                <a:close/>
              </a:path>
              <a:path w="2477134" h="831850">
                <a:moveTo>
                  <a:pt x="1598803" y="527050"/>
                </a:moveTo>
                <a:lnTo>
                  <a:pt x="1342809" y="527050"/>
                </a:lnTo>
                <a:lnTo>
                  <a:pt x="1219377" y="520700"/>
                </a:lnTo>
                <a:lnTo>
                  <a:pt x="1195362" y="518160"/>
                </a:lnTo>
                <a:lnTo>
                  <a:pt x="1171600" y="516889"/>
                </a:lnTo>
                <a:lnTo>
                  <a:pt x="1148080" y="514350"/>
                </a:lnTo>
                <a:lnTo>
                  <a:pt x="1124839" y="513080"/>
                </a:lnTo>
                <a:lnTo>
                  <a:pt x="1080529" y="508152"/>
                </a:lnTo>
                <a:lnTo>
                  <a:pt x="1081036" y="508000"/>
                </a:lnTo>
                <a:lnTo>
                  <a:pt x="1184217" y="508000"/>
                </a:lnTo>
                <a:lnTo>
                  <a:pt x="1196086" y="509269"/>
                </a:lnTo>
                <a:lnTo>
                  <a:pt x="1220025" y="510539"/>
                </a:lnTo>
                <a:lnTo>
                  <a:pt x="1244206" y="511810"/>
                </a:lnTo>
                <a:lnTo>
                  <a:pt x="1268615" y="514350"/>
                </a:lnTo>
                <a:lnTo>
                  <a:pt x="1293253" y="515619"/>
                </a:lnTo>
                <a:lnTo>
                  <a:pt x="1318056" y="515619"/>
                </a:lnTo>
                <a:lnTo>
                  <a:pt x="1343139" y="516889"/>
                </a:lnTo>
                <a:lnTo>
                  <a:pt x="1368386" y="518160"/>
                </a:lnTo>
                <a:lnTo>
                  <a:pt x="1393786" y="518160"/>
                </a:lnTo>
                <a:lnTo>
                  <a:pt x="1419428" y="519430"/>
                </a:lnTo>
                <a:lnTo>
                  <a:pt x="1745551" y="519430"/>
                </a:lnTo>
                <a:lnTo>
                  <a:pt x="1598803" y="527050"/>
                </a:lnTo>
                <a:close/>
              </a:path>
              <a:path w="2477134" h="831850">
                <a:moveTo>
                  <a:pt x="1548257" y="528319"/>
                </a:moveTo>
                <a:lnTo>
                  <a:pt x="1393609" y="528319"/>
                </a:lnTo>
                <a:lnTo>
                  <a:pt x="1368120" y="527050"/>
                </a:lnTo>
                <a:lnTo>
                  <a:pt x="1573618" y="527050"/>
                </a:lnTo>
                <a:lnTo>
                  <a:pt x="1548257" y="528319"/>
                </a:lnTo>
                <a:close/>
              </a:path>
              <a:path w="2477134" h="831850">
                <a:moveTo>
                  <a:pt x="38036" y="820419"/>
                </a:moveTo>
                <a:lnTo>
                  <a:pt x="34607" y="811753"/>
                </a:lnTo>
                <a:lnTo>
                  <a:pt x="35814" y="811140"/>
                </a:lnTo>
                <a:lnTo>
                  <a:pt x="86066" y="796051"/>
                </a:lnTo>
                <a:lnTo>
                  <a:pt x="38036" y="820419"/>
                </a:lnTo>
                <a:close/>
              </a:path>
              <a:path w="2477134" h="831850">
                <a:moveTo>
                  <a:pt x="34607" y="811753"/>
                </a:moveTo>
                <a:lnTo>
                  <a:pt x="34518" y="811530"/>
                </a:lnTo>
                <a:lnTo>
                  <a:pt x="35814" y="811140"/>
                </a:lnTo>
                <a:lnTo>
                  <a:pt x="34607" y="811753"/>
                </a:lnTo>
                <a:close/>
              </a:path>
              <a:path w="2477134" h="831850">
                <a:moveTo>
                  <a:pt x="1028" y="831850"/>
                </a:moveTo>
                <a:lnTo>
                  <a:pt x="0" y="829310"/>
                </a:lnTo>
                <a:lnTo>
                  <a:pt x="34607" y="811753"/>
                </a:lnTo>
                <a:lnTo>
                  <a:pt x="38036" y="820419"/>
                </a:lnTo>
                <a:lnTo>
                  <a:pt x="39146" y="820419"/>
                </a:lnTo>
                <a:lnTo>
                  <a:pt x="1028" y="83185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593560" y="1310119"/>
            <a:ext cx="13011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宋体"/>
                <a:cs typeface="宋体"/>
              </a:rPr>
              <a:t>瑞利理论</a:t>
            </a:r>
            <a:r>
              <a:rPr dirty="0" sz="2000" spc="-5" b="1">
                <a:latin typeface="宋体"/>
                <a:cs typeface="宋体"/>
              </a:rPr>
              <a:t>值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63164" y="1392427"/>
            <a:ext cx="4342765" cy="2087245"/>
          </a:xfrm>
          <a:custGeom>
            <a:avLst/>
            <a:gdLst/>
            <a:ahLst/>
            <a:cxnLst/>
            <a:rect l="l" t="t" r="r" b="b"/>
            <a:pathLst>
              <a:path w="4342765" h="2087245">
                <a:moveTo>
                  <a:pt x="164766" y="1634769"/>
                </a:moveTo>
                <a:lnTo>
                  <a:pt x="157987" y="1634769"/>
                </a:lnTo>
                <a:lnTo>
                  <a:pt x="159054" y="1632292"/>
                </a:lnTo>
                <a:lnTo>
                  <a:pt x="164766" y="1634769"/>
                </a:lnTo>
                <a:close/>
              </a:path>
              <a:path w="4342765" h="2087245">
                <a:moveTo>
                  <a:pt x="167714" y="1712112"/>
                </a:moveTo>
                <a:lnTo>
                  <a:pt x="121729" y="1712112"/>
                </a:lnTo>
                <a:lnTo>
                  <a:pt x="121843" y="1711883"/>
                </a:lnTo>
                <a:lnTo>
                  <a:pt x="131267" y="1692681"/>
                </a:lnTo>
                <a:lnTo>
                  <a:pt x="140449" y="1673390"/>
                </a:lnTo>
                <a:lnTo>
                  <a:pt x="149377" y="1654009"/>
                </a:lnTo>
                <a:lnTo>
                  <a:pt x="158076" y="1634553"/>
                </a:lnTo>
                <a:lnTo>
                  <a:pt x="157987" y="1634769"/>
                </a:lnTo>
                <a:lnTo>
                  <a:pt x="164766" y="1634769"/>
                </a:lnTo>
                <a:lnTo>
                  <a:pt x="196926" y="1648714"/>
                </a:lnTo>
                <a:lnTo>
                  <a:pt x="195757" y="1651393"/>
                </a:lnTo>
                <a:lnTo>
                  <a:pt x="186855" y="1671294"/>
                </a:lnTo>
                <a:lnTo>
                  <a:pt x="177825" y="1690903"/>
                </a:lnTo>
                <a:lnTo>
                  <a:pt x="168325" y="1710867"/>
                </a:lnTo>
                <a:lnTo>
                  <a:pt x="167714" y="1712112"/>
                </a:lnTo>
                <a:close/>
              </a:path>
              <a:path w="4342765" h="2087245">
                <a:moveTo>
                  <a:pt x="149275" y="1654225"/>
                </a:moveTo>
                <a:lnTo>
                  <a:pt x="149372" y="1654009"/>
                </a:lnTo>
                <a:lnTo>
                  <a:pt x="149275" y="1654225"/>
                </a:lnTo>
                <a:close/>
              </a:path>
              <a:path w="4342765" h="2087245">
                <a:moveTo>
                  <a:pt x="140335" y="1673618"/>
                </a:moveTo>
                <a:lnTo>
                  <a:pt x="140440" y="1673390"/>
                </a:lnTo>
                <a:lnTo>
                  <a:pt x="140335" y="1673618"/>
                </a:lnTo>
                <a:close/>
              </a:path>
              <a:path w="4342765" h="2087245">
                <a:moveTo>
                  <a:pt x="131152" y="1692910"/>
                </a:moveTo>
                <a:lnTo>
                  <a:pt x="131261" y="1692681"/>
                </a:lnTo>
                <a:lnTo>
                  <a:pt x="131152" y="1692910"/>
                </a:lnTo>
                <a:close/>
              </a:path>
              <a:path w="4342765" h="2087245">
                <a:moveTo>
                  <a:pt x="121774" y="1712019"/>
                </a:moveTo>
                <a:lnTo>
                  <a:pt x="121841" y="1711883"/>
                </a:lnTo>
                <a:lnTo>
                  <a:pt x="121774" y="1712019"/>
                </a:lnTo>
                <a:close/>
              </a:path>
              <a:path w="4342765" h="2087245">
                <a:moveTo>
                  <a:pt x="158313" y="1731225"/>
                </a:moveTo>
                <a:lnTo>
                  <a:pt x="112052" y="1731225"/>
                </a:lnTo>
                <a:lnTo>
                  <a:pt x="121774" y="1712019"/>
                </a:lnTo>
                <a:lnTo>
                  <a:pt x="167714" y="1712112"/>
                </a:lnTo>
                <a:lnTo>
                  <a:pt x="158313" y="1731225"/>
                </a:lnTo>
                <a:close/>
              </a:path>
              <a:path w="4342765" h="2087245">
                <a:moveTo>
                  <a:pt x="148669" y="1750250"/>
                </a:moveTo>
                <a:lnTo>
                  <a:pt x="102107" y="1750250"/>
                </a:lnTo>
                <a:lnTo>
                  <a:pt x="102235" y="1750009"/>
                </a:lnTo>
                <a:lnTo>
                  <a:pt x="112166" y="1730997"/>
                </a:lnTo>
                <a:lnTo>
                  <a:pt x="112052" y="1731225"/>
                </a:lnTo>
                <a:lnTo>
                  <a:pt x="158313" y="1731225"/>
                </a:lnTo>
                <a:lnTo>
                  <a:pt x="148669" y="1750250"/>
                </a:lnTo>
                <a:close/>
              </a:path>
              <a:path w="4342765" h="2087245">
                <a:moveTo>
                  <a:pt x="102205" y="1750063"/>
                </a:moveTo>
                <a:close/>
              </a:path>
              <a:path w="4342765" h="2087245">
                <a:moveTo>
                  <a:pt x="128647" y="1787969"/>
                </a:moveTo>
                <a:lnTo>
                  <a:pt x="81419" y="1787969"/>
                </a:lnTo>
                <a:lnTo>
                  <a:pt x="92036" y="1768919"/>
                </a:lnTo>
                <a:lnTo>
                  <a:pt x="102205" y="1750063"/>
                </a:lnTo>
                <a:lnTo>
                  <a:pt x="102107" y="1750250"/>
                </a:lnTo>
                <a:lnTo>
                  <a:pt x="148669" y="1750250"/>
                </a:lnTo>
                <a:lnTo>
                  <a:pt x="138556" y="1769605"/>
                </a:lnTo>
                <a:lnTo>
                  <a:pt x="128647" y="1787969"/>
                </a:lnTo>
                <a:close/>
              </a:path>
              <a:path w="4342765" h="2087245">
                <a:moveTo>
                  <a:pt x="91897" y="1769160"/>
                </a:moveTo>
                <a:lnTo>
                  <a:pt x="92027" y="1768919"/>
                </a:lnTo>
                <a:lnTo>
                  <a:pt x="91897" y="1769160"/>
                </a:lnTo>
                <a:close/>
              </a:path>
              <a:path w="4342765" h="2087245">
                <a:moveTo>
                  <a:pt x="107593" y="1825244"/>
                </a:moveTo>
                <a:lnTo>
                  <a:pt x="59626" y="1825244"/>
                </a:lnTo>
                <a:lnTo>
                  <a:pt x="59778" y="1824990"/>
                </a:lnTo>
                <a:lnTo>
                  <a:pt x="70815" y="1806409"/>
                </a:lnTo>
                <a:lnTo>
                  <a:pt x="81559" y="1787715"/>
                </a:lnTo>
                <a:lnTo>
                  <a:pt x="81419" y="1787969"/>
                </a:lnTo>
                <a:lnTo>
                  <a:pt x="128647" y="1787969"/>
                </a:lnTo>
                <a:lnTo>
                  <a:pt x="128092" y="1788998"/>
                </a:lnTo>
                <a:lnTo>
                  <a:pt x="117348" y="1808302"/>
                </a:lnTo>
                <a:lnTo>
                  <a:pt x="107593" y="1825244"/>
                </a:lnTo>
                <a:close/>
              </a:path>
              <a:path w="4342765" h="2087245">
                <a:moveTo>
                  <a:pt x="70662" y="1806663"/>
                </a:moveTo>
                <a:lnTo>
                  <a:pt x="70808" y="1806409"/>
                </a:lnTo>
                <a:lnTo>
                  <a:pt x="70662" y="1806663"/>
                </a:lnTo>
                <a:close/>
              </a:path>
              <a:path w="4342765" h="2087245">
                <a:moveTo>
                  <a:pt x="59730" y="1825069"/>
                </a:moveTo>
                <a:close/>
              </a:path>
              <a:path w="4342765" h="2087245">
                <a:moveTo>
                  <a:pt x="96675" y="1843697"/>
                </a:moveTo>
                <a:lnTo>
                  <a:pt x="48310" y="1843697"/>
                </a:lnTo>
                <a:lnTo>
                  <a:pt x="59730" y="1825069"/>
                </a:lnTo>
                <a:lnTo>
                  <a:pt x="59626" y="1825244"/>
                </a:lnTo>
                <a:lnTo>
                  <a:pt x="107593" y="1825244"/>
                </a:lnTo>
                <a:lnTo>
                  <a:pt x="106299" y="1827491"/>
                </a:lnTo>
                <a:lnTo>
                  <a:pt x="96675" y="1843697"/>
                </a:lnTo>
                <a:close/>
              </a:path>
              <a:path w="4342765" h="2087245">
                <a:moveTo>
                  <a:pt x="85486" y="1862035"/>
                </a:moveTo>
                <a:lnTo>
                  <a:pt x="36690" y="1862035"/>
                </a:lnTo>
                <a:lnTo>
                  <a:pt x="36855" y="1861781"/>
                </a:lnTo>
                <a:lnTo>
                  <a:pt x="48463" y="1843443"/>
                </a:lnTo>
                <a:lnTo>
                  <a:pt x="48310" y="1843697"/>
                </a:lnTo>
                <a:lnTo>
                  <a:pt x="96675" y="1843697"/>
                </a:lnTo>
                <a:lnTo>
                  <a:pt x="94970" y="1846567"/>
                </a:lnTo>
                <a:lnTo>
                  <a:pt x="85486" y="1862035"/>
                </a:lnTo>
                <a:close/>
              </a:path>
              <a:path w="4342765" h="2087245">
                <a:moveTo>
                  <a:pt x="36725" y="1861979"/>
                </a:moveTo>
                <a:lnTo>
                  <a:pt x="36851" y="1861781"/>
                </a:lnTo>
                <a:lnTo>
                  <a:pt x="36725" y="1861979"/>
                </a:lnTo>
                <a:close/>
              </a:path>
              <a:path w="4342765" h="2087245">
                <a:moveTo>
                  <a:pt x="62257" y="1898332"/>
                </a:moveTo>
                <a:lnTo>
                  <a:pt x="12547" y="1898332"/>
                </a:lnTo>
                <a:lnTo>
                  <a:pt x="24942" y="1879993"/>
                </a:lnTo>
                <a:lnTo>
                  <a:pt x="36725" y="1861979"/>
                </a:lnTo>
                <a:lnTo>
                  <a:pt x="85486" y="1862035"/>
                </a:lnTo>
                <a:lnTo>
                  <a:pt x="83337" y="1865541"/>
                </a:lnTo>
                <a:lnTo>
                  <a:pt x="71386" y="1884387"/>
                </a:lnTo>
                <a:lnTo>
                  <a:pt x="62257" y="1898332"/>
                </a:lnTo>
                <a:close/>
              </a:path>
              <a:path w="4342765" h="2087245">
                <a:moveTo>
                  <a:pt x="24764" y="1880247"/>
                </a:moveTo>
                <a:lnTo>
                  <a:pt x="24931" y="1879993"/>
                </a:lnTo>
                <a:lnTo>
                  <a:pt x="24764" y="1880247"/>
                </a:lnTo>
                <a:close/>
              </a:path>
              <a:path w="4342765" h="2087245">
                <a:moveTo>
                  <a:pt x="33845" y="1939912"/>
                </a:moveTo>
                <a:lnTo>
                  <a:pt x="0" y="1916264"/>
                </a:lnTo>
                <a:lnTo>
                  <a:pt x="12725" y="1898065"/>
                </a:lnTo>
                <a:lnTo>
                  <a:pt x="12547" y="1898332"/>
                </a:lnTo>
                <a:lnTo>
                  <a:pt x="62257" y="1898332"/>
                </a:lnTo>
                <a:lnTo>
                  <a:pt x="59131" y="1903107"/>
                </a:lnTo>
                <a:lnTo>
                  <a:pt x="46558" y="1921700"/>
                </a:lnTo>
                <a:lnTo>
                  <a:pt x="33845" y="1939912"/>
                </a:lnTo>
                <a:close/>
              </a:path>
              <a:path w="4342765" h="2087245">
                <a:moveTo>
                  <a:pt x="256564" y="1496606"/>
                </a:moveTo>
                <a:lnTo>
                  <a:pt x="212801" y="1496606"/>
                </a:lnTo>
                <a:lnTo>
                  <a:pt x="212864" y="1496428"/>
                </a:lnTo>
                <a:lnTo>
                  <a:pt x="218668" y="1479931"/>
                </a:lnTo>
                <a:lnTo>
                  <a:pt x="257606" y="1493647"/>
                </a:lnTo>
                <a:lnTo>
                  <a:pt x="256564" y="1496606"/>
                </a:lnTo>
                <a:close/>
              </a:path>
              <a:path w="4342765" h="2087245">
                <a:moveTo>
                  <a:pt x="212831" y="1496519"/>
                </a:moveTo>
                <a:close/>
              </a:path>
              <a:path w="4342765" h="2087245">
                <a:moveTo>
                  <a:pt x="249488" y="1516519"/>
                </a:moveTo>
                <a:lnTo>
                  <a:pt x="205587" y="1516519"/>
                </a:lnTo>
                <a:lnTo>
                  <a:pt x="212831" y="1496519"/>
                </a:lnTo>
                <a:lnTo>
                  <a:pt x="256564" y="1496606"/>
                </a:lnTo>
                <a:lnTo>
                  <a:pt x="251675" y="1510487"/>
                </a:lnTo>
                <a:lnTo>
                  <a:pt x="249488" y="1516519"/>
                </a:lnTo>
                <a:close/>
              </a:path>
              <a:path w="4342765" h="2087245">
                <a:moveTo>
                  <a:pt x="243547" y="1532851"/>
                </a:moveTo>
                <a:lnTo>
                  <a:pt x="204876" y="1518424"/>
                </a:lnTo>
                <a:lnTo>
                  <a:pt x="205651" y="1516329"/>
                </a:lnTo>
                <a:lnTo>
                  <a:pt x="205587" y="1516519"/>
                </a:lnTo>
                <a:lnTo>
                  <a:pt x="249488" y="1516519"/>
                </a:lnTo>
                <a:lnTo>
                  <a:pt x="244322" y="1530769"/>
                </a:lnTo>
                <a:lnTo>
                  <a:pt x="243547" y="1532851"/>
                </a:lnTo>
                <a:close/>
              </a:path>
              <a:path w="4342765" h="2087245">
                <a:moveTo>
                  <a:pt x="367526" y="1094473"/>
                </a:moveTo>
                <a:lnTo>
                  <a:pt x="325234" y="1094473"/>
                </a:lnTo>
                <a:lnTo>
                  <a:pt x="334162" y="1054493"/>
                </a:lnTo>
                <a:lnTo>
                  <a:pt x="336346" y="1044384"/>
                </a:lnTo>
                <a:lnTo>
                  <a:pt x="376681" y="1053122"/>
                </a:lnTo>
                <a:lnTo>
                  <a:pt x="374446" y="1063485"/>
                </a:lnTo>
                <a:lnTo>
                  <a:pt x="367526" y="1094473"/>
                </a:lnTo>
                <a:close/>
              </a:path>
              <a:path w="4342765" h="2087245">
                <a:moveTo>
                  <a:pt x="334124" y="1054620"/>
                </a:moveTo>
                <a:lnTo>
                  <a:pt x="334151" y="1054493"/>
                </a:lnTo>
                <a:lnTo>
                  <a:pt x="334124" y="1054620"/>
                </a:lnTo>
                <a:close/>
              </a:path>
              <a:path w="4342765" h="2087245">
                <a:moveTo>
                  <a:pt x="348950" y="1174724"/>
                </a:moveTo>
                <a:lnTo>
                  <a:pt x="306539" y="1174724"/>
                </a:lnTo>
                <a:lnTo>
                  <a:pt x="316090" y="1134389"/>
                </a:lnTo>
                <a:lnTo>
                  <a:pt x="325259" y="1094359"/>
                </a:lnTo>
                <a:lnTo>
                  <a:pt x="367526" y="1094473"/>
                </a:lnTo>
                <a:lnTo>
                  <a:pt x="365493" y="1103579"/>
                </a:lnTo>
                <a:lnTo>
                  <a:pt x="356247" y="1143901"/>
                </a:lnTo>
                <a:lnTo>
                  <a:pt x="348950" y="1174724"/>
                </a:lnTo>
                <a:close/>
              </a:path>
              <a:path w="4342765" h="2087245">
                <a:moveTo>
                  <a:pt x="316052" y="1134529"/>
                </a:moveTo>
                <a:lnTo>
                  <a:pt x="316084" y="1134389"/>
                </a:lnTo>
                <a:lnTo>
                  <a:pt x="316052" y="1134529"/>
                </a:lnTo>
                <a:close/>
              </a:path>
              <a:path w="4342765" h="2087245">
                <a:moveTo>
                  <a:pt x="318244" y="1295717"/>
                </a:moveTo>
                <a:lnTo>
                  <a:pt x="275526" y="1295717"/>
                </a:lnTo>
                <a:lnTo>
                  <a:pt x="286385" y="1255128"/>
                </a:lnTo>
                <a:lnTo>
                  <a:pt x="296697" y="1214818"/>
                </a:lnTo>
                <a:lnTo>
                  <a:pt x="306578" y="1174559"/>
                </a:lnTo>
                <a:lnTo>
                  <a:pt x="306539" y="1174724"/>
                </a:lnTo>
                <a:lnTo>
                  <a:pt x="348950" y="1174724"/>
                </a:lnTo>
                <a:lnTo>
                  <a:pt x="346659" y="1184402"/>
                </a:lnTo>
                <a:lnTo>
                  <a:pt x="336676" y="1225042"/>
                </a:lnTo>
                <a:lnTo>
                  <a:pt x="326250" y="1265796"/>
                </a:lnTo>
                <a:lnTo>
                  <a:pt x="318244" y="1295717"/>
                </a:lnTo>
                <a:close/>
              </a:path>
              <a:path w="4342765" h="2087245">
                <a:moveTo>
                  <a:pt x="296646" y="1215009"/>
                </a:moveTo>
                <a:lnTo>
                  <a:pt x="296693" y="1214818"/>
                </a:lnTo>
                <a:lnTo>
                  <a:pt x="296646" y="1215009"/>
                </a:lnTo>
                <a:close/>
              </a:path>
              <a:path w="4342765" h="2087245">
                <a:moveTo>
                  <a:pt x="286321" y="1255344"/>
                </a:moveTo>
                <a:lnTo>
                  <a:pt x="286376" y="1255128"/>
                </a:lnTo>
                <a:lnTo>
                  <a:pt x="286321" y="1255344"/>
                </a:lnTo>
                <a:close/>
              </a:path>
              <a:path w="4342765" h="2087245">
                <a:moveTo>
                  <a:pt x="307069" y="1336078"/>
                </a:moveTo>
                <a:lnTo>
                  <a:pt x="264210" y="1336078"/>
                </a:lnTo>
                <a:lnTo>
                  <a:pt x="264287" y="1335811"/>
                </a:lnTo>
                <a:lnTo>
                  <a:pt x="275589" y="1295476"/>
                </a:lnTo>
                <a:lnTo>
                  <a:pt x="275526" y="1295717"/>
                </a:lnTo>
                <a:lnTo>
                  <a:pt x="318244" y="1295717"/>
                </a:lnTo>
                <a:lnTo>
                  <a:pt x="315328" y="1306614"/>
                </a:lnTo>
                <a:lnTo>
                  <a:pt x="307069" y="1336078"/>
                </a:lnTo>
                <a:close/>
              </a:path>
              <a:path w="4342765" h="2087245">
                <a:moveTo>
                  <a:pt x="264258" y="1335908"/>
                </a:moveTo>
                <a:close/>
              </a:path>
              <a:path w="4342765" h="2087245">
                <a:moveTo>
                  <a:pt x="295833" y="1374749"/>
                </a:moveTo>
                <a:lnTo>
                  <a:pt x="256235" y="1363078"/>
                </a:lnTo>
                <a:lnTo>
                  <a:pt x="264258" y="1335908"/>
                </a:lnTo>
                <a:lnTo>
                  <a:pt x="264210" y="1336078"/>
                </a:lnTo>
                <a:lnTo>
                  <a:pt x="307069" y="1336078"/>
                </a:lnTo>
                <a:lnTo>
                  <a:pt x="303872" y="1347482"/>
                </a:lnTo>
                <a:lnTo>
                  <a:pt x="295833" y="1374749"/>
                </a:lnTo>
                <a:close/>
              </a:path>
              <a:path w="4342765" h="2087245">
                <a:moveTo>
                  <a:pt x="402691" y="931976"/>
                </a:moveTo>
                <a:lnTo>
                  <a:pt x="362318" y="923404"/>
                </a:lnTo>
                <a:lnTo>
                  <a:pt x="370916" y="883005"/>
                </a:lnTo>
                <a:lnTo>
                  <a:pt x="411276" y="891628"/>
                </a:lnTo>
                <a:lnTo>
                  <a:pt x="402691" y="931976"/>
                </a:lnTo>
                <a:close/>
              </a:path>
              <a:path w="4342765" h="2087245">
                <a:moveTo>
                  <a:pt x="437489" y="770813"/>
                </a:moveTo>
                <a:lnTo>
                  <a:pt x="397217" y="761809"/>
                </a:lnTo>
                <a:lnTo>
                  <a:pt x="400837" y="745629"/>
                </a:lnTo>
                <a:lnTo>
                  <a:pt x="409333" y="708799"/>
                </a:lnTo>
                <a:lnTo>
                  <a:pt x="426986" y="636701"/>
                </a:lnTo>
                <a:lnTo>
                  <a:pt x="445744" y="567245"/>
                </a:lnTo>
                <a:lnTo>
                  <a:pt x="460971" y="516394"/>
                </a:lnTo>
                <a:lnTo>
                  <a:pt x="477202" y="467334"/>
                </a:lnTo>
                <a:lnTo>
                  <a:pt x="486562" y="441337"/>
                </a:lnTo>
                <a:lnTo>
                  <a:pt x="525297" y="455612"/>
                </a:lnTo>
                <a:lnTo>
                  <a:pt x="521604" y="465632"/>
                </a:lnTo>
                <a:lnTo>
                  <a:pt x="516087" y="481152"/>
                </a:lnTo>
                <a:lnTo>
                  <a:pt x="500299" y="528942"/>
                </a:lnTo>
                <a:lnTo>
                  <a:pt x="485432" y="578599"/>
                </a:lnTo>
                <a:lnTo>
                  <a:pt x="466909" y="647192"/>
                </a:lnTo>
                <a:lnTo>
                  <a:pt x="449478" y="718413"/>
                </a:lnTo>
                <a:lnTo>
                  <a:pt x="441052" y="754913"/>
                </a:lnTo>
                <a:lnTo>
                  <a:pt x="437489" y="770813"/>
                </a:lnTo>
                <a:close/>
              </a:path>
              <a:path w="4342765" h="2087245">
                <a:moveTo>
                  <a:pt x="521688" y="465398"/>
                </a:moveTo>
                <a:close/>
              </a:path>
              <a:path w="4342765" h="2087245">
                <a:moveTo>
                  <a:pt x="521604" y="465632"/>
                </a:moveTo>
                <a:lnTo>
                  <a:pt x="521688" y="465398"/>
                </a:lnTo>
                <a:lnTo>
                  <a:pt x="521604" y="465632"/>
                </a:lnTo>
                <a:close/>
              </a:path>
              <a:path w="4342765" h="2087245">
                <a:moveTo>
                  <a:pt x="516089" y="481152"/>
                </a:moveTo>
                <a:lnTo>
                  <a:pt x="516166" y="480923"/>
                </a:lnTo>
                <a:lnTo>
                  <a:pt x="516089" y="481152"/>
                </a:lnTo>
                <a:close/>
              </a:path>
              <a:path w="4342765" h="2087245">
                <a:moveTo>
                  <a:pt x="510714" y="496874"/>
                </a:moveTo>
                <a:lnTo>
                  <a:pt x="510781" y="496671"/>
                </a:lnTo>
                <a:lnTo>
                  <a:pt x="510714" y="496874"/>
                </a:lnTo>
                <a:close/>
              </a:path>
              <a:path w="4342765" h="2087245">
                <a:moveTo>
                  <a:pt x="505447" y="512813"/>
                </a:moveTo>
                <a:lnTo>
                  <a:pt x="505510" y="512610"/>
                </a:lnTo>
                <a:lnTo>
                  <a:pt x="505447" y="512813"/>
                </a:lnTo>
                <a:close/>
              </a:path>
              <a:path w="4342765" h="2087245">
                <a:moveTo>
                  <a:pt x="500299" y="528942"/>
                </a:moveTo>
                <a:lnTo>
                  <a:pt x="500354" y="528764"/>
                </a:lnTo>
                <a:lnTo>
                  <a:pt x="500299" y="528942"/>
                </a:lnTo>
                <a:close/>
              </a:path>
              <a:path w="4342765" h="2087245">
                <a:moveTo>
                  <a:pt x="495278" y="545181"/>
                </a:moveTo>
                <a:lnTo>
                  <a:pt x="495325" y="545020"/>
                </a:lnTo>
                <a:lnTo>
                  <a:pt x="495278" y="545181"/>
                </a:lnTo>
                <a:close/>
              </a:path>
              <a:path w="4342765" h="2087245">
                <a:moveTo>
                  <a:pt x="495250" y="545274"/>
                </a:moveTo>
                <a:close/>
              </a:path>
              <a:path w="4342765" h="2087245">
                <a:moveTo>
                  <a:pt x="485445" y="578554"/>
                </a:moveTo>
                <a:lnTo>
                  <a:pt x="485520" y="578281"/>
                </a:lnTo>
                <a:lnTo>
                  <a:pt x="485445" y="578554"/>
                </a:lnTo>
                <a:close/>
              </a:path>
              <a:path w="4342765" h="2087245">
                <a:moveTo>
                  <a:pt x="485432" y="578599"/>
                </a:moveTo>
                <a:close/>
              </a:path>
              <a:path w="4342765" h="2087245">
                <a:moveTo>
                  <a:pt x="476014" y="612546"/>
                </a:moveTo>
                <a:lnTo>
                  <a:pt x="476084" y="612279"/>
                </a:lnTo>
                <a:lnTo>
                  <a:pt x="476014" y="612546"/>
                </a:lnTo>
                <a:close/>
              </a:path>
              <a:path w="4342765" h="2087245">
                <a:moveTo>
                  <a:pt x="466915" y="647192"/>
                </a:moveTo>
                <a:lnTo>
                  <a:pt x="466966" y="646963"/>
                </a:lnTo>
                <a:lnTo>
                  <a:pt x="466915" y="647192"/>
                </a:lnTo>
                <a:close/>
              </a:path>
              <a:path w="4342765" h="2087245">
                <a:moveTo>
                  <a:pt x="458126" y="682298"/>
                </a:moveTo>
                <a:close/>
              </a:path>
              <a:path w="4342765" h="2087245">
                <a:moveTo>
                  <a:pt x="458078" y="682498"/>
                </a:moveTo>
                <a:lnTo>
                  <a:pt x="458126" y="682298"/>
                </a:lnTo>
                <a:lnTo>
                  <a:pt x="458078" y="682498"/>
                </a:lnTo>
                <a:close/>
              </a:path>
              <a:path w="4342765" h="2087245">
                <a:moveTo>
                  <a:pt x="449478" y="718412"/>
                </a:moveTo>
                <a:lnTo>
                  <a:pt x="449516" y="718248"/>
                </a:lnTo>
                <a:lnTo>
                  <a:pt x="449478" y="718412"/>
                </a:lnTo>
                <a:close/>
              </a:path>
              <a:path w="4342765" h="2087245">
                <a:moveTo>
                  <a:pt x="449478" y="718413"/>
                </a:moveTo>
                <a:close/>
              </a:path>
              <a:path w="4342765" h="2087245">
                <a:moveTo>
                  <a:pt x="441058" y="754913"/>
                </a:moveTo>
                <a:lnTo>
                  <a:pt x="441083" y="754773"/>
                </a:lnTo>
                <a:lnTo>
                  <a:pt x="441058" y="754913"/>
                </a:lnTo>
                <a:close/>
              </a:path>
              <a:path w="4342765" h="2087245">
                <a:moveTo>
                  <a:pt x="573493" y="344322"/>
                </a:moveTo>
                <a:lnTo>
                  <a:pt x="536752" y="325513"/>
                </a:lnTo>
                <a:lnTo>
                  <a:pt x="541286" y="316661"/>
                </a:lnTo>
                <a:lnTo>
                  <a:pt x="548716" y="302806"/>
                </a:lnTo>
                <a:lnTo>
                  <a:pt x="556945" y="288163"/>
                </a:lnTo>
                <a:lnTo>
                  <a:pt x="592543" y="309054"/>
                </a:lnTo>
                <a:lnTo>
                  <a:pt x="591963" y="310057"/>
                </a:lnTo>
                <a:lnTo>
                  <a:pt x="584720" y="322973"/>
                </a:lnTo>
                <a:lnTo>
                  <a:pt x="577672" y="336143"/>
                </a:lnTo>
                <a:lnTo>
                  <a:pt x="573493" y="344322"/>
                </a:lnTo>
                <a:close/>
              </a:path>
              <a:path w="4342765" h="2087245">
                <a:moveTo>
                  <a:pt x="592062" y="309881"/>
                </a:moveTo>
                <a:lnTo>
                  <a:pt x="592162" y="309702"/>
                </a:lnTo>
                <a:lnTo>
                  <a:pt x="592062" y="309881"/>
                </a:lnTo>
                <a:close/>
              </a:path>
              <a:path w="4342765" h="2087245">
                <a:moveTo>
                  <a:pt x="591963" y="310057"/>
                </a:moveTo>
                <a:lnTo>
                  <a:pt x="592062" y="309881"/>
                </a:lnTo>
                <a:lnTo>
                  <a:pt x="591963" y="310057"/>
                </a:lnTo>
                <a:close/>
              </a:path>
              <a:path w="4342765" h="2087245">
                <a:moveTo>
                  <a:pt x="584872" y="322702"/>
                </a:moveTo>
                <a:close/>
              </a:path>
              <a:path w="4342765" h="2087245">
                <a:moveTo>
                  <a:pt x="584727" y="322973"/>
                </a:moveTo>
                <a:lnTo>
                  <a:pt x="584872" y="322702"/>
                </a:lnTo>
                <a:lnTo>
                  <a:pt x="584727" y="322973"/>
                </a:lnTo>
                <a:close/>
              </a:path>
              <a:path w="4342765" h="2087245">
                <a:moveTo>
                  <a:pt x="577680" y="336143"/>
                </a:moveTo>
                <a:lnTo>
                  <a:pt x="577850" y="335813"/>
                </a:lnTo>
                <a:lnTo>
                  <a:pt x="577680" y="336143"/>
                </a:lnTo>
                <a:close/>
              </a:path>
              <a:path w="4342765" h="2087245">
                <a:moveTo>
                  <a:pt x="661606" y="211213"/>
                </a:moveTo>
                <a:lnTo>
                  <a:pt x="630529" y="184048"/>
                </a:lnTo>
                <a:lnTo>
                  <a:pt x="635787" y="178054"/>
                </a:lnTo>
                <a:lnTo>
                  <a:pt x="645927" y="167075"/>
                </a:lnTo>
                <a:lnTo>
                  <a:pt x="678040" y="136004"/>
                </a:lnTo>
                <a:lnTo>
                  <a:pt x="712863" y="107784"/>
                </a:lnTo>
                <a:lnTo>
                  <a:pt x="749973" y="82918"/>
                </a:lnTo>
                <a:lnTo>
                  <a:pt x="791133" y="60566"/>
                </a:lnTo>
                <a:lnTo>
                  <a:pt x="834224" y="42087"/>
                </a:lnTo>
                <a:lnTo>
                  <a:pt x="881633" y="26606"/>
                </a:lnTo>
                <a:lnTo>
                  <a:pt x="923290" y="16649"/>
                </a:lnTo>
                <a:lnTo>
                  <a:pt x="931583" y="57073"/>
                </a:lnTo>
                <a:lnTo>
                  <a:pt x="922972" y="58839"/>
                </a:lnTo>
                <a:lnTo>
                  <a:pt x="907376" y="62496"/>
                </a:lnTo>
                <a:lnTo>
                  <a:pt x="892162" y="66522"/>
                </a:lnTo>
                <a:lnTo>
                  <a:pt x="877328" y="70904"/>
                </a:lnTo>
                <a:lnTo>
                  <a:pt x="862863" y="75628"/>
                </a:lnTo>
                <a:lnTo>
                  <a:pt x="848766" y="80708"/>
                </a:lnTo>
                <a:lnTo>
                  <a:pt x="835637" y="85890"/>
                </a:lnTo>
                <a:lnTo>
                  <a:pt x="821626" y="91884"/>
                </a:lnTo>
                <a:lnTo>
                  <a:pt x="808558" y="97980"/>
                </a:lnTo>
                <a:lnTo>
                  <a:pt x="795832" y="104406"/>
                </a:lnTo>
                <a:lnTo>
                  <a:pt x="783437" y="111150"/>
                </a:lnTo>
                <a:lnTo>
                  <a:pt x="771347" y="118224"/>
                </a:lnTo>
                <a:lnTo>
                  <a:pt x="759561" y="125615"/>
                </a:lnTo>
                <a:lnTo>
                  <a:pt x="748080" y="133324"/>
                </a:lnTo>
                <a:lnTo>
                  <a:pt x="736892" y="141351"/>
                </a:lnTo>
                <a:lnTo>
                  <a:pt x="725982" y="149682"/>
                </a:lnTo>
                <a:lnTo>
                  <a:pt x="715352" y="158318"/>
                </a:lnTo>
                <a:lnTo>
                  <a:pt x="704989" y="167271"/>
                </a:lnTo>
                <a:lnTo>
                  <a:pt x="694893" y="176517"/>
                </a:lnTo>
                <a:lnTo>
                  <a:pt x="685495" y="185648"/>
                </a:lnTo>
                <a:lnTo>
                  <a:pt x="675469" y="195910"/>
                </a:lnTo>
                <a:lnTo>
                  <a:pt x="666115" y="206044"/>
                </a:lnTo>
                <a:lnTo>
                  <a:pt x="661606" y="211213"/>
                </a:lnTo>
                <a:close/>
              </a:path>
              <a:path w="4342765" h="2087245">
                <a:moveTo>
                  <a:pt x="923041" y="58839"/>
                </a:moveTo>
                <a:lnTo>
                  <a:pt x="923531" y="58724"/>
                </a:lnTo>
                <a:lnTo>
                  <a:pt x="923041" y="58839"/>
                </a:lnTo>
                <a:close/>
              </a:path>
              <a:path w="4342765" h="2087245">
                <a:moveTo>
                  <a:pt x="907634" y="62436"/>
                </a:moveTo>
                <a:lnTo>
                  <a:pt x="907935" y="62357"/>
                </a:lnTo>
                <a:lnTo>
                  <a:pt x="907634" y="62436"/>
                </a:lnTo>
                <a:close/>
              </a:path>
              <a:path w="4342765" h="2087245">
                <a:moveTo>
                  <a:pt x="907406" y="62496"/>
                </a:moveTo>
                <a:lnTo>
                  <a:pt x="907634" y="62436"/>
                </a:lnTo>
                <a:lnTo>
                  <a:pt x="907406" y="62496"/>
                </a:lnTo>
                <a:close/>
              </a:path>
              <a:path w="4342765" h="2087245">
                <a:moveTo>
                  <a:pt x="892685" y="66384"/>
                </a:moveTo>
                <a:close/>
              </a:path>
              <a:path w="4342765" h="2087245">
                <a:moveTo>
                  <a:pt x="892215" y="66522"/>
                </a:moveTo>
                <a:lnTo>
                  <a:pt x="892685" y="66384"/>
                </a:lnTo>
                <a:lnTo>
                  <a:pt x="892215" y="66522"/>
                </a:lnTo>
                <a:close/>
              </a:path>
              <a:path w="4342765" h="2087245">
                <a:moveTo>
                  <a:pt x="877597" y="70825"/>
                </a:moveTo>
                <a:lnTo>
                  <a:pt x="877900" y="70726"/>
                </a:lnTo>
                <a:lnTo>
                  <a:pt x="877597" y="70825"/>
                </a:lnTo>
                <a:close/>
              </a:path>
              <a:path w="4342765" h="2087245">
                <a:moveTo>
                  <a:pt x="877354" y="70904"/>
                </a:moveTo>
                <a:lnTo>
                  <a:pt x="877597" y="70825"/>
                </a:lnTo>
                <a:lnTo>
                  <a:pt x="877354" y="70904"/>
                </a:lnTo>
                <a:close/>
              </a:path>
              <a:path w="4342765" h="2087245">
                <a:moveTo>
                  <a:pt x="863446" y="75438"/>
                </a:moveTo>
                <a:close/>
              </a:path>
              <a:path w="4342765" h="2087245">
                <a:moveTo>
                  <a:pt x="862916" y="75628"/>
                </a:moveTo>
                <a:lnTo>
                  <a:pt x="863446" y="75438"/>
                </a:lnTo>
                <a:lnTo>
                  <a:pt x="862916" y="75628"/>
                </a:lnTo>
                <a:close/>
              </a:path>
              <a:path w="4342765" h="2087245">
                <a:moveTo>
                  <a:pt x="849030" y="80613"/>
                </a:moveTo>
                <a:lnTo>
                  <a:pt x="849337" y="80492"/>
                </a:lnTo>
                <a:lnTo>
                  <a:pt x="849030" y="80613"/>
                </a:lnTo>
                <a:close/>
              </a:path>
              <a:path w="4342765" h="2087245">
                <a:moveTo>
                  <a:pt x="848789" y="80708"/>
                </a:moveTo>
                <a:lnTo>
                  <a:pt x="849030" y="80613"/>
                </a:lnTo>
                <a:lnTo>
                  <a:pt x="848789" y="80708"/>
                </a:lnTo>
                <a:close/>
              </a:path>
              <a:path w="4342765" h="2087245">
                <a:moveTo>
                  <a:pt x="835136" y="86087"/>
                </a:moveTo>
                <a:lnTo>
                  <a:pt x="835596" y="85890"/>
                </a:lnTo>
                <a:lnTo>
                  <a:pt x="835136" y="86087"/>
                </a:lnTo>
                <a:close/>
              </a:path>
              <a:path w="4342765" h="2087245">
                <a:moveTo>
                  <a:pt x="835034" y="86131"/>
                </a:moveTo>
                <a:close/>
              </a:path>
              <a:path w="4342765" h="2087245">
                <a:moveTo>
                  <a:pt x="821957" y="91742"/>
                </a:moveTo>
                <a:lnTo>
                  <a:pt x="822197" y="91630"/>
                </a:lnTo>
                <a:lnTo>
                  <a:pt x="821957" y="91742"/>
                </a:lnTo>
                <a:close/>
              </a:path>
              <a:path w="4342765" h="2087245">
                <a:moveTo>
                  <a:pt x="821652" y="91884"/>
                </a:moveTo>
                <a:lnTo>
                  <a:pt x="821957" y="91742"/>
                </a:lnTo>
                <a:lnTo>
                  <a:pt x="821652" y="91884"/>
                </a:lnTo>
                <a:close/>
              </a:path>
              <a:path w="4342765" h="2087245">
                <a:moveTo>
                  <a:pt x="808948" y="97798"/>
                </a:moveTo>
                <a:lnTo>
                  <a:pt x="809142" y="97701"/>
                </a:lnTo>
                <a:lnTo>
                  <a:pt x="808948" y="97798"/>
                </a:lnTo>
                <a:close/>
              </a:path>
              <a:path w="4342765" h="2087245">
                <a:moveTo>
                  <a:pt x="808587" y="97980"/>
                </a:moveTo>
                <a:lnTo>
                  <a:pt x="808948" y="97798"/>
                </a:lnTo>
                <a:lnTo>
                  <a:pt x="808587" y="97980"/>
                </a:lnTo>
                <a:close/>
              </a:path>
              <a:path w="4342765" h="2087245">
                <a:moveTo>
                  <a:pt x="796296" y="104172"/>
                </a:moveTo>
                <a:close/>
              </a:path>
              <a:path w="4342765" h="2087245">
                <a:moveTo>
                  <a:pt x="795865" y="104406"/>
                </a:moveTo>
                <a:lnTo>
                  <a:pt x="796296" y="104172"/>
                </a:lnTo>
                <a:lnTo>
                  <a:pt x="795865" y="104406"/>
                </a:lnTo>
                <a:close/>
              </a:path>
              <a:path w="4342765" h="2087245">
                <a:moveTo>
                  <a:pt x="783957" y="110868"/>
                </a:moveTo>
                <a:close/>
              </a:path>
              <a:path w="4342765" h="2087245">
                <a:moveTo>
                  <a:pt x="783473" y="111150"/>
                </a:moveTo>
                <a:lnTo>
                  <a:pt x="783957" y="110868"/>
                </a:lnTo>
                <a:lnTo>
                  <a:pt x="783473" y="111150"/>
                </a:lnTo>
                <a:close/>
              </a:path>
              <a:path w="4342765" h="2087245">
                <a:moveTo>
                  <a:pt x="771621" y="118064"/>
                </a:moveTo>
                <a:lnTo>
                  <a:pt x="771893" y="117894"/>
                </a:lnTo>
                <a:lnTo>
                  <a:pt x="771621" y="118064"/>
                </a:lnTo>
                <a:close/>
              </a:path>
              <a:path w="4342765" h="2087245">
                <a:moveTo>
                  <a:pt x="771365" y="118224"/>
                </a:moveTo>
                <a:lnTo>
                  <a:pt x="771621" y="118064"/>
                </a:lnTo>
                <a:lnTo>
                  <a:pt x="771365" y="118224"/>
                </a:lnTo>
                <a:close/>
              </a:path>
              <a:path w="4342765" h="2087245">
                <a:moveTo>
                  <a:pt x="759892" y="125408"/>
                </a:moveTo>
                <a:lnTo>
                  <a:pt x="760094" y="125272"/>
                </a:lnTo>
                <a:lnTo>
                  <a:pt x="759892" y="125408"/>
                </a:lnTo>
                <a:close/>
              </a:path>
              <a:path w="4342765" h="2087245">
                <a:moveTo>
                  <a:pt x="759583" y="125615"/>
                </a:moveTo>
                <a:lnTo>
                  <a:pt x="759892" y="125408"/>
                </a:lnTo>
                <a:lnTo>
                  <a:pt x="759583" y="125615"/>
                </a:lnTo>
                <a:close/>
              </a:path>
              <a:path w="4342765" h="2087245">
                <a:moveTo>
                  <a:pt x="748456" y="133073"/>
                </a:moveTo>
                <a:lnTo>
                  <a:pt x="748601" y="132969"/>
                </a:lnTo>
                <a:lnTo>
                  <a:pt x="748456" y="133073"/>
                </a:lnTo>
                <a:close/>
              </a:path>
              <a:path w="4342765" h="2087245">
                <a:moveTo>
                  <a:pt x="748104" y="133324"/>
                </a:moveTo>
                <a:lnTo>
                  <a:pt x="748456" y="133073"/>
                </a:lnTo>
                <a:lnTo>
                  <a:pt x="748104" y="133324"/>
                </a:lnTo>
                <a:close/>
              </a:path>
              <a:path w="4342765" h="2087245">
                <a:moveTo>
                  <a:pt x="737299" y="141059"/>
                </a:moveTo>
                <a:close/>
              </a:path>
              <a:path w="4342765" h="2087245">
                <a:moveTo>
                  <a:pt x="736916" y="141351"/>
                </a:moveTo>
                <a:lnTo>
                  <a:pt x="737299" y="141059"/>
                </a:lnTo>
                <a:lnTo>
                  <a:pt x="736916" y="141351"/>
                </a:lnTo>
                <a:close/>
              </a:path>
              <a:path w="4342765" h="2087245">
                <a:moveTo>
                  <a:pt x="726403" y="149361"/>
                </a:moveTo>
                <a:close/>
              </a:path>
              <a:path w="4342765" h="2087245">
                <a:moveTo>
                  <a:pt x="726008" y="149682"/>
                </a:moveTo>
                <a:lnTo>
                  <a:pt x="726403" y="149361"/>
                </a:lnTo>
                <a:lnTo>
                  <a:pt x="726008" y="149682"/>
                </a:lnTo>
                <a:close/>
              </a:path>
              <a:path w="4342765" h="2087245">
                <a:moveTo>
                  <a:pt x="715577" y="158136"/>
                </a:moveTo>
                <a:lnTo>
                  <a:pt x="715822" y="157924"/>
                </a:lnTo>
                <a:lnTo>
                  <a:pt x="715577" y="158136"/>
                </a:lnTo>
                <a:close/>
              </a:path>
              <a:path w="4342765" h="2087245">
                <a:moveTo>
                  <a:pt x="715366" y="158318"/>
                </a:moveTo>
                <a:lnTo>
                  <a:pt x="715577" y="158136"/>
                </a:lnTo>
                <a:lnTo>
                  <a:pt x="715366" y="158318"/>
                </a:lnTo>
                <a:close/>
              </a:path>
              <a:path w="4342765" h="2087245">
                <a:moveTo>
                  <a:pt x="705216" y="167075"/>
                </a:moveTo>
                <a:lnTo>
                  <a:pt x="705446" y="166865"/>
                </a:lnTo>
                <a:lnTo>
                  <a:pt x="705216" y="167075"/>
                </a:lnTo>
                <a:close/>
              </a:path>
              <a:path w="4342765" h="2087245">
                <a:moveTo>
                  <a:pt x="705002" y="167271"/>
                </a:moveTo>
                <a:lnTo>
                  <a:pt x="705216" y="167075"/>
                </a:lnTo>
                <a:lnTo>
                  <a:pt x="705002" y="167271"/>
                </a:lnTo>
                <a:close/>
              </a:path>
              <a:path w="4342765" h="2087245">
                <a:moveTo>
                  <a:pt x="695118" y="176310"/>
                </a:moveTo>
                <a:lnTo>
                  <a:pt x="695325" y="176110"/>
                </a:lnTo>
                <a:lnTo>
                  <a:pt x="695118" y="176310"/>
                </a:lnTo>
                <a:close/>
              </a:path>
              <a:path w="4342765" h="2087245">
                <a:moveTo>
                  <a:pt x="694906" y="176517"/>
                </a:moveTo>
                <a:lnTo>
                  <a:pt x="695118" y="176310"/>
                </a:lnTo>
                <a:lnTo>
                  <a:pt x="694906" y="176517"/>
                </a:lnTo>
                <a:close/>
              </a:path>
              <a:path w="4342765" h="2087245">
                <a:moveTo>
                  <a:pt x="685063" y="186067"/>
                </a:moveTo>
                <a:lnTo>
                  <a:pt x="685469" y="185648"/>
                </a:lnTo>
                <a:lnTo>
                  <a:pt x="685063" y="186067"/>
                </a:lnTo>
                <a:close/>
              </a:path>
              <a:path w="4342765" h="2087245">
                <a:moveTo>
                  <a:pt x="675590" y="195778"/>
                </a:moveTo>
                <a:lnTo>
                  <a:pt x="675855" y="195491"/>
                </a:lnTo>
                <a:lnTo>
                  <a:pt x="675590" y="195778"/>
                </a:lnTo>
                <a:close/>
              </a:path>
              <a:path w="4342765" h="2087245">
                <a:moveTo>
                  <a:pt x="675469" y="195910"/>
                </a:moveTo>
                <a:lnTo>
                  <a:pt x="675590" y="195778"/>
                </a:lnTo>
                <a:lnTo>
                  <a:pt x="675469" y="195910"/>
                </a:lnTo>
                <a:close/>
              </a:path>
              <a:path w="4342765" h="2087245">
                <a:moveTo>
                  <a:pt x="666360" y="205779"/>
                </a:moveTo>
                <a:lnTo>
                  <a:pt x="666483" y="205638"/>
                </a:lnTo>
                <a:lnTo>
                  <a:pt x="666360" y="205779"/>
                </a:lnTo>
                <a:close/>
              </a:path>
              <a:path w="4342765" h="2087245">
                <a:moveTo>
                  <a:pt x="666127" y="206044"/>
                </a:moveTo>
                <a:lnTo>
                  <a:pt x="666360" y="205779"/>
                </a:lnTo>
                <a:lnTo>
                  <a:pt x="666127" y="206044"/>
                </a:lnTo>
                <a:close/>
              </a:path>
              <a:path w="4342765" h="2087245">
                <a:moveTo>
                  <a:pt x="1050937" y="43624"/>
                </a:moveTo>
                <a:lnTo>
                  <a:pt x="1049718" y="2362"/>
                </a:lnTo>
                <a:lnTo>
                  <a:pt x="1061745" y="2006"/>
                </a:lnTo>
                <a:lnTo>
                  <a:pt x="1082014" y="1854"/>
                </a:lnTo>
                <a:lnTo>
                  <a:pt x="1091869" y="1981"/>
                </a:lnTo>
                <a:lnTo>
                  <a:pt x="1091325" y="43116"/>
                </a:lnTo>
                <a:lnTo>
                  <a:pt x="1081900" y="43116"/>
                </a:lnTo>
                <a:lnTo>
                  <a:pt x="1082332" y="43129"/>
                </a:lnTo>
                <a:lnTo>
                  <a:pt x="1062964" y="43268"/>
                </a:lnTo>
                <a:lnTo>
                  <a:pt x="1050937" y="43624"/>
                </a:lnTo>
                <a:close/>
              </a:path>
              <a:path w="4342765" h="2087245">
                <a:moveTo>
                  <a:pt x="1091323" y="43243"/>
                </a:moveTo>
                <a:lnTo>
                  <a:pt x="1081900" y="43116"/>
                </a:lnTo>
                <a:lnTo>
                  <a:pt x="1091325" y="43116"/>
                </a:lnTo>
                <a:lnTo>
                  <a:pt x="1091323" y="43243"/>
                </a:lnTo>
                <a:close/>
              </a:path>
              <a:path w="4342765" h="2087245">
                <a:moveTo>
                  <a:pt x="1337755" y="42443"/>
                </a:moveTo>
                <a:lnTo>
                  <a:pt x="1220444" y="42443"/>
                </a:lnTo>
                <a:lnTo>
                  <a:pt x="1210564" y="40487"/>
                </a:lnTo>
                <a:lnTo>
                  <a:pt x="1218552" y="0"/>
                </a:lnTo>
                <a:lnTo>
                  <a:pt x="1229080" y="2082"/>
                </a:lnTo>
                <a:lnTo>
                  <a:pt x="1273022" y="14427"/>
                </a:lnTo>
                <a:lnTo>
                  <a:pt x="1316977" y="32232"/>
                </a:lnTo>
                <a:lnTo>
                  <a:pt x="1337755" y="42443"/>
                </a:lnTo>
                <a:close/>
              </a:path>
              <a:path w="4342765" h="2087245">
                <a:moveTo>
                  <a:pt x="1342042" y="44691"/>
                </a:moveTo>
                <a:lnTo>
                  <a:pt x="1230147" y="44691"/>
                </a:lnTo>
                <a:lnTo>
                  <a:pt x="1220148" y="42384"/>
                </a:lnTo>
                <a:lnTo>
                  <a:pt x="1220444" y="42443"/>
                </a:lnTo>
                <a:lnTo>
                  <a:pt x="1337755" y="42443"/>
                </a:lnTo>
                <a:lnTo>
                  <a:pt x="1338960" y="43053"/>
                </a:lnTo>
                <a:lnTo>
                  <a:pt x="1342042" y="44691"/>
                </a:lnTo>
                <a:close/>
              </a:path>
              <a:path w="4342765" h="2087245">
                <a:moveTo>
                  <a:pt x="1346914" y="47282"/>
                </a:moveTo>
                <a:lnTo>
                  <a:pt x="1239913" y="47282"/>
                </a:lnTo>
                <a:lnTo>
                  <a:pt x="1229790" y="44608"/>
                </a:lnTo>
                <a:lnTo>
                  <a:pt x="1230147" y="44691"/>
                </a:lnTo>
                <a:lnTo>
                  <a:pt x="1342042" y="44691"/>
                </a:lnTo>
                <a:lnTo>
                  <a:pt x="1346914" y="47282"/>
                </a:lnTo>
                <a:close/>
              </a:path>
              <a:path w="4342765" h="2087245">
                <a:moveTo>
                  <a:pt x="1352287" y="50203"/>
                </a:moveTo>
                <a:lnTo>
                  <a:pt x="1249730" y="50203"/>
                </a:lnTo>
                <a:lnTo>
                  <a:pt x="1239548" y="47185"/>
                </a:lnTo>
                <a:lnTo>
                  <a:pt x="1239913" y="47282"/>
                </a:lnTo>
                <a:lnTo>
                  <a:pt x="1346914" y="47282"/>
                </a:lnTo>
                <a:lnTo>
                  <a:pt x="1349971" y="48907"/>
                </a:lnTo>
                <a:lnTo>
                  <a:pt x="1352287" y="50203"/>
                </a:lnTo>
                <a:close/>
              </a:path>
              <a:path w="4342765" h="2087245">
                <a:moveTo>
                  <a:pt x="1358099" y="53454"/>
                </a:moveTo>
                <a:lnTo>
                  <a:pt x="1259598" y="53454"/>
                </a:lnTo>
                <a:lnTo>
                  <a:pt x="1249422" y="50111"/>
                </a:lnTo>
                <a:lnTo>
                  <a:pt x="1249730" y="50203"/>
                </a:lnTo>
                <a:lnTo>
                  <a:pt x="1352287" y="50203"/>
                </a:lnTo>
                <a:lnTo>
                  <a:pt x="1358099" y="53454"/>
                </a:lnTo>
                <a:close/>
              </a:path>
              <a:path w="4342765" h="2087245">
                <a:moveTo>
                  <a:pt x="1364324" y="57023"/>
                </a:moveTo>
                <a:lnTo>
                  <a:pt x="1269530" y="57023"/>
                </a:lnTo>
                <a:lnTo>
                  <a:pt x="1259419" y="53395"/>
                </a:lnTo>
                <a:lnTo>
                  <a:pt x="1259598" y="53454"/>
                </a:lnTo>
                <a:lnTo>
                  <a:pt x="1358099" y="53454"/>
                </a:lnTo>
                <a:lnTo>
                  <a:pt x="1360982" y="55067"/>
                </a:lnTo>
                <a:lnTo>
                  <a:pt x="1364324" y="57023"/>
                </a:lnTo>
                <a:close/>
              </a:path>
              <a:path w="4342765" h="2087245">
                <a:moveTo>
                  <a:pt x="1371008" y="60934"/>
                </a:moveTo>
                <a:lnTo>
                  <a:pt x="1279512" y="60934"/>
                </a:lnTo>
                <a:lnTo>
                  <a:pt x="1269125" y="56877"/>
                </a:lnTo>
                <a:lnTo>
                  <a:pt x="1269530" y="57023"/>
                </a:lnTo>
                <a:lnTo>
                  <a:pt x="1364324" y="57023"/>
                </a:lnTo>
                <a:lnTo>
                  <a:pt x="1371008" y="60934"/>
                </a:lnTo>
                <a:close/>
              </a:path>
              <a:path w="4342765" h="2087245">
                <a:moveTo>
                  <a:pt x="1377943" y="65151"/>
                </a:moveTo>
                <a:lnTo>
                  <a:pt x="1289545" y="65151"/>
                </a:lnTo>
                <a:lnTo>
                  <a:pt x="1279350" y="60871"/>
                </a:lnTo>
                <a:lnTo>
                  <a:pt x="1279512" y="60934"/>
                </a:lnTo>
                <a:lnTo>
                  <a:pt x="1371008" y="60934"/>
                </a:lnTo>
                <a:lnTo>
                  <a:pt x="1372006" y="61518"/>
                </a:lnTo>
                <a:lnTo>
                  <a:pt x="1377943" y="65151"/>
                </a:lnTo>
                <a:close/>
              </a:path>
              <a:path w="4342765" h="2087245">
                <a:moveTo>
                  <a:pt x="1385269" y="69684"/>
                </a:moveTo>
                <a:lnTo>
                  <a:pt x="1299629" y="69684"/>
                </a:lnTo>
                <a:lnTo>
                  <a:pt x="1289279" y="65039"/>
                </a:lnTo>
                <a:lnTo>
                  <a:pt x="1289545" y="65151"/>
                </a:lnTo>
                <a:lnTo>
                  <a:pt x="1377943" y="65151"/>
                </a:lnTo>
                <a:lnTo>
                  <a:pt x="1383030" y="68262"/>
                </a:lnTo>
                <a:lnTo>
                  <a:pt x="1385269" y="69684"/>
                </a:lnTo>
                <a:close/>
              </a:path>
              <a:path w="4342765" h="2087245">
                <a:moveTo>
                  <a:pt x="1400745" y="79679"/>
                </a:moveTo>
                <a:lnTo>
                  <a:pt x="1319961" y="79679"/>
                </a:lnTo>
                <a:lnTo>
                  <a:pt x="1309357" y="74320"/>
                </a:lnTo>
                <a:lnTo>
                  <a:pt x="1299311" y="69542"/>
                </a:lnTo>
                <a:lnTo>
                  <a:pt x="1299629" y="69684"/>
                </a:lnTo>
                <a:lnTo>
                  <a:pt x="1385269" y="69684"/>
                </a:lnTo>
                <a:lnTo>
                  <a:pt x="1394066" y="75272"/>
                </a:lnTo>
                <a:lnTo>
                  <a:pt x="1400745" y="79679"/>
                </a:lnTo>
                <a:close/>
              </a:path>
              <a:path w="4342765" h="2087245">
                <a:moveTo>
                  <a:pt x="1309763" y="74536"/>
                </a:moveTo>
                <a:lnTo>
                  <a:pt x="1309311" y="74320"/>
                </a:lnTo>
                <a:lnTo>
                  <a:pt x="1309763" y="74536"/>
                </a:lnTo>
                <a:close/>
              </a:path>
              <a:path w="4342765" h="2087245">
                <a:moveTo>
                  <a:pt x="1408891" y="85140"/>
                </a:moveTo>
                <a:lnTo>
                  <a:pt x="1330197" y="85140"/>
                </a:lnTo>
                <a:lnTo>
                  <a:pt x="1319722" y="79558"/>
                </a:lnTo>
                <a:lnTo>
                  <a:pt x="1319961" y="79679"/>
                </a:lnTo>
                <a:lnTo>
                  <a:pt x="1400745" y="79679"/>
                </a:lnTo>
                <a:lnTo>
                  <a:pt x="1405115" y="82562"/>
                </a:lnTo>
                <a:lnTo>
                  <a:pt x="1408891" y="85140"/>
                </a:lnTo>
                <a:close/>
              </a:path>
              <a:path w="4342765" h="2087245">
                <a:moveTo>
                  <a:pt x="1417296" y="90906"/>
                </a:moveTo>
                <a:lnTo>
                  <a:pt x="1340497" y="90906"/>
                </a:lnTo>
                <a:lnTo>
                  <a:pt x="1330090" y="85083"/>
                </a:lnTo>
                <a:lnTo>
                  <a:pt x="1408891" y="85140"/>
                </a:lnTo>
                <a:lnTo>
                  <a:pt x="1416164" y="90106"/>
                </a:lnTo>
                <a:lnTo>
                  <a:pt x="1417296" y="90906"/>
                </a:lnTo>
                <a:close/>
              </a:path>
              <a:path w="4342765" h="2087245">
                <a:moveTo>
                  <a:pt x="1434598" y="103289"/>
                </a:moveTo>
                <a:lnTo>
                  <a:pt x="1361211" y="103289"/>
                </a:lnTo>
                <a:lnTo>
                  <a:pt x="1350492" y="96748"/>
                </a:lnTo>
                <a:lnTo>
                  <a:pt x="1340308" y="90800"/>
                </a:lnTo>
                <a:lnTo>
                  <a:pt x="1340497" y="90906"/>
                </a:lnTo>
                <a:lnTo>
                  <a:pt x="1417296" y="90906"/>
                </a:lnTo>
                <a:lnTo>
                  <a:pt x="1427238" y="97929"/>
                </a:lnTo>
                <a:lnTo>
                  <a:pt x="1434598" y="103289"/>
                </a:lnTo>
                <a:close/>
              </a:path>
              <a:path w="4342765" h="2087245">
                <a:moveTo>
                  <a:pt x="1443543" y="109918"/>
                </a:moveTo>
                <a:lnTo>
                  <a:pt x="1371638" y="109918"/>
                </a:lnTo>
                <a:lnTo>
                  <a:pt x="1360893" y="103098"/>
                </a:lnTo>
                <a:lnTo>
                  <a:pt x="1361211" y="103289"/>
                </a:lnTo>
                <a:lnTo>
                  <a:pt x="1434598" y="103289"/>
                </a:lnTo>
                <a:lnTo>
                  <a:pt x="1438313" y="105994"/>
                </a:lnTo>
                <a:lnTo>
                  <a:pt x="1443543" y="109918"/>
                </a:lnTo>
                <a:close/>
              </a:path>
              <a:path w="4342765" h="2087245">
                <a:moveTo>
                  <a:pt x="1452659" y="116827"/>
                </a:moveTo>
                <a:lnTo>
                  <a:pt x="1382115" y="116827"/>
                </a:lnTo>
                <a:lnTo>
                  <a:pt x="1371554" y="109865"/>
                </a:lnTo>
                <a:lnTo>
                  <a:pt x="1443543" y="109918"/>
                </a:lnTo>
                <a:lnTo>
                  <a:pt x="1449400" y="114312"/>
                </a:lnTo>
                <a:lnTo>
                  <a:pt x="1452659" y="116827"/>
                </a:lnTo>
                <a:close/>
              </a:path>
              <a:path w="4342765" h="2087245">
                <a:moveTo>
                  <a:pt x="1471345" y="131470"/>
                </a:moveTo>
                <a:lnTo>
                  <a:pt x="1403184" y="131470"/>
                </a:lnTo>
                <a:lnTo>
                  <a:pt x="1392364" y="123825"/>
                </a:lnTo>
                <a:lnTo>
                  <a:pt x="1382095" y="116814"/>
                </a:lnTo>
                <a:lnTo>
                  <a:pt x="1452659" y="116827"/>
                </a:lnTo>
                <a:lnTo>
                  <a:pt x="1460512" y="122885"/>
                </a:lnTo>
                <a:lnTo>
                  <a:pt x="1471345" y="131470"/>
                </a:lnTo>
                <a:close/>
              </a:path>
              <a:path w="4342765" h="2087245">
                <a:moveTo>
                  <a:pt x="1490452" y="147167"/>
                </a:moveTo>
                <a:lnTo>
                  <a:pt x="1424419" y="147167"/>
                </a:lnTo>
                <a:lnTo>
                  <a:pt x="1413548" y="139014"/>
                </a:lnTo>
                <a:lnTo>
                  <a:pt x="1402930" y="131292"/>
                </a:lnTo>
                <a:lnTo>
                  <a:pt x="1403184" y="131470"/>
                </a:lnTo>
                <a:lnTo>
                  <a:pt x="1471345" y="131470"/>
                </a:lnTo>
                <a:lnTo>
                  <a:pt x="1490452" y="147167"/>
                </a:lnTo>
                <a:close/>
              </a:path>
              <a:path w="4342765" h="2087245">
                <a:moveTo>
                  <a:pt x="1498115" y="181673"/>
                </a:moveTo>
                <a:lnTo>
                  <a:pt x="1467434" y="181673"/>
                </a:lnTo>
                <a:lnTo>
                  <a:pt x="1445514" y="163652"/>
                </a:lnTo>
                <a:lnTo>
                  <a:pt x="1434884" y="155244"/>
                </a:lnTo>
                <a:lnTo>
                  <a:pt x="1424190" y="147002"/>
                </a:lnTo>
                <a:lnTo>
                  <a:pt x="1424419" y="147167"/>
                </a:lnTo>
                <a:lnTo>
                  <a:pt x="1490452" y="147167"/>
                </a:lnTo>
                <a:lnTo>
                  <a:pt x="1493989" y="150075"/>
                </a:lnTo>
                <a:lnTo>
                  <a:pt x="1511985" y="165544"/>
                </a:lnTo>
                <a:lnTo>
                  <a:pt x="1498115" y="181673"/>
                </a:lnTo>
                <a:close/>
              </a:path>
              <a:path w="4342765" h="2087245">
                <a:moveTo>
                  <a:pt x="1485074" y="196837"/>
                </a:moveTo>
                <a:lnTo>
                  <a:pt x="1467411" y="181654"/>
                </a:lnTo>
                <a:lnTo>
                  <a:pt x="1498115" y="181673"/>
                </a:lnTo>
                <a:lnTo>
                  <a:pt x="1485074" y="196837"/>
                </a:lnTo>
                <a:close/>
              </a:path>
              <a:path w="4342765" h="2087245">
                <a:moveTo>
                  <a:pt x="1630227" y="283362"/>
                </a:moveTo>
                <a:lnTo>
                  <a:pt x="1577073" y="283362"/>
                </a:lnTo>
                <a:lnTo>
                  <a:pt x="1574279" y="280593"/>
                </a:lnTo>
                <a:lnTo>
                  <a:pt x="1603311" y="251256"/>
                </a:lnTo>
                <a:lnTo>
                  <a:pt x="1606308" y="254228"/>
                </a:lnTo>
                <a:lnTo>
                  <a:pt x="1628990" y="277291"/>
                </a:lnTo>
                <a:lnTo>
                  <a:pt x="1632610" y="281076"/>
                </a:lnTo>
                <a:lnTo>
                  <a:pt x="1630227" y="283362"/>
                </a:lnTo>
                <a:close/>
              </a:path>
              <a:path w="4342765" h="2087245">
                <a:moveTo>
                  <a:pt x="1602828" y="309651"/>
                </a:moveTo>
                <a:lnTo>
                  <a:pt x="1599209" y="305866"/>
                </a:lnTo>
                <a:lnTo>
                  <a:pt x="1576947" y="283238"/>
                </a:lnTo>
                <a:lnTo>
                  <a:pt x="1630227" y="283362"/>
                </a:lnTo>
                <a:lnTo>
                  <a:pt x="1602828" y="309651"/>
                </a:lnTo>
                <a:close/>
              </a:path>
              <a:path w="4342765" h="2087245">
                <a:moveTo>
                  <a:pt x="1599374" y="306057"/>
                </a:moveTo>
                <a:lnTo>
                  <a:pt x="1599187" y="305866"/>
                </a:lnTo>
                <a:lnTo>
                  <a:pt x="1599374" y="306057"/>
                </a:lnTo>
                <a:close/>
              </a:path>
              <a:path w="4342765" h="2087245">
                <a:moveTo>
                  <a:pt x="1767451" y="428840"/>
                </a:moveTo>
                <a:lnTo>
                  <a:pt x="1712531" y="428840"/>
                </a:lnTo>
                <a:lnTo>
                  <a:pt x="1689582" y="403059"/>
                </a:lnTo>
                <a:lnTo>
                  <a:pt x="1686712" y="399884"/>
                </a:lnTo>
                <a:lnTo>
                  <a:pt x="1717332" y="372211"/>
                </a:lnTo>
                <a:lnTo>
                  <a:pt x="1720418" y="375615"/>
                </a:lnTo>
                <a:lnTo>
                  <a:pt x="1743456" y="401497"/>
                </a:lnTo>
                <a:lnTo>
                  <a:pt x="1767451" y="428840"/>
                </a:lnTo>
                <a:close/>
              </a:path>
              <a:path w="4342765" h="2087245">
                <a:moveTo>
                  <a:pt x="1835779" y="508457"/>
                </a:moveTo>
                <a:lnTo>
                  <a:pt x="1781644" y="508457"/>
                </a:lnTo>
                <a:lnTo>
                  <a:pt x="1758442" y="481444"/>
                </a:lnTo>
                <a:lnTo>
                  <a:pt x="1735391" y="454875"/>
                </a:lnTo>
                <a:lnTo>
                  <a:pt x="1712440" y="428738"/>
                </a:lnTo>
                <a:lnTo>
                  <a:pt x="1767451" y="428840"/>
                </a:lnTo>
                <a:lnTo>
                  <a:pt x="1790107" y="454964"/>
                </a:lnTo>
                <a:lnTo>
                  <a:pt x="1813026" y="481647"/>
                </a:lnTo>
                <a:lnTo>
                  <a:pt x="1835779" y="508457"/>
                </a:lnTo>
                <a:close/>
              </a:path>
              <a:path w="4342765" h="2087245">
                <a:moveTo>
                  <a:pt x="1882103" y="563321"/>
                </a:moveTo>
                <a:lnTo>
                  <a:pt x="1828215" y="563321"/>
                </a:lnTo>
                <a:lnTo>
                  <a:pt x="1781582" y="508384"/>
                </a:lnTo>
                <a:lnTo>
                  <a:pt x="1835779" y="508457"/>
                </a:lnTo>
                <a:lnTo>
                  <a:pt x="1859749" y="536702"/>
                </a:lnTo>
                <a:lnTo>
                  <a:pt x="1882103" y="563321"/>
                </a:lnTo>
                <a:close/>
              </a:path>
              <a:path w="4342765" h="2087245">
                <a:moveTo>
                  <a:pt x="1928924" y="619175"/>
                </a:moveTo>
                <a:lnTo>
                  <a:pt x="1875116" y="619175"/>
                </a:lnTo>
                <a:lnTo>
                  <a:pt x="1828139" y="563245"/>
                </a:lnTo>
                <a:lnTo>
                  <a:pt x="1882103" y="563321"/>
                </a:lnTo>
                <a:lnTo>
                  <a:pt x="1928924" y="619175"/>
                </a:lnTo>
                <a:close/>
              </a:path>
              <a:path w="4342765" h="2087245">
                <a:moveTo>
                  <a:pt x="1900961" y="650074"/>
                </a:moveTo>
                <a:lnTo>
                  <a:pt x="1875078" y="619137"/>
                </a:lnTo>
                <a:lnTo>
                  <a:pt x="1928924" y="619175"/>
                </a:lnTo>
                <a:lnTo>
                  <a:pt x="1932622" y="623595"/>
                </a:lnTo>
                <a:lnTo>
                  <a:pt x="1900961" y="650074"/>
                </a:lnTo>
                <a:close/>
              </a:path>
              <a:path w="4342765" h="2087245">
                <a:moveTo>
                  <a:pt x="2007095" y="776643"/>
                </a:moveTo>
                <a:lnTo>
                  <a:pt x="1980501" y="745083"/>
                </a:lnTo>
                <a:lnTo>
                  <a:pt x="2012060" y="718477"/>
                </a:lnTo>
                <a:lnTo>
                  <a:pt x="2038654" y="750049"/>
                </a:lnTo>
                <a:lnTo>
                  <a:pt x="2007095" y="776643"/>
                </a:lnTo>
                <a:close/>
              </a:path>
              <a:path w="4342765" h="2087245">
                <a:moveTo>
                  <a:pt x="2314067" y="1113853"/>
                </a:moveTo>
                <a:lnTo>
                  <a:pt x="2262162" y="1061986"/>
                </a:lnTo>
                <a:lnTo>
                  <a:pt x="2212695" y="1010170"/>
                </a:lnTo>
                <a:lnTo>
                  <a:pt x="2162645" y="955687"/>
                </a:lnTo>
                <a:lnTo>
                  <a:pt x="2114677" y="901827"/>
                </a:lnTo>
                <a:lnTo>
                  <a:pt x="2087727" y="870966"/>
                </a:lnTo>
                <a:lnTo>
                  <a:pt x="2118944" y="843965"/>
                </a:lnTo>
                <a:lnTo>
                  <a:pt x="2121587" y="847013"/>
                </a:lnTo>
                <a:lnTo>
                  <a:pt x="2145756" y="874661"/>
                </a:lnTo>
                <a:lnTo>
                  <a:pt x="2169975" y="902042"/>
                </a:lnTo>
                <a:lnTo>
                  <a:pt x="2194165" y="928992"/>
                </a:lnTo>
                <a:lnTo>
                  <a:pt x="2218591" y="955814"/>
                </a:lnTo>
                <a:lnTo>
                  <a:pt x="2242842" y="981964"/>
                </a:lnTo>
                <a:lnTo>
                  <a:pt x="2267250" y="1007808"/>
                </a:lnTo>
                <a:lnTo>
                  <a:pt x="2291708" y="1033157"/>
                </a:lnTo>
                <a:lnTo>
                  <a:pt x="2316202" y="1057973"/>
                </a:lnTo>
                <a:lnTo>
                  <a:pt x="2340734" y="1082217"/>
                </a:lnTo>
                <a:lnTo>
                  <a:pt x="2342680" y="1084097"/>
                </a:lnTo>
                <a:lnTo>
                  <a:pt x="2314067" y="1113853"/>
                </a:lnTo>
                <a:close/>
              </a:path>
              <a:path w="4342765" h="2087245">
                <a:moveTo>
                  <a:pt x="2437930" y="1225486"/>
                </a:moveTo>
                <a:lnTo>
                  <a:pt x="2412314" y="1203960"/>
                </a:lnTo>
                <a:lnTo>
                  <a:pt x="2405900" y="1198359"/>
                </a:lnTo>
                <a:lnTo>
                  <a:pt x="2433053" y="1167257"/>
                </a:lnTo>
                <a:lnTo>
                  <a:pt x="2439175" y="1172603"/>
                </a:lnTo>
                <a:lnTo>
                  <a:pt x="2463941" y="1193419"/>
                </a:lnTo>
                <a:lnTo>
                  <a:pt x="2437930" y="1225486"/>
                </a:lnTo>
                <a:close/>
              </a:path>
              <a:path w="4342765" h="2087245">
                <a:moveTo>
                  <a:pt x="2825635" y="1468043"/>
                </a:moveTo>
                <a:lnTo>
                  <a:pt x="2779687" y="1443634"/>
                </a:lnTo>
                <a:lnTo>
                  <a:pt x="2724289" y="1413192"/>
                </a:lnTo>
                <a:lnTo>
                  <a:pt x="2670035" y="1382229"/>
                </a:lnTo>
                <a:lnTo>
                  <a:pt x="2617050" y="1350759"/>
                </a:lnTo>
                <a:lnTo>
                  <a:pt x="2565412" y="1318742"/>
                </a:lnTo>
                <a:lnTo>
                  <a:pt x="2538234" y="1300911"/>
                </a:lnTo>
                <a:lnTo>
                  <a:pt x="2561564" y="1266850"/>
                </a:lnTo>
                <a:lnTo>
                  <a:pt x="2563012" y="1267853"/>
                </a:lnTo>
                <a:lnTo>
                  <a:pt x="2575165" y="1275918"/>
                </a:lnTo>
                <a:lnTo>
                  <a:pt x="2587764" y="1284046"/>
                </a:lnTo>
                <a:lnTo>
                  <a:pt x="2612824" y="1299756"/>
                </a:lnTo>
                <a:lnTo>
                  <a:pt x="2638462" y="1315478"/>
                </a:lnTo>
                <a:lnTo>
                  <a:pt x="2664612" y="1331175"/>
                </a:lnTo>
                <a:lnTo>
                  <a:pt x="2690800" y="1346568"/>
                </a:lnTo>
                <a:lnTo>
                  <a:pt x="2717477" y="1361935"/>
                </a:lnTo>
                <a:lnTo>
                  <a:pt x="2744449" y="1377175"/>
                </a:lnTo>
                <a:lnTo>
                  <a:pt x="2771726" y="1392301"/>
                </a:lnTo>
                <a:lnTo>
                  <a:pt x="2799422" y="1407375"/>
                </a:lnTo>
                <a:lnTo>
                  <a:pt x="2827248" y="1422260"/>
                </a:lnTo>
                <a:lnTo>
                  <a:pt x="2844850" y="1431505"/>
                </a:lnTo>
                <a:lnTo>
                  <a:pt x="2825635" y="1468043"/>
                </a:lnTo>
                <a:close/>
              </a:path>
              <a:path w="4342765" h="2087245">
                <a:moveTo>
                  <a:pt x="2575394" y="1276070"/>
                </a:moveTo>
                <a:lnTo>
                  <a:pt x="2575140" y="1275918"/>
                </a:lnTo>
                <a:lnTo>
                  <a:pt x="2575394" y="1276070"/>
                </a:lnTo>
                <a:close/>
              </a:path>
              <a:path w="4342765" h="2087245">
                <a:moveTo>
                  <a:pt x="2973692" y="1542567"/>
                </a:moveTo>
                <a:lnTo>
                  <a:pt x="2936494" y="1524393"/>
                </a:lnTo>
                <a:lnTo>
                  <a:pt x="2954756" y="1487373"/>
                </a:lnTo>
                <a:lnTo>
                  <a:pt x="2969804" y="1494790"/>
                </a:lnTo>
                <a:lnTo>
                  <a:pt x="2991726" y="1505432"/>
                </a:lnTo>
                <a:lnTo>
                  <a:pt x="2973692" y="1542567"/>
                </a:lnTo>
                <a:close/>
              </a:path>
              <a:path w="4342765" h="2087245">
                <a:moveTo>
                  <a:pt x="3389807" y="1727238"/>
                </a:moveTo>
                <a:lnTo>
                  <a:pt x="3280940" y="1681619"/>
                </a:lnTo>
                <a:lnTo>
                  <a:pt x="3250463" y="1668627"/>
                </a:lnTo>
                <a:lnTo>
                  <a:pt x="3129775" y="1615452"/>
                </a:lnTo>
                <a:lnTo>
                  <a:pt x="3086163" y="1595526"/>
                </a:lnTo>
                <a:lnTo>
                  <a:pt x="3103308" y="1557972"/>
                </a:lnTo>
                <a:lnTo>
                  <a:pt x="3146766" y="1577822"/>
                </a:lnTo>
                <a:lnTo>
                  <a:pt x="3206813" y="1604594"/>
                </a:lnTo>
                <a:lnTo>
                  <a:pt x="3266802" y="1630718"/>
                </a:lnTo>
                <a:lnTo>
                  <a:pt x="3327222" y="1656486"/>
                </a:lnTo>
                <a:lnTo>
                  <a:pt x="3387387" y="1681619"/>
                </a:lnTo>
                <a:lnTo>
                  <a:pt x="3405479" y="1689049"/>
                </a:lnTo>
                <a:lnTo>
                  <a:pt x="3389807" y="1727238"/>
                </a:lnTo>
                <a:close/>
              </a:path>
              <a:path w="4342765" h="2087245">
                <a:moveTo>
                  <a:pt x="3543147" y="1789061"/>
                </a:moveTo>
                <a:lnTo>
                  <a:pt x="3504780" y="1773821"/>
                </a:lnTo>
                <a:lnTo>
                  <a:pt x="3520020" y="1735467"/>
                </a:lnTo>
                <a:lnTo>
                  <a:pt x="3558374" y="1750707"/>
                </a:lnTo>
                <a:lnTo>
                  <a:pt x="3543147" y="1789061"/>
                </a:lnTo>
                <a:close/>
              </a:path>
              <a:path w="4342765" h="2087245">
                <a:moveTo>
                  <a:pt x="3967873" y="1950745"/>
                </a:moveTo>
                <a:lnTo>
                  <a:pt x="3739503" y="1865058"/>
                </a:lnTo>
                <a:lnTo>
                  <a:pt x="3658666" y="1834134"/>
                </a:lnTo>
                <a:lnTo>
                  <a:pt x="3673563" y="1795640"/>
                </a:lnTo>
                <a:lnTo>
                  <a:pt x="3685029" y="1800072"/>
                </a:lnTo>
                <a:lnTo>
                  <a:pt x="3743044" y="1822272"/>
                </a:lnTo>
                <a:lnTo>
                  <a:pt x="3856384" y="1865083"/>
                </a:lnTo>
                <a:lnTo>
                  <a:pt x="3965575" y="1905850"/>
                </a:lnTo>
                <a:lnTo>
                  <a:pt x="3982262" y="1912061"/>
                </a:lnTo>
                <a:lnTo>
                  <a:pt x="3967873" y="1950745"/>
                </a:lnTo>
                <a:close/>
              </a:path>
              <a:path w="4342765" h="2087245">
                <a:moveTo>
                  <a:pt x="4122547" y="2008403"/>
                </a:moveTo>
                <a:lnTo>
                  <a:pt x="4083888" y="1993950"/>
                </a:lnTo>
                <a:lnTo>
                  <a:pt x="4098340" y="1955292"/>
                </a:lnTo>
                <a:lnTo>
                  <a:pt x="4136999" y="1969744"/>
                </a:lnTo>
                <a:lnTo>
                  <a:pt x="4122547" y="2008403"/>
                </a:lnTo>
                <a:close/>
              </a:path>
              <a:path w="4342765" h="2087245">
                <a:moveTo>
                  <a:pt x="4340066" y="2054453"/>
                </a:moveTo>
                <a:lnTo>
                  <a:pt x="4244314" y="2054453"/>
                </a:lnTo>
                <a:lnTo>
                  <a:pt x="4238231" y="2052142"/>
                </a:lnTo>
                <a:lnTo>
                  <a:pt x="4252963" y="2013572"/>
                </a:lnTo>
                <a:lnTo>
                  <a:pt x="4342422" y="2048484"/>
                </a:lnTo>
                <a:lnTo>
                  <a:pt x="4340066" y="2054453"/>
                </a:lnTo>
                <a:close/>
              </a:path>
              <a:path w="4342765" h="2087245">
                <a:moveTo>
                  <a:pt x="4327271" y="2086876"/>
                </a:moveTo>
                <a:lnTo>
                  <a:pt x="4286732" y="2070887"/>
                </a:lnTo>
                <a:lnTo>
                  <a:pt x="4244225" y="2054428"/>
                </a:lnTo>
                <a:lnTo>
                  <a:pt x="4340066" y="2054453"/>
                </a:lnTo>
                <a:lnTo>
                  <a:pt x="4327271" y="2086876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35650" y="1982012"/>
            <a:ext cx="2858135" cy="745490"/>
          </a:xfrm>
          <a:custGeom>
            <a:avLst/>
            <a:gdLst/>
            <a:ahLst/>
            <a:cxnLst/>
            <a:rect l="l" t="t" r="r" b="b"/>
            <a:pathLst>
              <a:path w="2858134" h="745489">
                <a:moveTo>
                  <a:pt x="1470672" y="407669"/>
                </a:moveTo>
                <a:lnTo>
                  <a:pt x="1460855" y="407669"/>
                </a:lnTo>
                <a:lnTo>
                  <a:pt x="1464348" y="401319"/>
                </a:lnTo>
                <a:lnTo>
                  <a:pt x="1458849" y="401319"/>
                </a:lnTo>
                <a:lnTo>
                  <a:pt x="1457071" y="393700"/>
                </a:lnTo>
                <a:lnTo>
                  <a:pt x="1455559" y="387350"/>
                </a:lnTo>
                <a:lnTo>
                  <a:pt x="1454315" y="379730"/>
                </a:lnTo>
                <a:lnTo>
                  <a:pt x="1453349" y="373380"/>
                </a:lnTo>
                <a:lnTo>
                  <a:pt x="1452651" y="365760"/>
                </a:lnTo>
                <a:lnTo>
                  <a:pt x="1452232" y="358139"/>
                </a:lnTo>
                <a:lnTo>
                  <a:pt x="1452092" y="351789"/>
                </a:lnTo>
                <a:lnTo>
                  <a:pt x="1452333" y="342900"/>
                </a:lnTo>
                <a:lnTo>
                  <a:pt x="1460347" y="297180"/>
                </a:lnTo>
                <a:lnTo>
                  <a:pt x="1470418" y="271780"/>
                </a:lnTo>
                <a:lnTo>
                  <a:pt x="1474609" y="262889"/>
                </a:lnTo>
                <a:lnTo>
                  <a:pt x="1479207" y="254000"/>
                </a:lnTo>
                <a:lnTo>
                  <a:pt x="1484210" y="246380"/>
                </a:lnTo>
                <a:lnTo>
                  <a:pt x="1489608" y="237489"/>
                </a:lnTo>
                <a:lnTo>
                  <a:pt x="1495386" y="229869"/>
                </a:lnTo>
                <a:lnTo>
                  <a:pt x="1501559" y="220980"/>
                </a:lnTo>
                <a:lnTo>
                  <a:pt x="1508099" y="213360"/>
                </a:lnTo>
                <a:lnTo>
                  <a:pt x="1537919" y="182880"/>
                </a:lnTo>
                <a:lnTo>
                  <a:pt x="1573276" y="153669"/>
                </a:lnTo>
                <a:lnTo>
                  <a:pt x="1582940" y="146050"/>
                </a:lnTo>
                <a:lnTo>
                  <a:pt x="1624749" y="120650"/>
                </a:lnTo>
                <a:lnTo>
                  <a:pt x="1659242" y="101600"/>
                </a:lnTo>
                <a:lnTo>
                  <a:pt x="1696262" y="85089"/>
                </a:lnTo>
                <a:lnTo>
                  <a:pt x="1709140" y="78739"/>
                </a:lnTo>
                <a:lnTo>
                  <a:pt x="1735658" y="68580"/>
                </a:lnTo>
                <a:lnTo>
                  <a:pt x="1763179" y="58419"/>
                </a:lnTo>
                <a:lnTo>
                  <a:pt x="1777301" y="54610"/>
                </a:lnTo>
                <a:lnTo>
                  <a:pt x="1791639" y="49530"/>
                </a:lnTo>
                <a:lnTo>
                  <a:pt x="1806219" y="45719"/>
                </a:lnTo>
                <a:lnTo>
                  <a:pt x="1882317" y="26669"/>
                </a:lnTo>
                <a:lnTo>
                  <a:pt x="1898142" y="24130"/>
                </a:lnTo>
                <a:lnTo>
                  <a:pt x="1914144" y="20319"/>
                </a:lnTo>
                <a:lnTo>
                  <a:pt x="1979968" y="10160"/>
                </a:lnTo>
                <a:lnTo>
                  <a:pt x="1996846" y="8889"/>
                </a:lnTo>
                <a:lnTo>
                  <a:pt x="2013877" y="6350"/>
                </a:lnTo>
                <a:lnTo>
                  <a:pt x="2101176" y="0"/>
                </a:lnTo>
                <a:lnTo>
                  <a:pt x="2208974" y="0"/>
                </a:lnTo>
                <a:lnTo>
                  <a:pt x="2296274" y="6350"/>
                </a:lnTo>
                <a:lnTo>
                  <a:pt x="2313304" y="8889"/>
                </a:lnTo>
                <a:lnTo>
                  <a:pt x="2119299" y="8889"/>
                </a:lnTo>
                <a:lnTo>
                  <a:pt x="2101507" y="10160"/>
                </a:lnTo>
                <a:lnTo>
                  <a:pt x="2083955" y="10160"/>
                </a:lnTo>
                <a:lnTo>
                  <a:pt x="2066417" y="11430"/>
                </a:lnTo>
                <a:lnTo>
                  <a:pt x="2049068" y="12700"/>
                </a:lnTo>
                <a:lnTo>
                  <a:pt x="2031873" y="13969"/>
                </a:lnTo>
                <a:lnTo>
                  <a:pt x="2014816" y="16510"/>
                </a:lnTo>
                <a:lnTo>
                  <a:pt x="1997900" y="17780"/>
                </a:lnTo>
                <a:lnTo>
                  <a:pt x="1981149" y="20319"/>
                </a:lnTo>
                <a:lnTo>
                  <a:pt x="1964562" y="21589"/>
                </a:lnTo>
                <a:lnTo>
                  <a:pt x="1948141" y="24130"/>
                </a:lnTo>
                <a:lnTo>
                  <a:pt x="1931898" y="26669"/>
                </a:lnTo>
                <a:lnTo>
                  <a:pt x="1915833" y="30480"/>
                </a:lnTo>
                <a:lnTo>
                  <a:pt x="1899945" y="33019"/>
                </a:lnTo>
                <a:lnTo>
                  <a:pt x="1884248" y="35560"/>
                </a:lnTo>
                <a:lnTo>
                  <a:pt x="1868741" y="39369"/>
                </a:lnTo>
                <a:lnTo>
                  <a:pt x="1853450" y="43180"/>
                </a:lnTo>
                <a:lnTo>
                  <a:pt x="1838350" y="46989"/>
                </a:lnTo>
                <a:lnTo>
                  <a:pt x="1823478" y="50800"/>
                </a:lnTo>
                <a:lnTo>
                  <a:pt x="1808810" y="54610"/>
                </a:lnTo>
                <a:lnTo>
                  <a:pt x="1794370" y="58419"/>
                </a:lnTo>
                <a:lnTo>
                  <a:pt x="1780158" y="63500"/>
                </a:lnTo>
                <a:lnTo>
                  <a:pt x="1766176" y="68580"/>
                </a:lnTo>
                <a:lnTo>
                  <a:pt x="1752434" y="72389"/>
                </a:lnTo>
                <a:lnTo>
                  <a:pt x="1738947" y="77469"/>
                </a:lnTo>
                <a:lnTo>
                  <a:pt x="1725701" y="82550"/>
                </a:lnTo>
                <a:lnTo>
                  <a:pt x="1712722" y="87630"/>
                </a:lnTo>
                <a:lnTo>
                  <a:pt x="1699996" y="92710"/>
                </a:lnTo>
                <a:lnTo>
                  <a:pt x="1687537" y="99060"/>
                </a:lnTo>
                <a:lnTo>
                  <a:pt x="1675345" y="104139"/>
                </a:lnTo>
                <a:lnTo>
                  <a:pt x="1663446" y="110489"/>
                </a:lnTo>
                <a:lnTo>
                  <a:pt x="1651825" y="115569"/>
                </a:lnTo>
                <a:lnTo>
                  <a:pt x="1640484" y="121919"/>
                </a:lnTo>
                <a:lnTo>
                  <a:pt x="1629448" y="128269"/>
                </a:lnTo>
                <a:lnTo>
                  <a:pt x="1618716" y="134619"/>
                </a:lnTo>
                <a:lnTo>
                  <a:pt x="1608289" y="140969"/>
                </a:lnTo>
                <a:lnTo>
                  <a:pt x="1598168" y="147319"/>
                </a:lnTo>
                <a:lnTo>
                  <a:pt x="1588363" y="154939"/>
                </a:lnTo>
                <a:lnTo>
                  <a:pt x="1578876" y="161289"/>
                </a:lnTo>
                <a:lnTo>
                  <a:pt x="1569732" y="167639"/>
                </a:lnTo>
                <a:lnTo>
                  <a:pt x="1560918" y="175260"/>
                </a:lnTo>
                <a:lnTo>
                  <a:pt x="1553864" y="181610"/>
                </a:lnTo>
                <a:lnTo>
                  <a:pt x="1552536" y="181610"/>
                </a:lnTo>
                <a:lnTo>
                  <a:pt x="1544294" y="189230"/>
                </a:lnTo>
                <a:lnTo>
                  <a:pt x="1536509" y="196850"/>
                </a:lnTo>
                <a:lnTo>
                  <a:pt x="1529079" y="204469"/>
                </a:lnTo>
                <a:lnTo>
                  <a:pt x="1522006" y="212089"/>
                </a:lnTo>
                <a:lnTo>
                  <a:pt x="1515313" y="219710"/>
                </a:lnTo>
                <a:lnTo>
                  <a:pt x="1508975" y="227330"/>
                </a:lnTo>
                <a:lnTo>
                  <a:pt x="1503019" y="234950"/>
                </a:lnTo>
                <a:lnTo>
                  <a:pt x="1497431" y="242569"/>
                </a:lnTo>
                <a:lnTo>
                  <a:pt x="1492993" y="250189"/>
                </a:lnTo>
                <a:lnTo>
                  <a:pt x="1492338" y="250189"/>
                </a:lnTo>
                <a:lnTo>
                  <a:pt x="1487436" y="259080"/>
                </a:lnTo>
                <a:lnTo>
                  <a:pt x="1483029" y="266700"/>
                </a:lnTo>
                <a:lnTo>
                  <a:pt x="1479016" y="275589"/>
                </a:lnTo>
                <a:lnTo>
                  <a:pt x="1475409" y="283210"/>
                </a:lnTo>
                <a:lnTo>
                  <a:pt x="1472209" y="292100"/>
                </a:lnTo>
                <a:lnTo>
                  <a:pt x="1469428" y="299719"/>
                </a:lnTo>
                <a:lnTo>
                  <a:pt x="1467053" y="308610"/>
                </a:lnTo>
                <a:lnTo>
                  <a:pt x="1465110" y="317500"/>
                </a:lnTo>
                <a:lnTo>
                  <a:pt x="1463586" y="325119"/>
                </a:lnTo>
                <a:lnTo>
                  <a:pt x="1462493" y="334010"/>
                </a:lnTo>
                <a:lnTo>
                  <a:pt x="1461833" y="342900"/>
                </a:lnTo>
                <a:lnTo>
                  <a:pt x="1461617" y="351789"/>
                </a:lnTo>
                <a:lnTo>
                  <a:pt x="1461757" y="358139"/>
                </a:lnTo>
                <a:lnTo>
                  <a:pt x="1462163" y="365760"/>
                </a:lnTo>
                <a:lnTo>
                  <a:pt x="1462824" y="372110"/>
                </a:lnTo>
                <a:lnTo>
                  <a:pt x="1463738" y="378460"/>
                </a:lnTo>
                <a:lnTo>
                  <a:pt x="1464919" y="384810"/>
                </a:lnTo>
                <a:lnTo>
                  <a:pt x="1466354" y="391160"/>
                </a:lnTo>
                <a:lnTo>
                  <a:pt x="1468043" y="398780"/>
                </a:lnTo>
                <a:lnTo>
                  <a:pt x="1468767" y="401319"/>
                </a:lnTo>
                <a:lnTo>
                  <a:pt x="1464348" y="401319"/>
                </a:lnTo>
                <a:lnTo>
                  <a:pt x="1459222" y="402502"/>
                </a:lnTo>
                <a:lnTo>
                  <a:pt x="1469122" y="402502"/>
                </a:lnTo>
                <a:lnTo>
                  <a:pt x="1470672" y="407669"/>
                </a:lnTo>
                <a:close/>
              </a:path>
              <a:path w="2858134" h="745489">
                <a:moveTo>
                  <a:pt x="2757716" y="182880"/>
                </a:moveTo>
                <a:lnTo>
                  <a:pt x="2749130" y="175260"/>
                </a:lnTo>
                <a:lnTo>
                  <a:pt x="2740317" y="167639"/>
                </a:lnTo>
                <a:lnTo>
                  <a:pt x="2731173" y="161289"/>
                </a:lnTo>
                <a:lnTo>
                  <a:pt x="2721686" y="154939"/>
                </a:lnTo>
                <a:lnTo>
                  <a:pt x="2711894" y="147319"/>
                </a:lnTo>
                <a:lnTo>
                  <a:pt x="2701772" y="140969"/>
                </a:lnTo>
                <a:lnTo>
                  <a:pt x="2691345" y="134619"/>
                </a:lnTo>
                <a:lnTo>
                  <a:pt x="2680614" y="128269"/>
                </a:lnTo>
                <a:lnTo>
                  <a:pt x="2669578" y="121919"/>
                </a:lnTo>
                <a:lnTo>
                  <a:pt x="2658236" y="115569"/>
                </a:lnTo>
                <a:lnTo>
                  <a:pt x="2646616" y="110489"/>
                </a:lnTo>
                <a:lnTo>
                  <a:pt x="2634716" y="104139"/>
                </a:lnTo>
                <a:lnTo>
                  <a:pt x="2622537" y="99060"/>
                </a:lnTo>
                <a:lnTo>
                  <a:pt x="2610078" y="92710"/>
                </a:lnTo>
                <a:lnTo>
                  <a:pt x="2597353" y="87630"/>
                </a:lnTo>
                <a:lnTo>
                  <a:pt x="2584373" y="82550"/>
                </a:lnTo>
                <a:lnTo>
                  <a:pt x="2571127" y="77469"/>
                </a:lnTo>
                <a:lnTo>
                  <a:pt x="2557640" y="72389"/>
                </a:lnTo>
                <a:lnTo>
                  <a:pt x="2543898" y="68580"/>
                </a:lnTo>
                <a:lnTo>
                  <a:pt x="2529916" y="63500"/>
                </a:lnTo>
                <a:lnTo>
                  <a:pt x="2515704" y="58419"/>
                </a:lnTo>
                <a:lnTo>
                  <a:pt x="2501264" y="54610"/>
                </a:lnTo>
                <a:lnTo>
                  <a:pt x="2486609" y="50800"/>
                </a:lnTo>
                <a:lnTo>
                  <a:pt x="2471724" y="46989"/>
                </a:lnTo>
                <a:lnTo>
                  <a:pt x="2456637" y="43180"/>
                </a:lnTo>
                <a:lnTo>
                  <a:pt x="2441333" y="39369"/>
                </a:lnTo>
                <a:lnTo>
                  <a:pt x="2425839" y="35560"/>
                </a:lnTo>
                <a:lnTo>
                  <a:pt x="2410142" y="33019"/>
                </a:lnTo>
                <a:lnTo>
                  <a:pt x="2394254" y="30480"/>
                </a:lnTo>
                <a:lnTo>
                  <a:pt x="2378189" y="26669"/>
                </a:lnTo>
                <a:lnTo>
                  <a:pt x="2361946" y="24130"/>
                </a:lnTo>
                <a:lnTo>
                  <a:pt x="2345524" y="21589"/>
                </a:lnTo>
                <a:lnTo>
                  <a:pt x="2328926" y="20319"/>
                </a:lnTo>
                <a:lnTo>
                  <a:pt x="2312174" y="17780"/>
                </a:lnTo>
                <a:lnTo>
                  <a:pt x="2295271" y="16510"/>
                </a:lnTo>
                <a:lnTo>
                  <a:pt x="2278214" y="13969"/>
                </a:lnTo>
                <a:lnTo>
                  <a:pt x="2261006" y="12700"/>
                </a:lnTo>
                <a:lnTo>
                  <a:pt x="2243670" y="11430"/>
                </a:lnTo>
                <a:lnTo>
                  <a:pt x="2226195" y="10160"/>
                </a:lnTo>
                <a:lnTo>
                  <a:pt x="2208644" y="10160"/>
                </a:lnTo>
                <a:lnTo>
                  <a:pt x="2190851" y="8889"/>
                </a:lnTo>
                <a:lnTo>
                  <a:pt x="2313304" y="8889"/>
                </a:lnTo>
                <a:lnTo>
                  <a:pt x="2330170" y="10160"/>
                </a:lnTo>
                <a:lnTo>
                  <a:pt x="2395994" y="20319"/>
                </a:lnTo>
                <a:lnTo>
                  <a:pt x="2412009" y="24130"/>
                </a:lnTo>
                <a:lnTo>
                  <a:pt x="2427833" y="26669"/>
                </a:lnTo>
                <a:lnTo>
                  <a:pt x="2503919" y="45719"/>
                </a:lnTo>
                <a:lnTo>
                  <a:pt x="2518498" y="49530"/>
                </a:lnTo>
                <a:lnTo>
                  <a:pt x="2532849" y="54610"/>
                </a:lnTo>
                <a:lnTo>
                  <a:pt x="2546972" y="58419"/>
                </a:lnTo>
                <a:lnTo>
                  <a:pt x="2587879" y="73660"/>
                </a:lnTo>
                <a:lnTo>
                  <a:pt x="2601010" y="78739"/>
                </a:lnTo>
                <a:lnTo>
                  <a:pt x="2613888" y="85089"/>
                </a:lnTo>
                <a:lnTo>
                  <a:pt x="2638844" y="95250"/>
                </a:lnTo>
                <a:lnTo>
                  <a:pt x="2674188" y="114300"/>
                </a:lnTo>
                <a:lnTo>
                  <a:pt x="2717215" y="139700"/>
                </a:lnTo>
                <a:lnTo>
                  <a:pt x="2736862" y="153669"/>
                </a:lnTo>
                <a:lnTo>
                  <a:pt x="2746209" y="160019"/>
                </a:lnTo>
                <a:lnTo>
                  <a:pt x="2755226" y="167639"/>
                </a:lnTo>
                <a:lnTo>
                  <a:pt x="2763901" y="175260"/>
                </a:lnTo>
                <a:lnTo>
                  <a:pt x="2770843" y="181610"/>
                </a:lnTo>
                <a:lnTo>
                  <a:pt x="2757614" y="181610"/>
                </a:lnTo>
                <a:lnTo>
                  <a:pt x="2757716" y="182880"/>
                </a:lnTo>
                <a:close/>
              </a:path>
              <a:path w="2858134" h="745489">
                <a:moveTo>
                  <a:pt x="1552435" y="182880"/>
                </a:moveTo>
                <a:lnTo>
                  <a:pt x="1552536" y="181610"/>
                </a:lnTo>
                <a:lnTo>
                  <a:pt x="1553864" y="181610"/>
                </a:lnTo>
                <a:lnTo>
                  <a:pt x="1552435" y="182880"/>
                </a:lnTo>
                <a:close/>
              </a:path>
              <a:path w="2858134" h="745489">
                <a:moveTo>
                  <a:pt x="2817901" y="251460"/>
                </a:moveTo>
                <a:lnTo>
                  <a:pt x="2812605" y="242569"/>
                </a:lnTo>
                <a:lnTo>
                  <a:pt x="2807030" y="234950"/>
                </a:lnTo>
                <a:lnTo>
                  <a:pt x="2801073" y="227330"/>
                </a:lnTo>
                <a:lnTo>
                  <a:pt x="2794736" y="219710"/>
                </a:lnTo>
                <a:lnTo>
                  <a:pt x="2788030" y="212089"/>
                </a:lnTo>
                <a:lnTo>
                  <a:pt x="2780957" y="204469"/>
                </a:lnTo>
                <a:lnTo>
                  <a:pt x="2773527" y="196850"/>
                </a:lnTo>
                <a:lnTo>
                  <a:pt x="2765742" y="189230"/>
                </a:lnTo>
                <a:lnTo>
                  <a:pt x="2757614" y="181610"/>
                </a:lnTo>
                <a:lnTo>
                  <a:pt x="2770843" y="181610"/>
                </a:lnTo>
                <a:lnTo>
                  <a:pt x="2802051" y="213360"/>
                </a:lnTo>
                <a:lnTo>
                  <a:pt x="2814751" y="229869"/>
                </a:lnTo>
                <a:lnTo>
                  <a:pt x="2820543" y="237489"/>
                </a:lnTo>
                <a:lnTo>
                  <a:pt x="2825940" y="246380"/>
                </a:lnTo>
                <a:lnTo>
                  <a:pt x="2828436" y="250189"/>
                </a:lnTo>
                <a:lnTo>
                  <a:pt x="2817812" y="250189"/>
                </a:lnTo>
                <a:lnTo>
                  <a:pt x="2817901" y="251460"/>
                </a:lnTo>
                <a:close/>
              </a:path>
              <a:path w="2858134" h="745489">
                <a:moveTo>
                  <a:pt x="1492237" y="251460"/>
                </a:moveTo>
                <a:lnTo>
                  <a:pt x="1492338" y="250189"/>
                </a:lnTo>
                <a:lnTo>
                  <a:pt x="1492993" y="250189"/>
                </a:lnTo>
                <a:lnTo>
                  <a:pt x="1492237" y="251460"/>
                </a:lnTo>
                <a:close/>
              </a:path>
              <a:path w="2858134" h="745489">
                <a:moveTo>
                  <a:pt x="2857119" y="369569"/>
                </a:moveTo>
                <a:lnTo>
                  <a:pt x="2847632" y="369569"/>
                </a:lnTo>
                <a:lnTo>
                  <a:pt x="2848305" y="360680"/>
                </a:lnTo>
                <a:lnTo>
                  <a:pt x="2848521" y="351789"/>
                </a:lnTo>
                <a:lnTo>
                  <a:pt x="2848292" y="342900"/>
                </a:lnTo>
                <a:lnTo>
                  <a:pt x="2847632" y="334010"/>
                </a:lnTo>
                <a:lnTo>
                  <a:pt x="2846527" y="325119"/>
                </a:lnTo>
                <a:lnTo>
                  <a:pt x="2844990" y="317500"/>
                </a:lnTo>
                <a:lnTo>
                  <a:pt x="2843034" y="308610"/>
                </a:lnTo>
                <a:lnTo>
                  <a:pt x="2840659" y="299719"/>
                </a:lnTo>
                <a:lnTo>
                  <a:pt x="2837865" y="292100"/>
                </a:lnTo>
                <a:lnTo>
                  <a:pt x="2834652" y="283210"/>
                </a:lnTo>
                <a:lnTo>
                  <a:pt x="2831045" y="275589"/>
                </a:lnTo>
                <a:lnTo>
                  <a:pt x="2827032" y="266700"/>
                </a:lnTo>
                <a:lnTo>
                  <a:pt x="2822613" y="259080"/>
                </a:lnTo>
                <a:lnTo>
                  <a:pt x="2817812" y="250189"/>
                </a:lnTo>
                <a:lnTo>
                  <a:pt x="2828436" y="250189"/>
                </a:lnTo>
                <a:lnTo>
                  <a:pt x="2830931" y="254000"/>
                </a:lnTo>
                <a:lnTo>
                  <a:pt x="2835541" y="262889"/>
                </a:lnTo>
                <a:lnTo>
                  <a:pt x="2839732" y="271780"/>
                </a:lnTo>
                <a:lnTo>
                  <a:pt x="2843504" y="279400"/>
                </a:lnTo>
                <a:lnTo>
                  <a:pt x="2855963" y="323850"/>
                </a:lnTo>
                <a:lnTo>
                  <a:pt x="2858046" y="351789"/>
                </a:lnTo>
                <a:lnTo>
                  <a:pt x="2857817" y="360680"/>
                </a:lnTo>
                <a:lnTo>
                  <a:pt x="2857119" y="369569"/>
                </a:lnTo>
                <a:close/>
              </a:path>
              <a:path w="2858134" h="745489">
                <a:moveTo>
                  <a:pt x="1462252" y="365760"/>
                </a:moveTo>
                <a:lnTo>
                  <a:pt x="1462138" y="364489"/>
                </a:lnTo>
                <a:lnTo>
                  <a:pt x="1462252" y="365760"/>
                </a:lnTo>
                <a:close/>
              </a:path>
              <a:path w="2858134" h="745489">
                <a:moveTo>
                  <a:pt x="2850505" y="403860"/>
                </a:moveTo>
                <a:lnTo>
                  <a:pt x="2840659" y="403860"/>
                </a:lnTo>
                <a:lnTo>
                  <a:pt x="2843085" y="394969"/>
                </a:lnTo>
                <a:lnTo>
                  <a:pt x="2845041" y="386080"/>
                </a:lnTo>
                <a:lnTo>
                  <a:pt x="2846565" y="377189"/>
                </a:lnTo>
                <a:lnTo>
                  <a:pt x="2847657" y="368300"/>
                </a:lnTo>
                <a:lnTo>
                  <a:pt x="2847632" y="369569"/>
                </a:lnTo>
                <a:lnTo>
                  <a:pt x="2857119" y="369569"/>
                </a:lnTo>
                <a:lnTo>
                  <a:pt x="2855963" y="378460"/>
                </a:lnTo>
                <a:lnTo>
                  <a:pt x="2854350" y="388619"/>
                </a:lnTo>
                <a:lnTo>
                  <a:pt x="2852293" y="397510"/>
                </a:lnTo>
                <a:lnTo>
                  <a:pt x="2850505" y="403860"/>
                </a:lnTo>
                <a:close/>
              </a:path>
              <a:path w="2858134" h="745489">
                <a:moveTo>
                  <a:pt x="1460855" y="407669"/>
                </a:moveTo>
                <a:lnTo>
                  <a:pt x="1459222" y="402502"/>
                </a:lnTo>
                <a:lnTo>
                  <a:pt x="1464348" y="401319"/>
                </a:lnTo>
                <a:lnTo>
                  <a:pt x="1460855" y="407669"/>
                </a:lnTo>
                <a:close/>
              </a:path>
              <a:path w="2858134" h="745489">
                <a:moveTo>
                  <a:pt x="40155" y="729876"/>
                </a:moveTo>
                <a:lnTo>
                  <a:pt x="1459222" y="402502"/>
                </a:lnTo>
                <a:lnTo>
                  <a:pt x="1460855" y="407669"/>
                </a:lnTo>
                <a:lnTo>
                  <a:pt x="1470672" y="407669"/>
                </a:lnTo>
                <a:lnTo>
                  <a:pt x="1471434" y="410209"/>
                </a:lnTo>
                <a:lnTo>
                  <a:pt x="147253" y="715475"/>
                </a:lnTo>
                <a:lnTo>
                  <a:pt x="40155" y="729876"/>
                </a:lnTo>
                <a:close/>
              </a:path>
              <a:path w="2858134" h="745489">
                <a:moveTo>
                  <a:pt x="2837337" y="436880"/>
                </a:moveTo>
                <a:lnTo>
                  <a:pt x="2827032" y="436880"/>
                </a:lnTo>
                <a:lnTo>
                  <a:pt x="2831134" y="427990"/>
                </a:lnTo>
                <a:lnTo>
                  <a:pt x="2834741" y="420369"/>
                </a:lnTo>
                <a:lnTo>
                  <a:pt x="2837929" y="411480"/>
                </a:lnTo>
                <a:lnTo>
                  <a:pt x="2840723" y="402589"/>
                </a:lnTo>
                <a:lnTo>
                  <a:pt x="2840659" y="403860"/>
                </a:lnTo>
                <a:lnTo>
                  <a:pt x="2850505" y="403860"/>
                </a:lnTo>
                <a:lnTo>
                  <a:pt x="2849791" y="406400"/>
                </a:lnTo>
                <a:lnTo>
                  <a:pt x="2846870" y="415290"/>
                </a:lnTo>
                <a:lnTo>
                  <a:pt x="2843504" y="422909"/>
                </a:lnTo>
                <a:lnTo>
                  <a:pt x="2839732" y="431800"/>
                </a:lnTo>
                <a:lnTo>
                  <a:pt x="2837337" y="436880"/>
                </a:lnTo>
                <a:close/>
              </a:path>
              <a:path w="2858134" h="745489">
                <a:moveTo>
                  <a:pt x="2823627" y="461009"/>
                </a:moveTo>
                <a:lnTo>
                  <a:pt x="2812605" y="461009"/>
                </a:lnTo>
                <a:lnTo>
                  <a:pt x="2817901" y="452119"/>
                </a:lnTo>
                <a:lnTo>
                  <a:pt x="2822714" y="444500"/>
                </a:lnTo>
                <a:lnTo>
                  <a:pt x="2827121" y="435609"/>
                </a:lnTo>
                <a:lnTo>
                  <a:pt x="2827032" y="436880"/>
                </a:lnTo>
                <a:lnTo>
                  <a:pt x="2837337" y="436880"/>
                </a:lnTo>
                <a:lnTo>
                  <a:pt x="2835541" y="440690"/>
                </a:lnTo>
                <a:lnTo>
                  <a:pt x="2830931" y="449580"/>
                </a:lnTo>
                <a:lnTo>
                  <a:pt x="2825940" y="457200"/>
                </a:lnTo>
                <a:lnTo>
                  <a:pt x="2823627" y="461009"/>
                </a:lnTo>
                <a:close/>
              </a:path>
              <a:path w="2858134" h="745489">
                <a:moveTo>
                  <a:pt x="2313304" y="694690"/>
                </a:moveTo>
                <a:lnTo>
                  <a:pt x="2173008" y="694690"/>
                </a:lnTo>
                <a:lnTo>
                  <a:pt x="2190915" y="693419"/>
                </a:lnTo>
                <a:lnTo>
                  <a:pt x="2208580" y="693419"/>
                </a:lnTo>
                <a:lnTo>
                  <a:pt x="2226246" y="692150"/>
                </a:lnTo>
                <a:lnTo>
                  <a:pt x="2243670" y="692150"/>
                </a:lnTo>
                <a:lnTo>
                  <a:pt x="2261069" y="690880"/>
                </a:lnTo>
                <a:lnTo>
                  <a:pt x="2278278" y="688340"/>
                </a:lnTo>
                <a:lnTo>
                  <a:pt x="2295334" y="687069"/>
                </a:lnTo>
                <a:lnTo>
                  <a:pt x="2312238" y="685800"/>
                </a:lnTo>
                <a:lnTo>
                  <a:pt x="2328989" y="683259"/>
                </a:lnTo>
                <a:lnTo>
                  <a:pt x="2345575" y="680719"/>
                </a:lnTo>
                <a:lnTo>
                  <a:pt x="2361996" y="678180"/>
                </a:lnTo>
                <a:lnTo>
                  <a:pt x="2378252" y="675640"/>
                </a:lnTo>
                <a:lnTo>
                  <a:pt x="2394318" y="673100"/>
                </a:lnTo>
                <a:lnTo>
                  <a:pt x="2410205" y="670559"/>
                </a:lnTo>
                <a:lnTo>
                  <a:pt x="2425903" y="666750"/>
                </a:lnTo>
                <a:lnTo>
                  <a:pt x="2441397" y="664209"/>
                </a:lnTo>
                <a:lnTo>
                  <a:pt x="2456700" y="660400"/>
                </a:lnTo>
                <a:lnTo>
                  <a:pt x="2471788" y="656590"/>
                </a:lnTo>
                <a:lnTo>
                  <a:pt x="2486672" y="652780"/>
                </a:lnTo>
                <a:lnTo>
                  <a:pt x="2501341" y="648969"/>
                </a:lnTo>
                <a:lnTo>
                  <a:pt x="2515781" y="643890"/>
                </a:lnTo>
                <a:lnTo>
                  <a:pt x="2529992" y="640080"/>
                </a:lnTo>
                <a:lnTo>
                  <a:pt x="2543962" y="635000"/>
                </a:lnTo>
                <a:lnTo>
                  <a:pt x="2557703" y="629919"/>
                </a:lnTo>
                <a:lnTo>
                  <a:pt x="2571203" y="626109"/>
                </a:lnTo>
                <a:lnTo>
                  <a:pt x="2584437" y="621030"/>
                </a:lnTo>
                <a:lnTo>
                  <a:pt x="2597429" y="615950"/>
                </a:lnTo>
                <a:lnTo>
                  <a:pt x="2610154" y="609600"/>
                </a:lnTo>
                <a:lnTo>
                  <a:pt x="2622613" y="604519"/>
                </a:lnTo>
                <a:lnTo>
                  <a:pt x="2634792" y="599440"/>
                </a:lnTo>
                <a:lnTo>
                  <a:pt x="2646705" y="593090"/>
                </a:lnTo>
                <a:lnTo>
                  <a:pt x="2658325" y="586740"/>
                </a:lnTo>
                <a:lnTo>
                  <a:pt x="2669654" y="581659"/>
                </a:lnTo>
                <a:lnTo>
                  <a:pt x="2680690" y="575309"/>
                </a:lnTo>
                <a:lnTo>
                  <a:pt x="2691434" y="568959"/>
                </a:lnTo>
                <a:lnTo>
                  <a:pt x="2701861" y="562609"/>
                </a:lnTo>
                <a:lnTo>
                  <a:pt x="2711983" y="554990"/>
                </a:lnTo>
                <a:lnTo>
                  <a:pt x="2721787" y="548640"/>
                </a:lnTo>
                <a:lnTo>
                  <a:pt x="2731261" y="542290"/>
                </a:lnTo>
                <a:lnTo>
                  <a:pt x="2740418" y="534669"/>
                </a:lnTo>
                <a:lnTo>
                  <a:pt x="2749232" y="528319"/>
                </a:lnTo>
                <a:lnTo>
                  <a:pt x="2757716" y="520700"/>
                </a:lnTo>
                <a:lnTo>
                  <a:pt x="2765844" y="514350"/>
                </a:lnTo>
                <a:lnTo>
                  <a:pt x="2773629" y="506730"/>
                </a:lnTo>
                <a:lnTo>
                  <a:pt x="2781058" y="499109"/>
                </a:lnTo>
                <a:lnTo>
                  <a:pt x="2788132" y="491490"/>
                </a:lnTo>
                <a:lnTo>
                  <a:pt x="2794838" y="483869"/>
                </a:lnTo>
                <a:lnTo>
                  <a:pt x="2801175" y="476250"/>
                </a:lnTo>
                <a:lnTo>
                  <a:pt x="2807131" y="468630"/>
                </a:lnTo>
                <a:lnTo>
                  <a:pt x="2812707" y="459740"/>
                </a:lnTo>
                <a:lnTo>
                  <a:pt x="2812605" y="461009"/>
                </a:lnTo>
                <a:lnTo>
                  <a:pt x="2823627" y="461009"/>
                </a:lnTo>
                <a:lnTo>
                  <a:pt x="2820543" y="466090"/>
                </a:lnTo>
                <a:lnTo>
                  <a:pt x="2814751" y="473709"/>
                </a:lnTo>
                <a:lnTo>
                  <a:pt x="2808592" y="482600"/>
                </a:lnTo>
                <a:lnTo>
                  <a:pt x="2780220" y="513080"/>
                </a:lnTo>
                <a:lnTo>
                  <a:pt x="2746209" y="542290"/>
                </a:lnTo>
                <a:lnTo>
                  <a:pt x="2736862" y="549909"/>
                </a:lnTo>
                <a:lnTo>
                  <a:pt x="2727198" y="556259"/>
                </a:lnTo>
                <a:lnTo>
                  <a:pt x="2717215" y="563880"/>
                </a:lnTo>
                <a:lnTo>
                  <a:pt x="2706916" y="570230"/>
                </a:lnTo>
                <a:lnTo>
                  <a:pt x="2662694" y="595630"/>
                </a:lnTo>
                <a:lnTo>
                  <a:pt x="2638844" y="607059"/>
                </a:lnTo>
                <a:lnTo>
                  <a:pt x="2626499" y="613409"/>
                </a:lnTo>
                <a:lnTo>
                  <a:pt x="2601010" y="623569"/>
                </a:lnTo>
                <a:lnTo>
                  <a:pt x="2587879" y="629919"/>
                </a:lnTo>
                <a:lnTo>
                  <a:pt x="2560853" y="640080"/>
                </a:lnTo>
                <a:lnTo>
                  <a:pt x="2546972" y="643890"/>
                </a:lnTo>
                <a:lnTo>
                  <a:pt x="2532849" y="648969"/>
                </a:lnTo>
                <a:lnTo>
                  <a:pt x="2518498" y="652780"/>
                </a:lnTo>
                <a:lnTo>
                  <a:pt x="2503919" y="657859"/>
                </a:lnTo>
                <a:lnTo>
                  <a:pt x="2427833" y="676909"/>
                </a:lnTo>
                <a:lnTo>
                  <a:pt x="2412009" y="679450"/>
                </a:lnTo>
                <a:lnTo>
                  <a:pt x="2395994" y="683259"/>
                </a:lnTo>
                <a:lnTo>
                  <a:pt x="2330170" y="693419"/>
                </a:lnTo>
                <a:lnTo>
                  <a:pt x="2313304" y="694690"/>
                </a:lnTo>
                <a:close/>
              </a:path>
              <a:path w="2858134" h="745489">
                <a:moveTo>
                  <a:pt x="39510" y="740313"/>
                </a:moveTo>
                <a:lnTo>
                  <a:pt x="147253" y="715475"/>
                </a:lnTo>
                <a:lnTo>
                  <a:pt x="1557972" y="525780"/>
                </a:lnTo>
                <a:lnTo>
                  <a:pt x="1569640" y="534669"/>
                </a:lnTo>
                <a:lnTo>
                  <a:pt x="1553629" y="534669"/>
                </a:lnTo>
                <a:lnTo>
                  <a:pt x="1555603" y="536158"/>
                </a:lnTo>
                <a:lnTo>
                  <a:pt x="39510" y="740313"/>
                </a:lnTo>
                <a:close/>
              </a:path>
              <a:path w="2858134" h="745489">
                <a:moveTo>
                  <a:pt x="1555603" y="536158"/>
                </a:moveTo>
                <a:lnTo>
                  <a:pt x="1553629" y="534669"/>
                </a:lnTo>
                <a:lnTo>
                  <a:pt x="1557223" y="535940"/>
                </a:lnTo>
                <a:lnTo>
                  <a:pt x="1555603" y="536158"/>
                </a:lnTo>
                <a:close/>
              </a:path>
              <a:path w="2858134" h="745489">
                <a:moveTo>
                  <a:pt x="2191118" y="703580"/>
                </a:moveTo>
                <a:lnTo>
                  <a:pt x="2107679" y="703580"/>
                </a:lnTo>
                <a:lnTo>
                  <a:pt x="2061121" y="701040"/>
                </a:lnTo>
                <a:lnTo>
                  <a:pt x="2038197" y="698500"/>
                </a:lnTo>
                <a:lnTo>
                  <a:pt x="2015515" y="697230"/>
                </a:lnTo>
                <a:lnTo>
                  <a:pt x="1970938" y="692150"/>
                </a:lnTo>
                <a:lnTo>
                  <a:pt x="1864728" y="673100"/>
                </a:lnTo>
                <a:lnTo>
                  <a:pt x="1805076" y="657859"/>
                </a:lnTo>
                <a:lnTo>
                  <a:pt x="1748878" y="638809"/>
                </a:lnTo>
                <a:lnTo>
                  <a:pt x="1696478" y="618490"/>
                </a:lnTo>
                <a:lnTo>
                  <a:pt x="1679917" y="612140"/>
                </a:lnTo>
                <a:lnTo>
                  <a:pt x="1663827" y="603250"/>
                </a:lnTo>
                <a:lnTo>
                  <a:pt x="1648218" y="595630"/>
                </a:lnTo>
                <a:lnTo>
                  <a:pt x="1633105" y="588009"/>
                </a:lnTo>
                <a:lnTo>
                  <a:pt x="1618500" y="579119"/>
                </a:lnTo>
                <a:lnTo>
                  <a:pt x="1604416" y="571500"/>
                </a:lnTo>
                <a:lnTo>
                  <a:pt x="1590878" y="562609"/>
                </a:lnTo>
                <a:lnTo>
                  <a:pt x="1577873" y="553719"/>
                </a:lnTo>
                <a:lnTo>
                  <a:pt x="1565427" y="543559"/>
                </a:lnTo>
                <a:lnTo>
                  <a:pt x="1555603" y="536158"/>
                </a:lnTo>
                <a:lnTo>
                  <a:pt x="1557223" y="535940"/>
                </a:lnTo>
                <a:lnTo>
                  <a:pt x="1553629" y="534669"/>
                </a:lnTo>
                <a:lnTo>
                  <a:pt x="1569640" y="534669"/>
                </a:lnTo>
                <a:lnTo>
                  <a:pt x="1571307" y="535940"/>
                </a:lnTo>
                <a:lnTo>
                  <a:pt x="1583499" y="544830"/>
                </a:lnTo>
                <a:lnTo>
                  <a:pt x="1596250" y="553719"/>
                </a:lnTo>
                <a:lnTo>
                  <a:pt x="1609559" y="562609"/>
                </a:lnTo>
                <a:lnTo>
                  <a:pt x="1623402" y="571500"/>
                </a:lnTo>
                <a:lnTo>
                  <a:pt x="1637779" y="579119"/>
                </a:lnTo>
                <a:lnTo>
                  <a:pt x="1652676" y="588009"/>
                </a:lnTo>
                <a:lnTo>
                  <a:pt x="1668068" y="595630"/>
                </a:lnTo>
                <a:lnTo>
                  <a:pt x="1683943" y="603250"/>
                </a:lnTo>
                <a:lnTo>
                  <a:pt x="1700301" y="609600"/>
                </a:lnTo>
                <a:lnTo>
                  <a:pt x="1717128" y="617219"/>
                </a:lnTo>
                <a:lnTo>
                  <a:pt x="1734400" y="623569"/>
                </a:lnTo>
                <a:lnTo>
                  <a:pt x="1752104" y="629919"/>
                </a:lnTo>
                <a:lnTo>
                  <a:pt x="1770240" y="636269"/>
                </a:lnTo>
                <a:lnTo>
                  <a:pt x="1788795" y="642619"/>
                </a:lnTo>
                <a:lnTo>
                  <a:pt x="1807743" y="647700"/>
                </a:lnTo>
                <a:lnTo>
                  <a:pt x="1827085" y="654050"/>
                </a:lnTo>
                <a:lnTo>
                  <a:pt x="1846795" y="659130"/>
                </a:lnTo>
                <a:lnTo>
                  <a:pt x="1866874" y="662940"/>
                </a:lnTo>
                <a:lnTo>
                  <a:pt x="1887308" y="668019"/>
                </a:lnTo>
                <a:lnTo>
                  <a:pt x="1908073" y="671830"/>
                </a:lnTo>
                <a:lnTo>
                  <a:pt x="1929155" y="675640"/>
                </a:lnTo>
                <a:lnTo>
                  <a:pt x="1950554" y="679450"/>
                </a:lnTo>
                <a:lnTo>
                  <a:pt x="1972259" y="681990"/>
                </a:lnTo>
                <a:lnTo>
                  <a:pt x="1994242" y="684530"/>
                </a:lnTo>
                <a:lnTo>
                  <a:pt x="2016505" y="687069"/>
                </a:lnTo>
                <a:lnTo>
                  <a:pt x="2039023" y="689609"/>
                </a:lnTo>
                <a:lnTo>
                  <a:pt x="2061794" y="690880"/>
                </a:lnTo>
                <a:lnTo>
                  <a:pt x="2084806" y="692150"/>
                </a:lnTo>
                <a:lnTo>
                  <a:pt x="2108034" y="693419"/>
                </a:lnTo>
                <a:lnTo>
                  <a:pt x="2131479" y="694690"/>
                </a:lnTo>
                <a:lnTo>
                  <a:pt x="2313304" y="694690"/>
                </a:lnTo>
                <a:lnTo>
                  <a:pt x="2296274" y="697230"/>
                </a:lnTo>
                <a:lnTo>
                  <a:pt x="2226703" y="702309"/>
                </a:lnTo>
                <a:lnTo>
                  <a:pt x="2208974" y="702309"/>
                </a:lnTo>
                <a:lnTo>
                  <a:pt x="2191118" y="703580"/>
                </a:lnTo>
                <a:close/>
              </a:path>
              <a:path w="2858134" h="745489">
                <a:moveTo>
                  <a:pt x="39083" y="740370"/>
                </a:moveTo>
                <a:lnTo>
                  <a:pt x="37419" y="730507"/>
                </a:lnTo>
                <a:lnTo>
                  <a:pt x="40155" y="729876"/>
                </a:lnTo>
                <a:lnTo>
                  <a:pt x="147253" y="715475"/>
                </a:lnTo>
                <a:lnTo>
                  <a:pt x="39510" y="740313"/>
                </a:lnTo>
                <a:lnTo>
                  <a:pt x="39083" y="740370"/>
                </a:lnTo>
                <a:close/>
              </a:path>
              <a:path w="2858134" h="745489">
                <a:moveTo>
                  <a:pt x="37419" y="730507"/>
                </a:moveTo>
                <a:lnTo>
                  <a:pt x="37376" y="730250"/>
                </a:lnTo>
                <a:lnTo>
                  <a:pt x="40155" y="729876"/>
                </a:lnTo>
                <a:lnTo>
                  <a:pt x="37419" y="730507"/>
                </a:lnTo>
                <a:close/>
              </a:path>
              <a:path w="2858134" h="745489">
                <a:moveTo>
                  <a:pt x="1066" y="745490"/>
                </a:moveTo>
                <a:lnTo>
                  <a:pt x="0" y="739140"/>
                </a:lnTo>
                <a:lnTo>
                  <a:pt x="37419" y="730507"/>
                </a:lnTo>
                <a:lnTo>
                  <a:pt x="39083" y="740370"/>
                </a:lnTo>
                <a:lnTo>
                  <a:pt x="1066" y="745490"/>
                </a:lnTo>
                <a:close/>
              </a:path>
              <a:path w="2858134" h="745489">
                <a:moveTo>
                  <a:pt x="39090" y="740409"/>
                </a:moveTo>
                <a:lnTo>
                  <a:pt x="39510" y="740313"/>
                </a:lnTo>
                <a:lnTo>
                  <a:pt x="39090" y="740409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002983" y="2171268"/>
            <a:ext cx="1173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维恩理论</a:t>
            </a:r>
            <a:r>
              <a:rPr dirty="0" sz="1800" spc="-10" b="1">
                <a:latin typeface="宋体"/>
                <a:cs typeface="宋体"/>
              </a:rPr>
              <a:t>值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4134" y="3454884"/>
            <a:ext cx="313055" cy="410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00" spc="-55" i="1">
                <a:latin typeface="Symbol"/>
                <a:cs typeface="Symbol"/>
              </a:rPr>
              <a:t>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93553" y="1456740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4">
                <a:moveTo>
                  <a:pt x="9525" y="38163"/>
                </a:moveTo>
                <a:lnTo>
                  <a:pt x="0" y="38087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93070" y="1523403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4">
                <a:moveTo>
                  <a:pt x="9525" y="38176"/>
                </a:moveTo>
                <a:lnTo>
                  <a:pt x="0" y="38100"/>
                </a:lnTo>
                <a:lnTo>
                  <a:pt x="279" y="0"/>
                </a:lnTo>
                <a:lnTo>
                  <a:pt x="9804" y="76"/>
                </a:lnTo>
                <a:lnTo>
                  <a:pt x="9525" y="38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92600" y="1590078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76"/>
                </a:moveTo>
                <a:lnTo>
                  <a:pt x="0" y="38100"/>
                </a:lnTo>
                <a:lnTo>
                  <a:pt x="266" y="0"/>
                </a:lnTo>
                <a:lnTo>
                  <a:pt x="9791" y="76"/>
                </a:lnTo>
                <a:lnTo>
                  <a:pt x="9525" y="38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92118" y="1656753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91635" y="1723428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91153" y="1790103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90683" y="1856778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66" y="0"/>
                </a:lnTo>
                <a:lnTo>
                  <a:pt x="9791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90200" y="1923453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087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89718" y="1990115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76"/>
                </a:moveTo>
                <a:lnTo>
                  <a:pt x="0" y="38100"/>
                </a:lnTo>
                <a:lnTo>
                  <a:pt x="279" y="0"/>
                </a:lnTo>
                <a:lnTo>
                  <a:pt x="9804" y="76"/>
                </a:lnTo>
                <a:lnTo>
                  <a:pt x="9525" y="38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889235" y="2056790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76"/>
                </a:moveTo>
                <a:lnTo>
                  <a:pt x="0" y="38100"/>
                </a:lnTo>
                <a:lnTo>
                  <a:pt x="279" y="0"/>
                </a:lnTo>
                <a:lnTo>
                  <a:pt x="9804" y="76"/>
                </a:lnTo>
                <a:lnTo>
                  <a:pt x="9525" y="38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88765" y="2123465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66" y="0"/>
                </a:lnTo>
                <a:lnTo>
                  <a:pt x="9791" y="76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88282" y="2190140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887800" y="2256815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887317" y="2323490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86847" y="2390165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66" y="0"/>
                </a:lnTo>
                <a:lnTo>
                  <a:pt x="9791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86365" y="2456827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76"/>
                </a:moveTo>
                <a:lnTo>
                  <a:pt x="0" y="38100"/>
                </a:lnTo>
                <a:lnTo>
                  <a:pt x="279" y="0"/>
                </a:lnTo>
                <a:lnTo>
                  <a:pt x="9804" y="76"/>
                </a:lnTo>
                <a:lnTo>
                  <a:pt x="9525" y="38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85882" y="2523502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76"/>
                </a:moveTo>
                <a:lnTo>
                  <a:pt x="0" y="38100"/>
                </a:lnTo>
                <a:lnTo>
                  <a:pt x="279" y="0"/>
                </a:lnTo>
                <a:lnTo>
                  <a:pt x="9804" y="76"/>
                </a:lnTo>
                <a:lnTo>
                  <a:pt x="9525" y="38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85400" y="2590177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76"/>
                </a:moveTo>
                <a:lnTo>
                  <a:pt x="0" y="38100"/>
                </a:lnTo>
                <a:lnTo>
                  <a:pt x="279" y="0"/>
                </a:lnTo>
                <a:lnTo>
                  <a:pt x="9804" y="76"/>
                </a:lnTo>
                <a:lnTo>
                  <a:pt x="9525" y="38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84929" y="2656852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66" y="0"/>
                </a:lnTo>
                <a:lnTo>
                  <a:pt x="9791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84447" y="2723527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883964" y="2790202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883482" y="2856877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83012" y="2923552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087"/>
                </a:lnTo>
                <a:lnTo>
                  <a:pt x="266" y="0"/>
                </a:lnTo>
                <a:lnTo>
                  <a:pt x="9791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882529" y="2990214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76"/>
                </a:moveTo>
                <a:lnTo>
                  <a:pt x="0" y="38100"/>
                </a:lnTo>
                <a:lnTo>
                  <a:pt x="279" y="0"/>
                </a:lnTo>
                <a:lnTo>
                  <a:pt x="9804" y="76"/>
                </a:lnTo>
                <a:lnTo>
                  <a:pt x="9525" y="38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882047" y="3056889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76"/>
                </a:moveTo>
                <a:lnTo>
                  <a:pt x="0" y="38100"/>
                </a:lnTo>
                <a:lnTo>
                  <a:pt x="279" y="0"/>
                </a:lnTo>
                <a:lnTo>
                  <a:pt x="9804" y="76"/>
                </a:lnTo>
                <a:lnTo>
                  <a:pt x="9525" y="38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881564" y="3123564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76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881094" y="3190239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66" y="0"/>
                </a:lnTo>
                <a:lnTo>
                  <a:pt x="9791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880611" y="3256915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880129" y="3323590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879646" y="3390265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087"/>
                </a:lnTo>
                <a:lnTo>
                  <a:pt x="279" y="0"/>
                </a:lnTo>
                <a:lnTo>
                  <a:pt x="9804" y="63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879176" y="3456927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76"/>
                </a:moveTo>
                <a:lnTo>
                  <a:pt x="0" y="38100"/>
                </a:lnTo>
                <a:lnTo>
                  <a:pt x="266" y="0"/>
                </a:lnTo>
                <a:lnTo>
                  <a:pt x="9791" y="76"/>
                </a:lnTo>
                <a:lnTo>
                  <a:pt x="9525" y="38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878694" y="3523602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76"/>
                </a:moveTo>
                <a:lnTo>
                  <a:pt x="0" y="38100"/>
                </a:lnTo>
                <a:lnTo>
                  <a:pt x="279" y="0"/>
                </a:lnTo>
                <a:lnTo>
                  <a:pt x="9804" y="76"/>
                </a:lnTo>
                <a:lnTo>
                  <a:pt x="9525" y="38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878211" y="3590277"/>
            <a:ext cx="10160" cy="38735"/>
          </a:xfrm>
          <a:custGeom>
            <a:avLst/>
            <a:gdLst/>
            <a:ahLst/>
            <a:cxnLst/>
            <a:rect l="l" t="t" r="r" b="b"/>
            <a:pathLst>
              <a:path w="10160" h="38735">
                <a:moveTo>
                  <a:pt x="9525" y="38163"/>
                </a:moveTo>
                <a:lnTo>
                  <a:pt x="0" y="38100"/>
                </a:lnTo>
                <a:lnTo>
                  <a:pt x="279" y="0"/>
                </a:lnTo>
                <a:lnTo>
                  <a:pt x="9804" y="76"/>
                </a:lnTo>
                <a:lnTo>
                  <a:pt x="9525" y="38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877754" y="3656952"/>
            <a:ext cx="10160" cy="36830"/>
          </a:xfrm>
          <a:custGeom>
            <a:avLst/>
            <a:gdLst/>
            <a:ahLst/>
            <a:cxnLst/>
            <a:rect l="l" t="t" r="r" b="b"/>
            <a:pathLst>
              <a:path w="10160" h="36829">
                <a:moveTo>
                  <a:pt x="9525" y="36347"/>
                </a:moveTo>
                <a:lnTo>
                  <a:pt x="0" y="36283"/>
                </a:lnTo>
                <a:lnTo>
                  <a:pt x="254" y="0"/>
                </a:lnTo>
                <a:lnTo>
                  <a:pt x="9779" y="63"/>
                </a:lnTo>
                <a:lnTo>
                  <a:pt x="9525" y="36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569197" y="1314208"/>
            <a:ext cx="85725" cy="2352675"/>
          </a:xfrm>
          <a:custGeom>
            <a:avLst/>
            <a:gdLst/>
            <a:ahLst/>
            <a:cxnLst/>
            <a:rect l="l" t="t" r="r" b="b"/>
            <a:pathLst>
              <a:path w="85725" h="2352675">
                <a:moveTo>
                  <a:pt x="28574" y="85724"/>
                </a:moveTo>
                <a:lnTo>
                  <a:pt x="0" y="85724"/>
                </a:lnTo>
                <a:lnTo>
                  <a:pt x="42862" y="0"/>
                </a:lnTo>
                <a:lnTo>
                  <a:pt x="75006" y="64287"/>
                </a:lnTo>
                <a:lnTo>
                  <a:pt x="28574" y="64287"/>
                </a:lnTo>
                <a:lnTo>
                  <a:pt x="28574" y="85724"/>
                </a:lnTo>
                <a:close/>
              </a:path>
              <a:path w="85725" h="2352675">
                <a:moveTo>
                  <a:pt x="57149" y="2352332"/>
                </a:moveTo>
                <a:lnTo>
                  <a:pt x="28574" y="2352332"/>
                </a:lnTo>
                <a:lnTo>
                  <a:pt x="28574" y="64287"/>
                </a:lnTo>
                <a:lnTo>
                  <a:pt x="57149" y="64287"/>
                </a:lnTo>
                <a:lnTo>
                  <a:pt x="57149" y="2352332"/>
                </a:lnTo>
                <a:close/>
              </a:path>
              <a:path w="85725" h="2352675">
                <a:moveTo>
                  <a:pt x="85724" y="85724"/>
                </a:moveTo>
                <a:lnTo>
                  <a:pt x="57149" y="85724"/>
                </a:lnTo>
                <a:lnTo>
                  <a:pt x="57149" y="64287"/>
                </a:lnTo>
                <a:lnTo>
                  <a:pt x="75006" y="64287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612059" y="3623678"/>
            <a:ext cx="4631690" cy="85725"/>
          </a:xfrm>
          <a:custGeom>
            <a:avLst/>
            <a:gdLst/>
            <a:ahLst/>
            <a:cxnLst/>
            <a:rect l="l" t="t" r="r" b="b"/>
            <a:pathLst>
              <a:path w="4631690" h="85725">
                <a:moveTo>
                  <a:pt x="4545787" y="85725"/>
                </a:moveTo>
                <a:lnTo>
                  <a:pt x="4545787" y="0"/>
                </a:lnTo>
                <a:lnTo>
                  <a:pt x="4602937" y="28575"/>
                </a:lnTo>
                <a:lnTo>
                  <a:pt x="4567224" y="28575"/>
                </a:lnTo>
                <a:lnTo>
                  <a:pt x="4567224" y="57150"/>
                </a:lnTo>
                <a:lnTo>
                  <a:pt x="4602937" y="57150"/>
                </a:lnTo>
                <a:lnTo>
                  <a:pt x="4545787" y="85725"/>
                </a:lnTo>
                <a:close/>
              </a:path>
              <a:path w="4631690" h="85725">
                <a:moveTo>
                  <a:pt x="4545787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4545787" y="28575"/>
                </a:lnTo>
                <a:lnTo>
                  <a:pt x="4545787" y="57150"/>
                </a:lnTo>
                <a:close/>
              </a:path>
              <a:path w="4631690" h="85725">
                <a:moveTo>
                  <a:pt x="4602937" y="57150"/>
                </a:moveTo>
                <a:lnTo>
                  <a:pt x="4567224" y="57150"/>
                </a:lnTo>
                <a:lnTo>
                  <a:pt x="4567224" y="28575"/>
                </a:lnTo>
                <a:lnTo>
                  <a:pt x="4602937" y="28575"/>
                </a:lnTo>
                <a:lnTo>
                  <a:pt x="4631512" y="42862"/>
                </a:lnTo>
                <a:lnTo>
                  <a:pt x="460293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919450" y="1401699"/>
            <a:ext cx="5254434" cy="2070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278833" y="624865"/>
            <a:ext cx="1241285" cy="4876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713058" y="1228712"/>
            <a:ext cx="89204" cy="891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4537925" y="639991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1F5F"/>
                </a:solidFill>
                <a:latin typeface="微软雅黑"/>
                <a:cs typeface="微软雅黑"/>
              </a:rPr>
              <a:t>实验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703942" y="2070480"/>
            <a:ext cx="930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latin typeface="Times New Roman"/>
                <a:cs typeface="Times New Roman"/>
              </a:rPr>
              <a:t>T=</a:t>
            </a:r>
            <a:r>
              <a:rPr dirty="0" sz="1800" spc="-5" b="1">
                <a:latin typeface="Times New Roman"/>
                <a:cs typeface="Times New Roman"/>
              </a:rPr>
              <a:t>1600K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673819" y="804151"/>
            <a:ext cx="2540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辐 射 强 度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27429" y="3500549"/>
            <a:ext cx="1650364" cy="135318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60475">
              <a:lnSpc>
                <a:spcPct val="100000"/>
              </a:lnSpc>
              <a:spcBef>
                <a:spcPts val="310"/>
              </a:spcBef>
            </a:pPr>
            <a:r>
              <a:rPr dirty="0" sz="200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165"/>
              </a:spcBef>
            </a:pPr>
            <a:r>
              <a:rPr dirty="0" sz="1600">
                <a:latin typeface="宋体"/>
                <a:cs typeface="宋体"/>
              </a:rPr>
              <a:t>维恩公式在短波</a:t>
            </a:r>
            <a:r>
              <a:rPr dirty="0" sz="1600" spc="-5">
                <a:latin typeface="宋体"/>
                <a:cs typeface="宋体"/>
              </a:rPr>
              <a:t>部 </a:t>
            </a:r>
            <a:r>
              <a:rPr dirty="0" sz="1600">
                <a:latin typeface="宋体"/>
                <a:cs typeface="宋体"/>
              </a:rPr>
              <a:t>分与实验结果吻</a:t>
            </a:r>
            <a:r>
              <a:rPr dirty="0" sz="1600" spc="-5">
                <a:latin typeface="宋体"/>
                <a:cs typeface="宋体"/>
              </a:rPr>
              <a:t>合 </a:t>
            </a:r>
            <a:r>
              <a:rPr dirty="0" sz="1600">
                <a:latin typeface="宋体"/>
                <a:cs typeface="宋体"/>
              </a:rPr>
              <a:t>得很好，但长波</a:t>
            </a:r>
            <a:r>
              <a:rPr dirty="0" sz="1600" spc="-5">
                <a:latin typeface="宋体"/>
                <a:cs typeface="宋体"/>
              </a:rPr>
              <a:t>却 </a:t>
            </a:r>
            <a:r>
              <a:rPr dirty="0" sz="1600">
                <a:latin typeface="宋体"/>
                <a:cs typeface="宋体"/>
              </a:rPr>
              <a:t>偏离很大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83640" y="1202258"/>
            <a:ext cx="1042035" cy="2160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物理学</a:t>
            </a:r>
            <a:r>
              <a:rPr dirty="0" sz="2000">
                <a:latin typeface="微软雅黑"/>
                <a:cs typeface="微软雅黑"/>
              </a:rPr>
              <a:t>家 </a:t>
            </a:r>
            <a:r>
              <a:rPr dirty="0" sz="2000">
                <a:latin typeface="微软雅黑"/>
                <a:cs typeface="微软雅黑"/>
              </a:rPr>
              <a:t>总是力</a:t>
            </a:r>
            <a:r>
              <a:rPr dirty="0" sz="2000">
                <a:latin typeface="微软雅黑"/>
                <a:cs typeface="微软雅黑"/>
              </a:rPr>
              <a:t>图 </a:t>
            </a:r>
            <a:r>
              <a:rPr dirty="0" sz="2000">
                <a:latin typeface="微软雅黑"/>
                <a:cs typeface="微软雅黑"/>
              </a:rPr>
              <a:t>用已有</a:t>
            </a:r>
            <a:r>
              <a:rPr dirty="0" sz="2000">
                <a:latin typeface="微软雅黑"/>
                <a:cs typeface="微软雅黑"/>
              </a:rPr>
              <a:t>的 </a:t>
            </a:r>
            <a:r>
              <a:rPr dirty="0" sz="2000">
                <a:latin typeface="微软雅黑"/>
                <a:cs typeface="微软雅黑"/>
              </a:rPr>
              <a:t>知识来</a:t>
            </a:r>
            <a:r>
              <a:rPr dirty="0" sz="2000">
                <a:latin typeface="微软雅黑"/>
                <a:cs typeface="微软雅黑"/>
              </a:rPr>
              <a:t>解 </a:t>
            </a:r>
            <a:r>
              <a:rPr dirty="0" sz="2000">
                <a:latin typeface="微软雅黑"/>
                <a:cs typeface="微软雅黑"/>
              </a:rPr>
              <a:t>释新发</a:t>
            </a:r>
            <a:r>
              <a:rPr dirty="0" sz="2000">
                <a:latin typeface="微软雅黑"/>
                <a:cs typeface="微软雅黑"/>
              </a:rPr>
              <a:t>现 </a:t>
            </a:r>
            <a:r>
              <a:rPr dirty="0" sz="2000">
                <a:latin typeface="微软雅黑"/>
                <a:cs typeface="微软雅黑"/>
              </a:rPr>
              <a:t>的现象</a:t>
            </a:r>
            <a:r>
              <a:rPr dirty="0" sz="2000">
                <a:latin typeface="微软雅黑"/>
                <a:cs typeface="微软雅黑"/>
              </a:rPr>
              <a:t>和 </a:t>
            </a:r>
            <a:r>
              <a:rPr dirty="0" sz="2000">
                <a:latin typeface="微软雅黑"/>
                <a:cs typeface="微软雅黑"/>
              </a:rPr>
              <a:t>规</a:t>
            </a:r>
            <a:r>
              <a:rPr dirty="0" sz="2000" spc="5">
                <a:latin typeface="微软雅黑"/>
                <a:cs typeface="微软雅黑"/>
              </a:rPr>
              <a:t>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75131" y="987552"/>
            <a:ext cx="254635" cy="192405"/>
          </a:xfrm>
          <a:custGeom>
            <a:avLst/>
            <a:gdLst/>
            <a:ahLst/>
            <a:cxnLst/>
            <a:rect l="l" t="t" r="r" b="b"/>
            <a:pathLst>
              <a:path w="254634" h="192405">
                <a:moveTo>
                  <a:pt x="0" y="0"/>
                </a:moveTo>
                <a:lnTo>
                  <a:pt x="254507" y="0"/>
                </a:lnTo>
                <a:lnTo>
                  <a:pt x="254507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FAC5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50036" y="987552"/>
            <a:ext cx="254635" cy="192405"/>
          </a:xfrm>
          <a:custGeom>
            <a:avLst/>
            <a:gdLst/>
            <a:ahLst/>
            <a:cxnLst/>
            <a:rect l="l" t="t" r="r" b="b"/>
            <a:pathLst>
              <a:path w="254634" h="192405">
                <a:moveTo>
                  <a:pt x="0" y="0"/>
                </a:moveTo>
                <a:lnTo>
                  <a:pt x="254507" y="0"/>
                </a:lnTo>
                <a:lnTo>
                  <a:pt x="254507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8AC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48511" y="697991"/>
            <a:ext cx="254635" cy="190500"/>
          </a:xfrm>
          <a:custGeom>
            <a:avLst/>
            <a:gdLst/>
            <a:ahLst/>
            <a:cxnLst/>
            <a:rect l="l" t="t" r="r" b="b"/>
            <a:pathLst>
              <a:path w="254634" h="190500">
                <a:moveTo>
                  <a:pt x="0" y="0"/>
                </a:moveTo>
                <a:lnTo>
                  <a:pt x="254507" y="0"/>
                </a:lnTo>
                <a:lnTo>
                  <a:pt x="254507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66BE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75131" y="697991"/>
            <a:ext cx="254635" cy="190500"/>
          </a:xfrm>
          <a:custGeom>
            <a:avLst/>
            <a:gdLst/>
            <a:ahLst/>
            <a:cxnLst/>
            <a:rect l="l" t="t" r="r" b="b"/>
            <a:pathLst>
              <a:path w="254634" h="190500">
                <a:moveTo>
                  <a:pt x="0" y="0"/>
                </a:moveTo>
                <a:lnTo>
                  <a:pt x="254507" y="0"/>
                </a:lnTo>
                <a:lnTo>
                  <a:pt x="254507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FB6C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986383" y="698080"/>
            <a:ext cx="0" cy="2378075"/>
          </a:xfrm>
          <a:custGeom>
            <a:avLst/>
            <a:gdLst/>
            <a:ahLst/>
            <a:cxnLst/>
            <a:rect l="l" t="t" r="r" b="b"/>
            <a:pathLst>
              <a:path w="0" h="2378075">
                <a:moveTo>
                  <a:pt x="0" y="0"/>
                </a:moveTo>
                <a:lnTo>
                  <a:pt x="0" y="2377770"/>
                </a:lnTo>
              </a:path>
            </a:pathLst>
          </a:custGeom>
          <a:ln w="34137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77214" y="934377"/>
            <a:ext cx="627380" cy="0"/>
          </a:xfrm>
          <a:custGeom>
            <a:avLst/>
            <a:gdLst/>
            <a:ahLst/>
            <a:cxnLst/>
            <a:rect l="l" t="t" r="r" b="b"/>
            <a:pathLst>
              <a:path w="627380" h="0">
                <a:moveTo>
                  <a:pt x="0" y="0"/>
                </a:moveTo>
                <a:lnTo>
                  <a:pt x="627062" y="0"/>
                </a:lnTo>
              </a:path>
            </a:pathLst>
          </a:custGeom>
          <a:ln w="25400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3291" y="1330452"/>
            <a:ext cx="3782567" cy="35981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68324" y="791476"/>
            <a:ext cx="7041146" cy="5790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6689" y="0"/>
            <a:ext cx="6043930" cy="1298575"/>
          </a:xfrm>
          <a:prstGeom prst="rect"/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4000"/>
              <a:t>高中物</a:t>
            </a:r>
            <a:r>
              <a:rPr dirty="0" sz="4000" spc="-10"/>
              <a:t>理</a:t>
            </a:r>
            <a:endParaRPr sz="4000"/>
          </a:p>
          <a:p>
            <a:pPr marL="588010">
              <a:lnSpc>
                <a:spcPct val="100000"/>
              </a:lnSpc>
              <a:spcBef>
                <a:spcPts val="765"/>
              </a:spcBef>
            </a:pPr>
            <a:r>
              <a:rPr dirty="0" sz="2800" i="0">
                <a:solidFill>
                  <a:srgbClr val="000000"/>
                </a:solidFill>
                <a:latin typeface="微软雅黑"/>
                <a:cs typeface="微软雅黑"/>
              </a:rPr>
              <a:t>三、能量量子化</a:t>
            </a:r>
            <a:r>
              <a:rPr dirty="0" sz="2800" spc="-10" i="0">
                <a:solidFill>
                  <a:srgbClr val="000000"/>
                </a:solidFill>
                <a:latin typeface="微软雅黑"/>
                <a:cs typeface="微软雅黑"/>
              </a:rPr>
              <a:t>---</a:t>
            </a:r>
            <a:r>
              <a:rPr dirty="0" sz="2800" i="0">
                <a:solidFill>
                  <a:srgbClr val="000000"/>
                </a:solidFill>
                <a:latin typeface="微软雅黑"/>
                <a:cs typeface="微软雅黑"/>
              </a:rPr>
              <a:t>物理学的新纪</a:t>
            </a:r>
            <a:r>
              <a:rPr dirty="0" sz="2800" spc="-5" i="0">
                <a:solidFill>
                  <a:srgbClr val="000000"/>
                </a:solidFill>
                <a:latin typeface="微软雅黑"/>
                <a:cs typeface="微软雅黑"/>
              </a:rPr>
              <a:t>元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7532" y="1869948"/>
            <a:ext cx="3816350" cy="1836420"/>
          </a:xfrm>
          <a:custGeom>
            <a:avLst/>
            <a:gdLst/>
            <a:ahLst/>
            <a:cxnLst/>
            <a:rect l="l" t="t" r="r" b="b"/>
            <a:pathLst>
              <a:path w="3816350" h="1836420">
                <a:moveTo>
                  <a:pt x="0" y="0"/>
                </a:moveTo>
                <a:lnTo>
                  <a:pt x="3816096" y="0"/>
                </a:lnTo>
                <a:lnTo>
                  <a:pt x="3816096" y="1836420"/>
                </a:lnTo>
                <a:lnTo>
                  <a:pt x="0" y="1836420"/>
                </a:lnTo>
                <a:lnTo>
                  <a:pt x="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8037" y="1850224"/>
            <a:ext cx="3854450" cy="1875789"/>
          </a:xfrm>
          <a:custGeom>
            <a:avLst/>
            <a:gdLst/>
            <a:ahLst/>
            <a:cxnLst/>
            <a:rect l="l" t="t" r="r" b="b"/>
            <a:pathLst>
              <a:path w="3854450" h="1875789">
                <a:moveTo>
                  <a:pt x="3854450" y="1875243"/>
                </a:moveTo>
                <a:lnTo>
                  <a:pt x="0" y="1875243"/>
                </a:lnTo>
                <a:lnTo>
                  <a:pt x="0" y="0"/>
                </a:lnTo>
                <a:lnTo>
                  <a:pt x="3854450" y="0"/>
                </a:lnTo>
                <a:lnTo>
                  <a:pt x="3854450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1837143"/>
                </a:lnTo>
                <a:lnTo>
                  <a:pt x="19050" y="1837143"/>
                </a:lnTo>
                <a:lnTo>
                  <a:pt x="38100" y="1856193"/>
                </a:lnTo>
                <a:lnTo>
                  <a:pt x="3854450" y="1856193"/>
                </a:lnTo>
                <a:lnTo>
                  <a:pt x="3854450" y="1875243"/>
                </a:lnTo>
                <a:close/>
              </a:path>
              <a:path w="3854450" h="1875789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3854450" h="1875789">
                <a:moveTo>
                  <a:pt x="3816350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3816350" y="19050"/>
                </a:lnTo>
                <a:lnTo>
                  <a:pt x="3816350" y="38100"/>
                </a:lnTo>
                <a:close/>
              </a:path>
              <a:path w="3854450" h="1875789">
                <a:moveTo>
                  <a:pt x="3816350" y="1856193"/>
                </a:moveTo>
                <a:lnTo>
                  <a:pt x="3816350" y="19050"/>
                </a:lnTo>
                <a:lnTo>
                  <a:pt x="3835400" y="38100"/>
                </a:lnTo>
                <a:lnTo>
                  <a:pt x="3854450" y="38100"/>
                </a:lnTo>
                <a:lnTo>
                  <a:pt x="3854450" y="1837143"/>
                </a:lnTo>
                <a:lnTo>
                  <a:pt x="3835400" y="1837143"/>
                </a:lnTo>
                <a:lnTo>
                  <a:pt x="3816350" y="1856193"/>
                </a:lnTo>
                <a:close/>
              </a:path>
              <a:path w="3854450" h="1875789">
                <a:moveTo>
                  <a:pt x="3854450" y="38100"/>
                </a:moveTo>
                <a:lnTo>
                  <a:pt x="3835400" y="38100"/>
                </a:lnTo>
                <a:lnTo>
                  <a:pt x="3816350" y="19050"/>
                </a:lnTo>
                <a:lnTo>
                  <a:pt x="3854450" y="19050"/>
                </a:lnTo>
                <a:lnTo>
                  <a:pt x="3854450" y="38100"/>
                </a:lnTo>
                <a:close/>
              </a:path>
              <a:path w="3854450" h="1875789">
                <a:moveTo>
                  <a:pt x="38100" y="1856193"/>
                </a:moveTo>
                <a:lnTo>
                  <a:pt x="19050" y="1837143"/>
                </a:lnTo>
                <a:lnTo>
                  <a:pt x="38100" y="1837143"/>
                </a:lnTo>
                <a:lnTo>
                  <a:pt x="38100" y="1856193"/>
                </a:lnTo>
                <a:close/>
              </a:path>
              <a:path w="3854450" h="1875789">
                <a:moveTo>
                  <a:pt x="3816350" y="1856193"/>
                </a:moveTo>
                <a:lnTo>
                  <a:pt x="38100" y="1856193"/>
                </a:lnTo>
                <a:lnTo>
                  <a:pt x="38100" y="1837143"/>
                </a:lnTo>
                <a:lnTo>
                  <a:pt x="3816350" y="1837143"/>
                </a:lnTo>
                <a:lnTo>
                  <a:pt x="3816350" y="1856193"/>
                </a:lnTo>
                <a:close/>
              </a:path>
              <a:path w="3854450" h="1875789">
                <a:moveTo>
                  <a:pt x="3854450" y="1856193"/>
                </a:moveTo>
                <a:lnTo>
                  <a:pt x="3816350" y="1856193"/>
                </a:lnTo>
                <a:lnTo>
                  <a:pt x="3835400" y="1837143"/>
                </a:lnTo>
                <a:lnTo>
                  <a:pt x="3854450" y="1837143"/>
                </a:lnTo>
                <a:lnTo>
                  <a:pt x="3854450" y="1856193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7532" y="1924811"/>
            <a:ext cx="3744468" cy="20619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27532" y="1933575"/>
            <a:ext cx="3744595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90805" marR="378460" indent="410209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微观世界的某</a:t>
            </a:r>
            <a:r>
              <a:rPr dirty="0" sz="3200" spc="-10" b="1">
                <a:latin typeface="黑体"/>
                <a:cs typeface="黑体"/>
              </a:rPr>
              <a:t>些 </a:t>
            </a:r>
            <a:r>
              <a:rPr dirty="0" sz="3200" b="1">
                <a:latin typeface="黑体"/>
                <a:cs typeface="黑体"/>
              </a:rPr>
              <a:t>规律，在我们宏</a:t>
            </a:r>
            <a:r>
              <a:rPr dirty="0" sz="3200" spc="-10" b="1">
                <a:latin typeface="黑体"/>
                <a:cs typeface="黑体"/>
              </a:rPr>
              <a:t>观 </a:t>
            </a:r>
            <a:r>
              <a:rPr dirty="0" sz="3200" b="1">
                <a:latin typeface="黑体"/>
                <a:cs typeface="黑体"/>
              </a:rPr>
              <a:t>世界看来可能非</a:t>
            </a:r>
            <a:r>
              <a:rPr dirty="0" sz="3200" spc="-10" b="1">
                <a:latin typeface="黑体"/>
                <a:cs typeface="黑体"/>
              </a:rPr>
              <a:t>常 </a:t>
            </a:r>
            <a:r>
              <a:rPr dirty="0" sz="3200" b="1">
                <a:latin typeface="黑体"/>
                <a:cs typeface="黑体"/>
              </a:rPr>
              <a:t>奇怪</a:t>
            </a:r>
            <a:r>
              <a:rPr dirty="0" sz="3200" spc="-10" b="1">
                <a:latin typeface="黑体"/>
                <a:cs typeface="黑体"/>
              </a:rPr>
              <a:t>。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00371" y="3976115"/>
            <a:ext cx="381000" cy="9342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666" y="909739"/>
            <a:ext cx="7823834" cy="2979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宋体"/>
                <a:cs typeface="宋体"/>
              </a:rPr>
              <a:t>普朗克做出了这样的大胆假设</a:t>
            </a:r>
            <a:r>
              <a:rPr dirty="0" sz="2800" spc="-5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621665" marR="108585" indent="-285750">
              <a:lnSpc>
                <a:spcPct val="125000"/>
              </a:lnSpc>
              <a:spcBef>
                <a:spcPts val="1900"/>
              </a:spcBef>
              <a:buFont typeface="Wingdings"/>
              <a:buChar char=""/>
              <a:tabLst>
                <a:tab pos="622300" algn="l"/>
              </a:tabLst>
            </a:pPr>
            <a:r>
              <a:rPr dirty="0" sz="2000">
                <a:latin typeface="微软雅黑"/>
                <a:cs typeface="微软雅黑"/>
              </a:rPr>
              <a:t>振动着的带电微粒的能量只能是某一最小能量</a:t>
            </a:r>
            <a:r>
              <a:rPr dirty="0" sz="2000" spc="5">
                <a:latin typeface="微软雅黑"/>
                <a:cs typeface="微软雅黑"/>
              </a:rPr>
              <a:t>值</a:t>
            </a:r>
            <a:r>
              <a:rPr dirty="0" sz="2000" spc="-150">
                <a:latin typeface="微软雅黑"/>
                <a:cs typeface="微软雅黑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ε</a:t>
            </a:r>
            <a:r>
              <a:rPr dirty="0" sz="2000" spc="-55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的整数倍。</a:t>
            </a:r>
            <a:r>
              <a:rPr dirty="0" sz="2000" spc="5">
                <a:latin typeface="微软雅黑"/>
                <a:cs typeface="微软雅黑"/>
              </a:rPr>
              <a:t>例 </a:t>
            </a:r>
            <a:r>
              <a:rPr dirty="0" sz="2000">
                <a:latin typeface="微软雅黑"/>
                <a:cs typeface="微软雅黑"/>
              </a:rPr>
              <a:t>如，可能</a:t>
            </a:r>
            <a:r>
              <a:rPr dirty="0" sz="2000" spc="5">
                <a:latin typeface="微软雅黑"/>
                <a:cs typeface="微软雅黑"/>
              </a:rPr>
              <a:t>是</a:t>
            </a:r>
            <a:r>
              <a:rPr dirty="0" sz="2000" spc="-105">
                <a:latin typeface="微软雅黑"/>
                <a:cs typeface="微软雅黑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ε</a:t>
            </a:r>
            <a:r>
              <a:rPr dirty="0" sz="2000" spc="-5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或</a:t>
            </a:r>
            <a:r>
              <a:rPr dirty="0" sz="2000">
                <a:latin typeface="Times New Roman"/>
                <a:cs typeface="Times New Roman"/>
              </a:rPr>
              <a:t>2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ε</a:t>
            </a:r>
            <a:r>
              <a:rPr dirty="0" sz="2000" spc="-5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、</a:t>
            </a:r>
            <a:r>
              <a:rPr dirty="0" sz="2000">
                <a:latin typeface="Times New Roman"/>
                <a:cs typeface="Times New Roman"/>
              </a:rPr>
              <a:t>3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ε</a:t>
            </a:r>
            <a:r>
              <a:rPr dirty="0" sz="2000" spc="-5" i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……</a:t>
            </a:r>
            <a:endParaRPr sz="2000">
              <a:latin typeface="Times New Roman"/>
              <a:cs typeface="Times New Roman"/>
            </a:endParaRPr>
          </a:p>
          <a:p>
            <a:pPr marL="621665" marR="81280" indent="-285750">
              <a:lnSpc>
                <a:spcPct val="125000"/>
              </a:lnSpc>
              <a:buFont typeface="Wingdings"/>
              <a:buChar char=""/>
              <a:tabLst>
                <a:tab pos="622300" algn="l"/>
              </a:tabLst>
            </a:pPr>
            <a:r>
              <a:rPr dirty="0" sz="2000">
                <a:latin typeface="微软雅黑"/>
                <a:cs typeface="微软雅黑"/>
              </a:rPr>
              <a:t>带电微粒辐射或吸收能量时，以这个最小能量值为单位一份一</a:t>
            </a:r>
            <a:r>
              <a:rPr dirty="0" sz="2000">
                <a:latin typeface="微软雅黑"/>
                <a:cs typeface="微软雅黑"/>
              </a:rPr>
              <a:t>份 </a:t>
            </a:r>
            <a:r>
              <a:rPr dirty="0" sz="2000">
                <a:latin typeface="微软雅黑"/>
                <a:cs typeface="微软雅黑"/>
              </a:rPr>
              <a:t>地辐射或吸收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621665" indent="-285750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622300" algn="l"/>
                <a:tab pos="5420995" algn="l"/>
              </a:tabLst>
            </a:pPr>
            <a:r>
              <a:rPr dirty="0" sz="2000">
                <a:latin typeface="微软雅黑"/>
                <a:cs typeface="微软雅黑"/>
              </a:rPr>
              <a:t>这个不可再分的最小能量</a:t>
            </a:r>
            <a:r>
              <a:rPr dirty="0" sz="2000" spc="5">
                <a:latin typeface="微软雅黑"/>
                <a:cs typeface="微软雅黑"/>
              </a:rPr>
              <a:t>值</a:t>
            </a:r>
            <a:r>
              <a:rPr dirty="0" sz="2000" spc="-100">
                <a:latin typeface="微软雅黑"/>
                <a:cs typeface="微软雅黑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ε</a:t>
            </a:r>
            <a:r>
              <a:rPr dirty="0" sz="2000" spc="-5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叫做</a:t>
            </a:r>
            <a:r>
              <a:rPr dirty="0" sz="2000">
                <a:solidFill>
                  <a:srgbClr val="FF0000"/>
                </a:solidFill>
                <a:latin typeface="微软雅黑"/>
                <a:cs typeface="微软雅黑"/>
              </a:rPr>
              <a:t>能量</a:t>
            </a:r>
            <a:r>
              <a:rPr dirty="0" sz="2000" spc="5">
                <a:solidFill>
                  <a:srgbClr val="FF0000"/>
                </a:solidFill>
                <a:latin typeface="微软雅黑"/>
                <a:cs typeface="微软雅黑"/>
              </a:rPr>
              <a:t>子	</a:t>
            </a:r>
            <a:r>
              <a:rPr dirty="0" sz="2000" i="1">
                <a:latin typeface="Times New Roman"/>
                <a:cs typeface="Times New Roman"/>
              </a:rPr>
              <a:t>ε </a:t>
            </a:r>
            <a:r>
              <a:rPr dirty="0" sz="2000" spc="5">
                <a:latin typeface="微软雅黑"/>
                <a:cs typeface="微软雅黑"/>
              </a:rPr>
              <a:t>＝</a:t>
            </a:r>
            <a:r>
              <a:rPr dirty="0" sz="2000" spc="-110">
                <a:latin typeface="微软雅黑"/>
                <a:cs typeface="微软雅黑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hv</a:t>
            </a:r>
            <a:endParaRPr sz="2000">
              <a:latin typeface="Times New Roman"/>
              <a:cs typeface="Times New Roman"/>
            </a:endParaRPr>
          </a:p>
          <a:p>
            <a:pPr marL="653415">
              <a:lnSpc>
                <a:spcPct val="100000"/>
              </a:lnSpc>
              <a:spcBef>
                <a:spcPts val="600"/>
              </a:spcBef>
            </a:pPr>
            <a:r>
              <a:rPr dirty="0" sz="2000">
                <a:latin typeface="微软雅黑"/>
                <a:cs typeface="微软雅黑"/>
              </a:rPr>
              <a:t>其中</a:t>
            </a:r>
            <a:r>
              <a:rPr dirty="0" sz="2000" i="1">
                <a:latin typeface="Times New Roman"/>
                <a:cs typeface="Times New Roman"/>
              </a:rPr>
              <a:t>v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是电磁波的频率</a:t>
            </a:r>
            <a:r>
              <a:rPr dirty="0" sz="2000" spc="5">
                <a:latin typeface="微软雅黑"/>
                <a:cs typeface="微软雅黑"/>
              </a:rPr>
              <a:t>，</a:t>
            </a:r>
            <a:r>
              <a:rPr dirty="0" sz="2000" spc="-105">
                <a:latin typeface="微软雅黑"/>
                <a:cs typeface="微软雅黑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h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为普朗克常</a:t>
            </a:r>
            <a:r>
              <a:rPr dirty="0" sz="2000" spc="5">
                <a:latin typeface="微软雅黑"/>
                <a:cs typeface="微软雅黑"/>
              </a:rPr>
              <a:t>量</a:t>
            </a:r>
            <a:r>
              <a:rPr dirty="0" sz="2000" spc="-105">
                <a:latin typeface="微软雅黑"/>
                <a:cs typeface="微软雅黑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h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5">
                <a:latin typeface="微软雅黑"/>
                <a:cs typeface="微软雅黑"/>
              </a:rPr>
              <a:t>＝</a:t>
            </a:r>
            <a:r>
              <a:rPr dirty="0" sz="2000" spc="-110">
                <a:latin typeface="微软雅黑"/>
                <a:cs typeface="微软雅黑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6.626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微软雅黑"/>
                <a:cs typeface="微软雅黑"/>
              </a:rPr>
              <a:t>×</a:t>
            </a:r>
            <a:r>
              <a:rPr dirty="0" sz="2000" spc="-100">
                <a:latin typeface="微软雅黑"/>
                <a:cs typeface="微软雅黑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10</a:t>
            </a:r>
            <a:r>
              <a:rPr dirty="0" baseline="21367" sz="1950" spc="-7">
                <a:latin typeface="微软雅黑"/>
                <a:cs typeface="微软雅黑"/>
              </a:rPr>
              <a:t>－</a:t>
            </a:r>
            <a:r>
              <a:rPr dirty="0" baseline="21367" sz="1950" spc="-89">
                <a:latin typeface="微软雅黑"/>
                <a:cs typeface="微软雅黑"/>
              </a:rPr>
              <a:t> </a:t>
            </a:r>
            <a:r>
              <a:rPr dirty="0" baseline="21367" sz="1950" spc="-7">
                <a:latin typeface="Times New Roman"/>
                <a:cs typeface="Times New Roman"/>
              </a:rPr>
              <a:t>34 </a:t>
            </a:r>
            <a:r>
              <a:rPr dirty="0" sz="2000" spc="-5">
                <a:latin typeface="Times New Roman"/>
                <a:cs typeface="Times New Roman"/>
              </a:rPr>
              <a:t>J·s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864108" y="1159763"/>
            <a:ext cx="5000244" cy="3742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86644" y="1858289"/>
            <a:ext cx="27686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借助能量量子化假说得出的 黑体辐射强度与波长分布的 结果与实验符合之好的让人 击掌叫绝！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2027" y="815720"/>
            <a:ext cx="64173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微软雅黑"/>
                <a:cs typeface="微软雅黑"/>
              </a:rPr>
              <a:t>普朗克公式与实验结果的比较-----</a:t>
            </a:r>
            <a:r>
              <a:rPr dirty="0" sz="2000" b="1">
                <a:latin typeface="微软雅黑"/>
                <a:cs typeface="微软雅黑"/>
              </a:rPr>
              <a:t>能量子假说的实验证</a:t>
            </a:r>
            <a:r>
              <a:rPr dirty="0" sz="2000" spc="5" b="1">
                <a:latin typeface="微软雅黑"/>
                <a:cs typeface="微软雅黑"/>
              </a:rPr>
              <a:t>实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36420" y="4206240"/>
            <a:ext cx="714756" cy="275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2431" y="1032382"/>
            <a:ext cx="7397750" cy="4036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5255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latin typeface="黑体"/>
                <a:cs typeface="黑体"/>
              </a:rPr>
              <a:t>能量的量子化—物理学的新纪</a:t>
            </a:r>
            <a:r>
              <a:rPr dirty="0" sz="2600" spc="5">
                <a:latin typeface="黑体"/>
                <a:cs typeface="黑体"/>
              </a:rPr>
              <a:t>元</a:t>
            </a:r>
            <a:endParaRPr sz="2600">
              <a:latin typeface="黑体"/>
              <a:cs typeface="黑体"/>
            </a:endParaRPr>
          </a:p>
          <a:p>
            <a:pPr marL="164465" marR="484505">
              <a:lnSpc>
                <a:spcPct val="125000"/>
              </a:lnSpc>
              <a:spcBef>
                <a:spcPts val="1735"/>
              </a:spcBef>
            </a:pPr>
            <a:r>
              <a:rPr dirty="0" sz="2000">
                <a:latin typeface="微软雅黑"/>
                <a:cs typeface="微软雅黑"/>
              </a:rPr>
              <a:t>宏观世界中：能量是连续变化的,</a:t>
            </a:r>
            <a:r>
              <a:rPr dirty="0" sz="2000" spc="-105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可以是任意值。例如：物</a:t>
            </a:r>
            <a:r>
              <a:rPr dirty="0" sz="2000" spc="5">
                <a:latin typeface="微软雅黑"/>
                <a:cs typeface="微软雅黑"/>
              </a:rPr>
              <a:t>体 </a:t>
            </a:r>
            <a:r>
              <a:rPr dirty="0" sz="2000">
                <a:latin typeface="微软雅黑"/>
                <a:cs typeface="微软雅黑"/>
              </a:rPr>
              <a:t>的重力势能，弹簧振子的弹性势能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80975" marR="603885">
              <a:lnSpc>
                <a:spcPct val="125000"/>
              </a:lnSpc>
              <a:spcBef>
                <a:spcPts val="509"/>
              </a:spcBef>
            </a:pPr>
            <a:r>
              <a:rPr dirty="0" sz="2000">
                <a:latin typeface="微软雅黑"/>
                <a:cs typeface="微软雅黑"/>
              </a:rPr>
              <a:t>普朗克的假设则认为微观粒子的能量是量子化的，或者说</a:t>
            </a:r>
            <a:r>
              <a:rPr dirty="0" sz="2000">
                <a:latin typeface="微软雅黑"/>
                <a:cs typeface="微软雅黑"/>
              </a:rPr>
              <a:t>微 </a:t>
            </a:r>
            <a:r>
              <a:rPr dirty="0" sz="2000">
                <a:latin typeface="微软雅黑"/>
                <a:cs typeface="微软雅黑"/>
              </a:rPr>
              <a:t>观粒子的能量是分立的，不连续的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2700" marR="5080" indent="171450">
              <a:lnSpc>
                <a:spcPct val="125099"/>
              </a:lnSpc>
              <a:spcBef>
                <a:spcPts val="705"/>
              </a:spcBef>
            </a:pPr>
            <a:r>
              <a:rPr dirty="0" sz="1800">
                <a:latin typeface="楷体"/>
                <a:cs typeface="楷体"/>
              </a:rPr>
              <a:t>普朗克的量子化理论改变了人们对微观世界的根本认识。</a:t>
            </a:r>
            <a:r>
              <a:rPr dirty="0" sz="1800" spc="-500">
                <a:latin typeface="楷体"/>
                <a:cs typeface="楷体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1900</a:t>
            </a:r>
            <a:r>
              <a:rPr dirty="0" sz="1800">
                <a:latin typeface="楷体"/>
                <a:cs typeface="楷体"/>
              </a:rPr>
              <a:t>年</a:t>
            </a:r>
            <a:r>
              <a:rPr dirty="0" sz="1800">
                <a:latin typeface="Times New Roman"/>
                <a:cs typeface="Times New Roman"/>
              </a:rPr>
              <a:t>12</a:t>
            </a:r>
            <a:r>
              <a:rPr dirty="0" sz="1800">
                <a:latin typeface="楷体"/>
                <a:cs typeface="楷体"/>
              </a:rPr>
              <a:t>月</a:t>
            </a:r>
            <a:r>
              <a:rPr dirty="0" sz="1800">
                <a:latin typeface="Times New Roman"/>
                <a:cs typeface="Times New Roman"/>
              </a:rPr>
              <a:t>14  </a:t>
            </a:r>
            <a:r>
              <a:rPr dirty="0" sz="1800">
                <a:latin typeface="楷体"/>
                <a:cs typeface="楷体"/>
              </a:rPr>
              <a:t>日普朗克在德国物理学会上报告了自己的研究结果，</a:t>
            </a:r>
            <a:r>
              <a:rPr dirty="0" sz="1800">
                <a:latin typeface="Times New Roman"/>
                <a:cs typeface="Times New Roman"/>
              </a:rPr>
              <a:t>1900</a:t>
            </a:r>
            <a:r>
              <a:rPr dirty="0" sz="1800">
                <a:latin typeface="楷体"/>
                <a:cs typeface="楷体"/>
              </a:rPr>
              <a:t>年不仅成为新世 纪的开始，也成为物理学的一个新纪元。普朗克常量</a:t>
            </a:r>
            <a:r>
              <a:rPr dirty="0" sz="1800" i="1">
                <a:latin typeface="Times New Roman"/>
                <a:cs typeface="Times New Roman"/>
              </a:rPr>
              <a:t>h</a:t>
            </a:r>
            <a:r>
              <a:rPr dirty="0" sz="1800">
                <a:latin typeface="楷体"/>
                <a:cs typeface="楷体"/>
              </a:rPr>
              <a:t>是自然界最基本的 常量之一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>
                <a:latin typeface="楷体"/>
                <a:cs typeface="楷体"/>
              </a:rPr>
              <a:t>它体现了微观世界的基本特征。</a:t>
            </a:r>
            <a:r>
              <a:rPr dirty="0" sz="1800">
                <a:latin typeface="Times New Roman"/>
                <a:cs typeface="Times New Roman"/>
              </a:rPr>
              <a:t>18</a:t>
            </a:r>
            <a:r>
              <a:rPr dirty="0" sz="1800">
                <a:latin typeface="楷体"/>
                <a:cs typeface="楷体"/>
              </a:rPr>
              <a:t>年后，普朗克为此获得了诺贝 尔物理学奖。</a:t>
            </a:r>
            <a:endParaRPr sz="18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0386" y="3113430"/>
            <a:ext cx="13538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70">
                <a:latin typeface="微软雅黑"/>
                <a:cs typeface="微软雅黑"/>
              </a:rPr>
              <a:t>D.</a:t>
            </a:r>
            <a:r>
              <a:rPr dirty="0" sz="2000" spc="-90">
                <a:latin typeface="微软雅黑"/>
                <a:cs typeface="微软雅黑"/>
              </a:rPr>
              <a:t> </a:t>
            </a:r>
            <a:r>
              <a:rPr dirty="0" sz="2000">
                <a:latin typeface="微软雅黑"/>
                <a:cs typeface="微软雅黑"/>
              </a:rPr>
              <a:t>人的个</a:t>
            </a:r>
            <a:r>
              <a:rPr dirty="0" sz="2000" spc="5">
                <a:latin typeface="微软雅黑"/>
                <a:cs typeface="微软雅黑"/>
              </a:rPr>
              <a:t>数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0386" y="3749916"/>
            <a:ext cx="446659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你还能举出一些身边的量子化的例子吗</a:t>
            </a:r>
            <a:r>
              <a:rPr dirty="0" sz="2000">
                <a:latin typeface="微软雅黑"/>
                <a:cs typeface="微软雅黑"/>
              </a:rPr>
              <a:t>?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277" y="725576"/>
            <a:ext cx="5172710" cy="2261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微软雅黑"/>
                <a:cs typeface="微软雅黑"/>
              </a:rPr>
              <a:t>课堂练</a:t>
            </a:r>
            <a:r>
              <a:rPr dirty="0" sz="2000" spc="5" b="1">
                <a:latin typeface="微软雅黑"/>
                <a:cs typeface="微软雅黑"/>
              </a:rPr>
              <a:t>习</a:t>
            </a:r>
            <a:endParaRPr sz="2000">
              <a:latin typeface="微软雅黑"/>
              <a:cs typeface="微软雅黑"/>
            </a:endParaRPr>
          </a:p>
          <a:p>
            <a:pPr marL="376555">
              <a:lnSpc>
                <a:spcPct val="100000"/>
              </a:lnSpc>
              <a:spcBef>
                <a:spcPts val="2000"/>
              </a:spcBef>
            </a:pPr>
            <a:r>
              <a:rPr dirty="0" sz="2000" spc="-5">
                <a:latin typeface="微软雅黑"/>
                <a:cs typeface="微软雅黑"/>
              </a:rPr>
              <a:t>1.以下宏观概念中，哪些是“量子化”的</a:t>
            </a:r>
            <a:r>
              <a:rPr dirty="0" sz="2000" spc="5">
                <a:latin typeface="微软雅黑"/>
                <a:cs typeface="微软雅黑"/>
              </a:rPr>
              <a:t>？</a:t>
            </a:r>
            <a:endParaRPr sz="2000">
              <a:latin typeface="微软雅黑"/>
              <a:cs typeface="微软雅黑"/>
            </a:endParaRPr>
          </a:p>
          <a:p>
            <a:pPr marL="690880" indent="-314325">
              <a:lnSpc>
                <a:spcPct val="100000"/>
              </a:lnSpc>
              <a:spcBef>
                <a:spcPts val="1200"/>
              </a:spcBef>
              <a:buAutoNum type="alphaUcPeriod"/>
              <a:tabLst>
                <a:tab pos="691515" algn="l"/>
              </a:tabLst>
            </a:pPr>
            <a:r>
              <a:rPr dirty="0" sz="2000">
                <a:latin typeface="微软雅黑"/>
                <a:cs typeface="微软雅黑"/>
              </a:rPr>
              <a:t>物体的长</a:t>
            </a:r>
            <a:r>
              <a:rPr dirty="0" sz="2000" spc="5">
                <a:latin typeface="微软雅黑"/>
                <a:cs typeface="微软雅黑"/>
              </a:rPr>
              <a:t>度</a:t>
            </a:r>
            <a:endParaRPr sz="2000">
              <a:latin typeface="微软雅黑"/>
              <a:cs typeface="微软雅黑"/>
            </a:endParaRPr>
          </a:p>
          <a:p>
            <a:pPr marL="671830" indent="-295275">
              <a:lnSpc>
                <a:spcPct val="100000"/>
              </a:lnSpc>
              <a:spcBef>
                <a:spcPts val="1200"/>
              </a:spcBef>
              <a:buAutoNum type="alphaUcPeriod"/>
              <a:tabLst>
                <a:tab pos="672465" algn="l"/>
              </a:tabLst>
            </a:pPr>
            <a:r>
              <a:rPr dirty="0" sz="2000">
                <a:latin typeface="微软雅黑"/>
                <a:cs typeface="微软雅黑"/>
              </a:rPr>
              <a:t>物体所受的重</a:t>
            </a:r>
            <a:r>
              <a:rPr dirty="0" sz="2000" spc="5">
                <a:latin typeface="微软雅黑"/>
                <a:cs typeface="微软雅黑"/>
              </a:rPr>
              <a:t>力</a:t>
            </a:r>
            <a:endParaRPr sz="2000">
              <a:latin typeface="微软雅黑"/>
              <a:cs typeface="微软雅黑"/>
            </a:endParaRPr>
          </a:p>
          <a:p>
            <a:pPr marL="682625" indent="-306070">
              <a:lnSpc>
                <a:spcPct val="100000"/>
              </a:lnSpc>
              <a:spcBef>
                <a:spcPts val="1200"/>
              </a:spcBef>
              <a:buAutoNum type="alphaUcPeriod"/>
              <a:tabLst>
                <a:tab pos="683260" algn="l"/>
              </a:tabLst>
            </a:pPr>
            <a:r>
              <a:rPr dirty="0" sz="2000">
                <a:latin typeface="微软雅黑"/>
                <a:cs typeface="微软雅黑"/>
              </a:rPr>
              <a:t>物体的动</a:t>
            </a:r>
            <a:r>
              <a:rPr dirty="0" sz="2000" spc="5">
                <a:latin typeface="微软雅黑"/>
                <a:cs typeface="微软雅黑"/>
              </a:rPr>
              <a:t>能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0662" y="3096120"/>
            <a:ext cx="675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答</a:t>
            </a:r>
            <a:r>
              <a:rPr dirty="0" sz="1800" spc="405">
                <a:solidFill>
                  <a:srgbClr val="FF0000"/>
                </a:solidFill>
                <a:latin typeface="宋体"/>
                <a:cs typeface="宋体"/>
              </a:rPr>
              <a:t>案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295" y="945273"/>
            <a:ext cx="7406640" cy="327342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23520" indent="-210820">
              <a:lnSpc>
                <a:spcPct val="100000"/>
              </a:lnSpc>
              <a:spcBef>
                <a:spcPts val="1300"/>
              </a:spcBef>
              <a:buSzPct val="95000"/>
              <a:buAutoNum type="arabicPeriod" startAt="2"/>
              <a:tabLst>
                <a:tab pos="224154" algn="l"/>
                <a:tab pos="7037070" algn="l"/>
              </a:tabLst>
            </a:pPr>
            <a:r>
              <a:rPr dirty="0" sz="2000">
                <a:latin typeface="微软雅黑"/>
                <a:cs typeface="微软雅黑"/>
              </a:rPr>
              <a:t>对于带电微粒辐射和吸收能量时的特点</a:t>
            </a:r>
            <a:r>
              <a:rPr dirty="0" sz="2000" spc="-5">
                <a:latin typeface="微软雅黑"/>
                <a:cs typeface="微软雅黑"/>
              </a:rPr>
              <a:t>,</a:t>
            </a:r>
            <a:r>
              <a:rPr dirty="0" sz="2000">
                <a:latin typeface="微软雅黑"/>
                <a:cs typeface="微软雅黑"/>
              </a:rPr>
              <a:t>以下说法正确的是</a:t>
            </a:r>
            <a:r>
              <a:rPr dirty="0" sz="2000" spc="5">
                <a:latin typeface="微软雅黑"/>
                <a:cs typeface="微软雅黑"/>
              </a:rPr>
              <a:t>（	）</a:t>
            </a:r>
            <a:endParaRPr sz="2000">
              <a:latin typeface="微软雅黑"/>
              <a:cs typeface="微软雅黑"/>
            </a:endParaRPr>
          </a:p>
          <a:p>
            <a:pPr lvl="1" marL="252729" indent="-240029">
              <a:lnSpc>
                <a:spcPct val="100000"/>
              </a:lnSpc>
              <a:spcBef>
                <a:spcPts val="1200"/>
              </a:spcBef>
              <a:buSzPct val="95000"/>
              <a:buAutoNum type="alphaUcPeriod"/>
              <a:tabLst>
                <a:tab pos="253365" algn="l"/>
              </a:tabLst>
            </a:pPr>
            <a:r>
              <a:rPr dirty="0" sz="2000">
                <a:latin typeface="微软雅黑"/>
                <a:cs typeface="微软雅黑"/>
              </a:rPr>
              <a:t>以某一个最小能量值一份一份地辐射或吸</a:t>
            </a:r>
            <a:r>
              <a:rPr dirty="0" sz="2000" spc="5">
                <a:latin typeface="微软雅黑"/>
                <a:cs typeface="微软雅黑"/>
              </a:rPr>
              <a:t>收</a:t>
            </a:r>
            <a:endParaRPr sz="2000">
              <a:latin typeface="微软雅黑"/>
              <a:cs typeface="微软雅黑"/>
            </a:endParaRPr>
          </a:p>
          <a:p>
            <a:pPr lvl="1" marL="233679" indent="-220979">
              <a:lnSpc>
                <a:spcPct val="100000"/>
              </a:lnSpc>
              <a:spcBef>
                <a:spcPts val="1200"/>
              </a:spcBef>
              <a:buSzPct val="95000"/>
              <a:buAutoNum type="alphaUcPeriod"/>
              <a:tabLst>
                <a:tab pos="234315" algn="l"/>
              </a:tabLst>
            </a:pPr>
            <a:r>
              <a:rPr dirty="0" sz="2000">
                <a:latin typeface="微软雅黑"/>
                <a:cs typeface="微软雅黑"/>
              </a:rPr>
              <a:t>辐射和吸收的能量是某一最小值的整数</a:t>
            </a:r>
            <a:r>
              <a:rPr dirty="0" sz="2000" spc="5">
                <a:latin typeface="微软雅黑"/>
                <a:cs typeface="微软雅黑"/>
              </a:rPr>
              <a:t>倍</a:t>
            </a:r>
            <a:endParaRPr sz="2000">
              <a:latin typeface="微软雅黑"/>
              <a:cs typeface="微软雅黑"/>
            </a:endParaRPr>
          </a:p>
          <a:p>
            <a:pPr lvl="1" marL="244475" indent="-231775">
              <a:lnSpc>
                <a:spcPct val="100000"/>
              </a:lnSpc>
              <a:spcBef>
                <a:spcPts val="1200"/>
              </a:spcBef>
              <a:buSzPct val="95000"/>
              <a:buAutoNum type="alphaUcPeriod"/>
              <a:tabLst>
                <a:tab pos="245110" algn="l"/>
              </a:tabLst>
            </a:pPr>
            <a:r>
              <a:rPr dirty="0" sz="2000">
                <a:latin typeface="微软雅黑"/>
                <a:cs typeface="微软雅黑"/>
              </a:rPr>
              <a:t>吸收的能量可以是连续</a:t>
            </a:r>
            <a:r>
              <a:rPr dirty="0" sz="2000" spc="5">
                <a:latin typeface="微软雅黑"/>
                <a:cs typeface="微软雅黑"/>
              </a:rPr>
              <a:t>的</a:t>
            </a:r>
            <a:endParaRPr sz="2000">
              <a:latin typeface="微软雅黑"/>
              <a:cs typeface="微软雅黑"/>
            </a:endParaRPr>
          </a:p>
          <a:p>
            <a:pPr lvl="1" marL="250190" indent="-237490">
              <a:lnSpc>
                <a:spcPct val="100000"/>
              </a:lnSpc>
              <a:spcBef>
                <a:spcPts val="1200"/>
              </a:spcBef>
              <a:buSzPct val="95000"/>
              <a:buAutoNum type="alphaUcPeriod"/>
              <a:tabLst>
                <a:tab pos="250825" algn="l"/>
              </a:tabLst>
            </a:pPr>
            <a:r>
              <a:rPr dirty="0" sz="2000">
                <a:latin typeface="微软雅黑"/>
                <a:cs typeface="微软雅黑"/>
              </a:rPr>
              <a:t>辐射和吸收的能量是量子化</a:t>
            </a:r>
            <a:r>
              <a:rPr dirty="0" sz="2000" spc="5">
                <a:latin typeface="微软雅黑"/>
                <a:cs typeface="微软雅黑"/>
              </a:rPr>
              <a:t>的</a:t>
            </a:r>
            <a:endParaRPr sz="2000">
              <a:latin typeface="微软雅黑"/>
              <a:cs typeface="微软雅黑"/>
            </a:endParaRPr>
          </a:p>
          <a:p>
            <a:pPr marL="84455" marR="5080">
              <a:lnSpc>
                <a:spcPct val="150000"/>
              </a:lnSpc>
              <a:spcBef>
                <a:spcPts val="1090"/>
              </a:spcBef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解析</a:t>
            </a:r>
            <a:r>
              <a:rPr dirty="0" sz="1800" spc="-5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dirty="0" sz="1800">
                <a:latin typeface="宋体"/>
                <a:cs typeface="宋体"/>
              </a:rPr>
              <a:t>根据普朗克能量子假说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>
                <a:latin typeface="宋体"/>
                <a:cs typeface="宋体"/>
              </a:rPr>
              <a:t>带电粒子的能量只能是某一最小能量值</a:t>
            </a:r>
            <a:r>
              <a:rPr dirty="0" sz="1800" i="1">
                <a:latin typeface="Calibri"/>
                <a:cs typeface="Calibri"/>
              </a:rPr>
              <a:t>ε</a:t>
            </a:r>
            <a:r>
              <a:rPr dirty="0" sz="1800">
                <a:latin typeface="宋体"/>
                <a:cs typeface="宋体"/>
              </a:rPr>
              <a:t>的整 数倍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>
                <a:latin typeface="宋体"/>
                <a:cs typeface="宋体"/>
              </a:rPr>
              <a:t>能量的辐射、吸收要一份份地进行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>
                <a:latin typeface="宋体"/>
                <a:cs typeface="宋体"/>
              </a:rPr>
              <a:t>故选项</a:t>
            </a:r>
            <a:r>
              <a:rPr dirty="0" sz="1800" spc="-5">
                <a:latin typeface="Calibri"/>
                <a:cs typeface="Calibri"/>
              </a:rPr>
              <a:t>A</a:t>
            </a:r>
            <a:r>
              <a:rPr dirty="0" sz="1800">
                <a:latin typeface="宋体"/>
                <a:cs typeface="宋体"/>
              </a:rPr>
              <a:t>、</a:t>
            </a:r>
            <a:r>
              <a:rPr dirty="0" sz="1800">
                <a:latin typeface="Calibri"/>
                <a:cs typeface="Calibri"/>
              </a:rPr>
              <a:t>B</a:t>
            </a:r>
            <a:r>
              <a:rPr dirty="0" sz="1800">
                <a:latin typeface="宋体"/>
                <a:cs typeface="宋体"/>
              </a:rPr>
              <a:t>、</a:t>
            </a:r>
            <a:r>
              <a:rPr dirty="0" sz="1800" spc="-5">
                <a:latin typeface="Calibri"/>
                <a:cs typeface="Calibri"/>
              </a:rPr>
              <a:t>D</a:t>
            </a:r>
            <a:r>
              <a:rPr dirty="0" sz="1800">
                <a:latin typeface="宋体"/>
                <a:cs typeface="宋体"/>
              </a:rPr>
              <a:t>正确。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705" y="0"/>
            <a:ext cx="15513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5786628" y="1179575"/>
            <a:ext cx="3064764" cy="2592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2272" y="830478"/>
            <a:ext cx="5149850" cy="3789679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23520" indent="-210820">
              <a:lnSpc>
                <a:spcPct val="100000"/>
              </a:lnSpc>
              <a:spcBef>
                <a:spcPts val="1300"/>
              </a:spcBef>
              <a:buSzPct val="95000"/>
              <a:buAutoNum type="arabicPeriod" startAt="3"/>
              <a:tabLst>
                <a:tab pos="224154" algn="l"/>
              </a:tabLst>
            </a:pPr>
            <a:r>
              <a:rPr dirty="0" sz="2000">
                <a:latin typeface="微软雅黑"/>
                <a:cs typeface="微软雅黑"/>
              </a:rPr>
              <a:t>黑体辐射的实验规律如图所示</a:t>
            </a:r>
            <a:r>
              <a:rPr dirty="0" sz="2000" spc="-5">
                <a:latin typeface="微软雅黑"/>
                <a:cs typeface="微软雅黑"/>
              </a:rPr>
              <a:t>,</a:t>
            </a:r>
            <a:r>
              <a:rPr dirty="0" sz="2000">
                <a:latin typeface="微软雅黑"/>
                <a:cs typeface="微软雅黑"/>
              </a:rPr>
              <a:t>由图可</a:t>
            </a:r>
            <a:r>
              <a:rPr dirty="0" sz="2000" spc="5">
                <a:latin typeface="微软雅黑"/>
                <a:cs typeface="微软雅黑"/>
              </a:rPr>
              <a:t>知</a:t>
            </a:r>
            <a:endParaRPr sz="2000">
              <a:latin typeface="微软雅黑"/>
              <a:cs typeface="微软雅黑"/>
            </a:endParaRPr>
          </a:p>
          <a:p>
            <a:pPr lvl="1" marL="252729" indent="-240029">
              <a:lnSpc>
                <a:spcPct val="100000"/>
              </a:lnSpc>
              <a:spcBef>
                <a:spcPts val="1200"/>
              </a:spcBef>
              <a:buSzPct val="95000"/>
              <a:buAutoNum type="alphaUcPeriod"/>
              <a:tabLst>
                <a:tab pos="253365" algn="l"/>
              </a:tabLst>
            </a:pPr>
            <a:r>
              <a:rPr dirty="0" sz="2000">
                <a:latin typeface="微软雅黑"/>
                <a:cs typeface="微软雅黑"/>
              </a:rPr>
              <a:t>随温度升高</a:t>
            </a:r>
            <a:r>
              <a:rPr dirty="0" sz="2000" spc="-5">
                <a:latin typeface="微软雅黑"/>
                <a:cs typeface="微软雅黑"/>
              </a:rPr>
              <a:t>,</a:t>
            </a:r>
            <a:r>
              <a:rPr dirty="0" sz="2000">
                <a:latin typeface="微软雅黑"/>
                <a:cs typeface="微软雅黑"/>
              </a:rPr>
              <a:t>各种波长的辐射强度都增</a:t>
            </a:r>
            <a:r>
              <a:rPr dirty="0" sz="2000" spc="5">
                <a:latin typeface="微软雅黑"/>
                <a:cs typeface="微软雅黑"/>
              </a:rPr>
              <a:t>大</a:t>
            </a:r>
            <a:endParaRPr sz="2000">
              <a:latin typeface="微软雅黑"/>
              <a:cs typeface="微软雅黑"/>
            </a:endParaRPr>
          </a:p>
          <a:p>
            <a:pPr lvl="1" marL="233679" indent="-220979">
              <a:lnSpc>
                <a:spcPct val="100000"/>
              </a:lnSpc>
              <a:spcBef>
                <a:spcPts val="1200"/>
              </a:spcBef>
              <a:buSzPct val="95000"/>
              <a:buAutoNum type="alphaUcPeriod"/>
              <a:tabLst>
                <a:tab pos="234315" algn="l"/>
              </a:tabLst>
            </a:pPr>
            <a:r>
              <a:rPr dirty="0" sz="2000">
                <a:latin typeface="微软雅黑"/>
                <a:cs typeface="微软雅黑"/>
              </a:rPr>
              <a:t>随温度降低</a:t>
            </a:r>
            <a:r>
              <a:rPr dirty="0" sz="2000" spc="-5">
                <a:latin typeface="微软雅黑"/>
                <a:cs typeface="微软雅黑"/>
              </a:rPr>
              <a:t>,</a:t>
            </a:r>
            <a:r>
              <a:rPr dirty="0" sz="2000">
                <a:latin typeface="微软雅黑"/>
                <a:cs typeface="微软雅黑"/>
              </a:rPr>
              <a:t>各种波长的辐射强度都增</a:t>
            </a:r>
            <a:r>
              <a:rPr dirty="0" sz="2000" spc="5">
                <a:latin typeface="微软雅黑"/>
                <a:cs typeface="微软雅黑"/>
              </a:rPr>
              <a:t>大</a:t>
            </a:r>
            <a:endParaRPr sz="2000">
              <a:latin typeface="微软雅黑"/>
              <a:cs typeface="微软雅黑"/>
            </a:endParaRPr>
          </a:p>
          <a:p>
            <a:pPr lvl="1" marL="12700" marR="11430">
              <a:lnSpc>
                <a:spcPct val="150000"/>
              </a:lnSpc>
              <a:buSzPct val="95000"/>
              <a:buAutoNum type="alphaUcPeriod"/>
              <a:tabLst>
                <a:tab pos="245110" algn="l"/>
              </a:tabLst>
            </a:pPr>
            <a:r>
              <a:rPr dirty="0" sz="2000" spc="-5">
                <a:latin typeface="微软雅黑"/>
                <a:cs typeface="微软雅黑"/>
              </a:rPr>
              <a:t>随温度升高,辐射强度的极大值向波长较短</a:t>
            </a:r>
            <a:r>
              <a:rPr dirty="0" sz="2000">
                <a:latin typeface="微软雅黑"/>
                <a:cs typeface="微软雅黑"/>
              </a:rPr>
              <a:t>的 </a:t>
            </a:r>
            <a:r>
              <a:rPr dirty="0" sz="2000">
                <a:latin typeface="微软雅黑"/>
                <a:cs typeface="微软雅黑"/>
              </a:rPr>
              <a:t>方向移</a:t>
            </a:r>
            <a:r>
              <a:rPr dirty="0" sz="2000" spc="5">
                <a:latin typeface="微软雅黑"/>
                <a:cs typeface="微软雅黑"/>
              </a:rPr>
              <a:t>动</a:t>
            </a:r>
            <a:endParaRPr sz="2000">
              <a:latin typeface="微软雅黑"/>
              <a:cs typeface="微软雅黑"/>
            </a:endParaRPr>
          </a:p>
          <a:p>
            <a:pPr lvl="1" marL="12700" marR="5080">
              <a:lnSpc>
                <a:spcPct val="150000"/>
              </a:lnSpc>
              <a:buSzPct val="95000"/>
              <a:buAutoNum type="alphaUcPeriod"/>
              <a:tabLst>
                <a:tab pos="250825" algn="l"/>
              </a:tabLst>
            </a:pPr>
            <a:r>
              <a:rPr dirty="0" sz="2000" spc="-5">
                <a:latin typeface="微软雅黑"/>
                <a:cs typeface="微软雅黑"/>
              </a:rPr>
              <a:t>随温度降低,辐射强度的极大值向波长较长</a:t>
            </a:r>
            <a:r>
              <a:rPr dirty="0" sz="2000">
                <a:latin typeface="微软雅黑"/>
                <a:cs typeface="微软雅黑"/>
              </a:rPr>
              <a:t>的 </a:t>
            </a:r>
            <a:r>
              <a:rPr dirty="0" sz="2000">
                <a:latin typeface="微软雅黑"/>
                <a:cs typeface="微软雅黑"/>
              </a:rPr>
              <a:t>方向移</a:t>
            </a:r>
            <a:r>
              <a:rPr dirty="0" sz="2000" spc="5">
                <a:latin typeface="微软雅黑"/>
                <a:cs typeface="微软雅黑"/>
              </a:rPr>
              <a:t>动</a:t>
            </a:r>
            <a:endParaRPr sz="2000">
              <a:latin typeface="微软雅黑"/>
              <a:cs typeface="微软雅黑"/>
            </a:endParaRPr>
          </a:p>
          <a:p>
            <a:pPr marL="516255">
              <a:lnSpc>
                <a:spcPct val="100000"/>
              </a:lnSpc>
              <a:spcBef>
                <a:spcPts val="2275"/>
              </a:spcBef>
            </a:pPr>
            <a:r>
              <a:rPr dirty="0" sz="1800">
                <a:solidFill>
                  <a:srgbClr val="FF0000"/>
                </a:solidFill>
                <a:latin typeface="宋体"/>
                <a:cs typeface="宋体"/>
              </a:rPr>
              <a:t>答</a:t>
            </a:r>
            <a:r>
              <a:rPr dirty="0" sz="1800" spc="405">
                <a:solidFill>
                  <a:srgbClr val="FF0000"/>
                </a:solidFill>
                <a:latin typeface="宋体"/>
                <a:cs typeface="宋体"/>
              </a:rPr>
              <a:t>案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dirty="0" sz="18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高中物</a:t>
            </a:r>
            <a:r>
              <a:rPr dirty="0" spc="-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8331" y="413199"/>
            <a:ext cx="7397750" cy="392684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3392170">
              <a:lnSpc>
                <a:spcPct val="100000"/>
              </a:lnSpc>
              <a:spcBef>
                <a:spcPts val="885"/>
              </a:spcBef>
              <a:tabLst>
                <a:tab pos="3848735" algn="l"/>
              </a:tabLst>
            </a:pPr>
            <a:r>
              <a:rPr dirty="0" sz="2400" b="1">
                <a:latin typeface="微软雅黑"/>
                <a:cs typeface="微软雅黑"/>
              </a:rPr>
              <a:t>小	结</a:t>
            </a:r>
            <a:endParaRPr sz="2400">
              <a:latin typeface="微软雅黑"/>
              <a:cs typeface="微软雅黑"/>
            </a:endParaRPr>
          </a:p>
          <a:p>
            <a:pPr algn="just" marL="12700" marR="5080" indent="228600">
              <a:lnSpc>
                <a:spcPct val="125000"/>
              </a:lnSpc>
              <a:spcBef>
                <a:spcPts val="50"/>
              </a:spcBef>
            </a:pPr>
            <a:r>
              <a:rPr dirty="0" sz="1800">
                <a:latin typeface="微软雅黑"/>
                <a:cs typeface="微软雅黑"/>
              </a:rPr>
              <a:t>普朗克能量子假说，不仅成功地解决了热辐射中的难题，更使人们对微 观世界的本质有了全新的认识，</a:t>
            </a:r>
            <a:r>
              <a:rPr dirty="0" sz="1800" spc="-18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开创了物理学研究的新局面，标志着人类 对自然规律的认识已经从从宏观领域进入微观领域，为量子力学的诞生奠 定了基础，对现代物理学的发展产生了革命性的影响。</a:t>
            </a:r>
            <a:endParaRPr sz="1800">
              <a:latin typeface="微软雅黑"/>
              <a:cs typeface="微软雅黑"/>
            </a:endParaRPr>
          </a:p>
          <a:p>
            <a:pPr algn="just" marL="12700" marR="62230" indent="228600">
              <a:lnSpc>
                <a:spcPct val="125000"/>
              </a:lnSpc>
            </a:pPr>
            <a:r>
              <a:rPr dirty="0" sz="1800">
                <a:latin typeface="Times New Roman"/>
                <a:cs typeface="Times New Roman"/>
              </a:rPr>
              <a:t>1905</a:t>
            </a:r>
            <a:r>
              <a:rPr dirty="0" sz="1800">
                <a:latin typeface="微软雅黑"/>
                <a:cs typeface="微软雅黑"/>
              </a:rPr>
              <a:t>年，爱因斯坦提出光量子假说，成功地解释了光电效应；</a:t>
            </a:r>
            <a:r>
              <a:rPr dirty="0" sz="1800">
                <a:latin typeface="Times New Roman"/>
                <a:cs typeface="Times New Roman"/>
              </a:rPr>
              <a:t>1906</a:t>
            </a:r>
            <a:r>
              <a:rPr dirty="0" sz="1800">
                <a:latin typeface="微软雅黑"/>
                <a:cs typeface="微软雅黑"/>
              </a:rPr>
              <a:t>年， 他又将量子理论运用到固体比热问题，获得成功；</a:t>
            </a:r>
            <a:r>
              <a:rPr dirty="0" sz="1800">
                <a:latin typeface="Times New Roman"/>
                <a:cs typeface="Times New Roman"/>
              </a:rPr>
              <a:t>1912</a:t>
            </a:r>
            <a:r>
              <a:rPr dirty="0" sz="1800">
                <a:latin typeface="微软雅黑"/>
                <a:cs typeface="微软雅黑"/>
              </a:rPr>
              <a:t>年，玻尔将量子理 论引入到原子结构理论中，克服了经典理论解释原子稳定性的困难，建立 了玻尔原子结构模型，取得了原子物理学划时代的进展；</a:t>
            </a:r>
            <a:r>
              <a:rPr dirty="0" sz="1800">
                <a:latin typeface="Times New Roman"/>
                <a:cs typeface="Times New Roman"/>
              </a:rPr>
              <a:t>1922</a:t>
            </a:r>
            <a:r>
              <a:rPr dirty="0" sz="1800">
                <a:latin typeface="微软雅黑"/>
                <a:cs typeface="微软雅黑"/>
              </a:rPr>
              <a:t>年，康普顿 通过实验最终使物理学家们确认了光量子图景，从而使量子理论得到科学 界的普遍承认。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2025-04-20T14:23:22Z</dcterms:created>
  <dcterms:modified xsi:type="dcterms:W3CDTF">2025-04-20T14:23:22Z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