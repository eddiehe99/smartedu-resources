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5510" y="1040130"/>
            <a:ext cx="10380979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4165" y="4806950"/>
            <a:ext cx="1158366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sng">
                <a:solidFill>
                  <a:schemeClr val="tx1"/>
                </a:solidFill>
                <a:latin typeface="华文行楷"/>
                <a:cs typeface="华文行楷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sng">
                <a:solidFill>
                  <a:schemeClr val="tx1"/>
                </a:solidFill>
                <a:latin typeface="华文行楷"/>
                <a:cs typeface="华文行楷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sng">
                <a:solidFill>
                  <a:schemeClr val="tx1"/>
                </a:solidFill>
                <a:latin typeface="华文行楷"/>
                <a:cs typeface="华文行楷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72832" y="1000125"/>
            <a:ext cx="6327775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sng">
                <a:solidFill>
                  <a:schemeClr val="tx1"/>
                </a:solidFill>
                <a:latin typeface="华文行楷"/>
                <a:cs typeface="华文行楷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7100" y="1936115"/>
            <a:ext cx="10337800" cy="3602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2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39.jpg"/><Relationship Id="rId4" Type="http://schemas.openxmlformats.org/officeDocument/2006/relationships/image" Target="../media/image38.png"/><Relationship Id="rId5" Type="http://schemas.openxmlformats.org/officeDocument/2006/relationships/image" Target="../media/image41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0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3200" b="1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u="none" sz="3200" spc="5" b="1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20582" y="2001062"/>
            <a:ext cx="79502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氢原子光谱和玻尔的原子模型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55419" y="3745119"/>
          <a:ext cx="978154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4265"/>
                <a:gridCol w="1296669"/>
                <a:gridCol w="4841875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级：高二年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主讲人：郭晓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雪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校：新疆乌鲁木齐市实验学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034" y="2411095"/>
            <a:ext cx="398780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62890">
              <a:lnSpc>
                <a:spcPct val="100000"/>
              </a:lnSpc>
              <a:spcBef>
                <a:spcPts val="100"/>
              </a:spcBef>
            </a:pPr>
            <a:r>
              <a:rPr dirty="0" u="none" sz="2400">
                <a:latin typeface="华文楷体"/>
                <a:cs typeface="华文楷体"/>
              </a:rPr>
              <a:t>把食盐放在火中灼烧，会发 出黄色的光。食盐为什么发黄 光而不发其他颜色的光呢？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32603" y="1566672"/>
            <a:ext cx="2453640" cy="2436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6305" y="1085214"/>
            <a:ext cx="9690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5040" algn="l"/>
              </a:tabLst>
            </a:pPr>
            <a:r>
              <a:rPr dirty="0" u="heavy" sz="2800" b="1">
                <a:uFill>
                  <a:solidFill>
                    <a:srgbClr val="01431D"/>
                  </a:solidFill>
                </a:uFill>
                <a:latin typeface="黑体"/>
                <a:cs typeface="黑体"/>
              </a:rPr>
              <a:t>思</a:t>
            </a:r>
            <a:r>
              <a:rPr dirty="0" u="heavy" sz="2800" spc="-20" b="1">
                <a:uFill>
                  <a:solidFill>
                    <a:srgbClr val="01431D"/>
                  </a:solidFill>
                </a:uFill>
                <a:latin typeface="黑体"/>
                <a:cs typeface="黑体"/>
              </a:rPr>
              <a:t>考</a:t>
            </a:r>
            <a:r>
              <a:rPr dirty="0" u="heavy" sz="2800" b="1">
                <a:uFill>
                  <a:solidFill>
                    <a:srgbClr val="01431D"/>
                  </a:solidFill>
                </a:uFill>
                <a:latin typeface="黑体"/>
                <a:cs typeface="黑体"/>
              </a:rPr>
              <a:t>	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6636" y="4117847"/>
            <a:ext cx="6769608" cy="2115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510" y="1040130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黑体"/>
                <a:cs typeface="黑体"/>
              </a:rPr>
              <a:t>一、光</a:t>
            </a:r>
            <a:r>
              <a:rPr dirty="0" sz="2800" spc="-20" b="1">
                <a:latin typeface="黑体"/>
                <a:cs typeface="黑体"/>
              </a:rPr>
              <a:t>谱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6991" y="1976627"/>
            <a:ext cx="2840736" cy="1970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04165" y="4806950"/>
            <a:ext cx="7645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光谱：用棱镜或光栅可以把物质发出的光按波长（频率） 展开，获得波长（频率）和强度分布的记录。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06140" y="1975104"/>
            <a:ext cx="4248912" cy="1990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6991" y="4088891"/>
            <a:ext cx="7338059" cy="621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14528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一、光</a:t>
            </a:r>
            <a:r>
              <a:rPr dirty="0" u="none" spc="-20" b="1">
                <a:latin typeface="黑体"/>
                <a:cs typeface="黑体"/>
              </a:rPr>
              <a:t>谱</a:t>
            </a:r>
          </a:p>
        </p:txBody>
      </p:sp>
      <p:sp>
        <p:nvSpPr>
          <p:cNvPr id="7" name="object 7"/>
          <p:cNvSpPr/>
          <p:nvPr/>
        </p:nvSpPr>
        <p:spPr>
          <a:xfrm>
            <a:off x="733044" y="2261616"/>
            <a:ext cx="6057900" cy="1315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422775" y="3566159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钨丝白炽灯的光谱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3044" y="4235196"/>
            <a:ext cx="6079235" cy="19674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06755" y="1750059"/>
            <a:ext cx="5511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思考：这些物质发出的光谱有什么不同？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14528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一、光</a:t>
            </a:r>
            <a:r>
              <a:rPr dirty="0" u="none" spc="-20" b="1">
                <a:latin typeface="黑体"/>
                <a:cs typeface="黑体"/>
              </a:rPr>
              <a:t>谱</a:t>
            </a:r>
          </a:p>
        </p:txBody>
      </p:sp>
      <p:sp>
        <p:nvSpPr>
          <p:cNvPr id="7" name="object 7"/>
          <p:cNvSpPr/>
          <p:nvPr/>
        </p:nvSpPr>
        <p:spPr>
          <a:xfrm>
            <a:off x="815339" y="2261616"/>
            <a:ext cx="6057900" cy="1315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422775" y="3566159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钨丝白炽灯的光谱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394" y="1750059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连续谱：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8555" y="4101084"/>
            <a:ext cx="1245108" cy="15316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9980" y="4072509"/>
            <a:ext cx="1302385" cy="1588770"/>
          </a:xfrm>
          <a:custGeom>
            <a:avLst/>
            <a:gdLst/>
            <a:ahLst/>
            <a:cxnLst/>
            <a:rect l="l" t="t" r="r" b="b"/>
            <a:pathLst>
              <a:path w="1302385" h="1588770">
                <a:moveTo>
                  <a:pt x="1287970" y="1588769"/>
                </a:moveTo>
                <a:lnTo>
                  <a:pt x="14287" y="1588769"/>
                </a:lnTo>
                <a:lnTo>
                  <a:pt x="11506" y="1588490"/>
                </a:lnTo>
                <a:lnTo>
                  <a:pt x="0" y="1574482"/>
                </a:lnTo>
                <a:lnTo>
                  <a:pt x="0" y="14287"/>
                </a:lnTo>
                <a:lnTo>
                  <a:pt x="14287" y="0"/>
                </a:lnTo>
                <a:lnTo>
                  <a:pt x="1287970" y="0"/>
                </a:lnTo>
                <a:lnTo>
                  <a:pt x="1302258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60194"/>
                </a:lnTo>
                <a:lnTo>
                  <a:pt x="14287" y="1560194"/>
                </a:lnTo>
                <a:lnTo>
                  <a:pt x="28575" y="1574482"/>
                </a:lnTo>
                <a:lnTo>
                  <a:pt x="1302258" y="1574482"/>
                </a:lnTo>
                <a:lnTo>
                  <a:pt x="1301978" y="1577263"/>
                </a:lnTo>
                <a:lnTo>
                  <a:pt x="1290751" y="1588490"/>
                </a:lnTo>
                <a:lnTo>
                  <a:pt x="1287970" y="1588769"/>
                </a:lnTo>
                <a:close/>
              </a:path>
              <a:path w="1302385" h="158877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02385" h="1588770">
                <a:moveTo>
                  <a:pt x="1273683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273683" y="14287"/>
                </a:lnTo>
                <a:lnTo>
                  <a:pt x="1273683" y="28575"/>
                </a:lnTo>
                <a:close/>
              </a:path>
              <a:path w="1302385" h="1588770">
                <a:moveTo>
                  <a:pt x="1273683" y="1574482"/>
                </a:moveTo>
                <a:lnTo>
                  <a:pt x="1273683" y="14287"/>
                </a:lnTo>
                <a:lnTo>
                  <a:pt x="1287970" y="28575"/>
                </a:lnTo>
                <a:lnTo>
                  <a:pt x="1302258" y="28575"/>
                </a:lnTo>
                <a:lnTo>
                  <a:pt x="1302258" y="1560194"/>
                </a:lnTo>
                <a:lnTo>
                  <a:pt x="1287970" y="1560194"/>
                </a:lnTo>
                <a:lnTo>
                  <a:pt x="1273683" y="1574482"/>
                </a:lnTo>
                <a:close/>
              </a:path>
              <a:path w="1302385" h="1588770">
                <a:moveTo>
                  <a:pt x="1302258" y="28575"/>
                </a:moveTo>
                <a:lnTo>
                  <a:pt x="1287970" y="28575"/>
                </a:lnTo>
                <a:lnTo>
                  <a:pt x="1273683" y="14287"/>
                </a:lnTo>
                <a:lnTo>
                  <a:pt x="1302258" y="14287"/>
                </a:lnTo>
                <a:lnTo>
                  <a:pt x="1302258" y="28575"/>
                </a:lnTo>
                <a:close/>
              </a:path>
              <a:path w="1302385" h="1588770">
                <a:moveTo>
                  <a:pt x="28575" y="1574482"/>
                </a:moveTo>
                <a:lnTo>
                  <a:pt x="14287" y="1560194"/>
                </a:lnTo>
                <a:lnTo>
                  <a:pt x="28575" y="1560194"/>
                </a:lnTo>
                <a:lnTo>
                  <a:pt x="28575" y="1574482"/>
                </a:lnTo>
                <a:close/>
              </a:path>
              <a:path w="1302385" h="1588770">
                <a:moveTo>
                  <a:pt x="1273683" y="1574482"/>
                </a:moveTo>
                <a:lnTo>
                  <a:pt x="28575" y="1574482"/>
                </a:lnTo>
                <a:lnTo>
                  <a:pt x="28575" y="1560194"/>
                </a:lnTo>
                <a:lnTo>
                  <a:pt x="1273683" y="1560194"/>
                </a:lnTo>
                <a:lnTo>
                  <a:pt x="1273683" y="1574482"/>
                </a:lnTo>
                <a:close/>
              </a:path>
              <a:path w="1302385" h="1588770">
                <a:moveTo>
                  <a:pt x="1302258" y="1574482"/>
                </a:moveTo>
                <a:lnTo>
                  <a:pt x="1273683" y="1574482"/>
                </a:lnTo>
                <a:lnTo>
                  <a:pt x="1287970" y="1560194"/>
                </a:lnTo>
                <a:lnTo>
                  <a:pt x="1302258" y="1560194"/>
                </a:lnTo>
                <a:lnTo>
                  <a:pt x="1302258" y="157448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4830" y="567499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炽热的固体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97251" y="4102608"/>
            <a:ext cx="2122931" cy="15255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68676" y="4074033"/>
            <a:ext cx="2180590" cy="1583055"/>
          </a:xfrm>
          <a:custGeom>
            <a:avLst/>
            <a:gdLst/>
            <a:ahLst/>
            <a:cxnLst/>
            <a:rect l="l" t="t" r="r" b="b"/>
            <a:pathLst>
              <a:path w="2180590" h="1583054">
                <a:moveTo>
                  <a:pt x="2165794" y="1582674"/>
                </a:moveTo>
                <a:lnTo>
                  <a:pt x="14287" y="1582674"/>
                </a:lnTo>
                <a:lnTo>
                  <a:pt x="11506" y="1582394"/>
                </a:lnTo>
                <a:lnTo>
                  <a:pt x="0" y="1568386"/>
                </a:lnTo>
                <a:lnTo>
                  <a:pt x="0" y="14287"/>
                </a:lnTo>
                <a:lnTo>
                  <a:pt x="14287" y="0"/>
                </a:lnTo>
                <a:lnTo>
                  <a:pt x="2165794" y="0"/>
                </a:lnTo>
                <a:lnTo>
                  <a:pt x="218008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54099"/>
                </a:lnTo>
                <a:lnTo>
                  <a:pt x="14287" y="1554099"/>
                </a:lnTo>
                <a:lnTo>
                  <a:pt x="28575" y="1568386"/>
                </a:lnTo>
                <a:lnTo>
                  <a:pt x="2180082" y="1568386"/>
                </a:lnTo>
                <a:lnTo>
                  <a:pt x="2179802" y="1571167"/>
                </a:lnTo>
                <a:lnTo>
                  <a:pt x="2168575" y="1582394"/>
                </a:lnTo>
                <a:lnTo>
                  <a:pt x="2165794" y="1582674"/>
                </a:lnTo>
                <a:close/>
              </a:path>
              <a:path w="2180590" h="158305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80590" h="1583054">
                <a:moveTo>
                  <a:pt x="215150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51507" y="14287"/>
                </a:lnTo>
                <a:lnTo>
                  <a:pt x="2151507" y="28575"/>
                </a:lnTo>
                <a:close/>
              </a:path>
              <a:path w="2180590" h="1583054">
                <a:moveTo>
                  <a:pt x="2151507" y="1568386"/>
                </a:moveTo>
                <a:lnTo>
                  <a:pt x="2151507" y="14287"/>
                </a:lnTo>
                <a:lnTo>
                  <a:pt x="2165794" y="28575"/>
                </a:lnTo>
                <a:lnTo>
                  <a:pt x="2180082" y="28575"/>
                </a:lnTo>
                <a:lnTo>
                  <a:pt x="2180082" y="1554099"/>
                </a:lnTo>
                <a:lnTo>
                  <a:pt x="2165794" y="1554099"/>
                </a:lnTo>
                <a:lnTo>
                  <a:pt x="2151507" y="1568386"/>
                </a:lnTo>
                <a:close/>
              </a:path>
              <a:path w="2180590" h="1583054">
                <a:moveTo>
                  <a:pt x="2180082" y="28575"/>
                </a:moveTo>
                <a:lnTo>
                  <a:pt x="2165794" y="28575"/>
                </a:lnTo>
                <a:lnTo>
                  <a:pt x="2151507" y="14287"/>
                </a:lnTo>
                <a:lnTo>
                  <a:pt x="2180082" y="14287"/>
                </a:lnTo>
                <a:lnTo>
                  <a:pt x="2180082" y="28575"/>
                </a:lnTo>
                <a:close/>
              </a:path>
              <a:path w="2180590" h="1583054">
                <a:moveTo>
                  <a:pt x="28575" y="1568386"/>
                </a:moveTo>
                <a:lnTo>
                  <a:pt x="14287" y="1554099"/>
                </a:lnTo>
                <a:lnTo>
                  <a:pt x="28575" y="1554099"/>
                </a:lnTo>
                <a:lnTo>
                  <a:pt x="28575" y="1568386"/>
                </a:lnTo>
                <a:close/>
              </a:path>
              <a:path w="2180590" h="1583054">
                <a:moveTo>
                  <a:pt x="2151507" y="1568386"/>
                </a:moveTo>
                <a:lnTo>
                  <a:pt x="28575" y="1568386"/>
                </a:lnTo>
                <a:lnTo>
                  <a:pt x="28575" y="1554099"/>
                </a:lnTo>
                <a:lnTo>
                  <a:pt x="2151507" y="1554099"/>
                </a:lnTo>
                <a:lnTo>
                  <a:pt x="2151507" y="1568386"/>
                </a:lnTo>
                <a:close/>
              </a:path>
              <a:path w="2180590" h="1583054">
                <a:moveTo>
                  <a:pt x="2180082" y="1568386"/>
                </a:moveTo>
                <a:lnTo>
                  <a:pt x="2151507" y="1568386"/>
                </a:lnTo>
                <a:lnTo>
                  <a:pt x="2165794" y="1554099"/>
                </a:lnTo>
                <a:lnTo>
                  <a:pt x="2180082" y="1554099"/>
                </a:lnTo>
                <a:lnTo>
                  <a:pt x="2180082" y="1568386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79064" y="566229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炽热的液体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98720" y="4110228"/>
            <a:ext cx="2173224" cy="15194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70145" y="4081653"/>
            <a:ext cx="2230755" cy="1576705"/>
          </a:xfrm>
          <a:custGeom>
            <a:avLst/>
            <a:gdLst/>
            <a:ahLst/>
            <a:cxnLst/>
            <a:rect l="l" t="t" r="r" b="b"/>
            <a:pathLst>
              <a:path w="2230754" h="1576704">
                <a:moveTo>
                  <a:pt x="2216086" y="1576577"/>
                </a:moveTo>
                <a:lnTo>
                  <a:pt x="14287" y="1576577"/>
                </a:lnTo>
                <a:lnTo>
                  <a:pt x="11506" y="1576298"/>
                </a:lnTo>
                <a:lnTo>
                  <a:pt x="0" y="1562290"/>
                </a:lnTo>
                <a:lnTo>
                  <a:pt x="0" y="14287"/>
                </a:lnTo>
                <a:lnTo>
                  <a:pt x="14287" y="0"/>
                </a:lnTo>
                <a:lnTo>
                  <a:pt x="2216086" y="0"/>
                </a:lnTo>
                <a:lnTo>
                  <a:pt x="223037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48002"/>
                </a:lnTo>
                <a:lnTo>
                  <a:pt x="14287" y="1548002"/>
                </a:lnTo>
                <a:lnTo>
                  <a:pt x="28575" y="1562290"/>
                </a:lnTo>
                <a:lnTo>
                  <a:pt x="2230374" y="1562290"/>
                </a:lnTo>
                <a:lnTo>
                  <a:pt x="2230094" y="1565071"/>
                </a:lnTo>
                <a:lnTo>
                  <a:pt x="2218867" y="1576298"/>
                </a:lnTo>
                <a:lnTo>
                  <a:pt x="2216086" y="1576577"/>
                </a:lnTo>
                <a:close/>
              </a:path>
              <a:path w="2230754" h="15767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230754" h="1576704">
                <a:moveTo>
                  <a:pt x="220179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201799" y="14287"/>
                </a:lnTo>
                <a:lnTo>
                  <a:pt x="2201799" y="28575"/>
                </a:lnTo>
                <a:close/>
              </a:path>
              <a:path w="2230754" h="1576704">
                <a:moveTo>
                  <a:pt x="2201799" y="1562290"/>
                </a:moveTo>
                <a:lnTo>
                  <a:pt x="2201799" y="14287"/>
                </a:lnTo>
                <a:lnTo>
                  <a:pt x="2216086" y="28575"/>
                </a:lnTo>
                <a:lnTo>
                  <a:pt x="2230374" y="28575"/>
                </a:lnTo>
                <a:lnTo>
                  <a:pt x="2230374" y="1548002"/>
                </a:lnTo>
                <a:lnTo>
                  <a:pt x="2216086" y="1548002"/>
                </a:lnTo>
                <a:lnTo>
                  <a:pt x="2201799" y="1562290"/>
                </a:lnTo>
                <a:close/>
              </a:path>
              <a:path w="2230754" h="1576704">
                <a:moveTo>
                  <a:pt x="2230374" y="28575"/>
                </a:moveTo>
                <a:lnTo>
                  <a:pt x="2216086" y="28575"/>
                </a:lnTo>
                <a:lnTo>
                  <a:pt x="2201799" y="14287"/>
                </a:lnTo>
                <a:lnTo>
                  <a:pt x="2230374" y="14287"/>
                </a:lnTo>
                <a:lnTo>
                  <a:pt x="2230374" y="28575"/>
                </a:lnTo>
                <a:close/>
              </a:path>
              <a:path w="2230754" h="1576704">
                <a:moveTo>
                  <a:pt x="28575" y="1562290"/>
                </a:moveTo>
                <a:lnTo>
                  <a:pt x="14287" y="1548002"/>
                </a:lnTo>
                <a:lnTo>
                  <a:pt x="28575" y="1548002"/>
                </a:lnTo>
                <a:lnTo>
                  <a:pt x="28575" y="1562290"/>
                </a:lnTo>
                <a:close/>
              </a:path>
              <a:path w="2230754" h="1576704">
                <a:moveTo>
                  <a:pt x="2201799" y="1562290"/>
                </a:moveTo>
                <a:lnTo>
                  <a:pt x="28575" y="1562290"/>
                </a:lnTo>
                <a:lnTo>
                  <a:pt x="28575" y="1548002"/>
                </a:lnTo>
                <a:lnTo>
                  <a:pt x="2201799" y="1548002"/>
                </a:lnTo>
                <a:lnTo>
                  <a:pt x="2201799" y="1562290"/>
                </a:lnTo>
                <a:close/>
              </a:path>
              <a:path w="2230754" h="1576704">
                <a:moveTo>
                  <a:pt x="2230374" y="1562290"/>
                </a:moveTo>
                <a:lnTo>
                  <a:pt x="2201799" y="1562290"/>
                </a:lnTo>
                <a:lnTo>
                  <a:pt x="2216086" y="1548002"/>
                </a:lnTo>
                <a:lnTo>
                  <a:pt x="2230374" y="1548002"/>
                </a:lnTo>
                <a:lnTo>
                  <a:pt x="2230374" y="156229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295900" y="5638800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高压的气体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14528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一、光</a:t>
            </a:r>
            <a:r>
              <a:rPr dirty="0" u="none" spc="-20" b="1">
                <a:latin typeface="黑体"/>
                <a:cs typeface="黑体"/>
              </a:rPr>
              <a:t>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7694" y="4293692"/>
            <a:ext cx="5791200" cy="396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5"/>
              </a:lnSpc>
            </a:pPr>
            <a:r>
              <a:rPr dirty="0" sz="2400">
                <a:latin typeface="华文楷体"/>
                <a:cs typeface="华文楷体"/>
              </a:rPr>
              <a:t>一般来说，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稀薄气体</a:t>
            </a:r>
            <a:r>
              <a:rPr dirty="0" sz="2400">
                <a:latin typeface="华文楷体"/>
                <a:cs typeface="华文楷体"/>
              </a:rPr>
              <a:t>或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金属的蒸汽</a:t>
            </a:r>
            <a:r>
              <a:rPr dirty="0" sz="2400">
                <a:latin typeface="华文楷体"/>
                <a:cs typeface="华文楷体"/>
              </a:rPr>
              <a:t>发射的光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94" y="4659452"/>
            <a:ext cx="2133600" cy="396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5"/>
              </a:lnSpc>
            </a:pPr>
            <a:r>
              <a:rPr dirty="0" sz="2400">
                <a:latin typeface="华文楷体"/>
                <a:cs typeface="华文楷体"/>
              </a:rPr>
              <a:t>会形成线状谱。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8552" y="5548884"/>
            <a:ext cx="1717675" cy="524510"/>
          </a:xfrm>
          <a:custGeom>
            <a:avLst/>
            <a:gdLst/>
            <a:ahLst/>
            <a:cxnLst/>
            <a:rect l="l" t="t" r="r" b="b"/>
            <a:pathLst>
              <a:path w="1717675" h="524510">
                <a:moveTo>
                  <a:pt x="1629155" y="524255"/>
                </a:moveTo>
                <a:lnTo>
                  <a:pt x="86867" y="524255"/>
                </a:lnTo>
                <a:lnTo>
                  <a:pt x="52753" y="517744"/>
                </a:lnTo>
                <a:lnTo>
                  <a:pt x="24984" y="499176"/>
                </a:lnTo>
                <a:lnTo>
                  <a:pt x="6440" y="471431"/>
                </a:lnTo>
                <a:lnTo>
                  <a:pt x="0" y="437388"/>
                </a:lnTo>
                <a:lnTo>
                  <a:pt x="0" y="86867"/>
                </a:lnTo>
                <a:lnTo>
                  <a:pt x="6440" y="53038"/>
                </a:lnTo>
                <a:lnTo>
                  <a:pt x="24984" y="25365"/>
                </a:lnTo>
                <a:lnTo>
                  <a:pt x="52753" y="6725"/>
                </a:lnTo>
                <a:lnTo>
                  <a:pt x="86867" y="0"/>
                </a:lnTo>
                <a:lnTo>
                  <a:pt x="1629155" y="0"/>
                </a:lnTo>
                <a:lnTo>
                  <a:pt x="1663366" y="6725"/>
                </a:lnTo>
                <a:lnTo>
                  <a:pt x="1691325" y="25365"/>
                </a:lnTo>
                <a:lnTo>
                  <a:pt x="1710298" y="53038"/>
                </a:lnTo>
                <a:lnTo>
                  <a:pt x="1717548" y="86867"/>
                </a:lnTo>
                <a:lnTo>
                  <a:pt x="1717548" y="437388"/>
                </a:lnTo>
                <a:lnTo>
                  <a:pt x="1710298" y="471431"/>
                </a:lnTo>
                <a:lnTo>
                  <a:pt x="1691325" y="499176"/>
                </a:lnTo>
                <a:lnTo>
                  <a:pt x="1663366" y="517744"/>
                </a:lnTo>
                <a:lnTo>
                  <a:pt x="1629155" y="524255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61554" y="5542279"/>
            <a:ext cx="1730375" cy="537210"/>
          </a:xfrm>
          <a:custGeom>
            <a:avLst/>
            <a:gdLst/>
            <a:ahLst/>
            <a:cxnLst/>
            <a:rect l="l" t="t" r="r" b="b"/>
            <a:pathLst>
              <a:path w="1730375" h="537210">
                <a:moveTo>
                  <a:pt x="1655292" y="535939"/>
                </a:moveTo>
                <a:lnTo>
                  <a:pt x="74853" y="535939"/>
                </a:lnTo>
                <a:lnTo>
                  <a:pt x="61480" y="532129"/>
                </a:lnTo>
                <a:lnTo>
                  <a:pt x="57213" y="529589"/>
                </a:lnTo>
                <a:lnTo>
                  <a:pt x="53060" y="528320"/>
                </a:lnTo>
                <a:lnTo>
                  <a:pt x="27381" y="509270"/>
                </a:lnTo>
                <a:lnTo>
                  <a:pt x="24269" y="506729"/>
                </a:lnTo>
                <a:lnTo>
                  <a:pt x="4102" y="471170"/>
                </a:lnTo>
                <a:lnTo>
                  <a:pt x="2844" y="467360"/>
                </a:lnTo>
                <a:lnTo>
                  <a:pt x="1790" y="462279"/>
                </a:lnTo>
                <a:lnTo>
                  <a:pt x="368" y="453389"/>
                </a:lnTo>
                <a:lnTo>
                  <a:pt x="0" y="448310"/>
                </a:lnTo>
                <a:lnTo>
                  <a:pt x="0" y="88900"/>
                </a:lnTo>
                <a:lnTo>
                  <a:pt x="368" y="83820"/>
                </a:lnTo>
                <a:lnTo>
                  <a:pt x="965" y="78739"/>
                </a:lnTo>
                <a:lnTo>
                  <a:pt x="1790" y="74929"/>
                </a:lnTo>
                <a:lnTo>
                  <a:pt x="2844" y="69850"/>
                </a:lnTo>
                <a:lnTo>
                  <a:pt x="4102" y="64770"/>
                </a:lnTo>
                <a:lnTo>
                  <a:pt x="5587" y="60960"/>
                </a:lnTo>
                <a:lnTo>
                  <a:pt x="7264" y="57150"/>
                </a:lnTo>
                <a:lnTo>
                  <a:pt x="9143" y="52070"/>
                </a:lnTo>
                <a:lnTo>
                  <a:pt x="24269" y="30479"/>
                </a:lnTo>
                <a:lnTo>
                  <a:pt x="27381" y="26670"/>
                </a:lnTo>
                <a:lnTo>
                  <a:pt x="30645" y="24129"/>
                </a:lnTo>
                <a:lnTo>
                  <a:pt x="34048" y="20320"/>
                </a:lnTo>
                <a:lnTo>
                  <a:pt x="37591" y="17779"/>
                </a:lnTo>
                <a:lnTo>
                  <a:pt x="41275" y="15239"/>
                </a:lnTo>
                <a:lnTo>
                  <a:pt x="45072" y="12700"/>
                </a:lnTo>
                <a:lnTo>
                  <a:pt x="49009" y="10160"/>
                </a:lnTo>
                <a:lnTo>
                  <a:pt x="53060" y="8889"/>
                </a:lnTo>
                <a:lnTo>
                  <a:pt x="57213" y="6350"/>
                </a:lnTo>
                <a:lnTo>
                  <a:pt x="70307" y="2539"/>
                </a:lnTo>
                <a:lnTo>
                  <a:pt x="79476" y="0"/>
                </a:lnTo>
                <a:lnTo>
                  <a:pt x="1650669" y="0"/>
                </a:lnTo>
                <a:lnTo>
                  <a:pt x="1659839" y="2539"/>
                </a:lnTo>
                <a:lnTo>
                  <a:pt x="1672932" y="6350"/>
                </a:lnTo>
                <a:lnTo>
                  <a:pt x="1677085" y="8889"/>
                </a:lnTo>
                <a:lnTo>
                  <a:pt x="1681137" y="10160"/>
                </a:lnTo>
                <a:lnTo>
                  <a:pt x="1685074" y="12700"/>
                </a:lnTo>
                <a:lnTo>
                  <a:pt x="81546" y="12700"/>
                </a:lnTo>
                <a:lnTo>
                  <a:pt x="77241" y="13970"/>
                </a:lnTo>
                <a:lnTo>
                  <a:pt x="73621" y="13970"/>
                </a:lnTo>
                <a:lnTo>
                  <a:pt x="69468" y="15239"/>
                </a:lnTo>
                <a:lnTo>
                  <a:pt x="69773" y="15239"/>
                </a:lnTo>
                <a:lnTo>
                  <a:pt x="65697" y="16510"/>
                </a:lnTo>
                <a:lnTo>
                  <a:pt x="66001" y="16510"/>
                </a:lnTo>
                <a:lnTo>
                  <a:pt x="64014" y="17779"/>
                </a:lnTo>
                <a:lnTo>
                  <a:pt x="62306" y="17779"/>
                </a:lnTo>
                <a:lnTo>
                  <a:pt x="58432" y="20320"/>
                </a:lnTo>
                <a:lnTo>
                  <a:pt x="58712" y="20320"/>
                </a:lnTo>
                <a:lnTo>
                  <a:pt x="54940" y="21589"/>
                </a:lnTo>
                <a:lnTo>
                  <a:pt x="55206" y="21589"/>
                </a:lnTo>
                <a:lnTo>
                  <a:pt x="51536" y="24129"/>
                </a:lnTo>
                <a:lnTo>
                  <a:pt x="51803" y="24129"/>
                </a:lnTo>
                <a:lnTo>
                  <a:pt x="48247" y="25400"/>
                </a:lnTo>
                <a:lnTo>
                  <a:pt x="48501" y="25400"/>
                </a:lnTo>
                <a:lnTo>
                  <a:pt x="45072" y="27939"/>
                </a:lnTo>
                <a:lnTo>
                  <a:pt x="45313" y="27939"/>
                </a:lnTo>
                <a:lnTo>
                  <a:pt x="42011" y="30479"/>
                </a:lnTo>
                <a:lnTo>
                  <a:pt x="42240" y="30479"/>
                </a:lnTo>
                <a:lnTo>
                  <a:pt x="39065" y="33020"/>
                </a:lnTo>
                <a:lnTo>
                  <a:pt x="39293" y="33020"/>
                </a:lnTo>
                <a:lnTo>
                  <a:pt x="36258" y="35560"/>
                </a:lnTo>
                <a:lnTo>
                  <a:pt x="36461" y="35560"/>
                </a:lnTo>
                <a:lnTo>
                  <a:pt x="34531" y="38100"/>
                </a:lnTo>
                <a:lnTo>
                  <a:pt x="33769" y="38100"/>
                </a:lnTo>
                <a:lnTo>
                  <a:pt x="31026" y="41910"/>
                </a:lnTo>
                <a:lnTo>
                  <a:pt x="31216" y="41910"/>
                </a:lnTo>
                <a:lnTo>
                  <a:pt x="28613" y="44450"/>
                </a:lnTo>
                <a:lnTo>
                  <a:pt x="28803" y="44450"/>
                </a:lnTo>
                <a:lnTo>
                  <a:pt x="26352" y="48260"/>
                </a:lnTo>
                <a:lnTo>
                  <a:pt x="26530" y="48260"/>
                </a:lnTo>
                <a:lnTo>
                  <a:pt x="24256" y="50800"/>
                </a:lnTo>
                <a:lnTo>
                  <a:pt x="24409" y="50800"/>
                </a:lnTo>
                <a:lnTo>
                  <a:pt x="22301" y="54610"/>
                </a:lnTo>
                <a:lnTo>
                  <a:pt x="22453" y="54610"/>
                </a:lnTo>
                <a:lnTo>
                  <a:pt x="20523" y="58420"/>
                </a:lnTo>
                <a:lnTo>
                  <a:pt x="19481" y="60960"/>
                </a:lnTo>
                <a:lnTo>
                  <a:pt x="19024" y="60960"/>
                </a:lnTo>
                <a:lnTo>
                  <a:pt x="17843" y="64770"/>
                </a:lnTo>
                <a:lnTo>
                  <a:pt x="17564" y="64770"/>
                </a:lnTo>
                <a:lnTo>
                  <a:pt x="16525" y="68579"/>
                </a:lnTo>
                <a:lnTo>
                  <a:pt x="16281" y="68579"/>
                </a:lnTo>
                <a:lnTo>
                  <a:pt x="15395" y="72389"/>
                </a:lnTo>
                <a:lnTo>
                  <a:pt x="15176" y="72389"/>
                </a:lnTo>
                <a:lnTo>
                  <a:pt x="14443" y="76200"/>
                </a:lnTo>
                <a:lnTo>
                  <a:pt x="14262" y="76200"/>
                </a:lnTo>
                <a:lnTo>
                  <a:pt x="13500" y="81279"/>
                </a:lnTo>
                <a:lnTo>
                  <a:pt x="12992" y="85089"/>
                </a:lnTo>
                <a:lnTo>
                  <a:pt x="12687" y="88900"/>
                </a:lnTo>
                <a:lnTo>
                  <a:pt x="12585" y="92710"/>
                </a:lnTo>
                <a:lnTo>
                  <a:pt x="12700" y="448310"/>
                </a:lnTo>
                <a:lnTo>
                  <a:pt x="13017" y="452120"/>
                </a:lnTo>
                <a:lnTo>
                  <a:pt x="13538" y="455929"/>
                </a:lnTo>
                <a:lnTo>
                  <a:pt x="14262" y="459739"/>
                </a:lnTo>
                <a:lnTo>
                  <a:pt x="15176" y="463550"/>
                </a:lnTo>
                <a:lnTo>
                  <a:pt x="16281" y="467360"/>
                </a:lnTo>
                <a:lnTo>
                  <a:pt x="17564" y="471170"/>
                </a:lnTo>
                <a:lnTo>
                  <a:pt x="19024" y="474979"/>
                </a:lnTo>
                <a:lnTo>
                  <a:pt x="20650" y="478789"/>
                </a:lnTo>
                <a:lnTo>
                  <a:pt x="22453" y="482600"/>
                </a:lnTo>
                <a:lnTo>
                  <a:pt x="23003" y="482600"/>
                </a:lnTo>
                <a:lnTo>
                  <a:pt x="24409" y="485139"/>
                </a:lnTo>
                <a:lnTo>
                  <a:pt x="24256" y="485139"/>
                </a:lnTo>
                <a:lnTo>
                  <a:pt x="26530" y="488950"/>
                </a:lnTo>
                <a:lnTo>
                  <a:pt x="26352" y="488950"/>
                </a:lnTo>
                <a:lnTo>
                  <a:pt x="28803" y="491489"/>
                </a:lnTo>
                <a:lnTo>
                  <a:pt x="28613" y="491489"/>
                </a:lnTo>
                <a:lnTo>
                  <a:pt x="31216" y="495300"/>
                </a:lnTo>
                <a:lnTo>
                  <a:pt x="31026" y="495300"/>
                </a:lnTo>
                <a:lnTo>
                  <a:pt x="33769" y="497839"/>
                </a:lnTo>
                <a:lnTo>
                  <a:pt x="33566" y="497839"/>
                </a:lnTo>
                <a:lnTo>
                  <a:pt x="36461" y="500379"/>
                </a:lnTo>
                <a:lnTo>
                  <a:pt x="36258" y="500379"/>
                </a:lnTo>
                <a:lnTo>
                  <a:pt x="39293" y="502920"/>
                </a:lnTo>
                <a:lnTo>
                  <a:pt x="39065" y="502920"/>
                </a:lnTo>
                <a:lnTo>
                  <a:pt x="42240" y="505460"/>
                </a:lnTo>
                <a:lnTo>
                  <a:pt x="42011" y="505460"/>
                </a:lnTo>
                <a:lnTo>
                  <a:pt x="45313" y="508000"/>
                </a:lnTo>
                <a:lnTo>
                  <a:pt x="45072" y="508000"/>
                </a:lnTo>
                <a:lnTo>
                  <a:pt x="48501" y="510539"/>
                </a:lnTo>
                <a:lnTo>
                  <a:pt x="48247" y="510539"/>
                </a:lnTo>
                <a:lnTo>
                  <a:pt x="51803" y="513079"/>
                </a:lnTo>
                <a:lnTo>
                  <a:pt x="51536" y="513079"/>
                </a:lnTo>
                <a:lnTo>
                  <a:pt x="55206" y="514350"/>
                </a:lnTo>
                <a:lnTo>
                  <a:pt x="54940" y="514350"/>
                </a:lnTo>
                <a:lnTo>
                  <a:pt x="58712" y="516889"/>
                </a:lnTo>
                <a:lnTo>
                  <a:pt x="58432" y="516889"/>
                </a:lnTo>
                <a:lnTo>
                  <a:pt x="62306" y="518160"/>
                </a:lnTo>
                <a:lnTo>
                  <a:pt x="62026" y="518160"/>
                </a:lnTo>
                <a:lnTo>
                  <a:pt x="66001" y="519429"/>
                </a:lnTo>
                <a:lnTo>
                  <a:pt x="65697" y="519429"/>
                </a:lnTo>
                <a:lnTo>
                  <a:pt x="69773" y="520700"/>
                </a:lnTo>
                <a:lnTo>
                  <a:pt x="69468" y="520700"/>
                </a:lnTo>
                <a:lnTo>
                  <a:pt x="73621" y="521970"/>
                </a:lnTo>
                <a:lnTo>
                  <a:pt x="73317" y="521970"/>
                </a:lnTo>
                <a:lnTo>
                  <a:pt x="77546" y="523239"/>
                </a:lnTo>
                <a:lnTo>
                  <a:pt x="81229" y="523239"/>
                </a:lnTo>
                <a:lnTo>
                  <a:pt x="85610" y="524510"/>
                </a:lnTo>
                <a:lnTo>
                  <a:pt x="1683105" y="524510"/>
                </a:lnTo>
                <a:lnTo>
                  <a:pt x="1681137" y="525779"/>
                </a:lnTo>
                <a:lnTo>
                  <a:pt x="1677085" y="528320"/>
                </a:lnTo>
                <a:lnTo>
                  <a:pt x="1672932" y="529589"/>
                </a:lnTo>
                <a:lnTo>
                  <a:pt x="1668665" y="532129"/>
                </a:lnTo>
                <a:lnTo>
                  <a:pt x="1655292" y="535939"/>
                </a:lnTo>
                <a:close/>
              </a:path>
              <a:path w="1730375" h="537210">
                <a:moveTo>
                  <a:pt x="1668119" y="19050"/>
                </a:moveTo>
                <a:lnTo>
                  <a:pt x="1664144" y="16510"/>
                </a:lnTo>
                <a:lnTo>
                  <a:pt x="1664449" y="16510"/>
                </a:lnTo>
                <a:lnTo>
                  <a:pt x="1660372" y="15239"/>
                </a:lnTo>
                <a:lnTo>
                  <a:pt x="1660677" y="15239"/>
                </a:lnTo>
                <a:lnTo>
                  <a:pt x="1656524" y="13970"/>
                </a:lnTo>
                <a:lnTo>
                  <a:pt x="1652905" y="13970"/>
                </a:lnTo>
                <a:lnTo>
                  <a:pt x="1648599" y="12700"/>
                </a:lnTo>
                <a:lnTo>
                  <a:pt x="1685074" y="12700"/>
                </a:lnTo>
                <a:lnTo>
                  <a:pt x="1688871" y="15239"/>
                </a:lnTo>
                <a:lnTo>
                  <a:pt x="1692554" y="17779"/>
                </a:lnTo>
                <a:lnTo>
                  <a:pt x="1667840" y="17779"/>
                </a:lnTo>
                <a:lnTo>
                  <a:pt x="1668119" y="19050"/>
                </a:lnTo>
                <a:close/>
              </a:path>
              <a:path w="1730375" h="537210">
                <a:moveTo>
                  <a:pt x="73317" y="15239"/>
                </a:moveTo>
                <a:lnTo>
                  <a:pt x="73621" y="13970"/>
                </a:lnTo>
                <a:lnTo>
                  <a:pt x="77546" y="13970"/>
                </a:lnTo>
                <a:lnTo>
                  <a:pt x="73317" y="15239"/>
                </a:lnTo>
                <a:close/>
              </a:path>
              <a:path w="1730375" h="537210">
                <a:moveTo>
                  <a:pt x="1656829" y="15239"/>
                </a:moveTo>
                <a:lnTo>
                  <a:pt x="1652600" y="13970"/>
                </a:lnTo>
                <a:lnTo>
                  <a:pt x="1656524" y="13970"/>
                </a:lnTo>
                <a:lnTo>
                  <a:pt x="1656829" y="15239"/>
                </a:lnTo>
                <a:close/>
              </a:path>
              <a:path w="1730375" h="537210">
                <a:moveTo>
                  <a:pt x="62026" y="19050"/>
                </a:moveTo>
                <a:lnTo>
                  <a:pt x="62306" y="17779"/>
                </a:lnTo>
                <a:lnTo>
                  <a:pt x="64014" y="17779"/>
                </a:lnTo>
                <a:lnTo>
                  <a:pt x="62026" y="19050"/>
                </a:lnTo>
                <a:close/>
              </a:path>
              <a:path w="1730375" h="537210">
                <a:moveTo>
                  <a:pt x="1696580" y="39370"/>
                </a:moveTo>
                <a:lnTo>
                  <a:pt x="1693684" y="35560"/>
                </a:lnTo>
                <a:lnTo>
                  <a:pt x="1693887" y="35560"/>
                </a:lnTo>
                <a:lnTo>
                  <a:pt x="1690852" y="33020"/>
                </a:lnTo>
                <a:lnTo>
                  <a:pt x="1691081" y="33020"/>
                </a:lnTo>
                <a:lnTo>
                  <a:pt x="1687906" y="30479"/>
                </a:lnTo>
                <a:lnTo>
                  <a:pt x="1688134" y="30479"/>
                </a:lnTo>
                <a:lnTo>
                  <a:pt x="1684832" y="27939"/>
                </a:lnTo>
                <a:lnTo>
                  <a:pt x="1685074" y="27939"/>
                </a:lnTo>
                <a:lnTo>
                  <a:pt x="1681645" y="25400"/>
                </a:lnTo>
                <a:lnTo>
                  <a:pt x="1681899" y="25400"/>
                </a:lnTo>
                <a:lnTo>
                  <a:pt x="1678343" y="24129"/>
                </a:lnTo>
                <a:lnTo>
                  <a:pt x="1678609" y="24129"/>
                </a:lnTo>
                <a:lnTo>
                  <a:pt x="1674939" y="21589"/>
                </a:lnTo>
                <a:lnTo>
                  <a:pt x="1675206" y="21589"/>
                </a:lnTo>
                <a:lnTo>
                  <a:pt x="1671434" y="20320"/>
                </a:lnTo>
                <a:lnTo>
                  <a:pt x="1671713" y="20320"/>
                </a:lnTo>
                <a:lnTo>
                  <a:pt x="1667840" y="17779"/>
                </a:lnTo>
                <a:lnTo>
                  <a:pt x="1692554" y="17779"/>
                </a:lnTo>
                <a:lnTo>
                  <a:pt x="1696097" y="20320"/>
                </a:lnTo>
                <a:lnTo>
                  <a:pt x="1699501" y="24129"/>
                </a:lnTo>
                <a:lnTo>
                  <a:pt x="1702765" y="26670"/>
                </a:lnTo>
                <a:lnTo>
                  <a:pt x="1705876" y="30479"/>
                </a:lnTo>
                <a:lnTo>
                  <a:pt x="1708823" y="33020"/>
                </a:lnTo>
                <a:lnTo>
                  <a:pt x="1711604" y="36829"/>
                </a:lnTo>
                <a:lnTo>
                  <a:pt x="1712476" y="38100"/>
                </a:lnTo>
                <a:lnTo>
                  <a:pt x="1696377" y="38100"/>
                </a:lnTo>
                <a:lnTo>
                  <a:pt x="1696580" y="39370"/>
                </a:lnTo>
                <a:close/>
              </a:path>
              <a:path w="1730375" h="537210">
                <a:moveTo>
                  <a:pt x="33566" y="39370"/>
                </a:moveTo>
                <a:lnTo>
                  <a:pt x="33769" y="38100"/>
                </a:lnTo>
                <a:lnTo>
                  <a:pt x="34531" y="38100"/>
                </a:lnTo>
                <a:lnTo>
                  <a:pt x="33566" y="39370"/>
                </a:lnTo>
                <a:close/>
              </a:path>
              <a:path w="1730375" h="537210">
                <a:moveTo>
                  <a:pt x="1711248" y="62229"/>
                </a:moveTo>
                <a:lnTo>
                  <a:pt x="1709496" y="58420"/>
                </a:lnTo>
                <a:lnTo>
                  <a:pt x="1707692" y="54610"/>
                </a:lnTo>
                <a:lnTo>
                  <a:pt x="1707845" y="54610"/>
                </a:lnTo>
                <a:lnTo>
                  <a:pt x="1705737" y="50800"/>
                </a:lnTo>
                <a:lnTo>
                  <a:pt x="1705889" y="50800"/>
                </a:lnTo>
                <a:lnTo>
                  <a:pt x="1703616" y="48260"/>
                </a:lnTo>
                <a:lnTo>
                  <a:pt x="1703793" y="48260"/>
                </a:lnTo>
                <a:lnTo>
                  <a:pt x="1701342" y="44450"/>
                </a:lnTo>
                <a:lnTo>
                  <a:pt x="1701533" y="44450"/>
                </a:lnTo>
                <a:lnTo>
                  <a:pt x="1698929" y="41910"/>
                </a:lnTo>
                <a:lnTo>
                  <a:pt x="1699120" y="41910"/>
                </a:lnTo>
                <a:lnTo>
                  <a:pt x="1696377" y="38100"/>
                </a:lnTo>
                <a:lnTo>
                  <a:pt x="1712476" y="38100"/>
                </a:lnTo>
                <a:lnTo>
                  <a:pt x="1722882" y="57150"/>
                </a:lnTo>
                <a:lnTo>
                  <a:pt x="1724558" y="60960"/>
                </a:lnTo>
                <a:lnTo>
                  <a:pt x="1711121" y="60960"/>
                </a:lnTo>
                <a:lnTo>
                  <a:pt x="1711248" y="62229"/>
                </a:lnTo>
                <a:close/>
              </a:path>
              <a:path w="1730375" h="537210">
                <a:moveTo>
                  <a:pt x="18897" y="62229"/>
                </a:moveTo>
                <a:lnTo>
                  <a:pt x="19024" y="60960"/>
                </a:lnTo>
                <a:lnTo>
                  <a:pt x="19481" y="60960"/>
                </a:lnTo>
                <a:lnTo>
                  <a:pt x="18897" y="62229"/>
                </a:lnTo>
                <a:close/>
              </a:path>
              <a:path w="1730375" h="537210">
                <a:moveTo>
                  <a:pt x="1712696" y="66039"/>
                </a:moveTo>
                <a:lnTo>
                  <a:pt x="1711121" y="60960"/>
                </a:lnTo>
                <a:lnTo>
                  <a:pt x="1724558" y="60960"/>
                </a:lnTo>
                <a:lnTo>
                  <a:pt x="1726044" y="64770"/>
                </a:lnTo>
                <a:lnTo>
                  <a:pt x="1712582" y="64770"/>
                </a:lnTo>
                <a:lnTo>
                  <a:pt x="1712696" y="66039"/>
                </a:lnTo>
                <a:close/>
              </a:path>
              <a:path w="1730375" h="537210">
                <a:moveTo>
                  <a:pt x="17449" y="66039"/>
                </a:moveTo>
                <a:lnTo>
                  <a:pt x="17564" y="64770"/>
                </a:lnTo>
                <a:lnTo>
                  <a:pt x="17843" y="64770"/>
                </a:lnTo>
                <a:lnTo>
                  <a:pt x="17449" y="66039"/>
                </a:lnTo>
                <a:close/>
              </a:path>
              <a:path w="1730375" h="537210">
                <a:moveTo>
                  <a:pt x="1713966" y="69850"/>
                </a:moveTo>
                <a:lnTo>
                  <a:pt x="1712582" y="64770"/>
                </a:lnTo>
                <a:lnTo>
                  <a:pt x="1726044" y="64770"/>
                </a:lnTo>
                <a:lnTo>
                  <a:pt x="1726987" y="68579"/>
                </a:lnTo>
                <a:lnTo>
                  <a:pt x="1713864" y="68579"/>
                </a:lnTo>
                <a:lnTo>
                  <a:pt x="1713966" y="69850"/>
                </a:lnTo>
                <a:close/>
              </a:path>
              <a:path w="1730375" h="537210">
                <a:moveTo>
                  <a:pt x="16179" y="69850"/>
                </a:moveTo>
                <a:lnTo>
                  <a:pt x="16281" y="68579"/>
                </a:lnTo>
                <a:lnTo>
                  <a:pt x="16525" y="68579"/>
                </a:lnTo>
                <a:lnTo>
                  <a:pt x="16179" y="69850"/>
                </a:lnTo>
                <a:close/>
              </a:path>
              <a:path w="1730375" h="537210">
                <a:moveTo>
                  <a:pt x="1715046" y="73660"/>
                </a:moveTo>
                <a:lnTo>
                  <a:pt x="1713864" y="68579"/>
                </a:lnTo>
                <a:lnTo>
                  <a:pt x="1726987" y="68579"/>
                </a:lnTo>
                <a:lnTo>
                  <a:pt x="1727301" y="69850"/>
                </a:lnTo>
                <a:lnTo>
                  <a:pt x="1727828" y="72389"/>
                </a:lnTo>
                <a:lnTo>
                  <a:pt x="1714969" y="72389"/>
                </a:lnTo>
                <a:lnTo>
                  <a:pt x="1715046" y="73660"/>
                </a:lnTo>
                <a:close/>
              </a:path>
              <a:path w="1730375" h="537210">
                <a:moveTo>
                  <a:pt x="15100" y="73660"/>
                </a:moveTo>
                <a:lnTo>
                  <a:pt x="15176" y="72389"/>
                </a:lnTo>
                <a:lnTo>
                  <a:pt x="15395" y="72389"/>
                </a:lnTo>
                <a:lnTo>
                  <a:pt x="15100" y="73660"/>
                </a:lnTo>
                <a:close/>
              </a:path>
              <a:path w="1730375" h="537210">
                <a:moveTo>
                  <a:pt x="1715947" y="77470"/>
                </a:moveTo>
                <a:lnTo>
                  <a:pt x="1714969" y="72389"/>
                </a:lnTo>
                <a:lnTo>
                  <a:pt x="1727828" y="72389"/>
                </a:lnTo>
                <a:lnTo>
                  <a:pt x="1728630" y="76200"/>
                </a:lnTo>
                <a:lnTo>
                  <a:pt x="1715884" y="76200"/>
                </a:lnTo>
                <a:lnTo>
                  <a:pt x="1715947" y="77470"/>
                </a:lnTo>
                <a:close/>
              </a:path>
              <a:path w="1730375" h="537210">
                <a:moveTo>
                  <a:pt x="14198" y="77470"/>
                </a:moveTo>
                <a:lnTo>
                  <a:pt x="14262" y="76200"/>
                </a:lnTo>
                <a:lnTo>
                  <a:pt x="14443" y="76200"/>
                </a:lnTo>
                <a:lnTo>
                  <a:pt x="14198" y="77470"/>
                </a:lnTo>
                <a:close/>
              </a:path>
              <a:path w="1730375" h="537210">
                <a:moveTo>
                  <a:pt x="1730146" y="448310"/>
                </a:moveTo>
                <a:lnTo>
                  <a:pt x="1717446" y="448310"/>
                </a:lnTo>
                <a:lnTo>
                  <a:pt x="1717560" y="92710"/>
                </a:lnTo>
                <a:lnTo>
                  <a:pt x="1717446" y="88900"/>
                </a:lnTo>
                <a:lnTo>
                  <a:pt x="1717128" y="85089"/>
                </a:lnTo>
                <a:lnTo>
                  <a:pt x="1716608" y="81279"/>
                </a:lnTo>
                <a:lnTo>
                  <a:pt x="1715884" y="76200"/>
                </a:lnTo>
                <a:lnTo>
                  <a:pt x="1728630" y="76200"/>
                </a:lnTo>
                <a:lnTo>
                  <a:pt x="1729181" y="78739"/>
                </a:lnTo>
                <a:lnTo>
                  <a:pt x="1729778" y="83820"/>
                </a:lnTo>
                <a:lnTo>
                  <a:pt x="1730146" y="88900"/>
                </a:lnTo>
                <a:lnTo>
                  <a:pt x="1730146" y="448310"/>
                </a:lnTo>
                <a:close/>
              </a:path>
              <a:path w="1730375" h="537210">
                <a:moveTo>
                  <a:pt x="12585" y="93979"/>
                </a:moveTo>
                <a:lnTo>
                  <a:pt x="12585" y="92710"/>
                </a:lnTo>
                <a:lnTo>
                  <a:pt x="12585" y="93979"/>
                </a:lnTo>
                <a:close/>
              </a:path>
              <a:path w="1730375" h="537210">
                <a:moveTo>
                  <a:pt x="1717560" y="93979"/>
                </a:moveTo>
                <a:lnTo>
                  <a:pt x="1717532" y="92710"/>
                </a:lnTo>
                <a:lnTo>
                  <a:pt x="1717560" y="93979"/>
                </a:lnTo>
                <a:close/>
              </a:path>
              <a:path w="1730375" h="537210">
                <a:moveTo>
                  <a:pt x="12769" y="448310"/>
                </a:moveTo>
                <a:lnTo>
                  <a:pt x="12687" y="447039"/>
                </a:lnTo>
                <a:lnTo>
                  <a:pt x="12769" y="448310"/>
                </a:lnTo>
                <a:close/>
              </a:path>
              <a:path w="1730375" h="537210">
                <a:moveTo>
                  <a:pt x="1721628" y="482600"/>
                </a:moveTo>
                <a:lnTo>
                  <a:pt x="1707692" y="482600"/>
                </a:lnTo>
                <a:lnTo>
                  <a:pt x="1709623" y="478789"/>
                </a:lnTo>
                <a:lnTo>
                  <a:pt x="1711248" y="474979"/>
                </a:lnTo>
                <a:lnTo>
                  <a:pt x="1712696" y="471170"/>
                </a:lnTo>
                <a:lnTo>
                  <a:pt x="1713966" y="467360"/>
                </a:lnTo>
                <a:lnTo>
                  <a:pt x="1715046" y="463550"/>
                </a:lnTo>
                <a:lnTo>
                  <a:pt x="1715947" y="459739"/>
                </a:lnTo>
                <a:lnTo>
                  <a:pt x="1716646" y="455929"/>
                </a:lnTo>
                <a:lnTo>
                  <a:pt x="1717154" y="452120"/>
                </a:lnTo>
                <a:lnTo>
                  <a:pt x="1717459" y="447039"/>
                </a:lnTo>
                <a:lnTo>
                  <a:pt x="1717446" y="448310"/>
                </a:lnTo>
                <a:lnTo>
                  <a:pt x="1730146" y="448310"/>
                </a:lnTo>
                <a:lnTo>
                  <a:pt x="1729778" y="453389"/>
                </a:lnTo>
                <a:lnTo>
                  <a:pt x="1728355" y="462279"/>
                </a:lnTo>
                <a:lnTo>
                  <a:pt x="1727301" y="467360"/>
                </a:lnTo>
                <a:lnTo>
                  <a:pt x="1726044" y="471170"/>
                </a:lnTo>
                <a:lnTo>
                  <a:pt x="1724558" y="476250"/>
                </a:lnTo>
                <a:lnTo>
                  <a:pt x="1722882" y="480060"/>
                </a:lnTo>
                <a:lnTo>
                  <a:pt x="1721628" y="482600"/>
                </a:lnTo>
                <a:close/>
              </a:path>
              <a:path w="1730375" h="537210">
                <a:moveTo>
                  <a:pt x="23003" y="482600"/>
                </a:moveTo>
                <a:lnTo>
                  <a:pt x="22453" y="482600"/>
                </a:lnTo>
                <a:lnTo>
                  <a:pt x="22301" y="481329"/>
                </a:lnTo>
                <a:lnTo>
                  <a:pt x="23003" y="482600"/>
                </a:lnTo>
                <a:close/>
              </a:path>
              <a:path w="1730375" h="537210">
                <a:moveTo>
                  <a:pt x="1683105" y="524510"/>
                </a:moveTo>
                <a:lnTo>
                  <a:pt x="1644535" y="524510"/>
                </a:lnTo>
                <a:lnTo>
                  <a:pt x="1648917" y="523239"/>
                </a:lnTo>
                <a:lnTo>
                  <a:pt x="1652600" y="523239"/>
                </a:lnTo>
                <a:lnTo>
                  <a:pt x="1656829" y="521970"/>
                </a:lnTo>
                <a:lnTo>
                  <a:pt x="1656524" y="521970"/>
                </a:lnTo>
                <a:lnTo>
                  <a:pt x="1660677" y="520700"/>
                </a:lnTo>
                <a:lnTo>
                  <a:pt x="1660372" y="520700"/>
                </a:lnTo>
                <a:lnTo>
                  <a:pt x="1664449" y="519429"/>
                </a:lnTo>
                <a:lnTo>
                  <a:pt x="1664144" y="519429"/>
                </a:lnTo>
                <a:lnTo>
                  <a:pt x="1668119" y="518160"/>
                </a:lnTo>
                <a:lnTo>
                  <a:pt x="1667840" y="518160"/>
                </a:lnTo>
                <a:lnTo>
                  <a:pt x="1671713" y="516889"/>
                </a:lnTo>
                <a:lnTo>
                  <a:pt x="1671434" y="516889"/>
                </a:lnTo>
                <a:lnTo>
                  <a:pt x="1675206" y="514350"/>
                </a:lnTo>
                <a:lnTo>
                  <a:pt x="1674939" y="514350"/>
                </a:lnTo>
                <a:lnTo>
                  <a:pt x="1678609" y="513079"/>
                </a:lnTo>
                <a:lnTo>
                  <a:pt x="1678343" y="513079"/>
                </a:lnTo>
                <a:lnTo>
                  <a:pt x="1681899" y="510539"/>
                </a:lnTo>
                <a:lnTo>
                  <a:pt x="1681645" y="510539"/>
                </a:lnTo>
                <a:lnTo>
                  <a:pt x="1685074" y="508000"/>
                </a:lnTo>
                <a:lnTo>
                  <a:pt x="1684832" y="508000"/>
                </a:lnTo>
                <a:lnTo>
                  <a:pt x="1688134" y="505460"/>
                </a:lnTo>
                <a:lnTo>
                  <a:pt x="1687906" y="505460"/>
                </a:lnTo>
                <a:lnTo>
                  <a:pt x="1691081" y="502920"/>
                </a:lnTo>
                <a:lnTo>
                  <a:pt x="1690852" y="502920"/>
                </a:lnTo>
                <a:lnTo>
                  <a:pt x="1693887" y="500379"/>
                </a:lnTo>
                <a:lnTo>
                  <a:pt x="1693684" y="500379"/>
                </a:lnTo>
                <a:lnTo>
                  <a:pt x="1696580" y="497839"/>
                </a:lnTo>
                <a:lnTo>
                  <a:pt x="1696377" y="497839"/>
                </a:lnTo>
                <a:lnTo>
                  <a:pt x="1699120" y="495300"/>
                </a:lnTo>
                <a:lnTo>
                  <a:pt x="1698929" y="495300"/>
                </a:lnTo>
                <a:lnTo>
                  <a:pt x="1701533" y="491489"/>
                </a:lnTo>
                <a:lnTo>
                  <a:pt x="1701342" y="491489"/>
                </a:lnTo>
                <a:lnTo>
                  <a:pt x="1703793" y="488950"/>
                </a:lnTo>
                <a:lnTo>
                  <a:pt x="1703616" y="488950"/>
                </a:lnTo>
                <a:lnTo>
                  <a:pt x="1705889" y="485139"/>
                </a:lnTo>
                <a:lnTo>
                  <a:pt x="1705737" y="485139"/>
                </a:lnTo>
                <a:lnTo>
                  <a:pt x="1707845" y="481329"/>
                </a:lnTo>
                <a:lnTo>
                  <a:pt x="1707692" y="482600"/>
                </a:lnTo>
                <a:lnTo>
                  <a:pt x="1721628" y="482600"/>
                </a:lnTo>
                <a:lnTo>
                  <a:pt x="1702765" y="509270"/>
                </a:lnTo>
                <a:lnTo>
                  <a:pt x="1699501" y="513079"/>
                </a:lnTo>
                <a:lnTo>
                  <a:pt x="1696097" y="515620"/>
                </a:lnTo>
                <a:lnTo>
                  <a:pt x="1692554" y="518160"/>
                </a:lnTo>
                <a:lnTo>
                  <a:pt x="1688871" y="520700"/>
                </a:lnTo>
                <a:lnTo>
                  <a:pt x="1685074" y="523239"/>
                </a:lnTo>
                <a:lnTo>
                  <a:pt x="1683105" y="524510"/>
                </a:lnTo>
                <a:close/>
              </a:path>
              <a:path w="1730375" h="537210">
                <a:moveTo>
                  <a:pt x="1645970" y="537210"/>
                </a:moveTo>
                <a:lnTo>
                  <a:pt x="84175" y="537210"/>
                </a:lnTo>
                <a:lnTo>
                  <a:pt x="79476" y="535939"/>
                </a:lnTo>
                <a:lnTo>
                  <a:pt x="1650669" y="535939"/>
                </a:lnTo>
                <a:lnTo>
                  <a:pt x="1645970" y="5372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04251" y="5579338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原子光谱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31335" y="5550408"/>
            <a:ext cx="1717675" cy="525780"/>
          </a:xfrm>
          <a:custGeom>
            <a:avLst/>
            <a:gdLst/>
            <a:ahLst/>
            <a:cxnLst/>
            <a:rect l="l" t="t" r="r" b="b"/>
            <a:pathLst>
              <a:path w="1717675" h="525779">
                <a:moveTo>
                  <a:pt x="1629155" y="525779"/>
                </a:moveTo>
                <a:lnTo>
                  <a:pt x="86867" y="525779"/>
                </a:lnTo>
                <a:lnTo>
                  <a:pt x="52967" y="518601"/>
                </a:lnTo>
                <a:lnTo>
                  <a:pt x="25269" y="499652"/>
                </a:lnTo>
                <a:lnTo>
                  <a:pt x="6654" y="471669"/>
                </a:lnTo>
                <a:lnTo>
                  <a:pt x="0" y="437388"/>
                </a:lnTo>
                <a:lnTo>
                  <a:pt x="0" y="88391"/>
                </a:lnTo>
                <a:lnTo>
                  <a:pt x="6654" y="53896"/>
                </a:lnTo>
                <a:lnTo>
                  <a:pt x="25269" y="25841"/>
                </a:lnTo>
                <a:lnTo>
                  <a:pt x="52967" y="6963"/>
                </a:lnTo>
                <a:lnTo>
                  <a:pt x="86867" y="0"/>
                </a:lnTo>
                <a:lnTo>
                  <a:pt x="1629155" y="0"/>
                </a:lnTo>
                <a:lnTo>
                  <a:pt x="1663580" y="6963"/>
                </a:lnTo>
                <a:lnTo>
                  <a:pt x="1691611" y="25841"/>
                </a:lnTo>
                <a:lnTo>
                  <a:pt x="1710512" y="53896"/>
                </a:lnTo>
                <a:lnTo>
                  <a:pt x="1717548" y="88391"/>
                </a:lnTo>
                <a:lnTo>
                  <a:pt x="1717548" y="437388"/>
                </a:lnTo>
                <a:lnTo>
                  <a:pt x="1710512" y="471669"/>
                </a:lnTo>
                <a:lnTo>
                  <a:pt x="1691611" y="499652"/>
                </a:lnTo>
                <a:lnTo>
                  <a:pt x="1663580" y="518601"/>
                </a:lnTo>
                <a:lnTo>
                  <a:pt x="1629155" y="52577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24719" y="5544184"/>
            <a:ext cx="1730375" cy="537210"/>
          </a:xfrm>
          <a:custGeom>
            <a:avLst/>
            <a:gdLst/>
            <a:ahLst/>
            <a:cxnLst/>
            <a:rect l="l" t="t" r="r" b="b"/>
            <a:pathLst>
              <a:path w="1730375" h="537210">
                <a:moveTo>
                  <a:pt x="1659839" y="534670"/>
                </a:moveTo>
                <a:lnTo>
                  <a:pt x="70307" y="534670"/>
                </a:lnTo>
                <a:lnTo>
                  <a:pt x="61480" y="532129"/>
                </a:lnTo>
                <a:lnTo>
                  <a:pt x="57213" y="529589"/>
                </a:lnTo>
                <a:lnTo>
                  <a:pt x="53060" y="528320"/>
                </a:lnTo>
                <a:lnTo>
                  <a:pt x="27381" y="509270"/>
                </a:lnTo>
                <a:lnTo>
                  <a:pt x="24269" y="506729"/>
                </a:lnTo>
                <a:lnTo>
                  <a:pt x="4102" y="471170"/>
                </a:lnTo>
                <a:lnTo>
                  <a:pt x="2844" y="467360"/>
                </a:lnTo>
                <a:lnTo>
                  <a:pt x="1790" y="462279"/>
                </a:lnTo>
                <a:lnTo>
                  <a:pt x="368" y="453389"/>
                </a:lnTo>
                <a:lnTo>
                  <a:pt x="0" y="448310"/>
                </a:lnTo>
                <a:lnTo>
                  <a:pt x="0" y="88900"/>
                </a:lnTo>
                <a:lnTo>
                  <a:pt x="368" y="83820"/>
                </a:lnTo>
                <a:lnTo>
                  <a:pt x="965" y="78739"/>
                </a:lnTo>
                <a:lnTo>
                  <a:pt x="1790" y="74929"/>
                </a:lnTo>
                <a:lnTo>
                  <a:pt x="2844" y="69850"/>
                </a:lnTo>
                <a:lnTo>
                  <a:pt x="4102" y="64770"/>
                </a:lnTo>
                <a:lnTo>
                  <a:pt x="5587" y="60960"/>
                </a:lnTo>
                <a:lnTo>
                  <a:pt x="7264" y="57150"/>
                </a:lnTo>
                <a:lnTo>
                  <a:pt x="9144" y="52070"/>
                </a:lnTo>
                <a:lnTo>
                  <a:pt x="24269" y="30479"/>
                </a:lnTo>
                <a:lnTo>
                  <a:pt x="27381" y="26670"/>
                </a:lnTo>
                <a:lnTo>
                  <a:pt x="30645" y="24129"/>
                </a:lnTo>
                <a:lnTo>
                  <a:pt x="34048" y="20320"/>
                </a:lnTo>
                <a:lnTo>
                  <a:pt x="37592" y="17779"/>
                </a:lnTo>
                <a:lnTo>
                  <a:pt x="41275" y="15239"/>
                </a:lnTo>
                <a:lnTo>
                  <a:pt x="45072" y="12700"/>
                </a:lnTo>
                <a:lnTo>
                  <a:pt x="49009" y="10160"/>
                </a:lnTo>
                <a:lnTo>
                  <a:pt x="53060" y="8889"/>
                </a:lnTo>
                <a:lnTo>
                  <a:pt x="57213" y="6350"/>
                </a:lnTo>
                <a:lnTo>
                  <a:pt x="70307" y="2539"/>
                </a:lnTo>
                <a:lnTo>
                  <a:pt x="79476" y="0"/>
                </a:lnTo>
                <a:lnTo>
                  <a:pt x="1650669" y="0"/>
                </a:lnTo>
                <a:lnTo>
                  <a:pt x="1659839" y="2539"/>
                </a:lnTo>
                <a:lnTo>
                  <a:pt x="1672932" y="6350"/>
                </a:lnTo>
                <a:lnTo>
                  <a:pt x="1677085" y="8889"/>
                </a:lnTo>
                <a:lnTo>
                  <a:pt x="1681137" y="10160"/>
                </a:lnTo>
                <a:lnTo>
                  <a:pt x="1685074" y="12700"/>
                </a:lnTo>
                <a:lnTo>
                  <a:pt x="81546" y="12700"/>
                </a:lnTo>
                <a:lnTo>
                  <a:pt x="77241" y="13970"/>
                </a:lnTo>
                <a:lnTo>
                  <a:pt x="73621" y="13970"/>
                </a:lnTo>
                <a:lnTo>
                  <a:pt x="69469" y="15239"/>
                </a:lnTo>
                <a:lnTo>
                  <a:pt x="69773" y="15239"/>
                </a:lnTo>
                <a:lnTo>
                  <a:pt x="65697" y="16510"/>
                </a:lnTo>
                <a:lnTo>
                  <a:pt x="66001" y="16510"/>
                </a:lnTo>
                <a:lnTo>
                  <a:pt x="64014" y="17779"/>
                </a:lnTo>
                <a:lnTo>
                  <a:pt x="62306" y="17779"/>
                </a:lnTo>
                <a:lnTo>
                  <a:pt x="58432" y="20320"/>
                </a:lnTo>
                <a:lnTo>
                  <a:pt x="58712" y="20320"/>
                </a:lnTo>
                <a:lnTo>
                  <a:pt x="54940" y="21589"/>
                </a:lnTo>
                <a:lnTo>
                  <a:pt x="55206" y="21589"/>
                </a:lnTo>
                <a:lnTo>
                  <a:pt x="51536" y="24129"/>
                </a:lnTo>
                <a:lnTo>
                  <a:pt x="51803" y="24129"/>
                </a:lnTo>
                <a:lnTo>
                  <a:pt x="48247" y="25400"/>
                </a:lnTo>
                <a:lnTo>
                  <a:pt x="48501" y="25400"/>
                </a:lnTo>
                <a:lnTo>
                  <a:pt x="45072" y="27939"/>
                </a:lnTo>
                <a:lnTo>
                  <a:pt x="45313" y="27939"/>
                </a:lnTo>
                <a:lnTo>
                  <a:pt x="42011" y="30479"/>
                </a:lnTo>
                <a:lnTo>
                  <a:pt x="42240" y="30479"/>
                </a:lnTo>
                <a:lnTo>
                  <a:pt x="39065" y="33020"/>
                </a:lnTo>
                <a:lnTo>
                  <a:pt x="39293" y="33020"/>
                </a:lnTo>
                <a:lnTo>
                  <a:pt x="36258" y="35560"/>
                </a:lnTo>
                <a:lnTo>
                  <a:pt x="36461" y="35560"/>
                </a:lnTo>
                <a:lnTo>
                  <a:pt x="34531" y="38100"/>
                </a:lnTo>
                <a:lnTo>
                  <a:pt x="33769" y="38100"/>
                </a:lnTo>
                <a:lnTo>
                  <a:pt x="31026" y="41910"/>
                </a:lnTo>
                <a:lnTo>
                  <a:pt x="31216" y="41910"/>
                </a:lnTo>
                <a:lnTo>
                  <a:pt x="28613" y="44450"/>
                </a:lnTo>
                <a:lnTo>
                  <a:pt x="28803" y="44450"/>
                </a:lnTo>
                <a:lnTo>
                  <a:pt x="26352" y="48260"/>
                </a:lnTo>
                <a:lnTo>
                  <a:pt x="26530" y="48260"/>
                </a:lnTo>
                <a:lnTo>
                  <a:pt x="24257" y="50800"/>
                </a:lnTo>
                <a:lnTo>
                  <a:pt x="24409" y="50800"/>
                </a:lnTo>
                <a:lnTo>
                  <a:pt x="22301" y="54610"/>
                </a:lnTo>
                <a:lnTo>
                  <a:pt x="22453" y="54610"/>
                </a:lnTo>
                <a:lnTo>
                  <a:pt x="20523" y="58420"/>
                </a:lnTo>
                <a:lnTo>
                  <a:pt x="20650" y="58420"/>
                </a:lnTo>
                <a:lnTo>
                  <a:pt x="19481" y="60960"/>
                </a:lnTo>
                <a:lnTo>
                  <a:pt x="19024" y="60960"/>
                </a:lnTo>
                <a:lnTo>
                  <a:pt x="17843" y="64770"/>
                </a:lnTo>
                <a:lnTo>
                  <a:pt x="17564" y="64770"/>
                </a:lnTo>
                <a:lnTo>
                  <a:pt x="16525" y="68579"/>
                </a:lnTo>
                <a:lnTo>
                  <a:pt x="16281" y="68579"/>
                </a:lnTo>
                <a:lnTo>
                  <a:pt x="15395" y="72389"/>
                </a:lnTo>
                <a:lnTo>
                  <a:pt x="15176" y="72389"/>
                </a:lnTo>
                <a:lnTo>
                  <a:pt x="14443" y="76200"/>
                </a:lnTo>
                <a:lnTo>
                  <a:pt x="14262" y="76200"/>
                </a:lnTo>
                <a:lnTo>
                  <a:pt x="13500" y="81279"/>
                </a:lnTo>
                <a:lnTo>
                  <a:pt x="12992" y="85089"/>
                </a:lnTo>
                <a:lnTo>
                  <a:pt x="12687" y="88900"/>
                </a:lnTo>
                <a:lnTo>
                  <a:pt x="12585" y="92710"/>
                </a:lnTo>
                <a:lnTo>
                  <a:pt x="12700" y="448310"/>
                </a:lnTo>
                <a:lnTo>
                  <a:pt x="13017" y="452120"/>
                </a:lnTo>
                <a:lnTo>
                  <a:pt x="13538" y="455929"/>
                </a:lnTo>
                <a:lnTo>
                  <a:pt x="14262" y="459739"/>
                </a:lnTo>
                <a:lnTo>
                  <a:pt x="15176" y="463550"/>
                </a:lnTo>
                <a:lnTo>
                  <a:pt x="16281" y="467360"/>
                </a:lnTo>
                <a:lnTo>
                  <a:pt x="17564" y="471170"/>
                </a:lnTo>
                <a:lnTo>
                  <a:pt x="19024" y="474979"/>
                </a:lnTo>
                <a:lnTo>
                  <a:pt x="20650" y="478789"/>
                </a:lnTo>
                <a:lnTo>
                  <a:pt x="20523" y="478789"/>
                </a:lnTo>
                <a:lnTo>
                  <a:pt x="22453" y="482600"/>
                </a:lnTo>
                <a:lnTo>
                  <a:pt x="23003" y="482600"/>
                </a:lnTo>
                <a:lnTo>
                  <a:pt x="24409" y="485139"/>
                </a:lnTo>
                <a:lnTo>
                  <a:pt x="24257" y="485139"/>
                </a:lnTo>
                <a:lnTo>
                  <a:pt x="26530" y="488950"/>
                </a:lnTo>
                <a:lnTo>
                  <a:pt x="26352" y="488950"/>
                </a:lnTo>
                <a:lnTo>
                  <a:pt x="28803" y="491489"/>
                </a:lnTo>
                <a:lnTo>
                  <a:pt x="28613" y="491489"/>
                </a:lnTo>
                <a:lnTo>
                  <a:pt x="31216" y="495300"/>
                </a:lnTo>
                <a:lnTo>
                  <a:pt x="31026" y="495300"/>
                </a:lnTo>
                <a:lnTo>
                  <a:pt x="33769" y="497839"/>
                </a:lnTo>
                <a:lnTo>
                  <a:pt x="33566" y="497839"/>
                </a:lnTo>
                <a:lnTo>
                  <a:pt x="36461" y="500379"/>
                </a:lnTo>
                <a:lnTo>
                  <a:pt x="36258" y="500379"/>
                </a:lnTo>
                <a:lnTo>
                  <a:pt x="39293" y="502920"/>
                </a:lnTo>
                <a:lnTo>
                  <a:pt x="39065" y="502920"/>
                </a:lnTo>
                <a:lnTo>
                  <a:pt x="42240" y="505460"/>
                </a:lnTo>
                <a:lnTo>
                  <a:pt x="42011" y="505460"/>
                </a:lnTo>
                <a:lnTo>
                  <a:pt x="45313" y="508000"/>
                </a:lnTo>
                <a:lnTo>
                  <a:pt x="45072" y="508000"/>
                </a:lnTo>
                <a:lnTo>
                  <a:pt x="48501" y="510539"/>
                </a:lnTo>
                <a:lnTo>
                  <a:pt x="48247" y="510539"/>
                </a:lnTo>
                <a:lnTo>
                  <a:pt x="51803" y="513079"/>
                </a:lnTo>
                <a:lnTo>
                  <a:pt x="51536" y="513079"/>
                </a:lnTo>
                <a:lnTo>
                  <a:pt x="55206" y="514350"/>
                </a:lnTo>
                <a:lnTo>
                  <a:pt x="54940" y="514350"/>
                </a:lnTo>
                <a:lnTo>
                  <a:pt x="58712" y="516889"/>
                </a:lnTo>
                <a:lnTo>
                  <a:pt x="58432" y="516889"/>
                </a:lnTo>
                <a:lnTo>
                  <a:pt x="62306" y="518160"/>
                </a:lnTo>
                <a:lnTo>
                  <a:pt x="62026" y="518160"/>
                </a:lnTo>
                <a:lnTo>
                  <a:pt x="66001" y="519429"/>
                </a:lnTo>
                <a:lnTo>
                  <a:pt x="65697" y="519429"/>
                </a:lnTo>
                <a:lnTo>
                  <a:pt x="69773" y="520700"/>
                </a:lnTo>
                <a:lnTo>
                  <a:pt x="69469" y="520700"/>
                </a:lnTo>
                <a:lnTo>
                  <a:pt x="73621" y="521970"/>
                </a:lnTo>
                <a:lnTo>
                  <a:pt x="73317" y="521970"/>
                </a:lnTo>
                <a:lnTo>
                  <a:pt x="77546" y="523239"/>
                </a:lnTo>
                <a:lnTo>
                  <a:pt x="81229" y="523239"/>
                </a:lnTo>
                <a:lnTo>
                  <a:pt x="85610" y="524510"/>
                </a:lnTo>
                <a:lnTo>
                  <a:pt x="1683105" y="524510"/>
                </a:lnTo>
                <a:lnTo>
                  <a:pt x="1681137" y="525779"/>
                </a:lnTo>
                <a:lnTo>
                  <a:pt x="1677085" y="528320"/>
                </a:lnTo>
                <a:lnTo>
                  <a:pt x="1672932" y="529589"/>
                </a:lnTo>
                <a:lnTo>
                  <a:pt x="1668665" y="532129"/>
                </a:lnTo>
                <a:lnTo>
                  <a:pt x="1659839" y="534670"/>
                </a:lnTo>
                <a:close/>
              </a:path>
              <a:path w="1730375" h="537210">
                <a:moveTo>
                  <a:pt x="1668119" y="19050"/>
                </a:moveTo>
                <a:lnTo>
                  <a:pt x="1664144" y="16510"/>
                </a:lnTo>
                <a:lnTo>
                  <a:pt x="1664449" y="16510"/>
                </a:lnTo>
                <a:lnTo>
                  <a:pt x="1660372" y="15239"/>
                </a:lnTo>
                <a:lnTo>
                  <a:pt x="1660677" y="15239"/>
                </a:lnTo>
                <a:lnTo>
                  <a:pt x="1656524" y="13970"/>
                </a:lnTo>
                <a:lnTo>
                  <a:pt x="1652905" y="13970"/>
                </a:lnTo>
                <a:lnTo>
                  <a:pt x="1648599" y="12700"/>
                </a:lnTo>
                <a:lnTo>
                  <a:pt x="1685074" y="12700"/>
                </a:lnTo>
                <a:lnTo>
                  <a:pt x="1688871" y="15239"/>
                </a:lnTo>
                <a:lnTo>
                  <a:pt x="1692554" y="17779"/>
                </a:lnTo>
                <a:lnTo>
                  <a:pt x="1667840" y="17779"/>
                </a:lnTo>
                <a:lnTo>
                  <a:pt x="1668119" y="19050"/>
                </a:lnTo>
                <a:close/>
              </a:path>
              <a:path w="1730375" h="537210">
                <a:moveTo>
                  <a:pt x="73317" y="15239"/>
                </a:moveTo>
                <a:lnTo>
                  <a:pt x="73621" y="13970"/>
                </a:lnTo>
                <a:lnTo>
                  <a:pt x="77546" y="13970"/>
                </a:lnTo>
                <a:lnTo>
                  <a:pt x="73317" y="15239"/>
                </a:lnTo>
                <a:close/>
              </a:path>
              <a:path w="1730375" h="537210">
                <a:moveTo>
                  <a:pt x="1656829" y="15239"/>
                </a:moveTo>
                <a:lnTo>
                  <a:pt x="1652600" y="13970"/>
                </a:lnTo>
                <a:lnTo>
                  <a:pt x="1656524" y="13970"/>
                </a:lnTo>
                <a:lnTo>
                  <a:pt x="1656829" y="15239"/>
                </a:lnTo>
                <a:close/>
              </a:path>
              <a:path w="1730375" h="537210">
                <a:moveTo>
                  <a:pt x="62026" y="19050"/>
                </a:moveTo>
                <a:lnTo>
                  <a:pt x="62306" y="17779"/>
                </a:lnTo>
                <a:lnTo>
                  <a:pt x="64014" y="17779"/>
                </a:lnTo>
                <a:lnTo>
                  <a:pt x="62026" y="19050"/>
                </a:lnTo>
                <a:close/>
              </a:path>
              <a:path w="1730375" h="537210">
                <a:moveTo>
                  <a:pt x="1696580" y="39370"/>
                </a:moveTo>
                <a:lnTo>
                  <a:pt x="1693684" y="35560"/>
                </a:lnTo>
                <a:lnTo>
                  <a:pt x="1693887" y="35560"/>
                </a:lnTo>
                <a:lnTo>
                  <a:pt x="1690852" y="33020"/>
                </a:lnTo>
                <a:lnTo>
                  <a:pt x="1691081" y="33020"/>
                </a:lnTo>
                <a:lnTo>
                  <a:pt x="1687906" y="30479"/>
                </a:lnTo>
                <a:lnTo>
                  <a:pt x="1688134" y="30479"/>
                </a:lnTo>
                <a:lnTo>
                  <a:pt x="1684832" y="27939"/>
                </a:lnTo>
                <a:lnTo>
                  <a:pt x="1685074" y="27939"/>
                </a:lnTo>
                <a:lnTo>
                  <a:pt x="1681645" y="25400"/>
                </a:lnTo>
                <a:lnTo>
                  <a:pt x="1681899" y="25400"/>
                </a:lnTo>
                <a:lnTo>
                  <a:pt x="1678343" y="24129"/>
                </a:lnTo>
                <a:lnTo>
                  <a:pt x="1678609" y="24129"/>
                </a:lnTo>
                <a:lnTo>
                  <a:pt x="1674939" y="21589"/>
                </a:lnTo>
                <a:lnTo>
                  <a:pt x="1675206" y="21589"/>
                </a:lnTo>
                <a:lnTo>
                  <a:pt x="1671434" y="20320"/>
                </a:lnTo>
                <a:lnTo>
                  <a:pt x="1671713" y="20320"/>
                </a:lnTo>
                <a:lnTo>
                  <a:pt x="1667840" y="17779"/>
                </a:lnTo>
                <a:lnTo>
                  <a:pt x="1692554" y="17779"/>
                </a:lnTo>
                <a:lnTo>
                  <a:pt x="1696097" y="20320"/>
                </a:lnTo>
                <a:lnTo>
                  <a:pt x="1699501" y="24129"/>
                </a:lnTo>
                <a:lnTo>
                  <a:pt x="1702765" y="26670"/>
                </a:lnTo>
                <a:lnTo>
                  <a:pt x="1705876" y="30479"/>
                </a:lnTo>
                <a:lnTo>
                  <a:pt x="1708823" y="33020"/>
                </a:lnTo>
                <a:lnTo>
                  <a:pt x="1711604" y="36829"/>
                </a:lnTo>
                <a:lnTo>
                  <a:pt x="1712476" y="38100"/>
                </a:lnTo>
                <a:lnTo>
                  <a:pt x="1696377" y="38100"/>
                </a:lnTo>
                <a:lnTo>
                  <a:pt x="1696580" y="39370"/>
                </a:lnTo>
                <a:close/>
              </a:path>
              <a:path w="1730375" h="537210">
                <a:moveTo>
                  <a:pt x="33566" y="39370"/>
                </a:moveTo>
                <a:lnTo>
                  <a:pt x="33769" y="38100"/>
                </a:lnTo>
                <a:lnTo>
                  <a:pt x="34531" y="38100"/>
                </a:lnTo>
                <a:lnTo>
                  <a:pt x="33566" y="39370"/>
                </a:lnTo>
                <a:close/>
              </a:path>
              <a:path w="1730375" h="537210">
                <a:moveTo>
                  <a:pt x="1711248" y="62229"/>
                </a:moveTo>
                <a:lnTo>
                  <a:pt x="1709496" y="58420"/>
                </a:lnTo>
                <a:lnTo>
                  <a:pt x="1707692" y="54610"/>
                </a:lnTo>
                <a:lnTo>
                  <a:pt x="1707845" y="54610"/>
                </a:lnTo>
                <a:lnTo>
                  <a:pt x="1705737" y="50800"/>
                </a:lnTo>
                <a:lnTo>
                  <a:pt x="1705889" y="50800"/>
                </a:lnTo>
                <a:lnTo>
                  <a:pt x="1703616" y="48260"/>
                </a:lnTo>
                <a:lnTo>
                  <a:pt x="1703781" y="48260"/>
                </a:lnTo>
                <a:lnTo>
                  <a:pt x="1701342" y="44450"/>
                </a:lnTo>
                <a:lnTo>
                  <a:pt x="1701533" y="44450"/>
                </a:lnTo>
                <a:lnTo>
                  <a:pt x="1698929" y="41910"/>
                </a:lnTo>
                <a:lnTo>
                  <a:pt x="1699120" y="41910"/>
                </a:lnTo>
                <a:lnTo>
                  <a:pt x="1696377" y="38100"/>
                </a:lnTo>
                <a:lnTo>
                  <a:pt x="1712476" y="38100"/>
                </a:lnTo>
                <a:lnTo>
                  <a:pt x="1722882" y="57150"/>
                </a:lnTo>
                <a:lnTo>
                  <a:pt x="1724558" y="60960"/>
                </a:lnTo>
                <a:lnTo>
                  <a:pt x="1711121" y="60960"/>
                </a:lnTo>
                <a:lnTo>
                  <a:pt x="1711248" y="62229"/>
                </a:lnTo>
                <a:close/>
              </a:path>
              <a:path w="1730375" h="537210">
                <a:moveTo>
                  <a:pt x="18897" y="62229"/>
                </a:moveTo>
                <a:lnTo>
                  <a:pt x="19024" y="60960"/>
                </a:lnTo>
                <a:lnTo>
                  <a:pt x="19481" y="60960"/>
                </a:lnTo>
                <a:lnTo>
                  <a:pt x="18897" y="62229"/>
                </a:lnTo>
                <a:close/>
              </a:path>
              <a:path w="1730375" h="537210">
                <a:moveTo>
                  <a:pt x="1712696" y="66039"/>
                </a:moveTo>
                <a:lnTo>
                  <a:pt x="1711121" y="60960"/>
                </a:lnTo>
                <a:lnTo>
                  <a:pt x="1724558" y="60960"/>
                </a:lnTo>
                <a:lnTo>
                  <a:pt x="1726044" y="64770"/>
                </a:lnTo>
                <a:lnTo>
                  <a:pt x="1712582" y="64770"/>
                </a:lnTo>
                <a:lnTo>
                  <a:pt x="1712696" y="66039"/>
                </a:lnTo>
                <a:close/>
              </a:path>
              <a:path w="1730375" h="537210">
                <a:moveTo>
                  <a:pt x="17449" y="66039"/>
                </a:moveTo>
                <a:lnTo>
                  <a:pt x="17564" y="64770"/>
                </a:lnTo>
                <a:lnTo>
                  <a:pt x="17843" y="64770"/>
                </a:lnTo>
                <a:lnTo>
                  <a:pt x="17449" y="66039"/>
                </a:lnTo>
                <a:close/>
              </a:path>
              <a:path w="1730375" h="537210">
                <a:moveTo>
                  <a:pt x="1713966" y="69850"/>
                </a:moveTo>
                <a:lnTo>
                  <a:pt x="1712582" y="64770"/>
                </a:lnTo>
                <a:lnTo>
                  <a:pt x="1726044" y="64770"/>
                </a:lnTo>
                <a:lnTo>
                  <a:pt x="1726987" y="68579"/>
                </a:lnTo>
                <a:lnTo>
                  <a:pt x="1713864" y="68579"/>
                </a:lnTo>
                <a:lnTo>
                  <a:pt x="1713966" y="69850"/>
                </a:lnTo>
                <a:close/>
              </a:path>
              <a:path w="1730375" h="537210">
                <a:moveTo>
                  <a:pt x="16179" y="69850"/>
                </a:moveTo>
                <a:lnTo>
                  <a:pt x="16281" y="68579"/>
                </a:lnTo>
                <a:lnTo>
                  <a:pt x="16525" y="68579"/>
                </a:lnTo>
                <a:lnTo>
                  <a:pt x="16179" y="69850"/>
                </a:lnTo>
                <a:close/>
              </a:path>
              <a:path w="1730375" h="537210">
                <a:moveTo>
                  <a:pt x="1715046" y="73660"/>
                </a:moveTo>
                <a:lnTo>
                  <a:pt x="1713864" y="68579"/>
                </a:lnTo>
                <a:lnTo>
                  <a:pt x="1726987" y="68579"/>
                </a:lnTo>
                <a:lnTo>
                  <a:pt x="1727301" y="69850"/>
                </a:lnTo>
                <a:lnTo>
                  <a:pt x="1727828" y="72389"/>
                </a:lnTo>
                <a:lnTo>
                  <a:pt x="1714969" y="72389"/>
                </a:lnTo>
                <a:lnTo>
                  <a:pt x="1715046" y="73660"/>
                </a:lnTo>
                <a:close/>
              </a:path>
              <a:path w="1730375" h="537210">
                <a:moveTo>
                  <a:pt x="15100" y="73660"/>
                </a:moveTo>
                <a:lnTo>
                  <a:pt x="15176" y="72389"/>
                </a:lnTo>
                <a:lnTo>
                  <a:pt x="15395" y="72389"/>
                </a:lnTo>
                <a:lnTo>
                  <a:pt x="15100" y="73660"/>
                </a:lnTo>
                <a:close/>
              </a:path>
              <a:path w="1730375" h="537210">
                <a:moveTo>
                  <a:pt x="1715947" y="77470"/>
                </a:moveTo>
                <a:lnTo>
                  <a:pt x="1714969" y="72389"/>
                </a:lnTo>
                <a:lnTo>
                  <a:pt x="1727828" y="72389"/>
                </a:lnTo>
                <a:lnTo>
                  <a:pt x="1728630" y="76200"/>
                </a:lnTo>
                <a:lnTo>
                  <a:pt x="1715884" y="76200"/>
                </a:lnTo>
                <a:lnTo>
                  <a:pt x="1715947" y="77470"/>
                </a:lnTo>
                <a:close/>
              </a:path>
              <a:path w="1730375" h="537210">
                <a:moveTo>
                  <a:pt x="14198" y="77470"/>
                </a:moveTo>
                <a:lnTo>
                  <a:pt x="14262" y="76200"/>
                </a:lnTo>
                <a:lnTo>
                  <a:pt x="14443" y="76200"/>
                </a:lnTo>
                <a:lnTo>
                  <a:pt x="14198" y="77470"/>
                </a:lnTo>
                <a:close/>
              </a:path>
              <a:path w="1730375" h="537210">
                <a:moveTo>
                  <a:pt x="1730146" y="448310"/>
                </a:moveTo>
                <a:lnTo>
                  <a:pt x="1717446" y="448310"/>
                </a:lnTo>
                <a:lnTo>
                  <a:pt x="1717560" y="92710"/>
                </a:lnTo>
                <a:lnTo>
                  <a:pt x="1717446" y="88900"/>
                </a:lnTo>
                <a:lnTo>
                  <a:pt x="1717128" y="85089"/>
                </a:lnTo>
                <a:lnTo>
                  <a:pt x="1716608" y="81279"/>
                </a:lnTo>
                <a:lnTo>
                  <a:pt x="1715884" y="76200"/>
                </a:lnTo>
                <a:lnTo>
                  <a:pt x="1728630" y="76200"/>
                </a:lnTo>
                <a:lnTo>
                  <a:pt x="1729181" y="78739"/>
                </a:lnTo>
                <a:lnTo>
                  <a:pt x="1729778" y="83820"/>
                </a:lnTo>
                <a:lnTo>
                  <a:pt x="1730146" y="88900"/>
                </a:lnTo>
                <a:lnTo>
                  <a:pt x="1730146" y="448310"/>
                </a:lnTo>
                <a:close/>
              </a:path>
              <a:path w="1730375" h="537210">
                <a:moveTo>
                  <a:pt x="12585" y="93979"/>
                </a:moveTo>
                <a:lnTo>
                  <a:pt x="12585" y="92710"/>
                </a:lnTo>
                <a:lnTo>
                  <a:pt x="12585" y="93979"/>
                </a:lnTo>
                <a:close/>
              </a:path>
              <a:path w="1730375" h="537210">
                <a:moveTo>
                  <a:pt x="1717560" y="93979"/>
                </a:moveTo>
                <a:lnTo>
                  <a:pt x="1717532" y="92710"/>
                </a:lnTo>
                <a:lnTo>
                  <a:pt x="1717560" y="93979"/>
                </a:lnTo>
                <a:close/>
              </a:path>
              <a:path w="1730375" h="537210">
                <a:moveTo>
                  <a:pt x="12769" y="448310"/>
                </a:moveTo>
                <a:lnTo>
                  <a:pt x="12687" y="447039"/>
                </a:lnTo>
                <a:lnTo>
                  <a:pt x="12769" y="448310"/>
                </a:lnTo>
                <a:close/>
              </a:path>
              <a:path w="1730375" h="537210">
                <a:moveTo>
                  <a:pt x="1729870" y="452120"/>
                </a:moveTo>
                <a:lnTo>
                  <a:pt x="1717128" y="452120"/>
                </a:lnTo>
                <a:lnTo>
                  <a:pt x="1717459" y="447039"/>
                </a:lnTo>
                <a:lnTo>
                  <a:pt x="1717446" y="448310"/>
                </a:lnTo>
                <a:lnTo>
                  <a:pt x="1730146" y="448310"/>
                </a:lnTo>
                <a:lnTo>
                  <a:pt x="1729870" y="452120"/>
                </a:lnTo>
                <a:close/>
              </a:path>
              <a:path w="1730375" h="537210">
                <a:moveTo>
                  <a:pt x="13128" y="452120"/>
                </a:moveTo>
                <a:lnTo>
                  <a:pt x="12992" y="450850"/>
                </a:lnTo>
                <a:lnTo>
                  <a:pt x="13128" y="452120"/>
                </a:lnTo>
                <a:close/>
              </a:path>
              <a:path w="1730375" h="537210">
                <a:moveTo>
                  <a:pt x="1721628" y="482600"/>
                </a:moveTo>
                <a:lnTo>
                  <a:pt x="1707692" y="482600"/>
                </a:lnTo>
                <a:lnTo>
                  <a:pt x="1709623" y="478789"/>
                </a:lnTo>
                <a:lnTo>
                  <a:pt x="1711248" y="474979"/>
                </a:lnTo>
                <a:lnTo>
                  <a:pt x="1711121" y="474979"/>
                </a:lnTo>
                <a:lnTo>
                  <a:pt x="1712696" y="471170"/>
                </a:lnTo>
                <a:lnTo>
                  <a:pt x="1713966" y="467360"/>
                </a:lnTo>
                <a:lnTo>
                  <a:pt x="1715046" y="463550"/>
                </a:lnTo>
                <a:lnTo>
                  <a:pt x="1715947" y="459739"/>
                </a:lnTo>
                <a:lnTo>
                  <a:pt x="1716646" y="455929"/>
                </a:lnTo>
                <a:lnTo>
                  <a:pt x="1717154" y="450850"/>
                </a:lnTo>
                <a:lnTo>
                  <a:pt x="1717128" y="452120"/>
                </a:lnTo>
                <a:lnTo>
                  <a:pt x="1729870" y="452120"/>
                </a:lnTo>
                <a:lnTo>
                  <a:pt x="1729778" y="453389"/>
                </a:lnTo>
                <a:lnTo>
                  <a:pt x="1728355" y="462279"/>
                </a:lnTo>
                <a:lnTo>
                  <a:pt x="1727301" y="467360"/>
                </a:lnTo>
                <a:lnTo>
                  <a:pt x="1726044" y="471170"/>
                </a:lnTo>
                <a:lnTo>
                  <a:pt x="1724558" y="476250"/>
                </a:lnTo>
                <a:lnTo>
                  <a:pt x="1722882" y="480060"/>
                </a:lnTo>
                <a:lnTo>
                  <a:pt x="1721628" y="482600"/>
                </a:lnTo>
                <a:close/>
              </a:path>
              <a:path w="1730375" h="537210">
                <a:moveTo>
                  <a:pt x="23003" y="482600"/>
                </a:moveTo>
                <a:lnTo>
                  <a:pt x="22453" y="482600"/>
                </a:lnTo>
                <a:lnTo>
                  <a:pt x="22301" y="481329"/>
                </a:lnTo>
                <a:lnTo>
                  <a:pt x="23003" y="482600"/>
                </a:lnTo>
                <a:close/>
              </a:path>
              <a:path w="1730375" h="537210">
                <a:moveTo>
                  <a:pt x="1683105" y="524510"/>
                </a:moveTo>
                <a:lnTo>
                  <a:pt x="1644535" y="524510"/>
                </a:lnTo>
                <a:lnTo>
                  <a:pt x="1648917" y="523239"/>
                </a:lnTo>
                <a:lnTo>
                  <a:pt x="1652600" y="523239"/>
                </a:lnTo>
                <a:lnTo>
                  <a:pt x="1656829" y="521970"/>
                </a:lnTo>
                <a:lnTo>
                  <a:pt x="1656524" y="521970"/>
                </a:lnTo>
                <a:lnTo>
                  <a:pt x="1660677" y="520700"/>
                </a:lnTo>
                <a:lnTo>
                  <a:pt x="1660372" y="520700"/>
                </a:lnTo>
                <a:lnTo>
                  <a:pt x="1664449" y="519429"/>
                </a:lnTo>
                <a:lnTo>
                  <a:pt x="1664144" y="519429"/>
                </a:lnTo>
                <a:lnTo>
                  <a:pt x="1668119" y="518160"/>
                </a:lnTo>
                <a:lnTo>
                  <a:pt x="1667840" y="518160"/>
                </a:lnTo>
                <a:lnTo>
                  <a:pt x="1671713" y="516889"/>
                </a:lnTo>
                <a:lnTo>
                  <a:pt x="1671434" y="516889"/>
                </a:lnTo>
                <a:lnTo>
                  <a:pt x="1675206" y="514350"/>
                </a:lnTo>
                <a:lnTo>
                  <a:pt x="1674939" y="514350"/>
                </a:lnTo>
                <a:lnTo>
                  <a:pt x="1678609" y="513079"/>
                </a:lnTo>
                <a:lnTo>
                  <a:pt x="1678343" y="513079"/>
                </a:lnTo>
                <a:lnTo>
                  <a:pt x="1681899" y="510539"/>
                </a:lnTo>
                <a:lnTo>
                  <a:pt x="1681645" y="510539"/>
                </a:lnTo>
                <a:lnTo>
                  <a:pt x="1685074" y="508000"/>
                </a:lnTo>
                <a:lnTo>
                  <a:pt x="1684832" y="508000"/>
                </a:lnTo>
                <a:lnTo>
                  <a:pt x="1688134" y="505460"/>
                </a:lnTo>
                <a:lnTo>
                  <a:pt x="1687906" y="505460"/>
                </a:lnTo>
                <a:lnTo>
                  <a:pt x="1691081" y="502920"/>
                </a:lnTo>
                <a:lnTo>
                  <a:pt x="1690852" y="502920"/>
                </a:lnTo>
                <a:lnTo>
                  <a:pt x="1693887" y="500379"/>
                </a:lnTo>
                <a:lnTo>
                  <a:pt x="1693684" y="500379"/>
                </a:lnTo>
                <a:lnTo>
                  <a:pt x="1696580" y="497839"/>
                </a:lnTo>
                <a:lnTo>
                  <a:pt x="1696377" y="497839"/>
                </a:lnTo>
                <a:lnTo>
                  <a:pt x="1699120" y="495300"/>
                </a:lnTo>
                <a:lnTo>
                  <a:pt x="1698929" y="495300"/>
                </a:lnTo>
                <a:lnTo>
                  <a:pt x="1701533" y="491489"/>
                </a:lnTo>
                <a:lnTo>
                  <a:pt x="1701342" y="491489"/>
                </a:lnTo>
                <a:lnTo>
                  <a:pt x="1703781" y="488950"/>
                </a:lnTo>
                <a:lnTo>
                  <a:pt x="1703616" y="488950"/>
                </a:lnTo>
                <a:lnTo>
                  <a:pt x="1705889" y="485139"/>
                </a:lnTo>
                <a:lnTo>
                  <a:pt x="1705737" y="485139"/>
                </a:lnTo>
                <a:lnTo>
                  <a:pt x="1707845" y="481329"/>
                </a:lnTo>
                <a:lnTo>
                  <a:pt x="1707692" y="482600"/>
                </a:lnTo>
                <a:lnTo>
                  <a:pt x="1721628" y="482600"/>
                </a:lnTo>
                <a:lnTo>
                  <a:pt x="1702765" y="509270"/>
                </a:lnTo>
                <a:lnTo>
                  <a:pt x="1699501" y="513079"/>
                </a:lnTo>
                <a:lnTo>
                  <a:pt x="1696097" y="515620"/>
                </a:lnTo>
                <a:lnTo>
                  <a:pt x="1692554" y="518160"/>
                </a:lnTo>
                <a:lnTo>
                  <a:pt x="1688871" y="520700"/>
                </a:lnTo>
                <a:lnTo>
                  <a:pt x="1685074" y="523239"/>
                </a:lnTo>
                <a:lnTo>
                  <a:pt x="1683105" y="524510"/>
                </a:lnTo>
                <a:close/>
              </a:path>
              <a:path w="1730375" h="537210">
                <a:moveTo>
                  <a:pt x="1645970" y="537210"/>
                </a:moveTo>
                <a:lnTo>
                  <a:pt x="84175" y="537210"/>
                </a:lnTo>
                <a:lnTo>
                  <a:pt x="74853" y="534670"/>
                </a:lnTo>
                <a:lnTo>
                  <a:pt x="1655292" y="534670"/>
                </a:lnTo>
                <a:lnTo>
                  <a:pt x="1645970" y="5372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067403" y="5581243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特征光谱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1980" y="2162555"/>
            <a:ext cx="6088380" cy="3253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47394" y="1750059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线状谱：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48511" y="3794759"/>
            <a:ext cx="5551932" cy="2429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19936" y="3766184"/>
            <a:ext cx="5609590" cy="2486660"/>
          </a:xfrm>
          <a:custGeom>
            <a:avLst/>
            <a:gdLst/>
            <a:ahLst/>
            <a:cxnLst/>
            <a:rect l="l" t="t" r="r" b="b"/>
            <a:pathLst>
              <a:path w="5609590" h="2486660">
                <a:moveTo>
                  <a:pt x="5594794" y="2486405"/>
                </a:moveTo>
                <a:lnTo>
                  <a:pt x="14287" y="2486405"/>
                </a:lnTo>
                <a:lnTo>
                  <a:pt x="11506" y="2486126"/>
                </a:lnTo>
                <a:lnTo>
                  <a:pt x="0" y="2472118"/>
                </a:lnTo>
                <a:lnTo>
                  <a:pt x="0" y="14287"/>
                </a:lnTo>
                <a:lnTo>
                  <a:pt x="14287" y="0"/>
                </a:lnTo>
                <a:lnTo>
                  <a:pt x="5594794" y="0"/>
                </a:lnTo>
                <a:lnTo>
                  <a:pt x="560908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457830"/>
                </a:lnTo>
                <a:lnTo>
                  <a:pt x="14287" y="2457830"/>
                </a:lnTo>
                <a:lnTo>
                  <a:pt x="28575" y="2472118"/>
                </a:lnTo>
                <a:lnTo>
                  <a:pt x="5609082" y="2472118"/>
                </a:lnTo>
                <a:lnTo>
                  <a:pt x="5608802" y="2474899"/>
                </a:lnTo>
                <a:lnTo>
                  <a:pt x="5597575" y="2486126"/>
                </a:lnTo>
                <a:lnTo>
                  <a:pt x="5594794" y="2486405"/>
                </a:lnTo>
                <a:close/>
              </a:path>
              <a:path w="5609590" h="248666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609590" h="2486660">
                <a:moveTo>
                  <a:pt x="558050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580507" y="14287"/>
                </a:lnTo>
                <a:lnTo>
                  <a:pt x="5580507" y="28575"/>
                </a:lnTo>
                <a:close/>
              </a:path>
              <a:path w="5609590" h="2486660">
                <a:moveTo>
                  <a:pt x="5580507" y="2472118"/>
                </a:moveTo>
                <a:lnTo>
                  <a:pt x="5580507" y="14287"/>
                </a:lnTo>
                <a:lnTo>
                  <a:pt x="5594794" y="28575"/>
                </a:lnTo>
                <a:lnTo>
                  <a:pt x="5609082" y="28575"/>
                </a:lnTo>
                <a:lnTo>
                  <a:pt x="5609082" y="2457830"/>
                </a:lnTo>
                <a:lnTo>
                  <a:pt x="5594794" y="2457830"/>
                </a:lnTo>
                <a:lnTo>
                  <a:pt x="5580507" y="2472118"/>
                </a:lnTo>
                <a:close/>
              </a:path>
              <a:path w="5609590" h="2486660">
                <a:moveTo>
                  <a:pt x="5609082" y="28575"/>
                </a:moveTo>
                <a:lnTo>
                  <a:pt x="5594794" y="28575"/>
                </a:lnTo>
                <a:lnTo>
                  <a:pt x="5580507" y="14287"/>
                </a:lnTo>
                <a:lnTo>
                  <a:pt x="5609082" y="14287"/>
                </a:lnTo>
                <a:lnTo>
                  <a:pt x="5609082" y="28575"/>
                </a:lnTo>
                <a:close/>
              </a:path>
              <a:path w="5609590" h="2486660">
                <a:moveTo>
                  <a:pt x="28575" y="2472118"/>
                </a:moveTo>
                <a:lnTo>
                  <a:pt x="14287" y="2457830"/>
                </a:lnTo>
                <a:lnTo>
                  <a:pt x="28575" y="2457830"/>
                </a:lnTo>
                <a:lnTo>
                  <a:pt x="28575" y="2472118"/>
                </a:lnTo>
                <a:close/>
              </a:path>
              <a:path w="5609590" h="2486660">
                <a:moveTo>
                  <a:pt x="5580507" y="2472118"/>
                </a:moveTo>
                <a:lnTo>
                  <a:pt x="28575" y="2472118"/>
                </a:lnTo>
                <a:lnTo>
                  <a:pt x="28575" y="2457830"/>
                </a:lnTo>
                <a:lnTo>
                  <a:pt x="5580507" y="2457830"/>
                </a:lnTo>
                <a:lnTo>
                  <a:pt x="5580507" y="2472118"/>
                </a:lnTo>
                <a:close/>
              </a:path>
              <a:path w="5609590" h="2486660">
                <a:moveTo>
                  <a:pt x="5609082" y="2472118"/>
                </a:moveTo>
                <a:lnTo>
                  <a:pt x="5580507" y="2472118"/>
                </a:lnTo>
                <a:lnTo>
                  <a:pt x="5594794" y="2457830"/>
                </a:lnTo>
                <a:lnTo>
                  <a:pt x="5609082" y="2457830"/>
                </a:lnTo>
                <a:lnTo>
                  <a:pt x="5609082" y="247211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28700" y="3305175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华文楷体"/>
                <a:cs typeface="华文楷体"/>
              </a:rPr>
              <a:t>沃拉斯</a:t>
            </a:r>
            <a:r>
              <a:rPr dirty="0" sz="2000" spc="5">
                <a:latin typeface="华文楷体"/>
                <a:cs typeface="华文楷体"/>
              </a:rPr>
              <a:t>顿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8095" y="1059180"/>
            <a:ext cx="1661160" cy="2225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9520" y="1030605"/>
            <a:ext cx="1718310" cy="2282190"/>
          </a:xfrm>
          <a:custGeom>
            <a:avLst/>
            <a:gdLst/>
            <a:ahLst/>
            <a:cxnLst/>
            <a:rect l="l" t="t" r="r" b="b"/>
            <a:pathLst>
              <a:path w="1718310" h="2282190">
                <a:moveTo>
                  <a:pt x="1704022" y="2282190"/>
                </a:moveTo>
                <a:lnTo>
                  <a:pt x="14287" y="2282190"/>
                </a:lnTo>
                <a:lnTo>
                  <a:pt x="11506" y="2281910"/>
                </a:lnTo>
                <a:lnTo>
                  <a:pt x="0" y="2267902"/>
                </a:lnTo>
                <a:lnTo>
                  <a:pt x="0" y="14287"/>
                </a:lnTo>
                <a:lnTo>
                  <a:pt x="14287" y="0"/>
                </a:lnTo>
                <a:lnTo>
                  <a:pt x="1704022" y="0"/>
                </a:lnTo>
                <a:lnTo>
                  <a:pt x="171831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53615"/>
                </a:lnTo>
                <a:lnTo>
                  <a:pt x="14287" y="2253615"/>
                </a:lnTo>
                <a:lnTo>
                  <a:pt x="28575" y="2267902"/>
                </a:lnTo>
                <a:lnTo>
                  <a:pt x="1718310" y="2267902"/>
                </a:lnTo>
                <a:lnTo>
                  <a:pt x="1718030" y="2270683"/>
                </a:lnTo>
                <a:lnTo>
                  <a:pt x="1706803" y="2281910"/>
                </a:lnTo>
                <a:lnTo>
                  <a:pt x="1704022" y="2282190"/>
                </a:lnTo>
                <a:close/>
              </a:path>
              <a:path w="1718310" h="228219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18310" h="2282190">
                <a:moveTo>
                  <a:pt x="168973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689735" y="14287"/>
                </a:lnTo>
                <a:lnTo>
                  <a:pt x="1689735" y="28575"/>
                </a:lnTo>
                <a:close/>
              </a:path>
              <a:path w="1718310" h="2282190">
                <a:moveTo>
                  <a:pt x="1689735" y="2267902"/>
                </a:moveTo>
                <a:lnTo>
                  <a:pt x="1689735" y="14287"/>
                </a:lnTo>
                <a:lnTo>
                  <a:pt x="1704022" y="28575"/>
                </a:lnTo>
                <a:lnTo>
                  <a:pt x="1718310" y="28575"/>
                </a:lnTo>
                <a:lnTo>
                  <a:pt x="1718310" y="2253615"/>
                </a:lnTo>
                <a:lnTo>
                  <a:pt x="1704022" y="2253615"/>
                </a:lnTo>
                <a:lnTo>
                  <a:pt x="1689735" y="2267902"/>
                </a:lnTo>
                <a:close/>
              </a:path>
              <a:path w="1718310" h="2282190">
                <a:moveTo>
                  <a:pt x="1718310" y="28575"/>
                </a:moveTo>
                <a:lnTo>
                  <a:pt x="1704022" y="28575"/>
                </a:lnTo>
                <a:lnTo>
                  <a:pt x="1689735" y="14287"/>
                </a:lnTo>
                <a:lnTo>
                  <a:pt x="1718310" y="14287"/>
                </a:lnTo>
                <a:lnTo>
                  <a:pt x="1718310" y="28575"/>
                </a:lnTo>
                <a:close/>
              </a:path>
              <a:path w="1718310" h="2282190">
                <a:moveTo>
                  <a:pt x="28575" y="2267902"/>
                </a:moveTo>
                <a:lnTo>
                  <a:pt x="14287" y="2253615"/>
                </a:lnTo>
                <a:lnTo>
                  <a:pt x="28575" y="2253615"/>
                </a:lnTo>
                <a:lnTo>
                  <a:pt x="28575" y="2267902"/>
                </a:lnTo>
                <a:close/>
              </a:path>
              <a:path w="1718310" h="2282190">
                <a:moveTo>
                  <a:pt x="1689735" y="2267902"/>
                </a:moveTo>
                <a:lnTo>
                  <a:pt x="28575" y="2267902"/>
                </a:lnTo>
                <a:lnTo>
                  <a:pt x="28575" y="2253615"/>
                </a:lnTo>
                <a:lnTo>
                  <a:pt x="1689735" y="2253615"/>
                </a:lnTo>
                <a:lnTo>
                  <a:pt x="1689735" y="2267902"/>
                </a:lnTo>
                <a:close/>
              </a:path>
              <a:path w="1718310" h="2282190">
                <a:moveTo>
                  <a:pt x="1718310" y="2267902"/>
                </a:moveTo>
                <a:lnTo>
                  <a:pt x="1689735" y="2267902"/>
                </a:lnTo>
                <a:lnTo>
                  <a:pt x="1704022" y="2253615"/>
                </a:lnTo>
                <a:lnTo>
                  <a:pt x="1718310" y="2253615"/>
                </a:lnTo>
                <a:lnTo>
                  <a:pt x="1718310" y="226790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26079" y="1053083"/>
            <a:ext cx="1752599" cy="22326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97504" y="1024508"/>
            <a:ext cx="1809750" cy="2289810"/>
          </a:xfrm>
          <a:custGeom>
            <a:avLst/>
            <a:gdLst/>
            <a:ahLst/>
            <a:cxnLst/>
            <a:rect l="l" t="t" r="r" b="b"/>
            <a:pathLst>
              <a:path w="1809750" h="2289810">
                <a:moveTo>
                  <a:pt x="1795462" y="2289810"/>
                </a:moveTo>
                <a:lnTo>
                  <a:pt x="14287" y="2289810"/>
                </a:lnTo>
                <a:lnTo>
                  <a:pt x="11506" y="2289530"/>
                </a:lnTo>
                <a:lnTo>
                  <a:pt x="0" y="2275522"/>
                </a:lnTo>
                <a:lnTo>
                  <a:pt x="0" y="14287"/>
                </a:lnTo>
                <a:lnTo>
                  <a:pt x="14287" y="0"/>
                </a:lnTo>
                <a:lnTo>
                  <a:pt x="1795462" y="0"/>
                </a:lnTo>
                <a:lnTo>
                  <a:pt x="1809749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2261235"/>
                </a:lnTo>
                <a:lnTo>
                  <a:pt x="14287" y="2261235"/>
                </a:lnTo>
                <a:lnTo>
                  <a:pt x="28575" y="2275522"/>
                </a:lnTo>
                <a:lnTo>
                  <a:pt x="1809749" y="2275522"/>
                </a:lnTo>
                <a:lnTo>
                  <a:pt x="1809470" y="2278303"/>
                </a:lnTo>
                <a:lnTo>
                  <a:pt x="1798243" y="2289530"/>
                </a:lnTo>
                <a:lnTo>
                  <a:pt x="1795462" y="2289810"/>
                </a:lnTo>
                <a:close/>
              </a:path>
              <a:path w="1809750" h="2289810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1809750" h="2289810">
                <a:moveTo>
                  <a:pt x="1781174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1781174" y="14287"/>
                </a:lnTo>
                <a:lnTo>
                  <a:pt x="1781174" y="28574"/>
                </a:lnTo>
                <a:close/>
              </a:path>
              <a:path w="1809750" h="2289810">
                <a:moveTo>
                  <a:pt x="1781174" y="2275522"/>
                </a:moveTo>
                <a:lnTo>
                  <a:pt x="1781174" y="14287"/>
                </a:lnTo>
                <a:lnTo>
                  <a:pt x="1795462" y="28574"/>
                </a:lnTo>
                <a:lnTo>
                  <a:pt x="1809749" y="28574"/>
                </a:lnTo>
                <a:lnTo>
                  <a:pt x="1809749" y="2261235"/>
                </a:lnTo>
                <a:lnTo>
                  <a:pt x="1795462" y="2261235"/>
                </a:lnTo>
                <a:lnTo>
                  <a:pt x="1781174" y="2275522"/>
                </a:lnTo>
                <a:close/>
              </a:path>
              <a:path w="1809750" h="2289810">
                <a:moveTo>
                  <a:pt x="1809749" y="28574"/>
                </a:moveTo>
                <a:lnTo>
                  <a:pt x="1795462" y="28574"/>
                </a:lnTo>
                <a:lnTo>
                  <a:pt x="1781174" y="14287"/>
                </a:lnTo>
                <a:lnTo>
                  <a:pt x="1809749" y="14287"/>
                </a:lnTo>
                <a:lnTo>
                  <a:pt x="1809749" y="28574"/>
                </a:lnTo>
                <a:close/>
              </a:path>
              <a:path w="1809750" h="2289810">
                <a:moveTo>
                  <a:pt x="28575" y="2275522"/>
                </a:moveTo>
                <a:lnTo>
                  <a:pt x="14287" y="2261235"/>
                </a:lnTo>
                <a:lnTo>
                  <a:pt x="28575" y="2261235"/>
                </a:lnTo>
                <a:lnTo>
                  <a:pt x="28575" y="2275522"/>
                </a:lnTo>
                <a:close/>
              </a:path>
              <a:path w="1809750" h="2289810">
                <a:moveTo>
                  <a:pt x="1781174" y="2275522"/>
                </a:moveTo>
                <a:lnTo>
                  <a:pt x="28575" y="2275522"/>
                </a:lnTo>
                <a:lnTo>
                  <a:pt x="28575" y="2261235"/>
                </a:lnTo>
                <a:lnTo>
                  <a:pt x="1781174" y="2261235"/>
                </a:lnTo>
                <a:lnTo>
                  <a:pt x="1781174" y="2275522"/>
                </a:lnTo>
                <a:close/>
              </a:path>
              <a:path w="1809750" h="2289810">
                <a:moveTo>
                  <a:pt x="1809749" y="2275522"/>
                </a:moveTo>
                <a:lnTo>
                  <a:pt x="1781174" y="2275522"/>
                </a:lnTo>
                <a:lnTo>
                  <a:pt x="1795462" y="2261235"/>
                </a:lnTo>
                <a:lnTo>
                  <a:pt x="1809749" y="2261235"/>
                </a:lnTo>
                <a:lnTo>
                  <a:pt x="1809749" y="227552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65475" y="3288030"/>
            <a:ext cx="104203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2000">
                <a:latin typeface="华文楷体"/>
                <a:cs typeface="华文楷体"/>
              </a:rPr>
              <a:t>夫琅禾</a:t>
            </a:r>
            <a:r>
              <a:rPr dirty="0" u="none" sz="2000" spc="5">
                <a:latin typeface="华文楷体"/>
                <a:cs typeface="华文楷体"/>
              </a:rPr>
              <a:t>费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11095" y="564832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夫琅禾费线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31891" y="1048511"/>
            <a:ext cx="1584960" cy="22387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03316" y="1019936"/>
            <a:ext cx="1642110" cy="2296160"/>
          </a:xfrm>
          <a:custGeom>
            <a:avLst/>
            <a:gdLst/>
            <a:ahLst/>
            <a:cxnLst/>
            <a:rect l="l" t="t" r="r" b="b"/>
            <a:pathLst>
              <a:path w="1642109" h="2296160">
                <a:moveTo>
                  <a:pt x="1627822" y="2295905"/>
                </a:moveTo>
                <a:lnTo>
                  <a:pt x="14287" y="2295905"/>
                </a:lnTo>
                <a:lnTo>
                  <a:pt x="11506" y="2295626"/>
                </a:lnTo>
                <a:lnTo>
                  <a:pt x="0" y="2281618"/>
                </a:lnTo>
                <a:lnTo>
                  <a:pt x="0" y="14287"/>
                </a:lnTo>
                <a:lnTo>
                  <a:pt x="14287" y="0"/>
                </a:lnTo>
                <a:lnTo>
                  <a:pt x="1627822" y="0"/>
                </a:lnTo>
                <a:lnTo>
                  <a:pt x="164211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67330"/>
                </a:lnTo>
                <a:lnTo>
                  <a:pt x="14287" y="2267330"/>
                </a:lnTo>
                <a:lnTo>
                  <a:pt x="28575" y="2281618"/>
                </a:lnTo>
                <a:lnTo>
                  <a:pt x="1642110" y="2281618"/>
                </a:lnTo>
                <a:lnTo>
                  <a:pt x="1641830" y="2284399"/>
                </a:lnTo>
                <a:lnTo>
                  <a:pt x="1630603" y="2295626"/>
                </a:lnTo>
                <a:lnTo>
                  <a:pt x="1627822" y="2295905"/>
                </a:lnTo>
                <a:close/>
              </a:path>
              <a:path w="1642109" h="229616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642109" h="2296160">
                <a:moveTo>
                  <a:pt x="161353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613535" y="14287"/>
                </a:lnTo>
                <a:lnTo>
                  <a:pt x="1613535" y="28575"/>
                </a:lnTo>
                <a:close/>
              </a:path>
              <a:path w="1642109" h="2296160">
                <a:moveTo>
                  <a:pt x="1613535" y="2281618"/>
                </a:moveTo>
                <a:lnTo>
                  <a:pt x="1613535" y="14287"/>
                </a:lnTo>
                <a:lnTo>
                  <a:pt x="1627822" y="28575"/>
                </a:lnTo>
                <a:lnTo>
                  <a:pt x="1642110" y="28575"/>
                </a:lnTo>
                <a:lnTo>
                  <a:pt x="1642110" y="2267331"/>
                </a:lnTo>
                <a:lnTo>
                  <a:pt x="1627822" y="2267330"/>
                </a:lnTo>
                <a:lnTo>
                  <a:pt x="1613535" y="2281618"/>
                </a:lnTo>
                <a:close/>
              </a:path>
              <a:path w="1642109" h="2296160">
                <a:moveTo>
                  <a:pt x="1642110" y="28575"/>
                </a:moveTo>
                <a:lnTo>
                  <a:pt x="1627822" y="28575"/>
                </a:lnTo>
                <a:lnTo>
                  <a:pt x="1613535" y="14287"/>
                </a:lnTo>
                <a:lnTo>
                  <a:pt x="1642110" y="14287"/>
                </a:lnTo>
                <a:lnTo>
                  <a:pt x="1642110" y="28575"/>
                </a:lnTo>
                <a:close/>
              </a:path>
              <a:path w="1642109" h="2296160">
                <a:moveTo>
                  <a:pt x="28575" y="2281618"/>
                </a:moveTo>
                <a:lnTo>
                  <a:pt x="14287" y="2267330"/>
                </a:lnTo>
                <a:lnTo>
                  <a:pt x="28575" y="2267330"/>
                </a:lnTo>
                <a:lnTo>
                  <a:pt x="28575" y="2281618"/>
                </a:lnTo>
                <a:close/>
              </a:path>
              <a:path w="1642109" h="2296160">
                <a:moveTo>
                  <a:pt x="1613535" y="2281618"/>
                </a:moveTo>
                <a:lnTo>
                  <a:pt x="28575" y="2281618"/>
                </a:lnTo>
                <a:lnTo>
                  <a:pt x="28575" y="2267330"/>
                </a:lnTo>
                <a:lnTo>
                  <a:pt x="1613535" y="2267330"/>
                </a:lnTo>
                <a:lnTo>
                  <a:pt x="1613535" y="2281618"/>
                </a:lnTo>
                <a:close/>
              </a:path>
              <a:path w="1642109" h="2296160">
                <a:moveTo>
                  <a:pt x="1642110" y="2281618"/>
                </a:moveTo>
                <a:lnTo>
                  <a:pt x="1613535" y="2281618"/>
                </a:lnTo>
                <a:lnTo>
                  <a:pt x="1627822" y="2267330"/>
                </a:lnTo>
                <a:lnTo>
                  <a:pt x="1642110" y="2267331"/>
                </a:lnTo>
                <a:lnTo>
                  <a:pt x="1642110" y="228161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74970" y="3305175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华文楷体"/>
                <a:cs typeface="华文楷体"/>
              </a:rPr>
              <a:t>基尔霍</a:t>
            </a:r>
            <a:r>
              <a:rPr dirty="0" sz="2000" spc="5">
                <a:latin typeface="华文楷体"/>
                <a:cs typeface="华文楷体"/>
              </a:rPr>
              <a:t>夫</a:t>
            </a:r>
            <a:endParaRPr sz="2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14528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一、光</a:t>
            </a:r>
            <a:r>
              <a:rPr dirty="0" u="none" spc="-20" b="1">
                <a:latin typeface="黑体"/>
                <a:cs typeface="黑体"/>
              </a:rPr>
              <a:t>谱</a:t>
            </a:r>
          </a:p>
        </p:txBody>
      </p:sp>
      <p:sp>
        <p:nvSpPr>
          <p:cNvPr id="6" name="object 6"/>
          <p:cNvSpPr/>
          <p:nvPr/>
        </p:nvSpPr>
        <p:spPr>
          <a:xfrm>
            <a:off x="896111" y="3543300"/>
            <a:ext cx="6277355" cy="1342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6403" y="5550408"/>
            <a:ext cx="6277356" cy="6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5924" y="4972811"/>
            <a:ext cx="6297168" cy="6568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82139" y="5626100"/>
            <a:ext cx="257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H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594" y="1658619"/>
            <a:ext cx="6578600" cy="185420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2400">
                <a:latin typeface="华文楷体"/>
                <a:cs typeface="华文楷体"/>
              </a:rPr>
              <a:t>吸收光谱：</a:t>
            </a:r>
            <a:endParaRPr sz="2400">
              <a:latin typeface="华文楷体"/>
              <a:cs typeface="华文楷体"/>
            </a:endParaRPr>
          </a:p>
          <a:p>
            <a:pPr marL="12700" marR="5080" indent="457200">
              <a:lnSpc>
                <a:spcPct val="125000"/>
              </a:lnSpc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高温物体</a:t>
            </a:r>
            <a:r>
              <a:rPr dirty="0" sz="2400">
                <a:latin typeface="华文楷体"/>
                <a:cs typeface="华文楷体"/>
              </a:rPr>
              <a:t>发出的白光（其中包含连续分布的一 切波长的光）通过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低温物质</a:t>
            </a:r>
            <a:r>
              <a:rPr dirty="0" sz="2400">
                <a:latin typeface="华文楷体"/>
                <a:cs typeface="华文楷体"/>
              </a:rPr>
              <a:t>时，某些波长的光被 物质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吸收</a:t>
            </a:r>
            <a:r>
              <a:rPr dirty="0" sz="2400">
                <a:latin typeface="华文楷体"/>
                <a:cs typeface="华文楷体"/>
              </a:rPr>
              <a:t>后产生的光谱。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14528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一、光</a:t>
            </a:r>
            <a:r>
              <a:rPr dirty="0" u="none" spc="-20" b="1">
                <a:latin typeface="黑体"/>
                <a:cs typeface="黑体"/>
              </a:rPr>
              <a:t>谱</a:t>
            </a:r>
          </a:p>
        </p:txBody>
      </p:sp>
      <p:sp>
        <p:nvSpPr>
          <p:cNvPr id="6" name="object 6"/>
          <p:cNvSpPr/>
          <p:nvPr/>
        </p:nvSpPr>
        <p:spPr>
          <a:xfrm>
            <a:off x="1659635" y="2261616"/>
            <a:ext cx="4439412" cy="2959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7075" y="1750059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太阳光谱：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434" y="5322570"/>
            <a:ext cx="71069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8072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与已知元素的光谱相比较，知道太阳中存在钠、 镁、铜、锌、镍等金属元素。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14528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一、光</a:t>
            </a:r>
            <a:r>
              <a:rPr dirty="0" u="none" spc="-20" b="1">
                <a:latin typeface="黑体"/>
                <a:cs typeface="黑体"/>
              </a:rPr>
              <a:t>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755" y="1750059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光谱分析：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9571" y="1278636"/>
            <a:ext cx="1584959" cy="2238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90996" y="1250061"/>
            <a:ext cx="1642110" cy="2296160"/>
          </a:xfrm>
          <a:custGeom>
            <a:avLst/>
            <a:gdLst/>
            <a:ahLst/>
            <a:cxnLst/>
            <a:rect l="l" t="t" r="r" b="b"/>
            <a:pathLst>
              <a:path w="1642109" h="2296160">
                <a:moveTo>
                  <a:pt x="1627822" y="2295905"/>
                </a:moveTo>
                <a:lnTo>
                  <a:pt x="14287" y="2295905"/>
                </a:lnTo>
                <a:lnTo>
                  <a:pt x="11506" y="2295626"/>
                </a:lnTo>
                <a:lnTo>
                  <a:pt x="0" y="2281618"/>
                </a:lnTo>
                <a:lnTo>
                  <a:pt x="0" y="14287"/>
                </a:lnTo>
                <a:lnTo>
                  <a:pt x="14287" y="0"/>
                </a:lnTo>
                <a:lnTo>
                  <a:pt x="1627822" y="0"/>
                </a:lnTo>
                <a:lnTo>
                  <a:pt x="1642109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267330"/>
                </a:lnTo>
                <a:lnTo>
                  <a:pt x="14287" y="2267330"/>
                </a:lnTo>
                <a:lnTo>
                  <a:pt x="28575" y="2281618"/>
                </a:lnTo>
                <a:lnTo>
                  <a:pt x="1642109" y="2281618"/>
                </a:lnTo>
                <a:lnTo>
                  <a:pt x="1641830" y="2284399"/>
                </a:lnTo>
                <a:lnTo>
                  <a:pt x="1630603" y="2295626"/>
                </a:lnTo>
                <a:lnTo>
                  <a:pt x="1627822" y="2295905"/>
                </a:lnTo>
                <a:close/>
              </a:path>
              <a:path w="1642109" h="229616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642109" h="2296160">
                <a:moveTo>
                  <a:pt x="1613534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613534" y="14287"/>
                </a:lnTo>
                <a:lnTo>
                  <a:pt x="1613534" y="28575"/>
                </a:lnTo>
                <a:close/>
              </a:path>
              <a:path w="1642109" h="2296160">
                <a:moveTo>
                  <a:pt x="1613534" y="2281618"/>
                </a:moveTo>
                <a:lnTo>
                  <a:pt x="1613534" y="14287"/>
                </a:lnTo>
                <a:lnTo>
                  <a:pt x="1627822" y="28575"/>
                </a:lnTo>
                <a:lnTo>
                  <a:pt x="1642109" y="28575"/>
                </a:lnTo>
                <a:lnTo>
                  <a:pt x="1642109" y="2267331"/>
                </a:lnTo>
                <a:lnTo>
                  <a:pt x="1627822" y="2267330"/>
                </a:lnTo>
                <a:lnTo>
                  <a:pt x="1613534" y="2281618"/>
                </a:lnTo>
                <a:close/>
              </a:path>
              <a:path w="1642109" h="2296160">
                <a:moveTo>
                  <a:pt x="1642109" y="28575"/>
                </a:moveTo>
                <a:lnTo>
                  <a:pt x="1627822" y="28575"/>
                </a:lnTo>
                <a:lnTo>
                  <a:pt x="1613534" y="14287"/>
                </a:lnTo>
                <a:lnTo>
                  <a:pt x="1642109" y="14287"/>
                </a:lnTo>
                <a:lnTo>
                  <a:pt x="1642109" y="28575"/>
                </a:lnTo>
                <a:close/>
              </a:path>
              <a:path w="1642109" h="2296160">
                <a:moveTo>
                  <a:pt x="28575" y="2281618"/>
                </a:moveTo>
                <a:lnTo>
                  <a:pt x="14287" y="2267330"/>
                </a:lnTo>
                <a:lnTo>
                  <a:pt x="28575" y="2267330"/>
                </a:lnTo>
                <a:lnTo>
                  <a:pt x="28575" y="2281618"/>
                </a:lnTo>
                <a:close/>
              </a:path>
              <a:path w="1642109" h="2296160">
                <a:moveTo>
                  <a:pt x="1613534" y="2281618"/>
                </a:moveTo>
                <a:lnTo>
                  <a:pt x="28575" y="2281618"/>
                </a:lnTo>
                <a:lnTo>
                  <a:pt x="28575" y="2267330"/>
                </a:lnTo>
                <a:lnTo>
                  <a:pt x="1613534" y="2267330"/>
                </a:lnTo>
                <a:lnTo>
                  <a:pt x="1613534" y="2281618"/>
                </a:lnTo>
                <a:close/>
              </a:path>
              <a:path w="1642109" h="2296160">
                <a:moveTo>
                  <a:pt x="1642109" y="2281618"/>
                </a:moveTo>
                <a:lnTo>
                  <a:pt x="1613534" y="2281618"/>
                </a:lnTo>
                <a:lnTo>
                  <a:pt x="1627822" y="2267330"/>
                </a:lnTo>
                <a:lnTo>
                  <a:pt x="1642109" y="2267331"/>
                </a:lnTo>
                <a:lnTo>
                  <a:pt x="1642109" y="228161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63920" y="3535679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华文楷体"/>
                <a:cs typeface="华文楷体"/>
              </a:rPr>
              <a:t>基尔霍</a:t>
            </a:r>
            <a:r>
              <a:rPr dirty="0" sz="2000" spc="5">
                <a:latin typeface="华文楷体"/>
                <a:cs typeface="华文楷体"/>
              </a:rPr>
              <a:t>夫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3219" y="2564129"/>
            <a:ext cx="3508781" cy="5372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54938" y="2601188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优点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3256" y="2601188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灵敏度高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3219" y="3662679"/>
            <a:ext cx="4393336" cy="2311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54938" y="3699738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应用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7856" y="3699738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探索原子的结构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3105" y="4691379"/>
            <a:ext cx="4392930" cy="1282700"/>
          </a:xfrm>
          <a:custGeom>
            <a:avLst/>
            <a:gdLst/>
            <a:ahLst/>
            <a:cxnLst/>
            <a:rect l="l" t="t" r="r" b="b"/>
            <a:pathLst>
              <a:path w="4392930" h="1282700">
                <a:moveTo>
                  <a:pt x="4249242" y="12700"/>
                </a:moveTo>
                <a:lnTo>
                  <a:pt x="143687" y="12700"/>
                </a:lnTo>
                <a:lnTo>
                  <a:pt x="153860" y="0"/>
                </a:lnTo>
                <a:lnTo>
                  <a:pt x="4239069" y="0"/>
                </a:lnTo>
                <a:lnTo>
                  <a:pt x="4249242" y="12700"/>
                </a:lnTo>
                <a:close/>
              </a:path>
              <a:path w="4392930" h="1282700">
                <a:moveTo>
                  <a:pt x="138544" y="25400"/>
                </a:moveTo>
                <a:lnTo>
                  <a:pt x="114592" y="25400"/>
                </a:lnTo>
                <a:lnTo>
                  <a:pt x="124040" y="12700"/>
                </a:lnTo>
                <a:lnTo>
                  <a:pt x="148196" y="12700"/>
                </a:lnTo>
                <a:lnTo>
                  <a:pt x="138544" y="25400"/>
                </a:lnTo>
                <a:close/>
              </a:path>
              <a:path w="4392930" h="1282700">
                <a:moveTo>
                  <a:pt x="4278337" y="25400"/>
                </a:moveTo>
                <a:lnTo>
                  <a:pt x="4254385" y="25400"/>
                </a:lnTo>
                <a:lnTo>
                  <a:pt x="4244733" y="12700"/>
                </a:lnTo>
                <a:lnTo>
                  <a:pt x="4268889" y="12700"/>
                </a:lnTo>
                <a:lnTo>
                  <a:pt x="4278337" y="25400"/>
                </a:lnTo>
                <a:close/>
              </a:path>
              <a:path w="4392930" h="1282700">
                <a:moveTo>
                  <a:pt x="111886" y="38100"/>
                </a:moveTo>
                <a:lnTo>
                  <a:pt x="87947" y="38100"/>
                </a:lnTo>
                <a:lnTo>
                  <a:pt x="96532" y="25400"/>
                </a:lnTo>
                <a:lnTo>
                  <a:pt x="120789" y="25400"/>
                </a:lnTo>
                <a:lnTo>
                  <a:pt x="111886" y="38100"/>
                </a:lnTo>
                <a:close/>
              </a:path>
              <a:path w="4392930" h="1282700">
                <a:moveTo>
                  <a:pt x="4304982" y="38100"/>
                </a:moveTo>
                <a:lnTo>
                  <a:pt x="4281043" y="38100"/>
                </a:lnTo>
                <a:lnTo>
                  <a:pt x="4272140" y="25400"/>
                </a:lnTo>
                <a:lnTo>
                  <a:pt x="4296397" y="25400"/>
                </a:lnTo>
                <a:lnTo>
                  <a:pt x="4304982" y="38100"/>
                </a:lnTo>
                <a:close/>
              </a:path>
              <a:path w="4392930" h="1282700">
                <a:moveTo>
                  <a:pt x="80162" y="63500"/>
                </a:moveTo>
                <a:lnTo>
                  <a:pt x="64135" y="63500"/>
                </a:lnTo>
                <a:lnTo>
                  <a:pt x="71742" y="50800"/>
                </a:lnTo>
                <a:lnTo>
                  <a:pt x="79679" y="38100"/>
                </a:lnTo>
                <a:lnTo>
                  <a:pt x="103771" y="38100"/>
                </a:lnTo>
                <a:lnTo>
                  <a:pt x="95440" y="50800"/>
                </a:lnTo>
                <a:lnTo>
                  <a:pt x="87884" y="50800"/>
                </a:lnTo>
                <a:lnTo>
                  <a:pt x="80162" y="63500"/>
                </a:lnTo>
                <a:close/>
              </a:path>
              <a:path w="4392930" h="1282700">
                <a:moveTo>
                  <a:pt x="4328795" y="63500"/>
                </a:moveTo>
                <a:lnTo>
                  <a:pt x="4312767" y="63500"/>
                </a:lnTo>
                <a:lnTo>
                  <a:pt x="4305046" y="50800"/>
                </a:lnTo>
                <a:lnTo>
                  <a:pt x="4297489" y="50800"/>
                </a:lnTo>
                <a:lnTo>
                  <a:pt x="4289158" y="38100"/>
                </a:lnTo>
                <a:lnTo>
                  <a:pt x="4313250" y="38100"/>
                </a:lnTo>
                <a:lnTo>
                  <a:pt x="4321187" y="50800"/>
                </a:lnTo>
                <a:lnTo>
                  <a:pt x="4328795" y="63500"/>
                </a:lnTo>
                <a:close/>
              </a:path>
              <a:path w="4392930" h="1282700">
                <a:moveTo>
                  <a:pt x="66179" y="76200"/>
                </a:moveTo>
                <a:lnTo>
                  <a:pt x="49999" y="76200"/>
                </a:lnTo>
                <a:lnTo>
                  <a:pt x="56883" y="63500"/>
                </a:lnTo>
                <a:lnTo>
                  <a:pt x="73228" y="63500"/>
                </a:lnTo>
                <a:lnTo>
                  <a:pt x="66179" y="76200"/>
                </a:lnTo>
                <a:close/>
              </a:path>
              <a:path w="4392930" h="1282700">
                <a:moveTo>
                  <a:pt x="4342930" y="76200"/>
                </a:moveTo>
                <a:lnTo>
                  <a:pt x="4326750" y="76200"/>
                </a:lnTo>
                <a:lnTo>
                  <a:pt x="4319701" y="63500"/>
                </a:lnTo>
                <a:lnTo>
                  <a:pt x="4336046" y="63500"/>
                </a:lnTo>
                <a:lnTo>
                  <a:pt x="4342930" y="76200"/>
                </a:lnTo>
                <a:close/>
              </a:path>
              <a:path w="4392930" h="1282700">
                <a:moveTo>
                  <a:pt x="37515" y="114300"/>
                </a:moveTo>
                <a:lnTo>
                  <a:pt x="26428" y="114300"/>
                </a:lnTo>
                <a:lnTo>
                  <a:pt x="31699" y="101600"/>
                </a:lnTo>
                <a:lnTo>
                  <a:pt x="37401" y="88900"/>
                </a:lnTo>
                <a:lnTo>
                  <a:pt x="43510" y="76200"/>
                </a:lnTo>
                <a:lnTo>
                  <a:pt x="59893" y="76200"/>
                </a:lnTo>
                <a:lnTo>
                  <a:pt x="53581" y="88900"/>
                </a:lnTo>
                <a:lnTo>
                  <a:pt x="53771" y="88900"/>
                </a:lnTo>
                <a:lnTo>
                  <a:pt x="47840" y="101600"/>
                </a:lnTo>
                <a:lnTo>
                  <a:pt x="42633" y="101600"/>
                </a:lnTo>
                <a:lnTo>
                  <a:pt x="37515" y="114300"/>
                </a:lnTo>
                <a:close/>
              </a:path>
              <a:path w="4392930" h="1282700">
                <a:moveTo>
                  <a:pt x="4366501" y="114300"/>
                </a:moveTo>
                <a:lnTo>
                  <a:pt x="4355414" y="114300"/>
                </a:lnTo>
                <a:lnTo>
                  <a:pt x="4350296" y="101600"/>
                </a:lnTo>
                <a:lnTo>
                  <a:pt x="4345089" y="101600"/>
                </a:lnTo>
                <a:lnTo>
                  <a:pt x="4339158" y="88900"/>
                </a:lnTo>
                <a:lnTo>
                  <a:pt x="4339348" y="88900"/>
                </a:lnTo>
                <a:lnTo>
                  <a:pt x="4333036" y="76200"/>
                </a:lnTo>
                <a:lnTo>
                  <a:pt x="4349419" y="76200"/>
                </a:lnTo>
                <a:lnTo>
                  <a:pt x="4355528" y="88900"/>
                </a:lnTo>
                <a:lnTo>
                  <a:pt x="4361230" y="101600"/>
                </a:lnTo>
                <a:lnTo>
                  <a:pt x="4366501" y="114300"/>
                </a:lnTo>
                <a:close/>
              </a:path>
              <a:path w="4392930" h="1282700">
                <a:moveTo>
                  <a:pt x="21920" y="152400"/>
                </a:moveTo>
                <a:lnTo>
                  <a:pt x="9842" y="152400"/>
                </a:lnTo>
                <a:lnTo>
                  <a:pt x="13284" y="139700"/>
                </a:lnTo>
                <a:lnTo>
                  <a:pt x="17208" y="127000"/>
                </a:lnTo>
                <a:lnTo>
                  <a:pt x="21590" y="114300"/>
                </a:lnTo>
                <a:lnTo>
                  <a:pt x="37668" y="114300"/>
                </a:lnTo>
                <a:lnTo>
                  <a:pt x="32969" y="127000"/>
                </a:lnTo>
                <a:lnTo>
                  <a:pt x="28968" y="127000"/>
                </a:lnTo>
                <a:lnTo>
                  <a:pt x="25158" y="139700"/>
                </a:lnTo>
                <a:lnTo>
                  <a:pt x="21920" y="152400"/>
                </a:lnTo>
                <a:close/>
              </a:path>
              <a:path w="4392930" h="1282700">
                <a:moveTo>
                  <a:pt x="4383087" y="152400"/>
                </a:moveTo>
                <a:lnTo>
                  <a:pt x="4371009" y="152400"/>
                </a:lnTo>
                <a:lnTo>
                  <a:pt x="4367657" y="139700"/>
                </a:lnTo>
                <a:lnTo>
                  <a:pt x="4363961" y="127000"/>
                </a:lnTo>
                <a:lnTo>
                  <a:pt x="4359960" y="127000"/>
                </a:lnTo>
                <a:lnTo>
                  <a:pt x="4355261" y="114300"/>
                </a:lnTo>
                <a:lnTo>
                  <a:pt x="4371340" y="114300"/>
                </a:lnTo>
                <a:lnTo>
                  <a:pt x="4375721" y="127000"/>
                </a:lnTo>
                <a:lnTo>
                  <a:pt x="4379645" y="139700"/>
                </a:lnTo>
                <a:lnTo>
                  <a:pt x="4383087" y="152400"/>
                </a:lnTo>
                <a:close/>
              </a:path>
              <a:path w="4392930" h="1282700">
                <a:moveTo>
                  <a:pt x="14351" y="190500"/>
                </a:moveTo>
                <a:lnTo>
                  <a:pt x="1752" y="190500"/>
                </a:lnTo>
                <a:lnTo>
                  <a:pt x="2527" y="177800"/>
                </a:lnTo>
                <a:lnTo>
                  <a:pt x="4445" y="165100"/>
                </a:lnTo>
                <a:lnTo>
                  <a:pt x="6896" y="152400"/>
                </a:lnTo>
                <a:lnTo>
                  <a:pt x="22021" y="152400"/>
                </a:lnTo>
                <a:lnTo>
                  <a:pt x="19151" y="165100"/>
                </a:lnTo>
                <a:lnTo>
                  <a:pt x="16916" y="165100"/>
                </a:lnTo>
                <a:lnTo>
                  <a:pt x="15049" y="177800"/>
                </a:lnTo>
                <a:lnTo>
                  <a:pt x="14351" y="190500"/>
                </a:lnTo>
                <a:close/>
              </a:path>
              <a:path w="4392930" h="1282700">
                <a:moveTo>
                  <a:pt x="4391177" y="190500"/>
                </a:moveTo>
                <a:lnTo>
                  <a:pt x="4378579" y="190500"/>
                </a:lnTo>
                <a:lnTo>
                  <a:pt x="4377842" y="177800"/>
                </a:lnTo>
                <a:lnTo>
                  <a:pt x="4376013" y="165100"/>
                </a:lnTo>
                <a:lnTo>
                  <a:pt x="4373778" y="165100"/>
                </a:lnTo>
                <a:lnTo>
                  <a:pt x="4370908" y="152400"/>
                </a:lnTo>
                <a:lnTo>
                  <a:pt x="4386033" y="152400"/>
                </a:lnTo>
                <a:lnTo>
                  <a:pt x="4388485" y="165100"/>
                </a:lnTo>
                <a:lnTo>
                  <a:pt x="4390402" y="177800"/>
                </a:lnTo>
                <a:lnTo>
                  <a:pt x="4391177" y="190500"/>
                </a:lnTo>
                <a:close/>
              </a:path>
              <a:path w="4392930" h="1282700">
                <a:moveTo>
                  <a:pt x="12966" y="203200"/>
                </a:moveTo>
                <a:lnTo>
                  <a:pt x="279" y="203200"/>
                </a:lnTo>
                <a:lnTo>
                  <a:pt x="635" y="190500"/>
                </a:lnTo>
                <a:lnTo>
                  <a:pt x="13309" y="190500"/>
                </a:lnTo>
                <a:lnTo>
                  <a:pt x="12966" y="203200"/>
                </a:lnTo>
                <a:close/>
              </a:path>
              <a:path w="4392930" h="1282700">
                <a:moveTo>
                  <a:pt x="4392650" y="203200"/>
                </a:moveTo>
                <a:lnTo>
                  <a:pt x="4379963" y="203200"/>
                </a:lnTo>
                <a:lnTo>
                  <a:pt x="4379620" y="190500"/>
                </a:lnTo>
                <a:lnTo>
                  <a:pt x="4392295" y="190500"/>
                </a:lnTo>
                <a:lnTo>
                  <a:pt x="4392650" y="203200"/>
                </a:lnTo>
                <a:close/>
              </a:path>
              <a:path w="4392930" h="1282700">
                <a:moveTo>
                  <a:pt x="12700" y="1066800"/>
                </a:moveTo>
                <a:lnTo>
                  <a:pt x="0" y="1066800"/>
                </a:lnTo>
                <a:lnTo>
                  <a:pt x="76" y="203200"/>
                </a:lnTo>
                <a:lnTo>
                  <a:pt x="12763" y="203200"/>
                </a:lnTo>
                <a:lnTo>
                  <a:pt x="12700" y="1066800"/>
                </a:lnTo>
                <a:close/>
              </a:path>
              <a:path w="4392930" h="1282700">
                <a:moveTo>
                  <a:pt x="4392930" y="1066800"/>
                </a:moveTo>
                <a:lnTo>
                  <a:pt x="4380230" y="1066800"/>
                </a:lnTo>
                <a:lnTo>
                  <a:pt x="4380166" y="203200"/>
                </a:lnTo>
                <a:lnTo>
                  <a:pt x="4392853" y="203200"/>
                </a:lnTo>
                <a:lnTo>
                  <a:pt x="4392930" y="1066800"/>
                </a:lnTo>
                <a:close/>
              </a:path>
              <a:path w="4392930" h="1282700">
                <a:moveTo>
                  <a:pt x="12966" y="1079500"/>
                </a:moveTo>
                <a:lnTo>
                  <a:pt x="279" y="1079500"/>
                </a:lnTo>
                <a:lnTo>
                  <a:pt x="76" y="1066800"/>
                </a:lnTo>
                <a:lnTo>
                  <a:pt x="12763" y="1066800"/>
                </a:lnTo>
                <a:lnTo>
                  <a:pt x="12966" y="1079500"/>
                </a:lnTo>
                <a:close/>
              </a:path>
              <a:path w="4392930" h="1282700">
                <a:moveTo>
                  <a:pt x="4392650" y="1079500"/>
                </a:moveTo>
                <a:lnTo>
                  <a:pt x="4379963" y="1079500"/>
                </a:lnTo>
                <a:lnTo>
                  <a:pt x="4380166" y="1066800"/>
                </a:lnTo>
                <a:lnTo>
                  <a:pt x="4392853" y="1066800"/>
                </a:lnTo>
                <a:lnTo>
                  <a:pt x="4392650" y="1079500"/>
                </a:lnTo>
                <a:close/>
              </a:path>
              <a:path w="4392930" h="1282700">
                <a:moveTo>
                  <a:pt x="14363" y="1092200"/>
                </a:moveTo>
                <a:lnTo>
                  <a:pt x="1752" y="1092200"/>
                </a:lnTo>
                <a:lnTo>
                  <a:pt x="1130" y="1079500"/>
                </a:lnTo>
                <a:lnTo>
                  <a:pt x="13754" y="1079500"/>
                </a:lnTo>
                <a:lnTo>
                  <a:pt x="14363" y="1092200"/>
                </a:lnTo>
                <a:close/>
              </a:path>
              <a:path w="4392930" h="1282700">
                <a:moveTo>
                  <a:pt x="4391177" y="1092200"/>
                </a:moveTo>
                <a:lnTo>
                  <a:pt x="4378566" y="1092200"/>
                </a:lnTo>
                <a:lnTo>
                  <a:pt x="4379175" y="1079500"/>
                </a:lnTo>
                <a:lnTo>
                  <a:pt x="4391799" y="1079500"/>
                </a:lnTo>
                <a:lnTo>
                  <a:pt x="4391177" y="1092200"/>
                </a:lnTo>
                <a:close/>
              </a:path>
              <a:path w="4392930" h="1282700">
                <a:moveTo>
                  <a:pt x="28968" y="1143000"/>
                </a:moveTo>
                <a:lnTo>
                  <a:pt x="13284" y="1143000"/>
                </a:lnTo>
                <a:lnTo>
                  <a:pt x="9842" y="1130300"/>
                </a:lnTo>
                <a:lnTo>
                  <a:pt x="6896" y="1117600"/>
                </a:lnTo>
                <a:lnTo>
                  <a:pt x="4445" y="1104900"/>
                </a:lnTo>
                <a:lnTo>
                  <a:pt x="2527" y="1092200"/>
                </a:lnTo>
                <a:lnTo>
                  <a:pt x="15049" y="1092200"/>
                </a:lnTo>
                <a:lnTo>
                  <a:pt x="16916" y="1104900"/>
                </a:lnTo>
                <a:lnTo>
                  <a:pt x="19227" y="1117600"/>
                </a:lnTo>
                <a:lnTo>
                  <a:pt x="22021" y="1130300"/>
                </a:lnTo>
                <a:lnTo>
                  <a:pt x="25158" y="1130300"/>
                </a:lnTo>
                <a:lnTo>
                  <a:pt x="28968" y="1143000"/>
                </a:lnTo>
                <a:close/>
              </a:path>
              <a:path w="4392930" h="1282700">
                <a:moveTo>
                  <a:pt x="4379645" y="1143000"/>
                </a:moveTo>
                <a:lnTo>
                  <a:pt x="4363961" y="1143000"/>
                </a:lnTo>
                <a:lnTo>
                  <a:pt x="4367771" y="1130300"/>
                </a:lnTo>
                <a:lnTo>
                  <a:pt x="4370908" y="1130300"/>
                </a:lnTo>
                <a:lnTo>
                  <a:pt x="4373778" y="1117600"/>
                </a:lnTo>
                <a:lnTo>
                  <a:pt x="4376077" y="1104900"/>
                </a:lnTo>
                <a:lnTo>
                  <a:pt x="4377880" y="1092200"/>
                </a:lnTo>
                <a:lnTo>
                  <a:pt x="4390402" y="1092200"/>
                </a:lnTo>
                <a:lnTo>
                  <a:pt x="4388485" y="1104900"/>
                </a:lnTo>
                <a:lnTo>
                  <a:pt x="4386033" y="1117600"/>
                </a:lnTo>
                <a:lnTo>
                  <a:pt x="4383087" y="1130300"/>
                </a:lnTo>
                <a:lnTo>
                  <a:pt x="4379645" y="1143000"/>
                </a:lnTo>
                <a:close/>
              </a:path>
              <a:path w="4392930" h="1282700">
                <a:moveTo>
                  <a:pt x="48006" y="1181100"/>
                </a:moveTo>
                <a:lnTo>
                  <a:pt x="31699" y="1181100"/>
                </a:lnTo>
                <a:lnTo>
                  <a:pt x="26428" y="1168400"/>
                </a:lnTo>
                <a:lnTo>
                  <a:pt x="21590" y="1155700"/>
                </a:lnTo>
                <a:lnTo>
                  <a:pt x="17208" y="1143000"/>
                </a:lnTo>
                <a:lnTo>
                  <a:pt x="28841" y="1143000"/>
                </a:lnTo>
                <a:lnTo>
                  <a:pt x="33108" y="1155700"/>
                </a:lnTo>
                <a:lnTo>
                  <a:pt x="37515" y="1155700"/>
                </a:lnTo>
                <a:lnTo>
                  <a:pt x="42633" y="1168400"/>
                </a:lnTo>
                <a:lnTo>
                  <a:pt x="42481" y="1168400"/>
                </a:lnTo>
                <a:lnTo>
                  <a:pt x="48006" y="1181100"/>
                </a:lnTo>
                <a:close/>
              </a:path>
              <a:path w="4392930" h="1282700">
                <a:moveTo>
                  <a:pt x="4361230" y="1181100"/>
                </a:moveTo>
                <a:lnTo>
                  <a:pt x="4344924" y="1181100"/>
                </a:lnTo>
                <a:lnTo>
                  <a:pt x="4350448" y="1168400"/>
                </a:lnTo>
                <a:lnTo>
                  <a:pt x="4350296" y="1168400"/>
                </a:lnTo>
                <a:lnTo>
                  <a:pt x="4355414" y="1155700"/>
                </a:lnTo>
                <a:lnTo>
                  <a:pt x="4359821" y="1155700"/>
                </a:lnTo>
                <a:lnTo>
                  <a:pt x="4364088" y="1143000"/>
                </a:lnTo>
                <a:lnTo>
                  <a:pt x="4375721" y="1143000"/>
                </a:lnTo>
                <a:lnTo>
                  <a:pt x="4371340" y="1155700"/>
                </a:lnTo>
                <a:lnTo>
                  <a:pt x="4366501" y="1168400"/>
                </a:lnTo>
                <a:lnTo>
                  <a:pt x="4361230" y="1181100"/>
                </a:lnTo>
                <a:close/>
              </a:path>
              <a:path w="4392930" h="1282700">
                <a:moveTo>
                  <a:pt x="66382" y="1206500"/>
                </a:moveTo>
                <a:lnTo>
                  <a:pt x="49999" y="1206500"/>
                </a:lnTo>
                <a:lnTo>
                  <a:pt x="43510" y="1193800"/>
                </a:lnTo>
                <a:lnTo>
                  <a:pt x="37401" y="1181100"/>
                </a:lnTo>
                <a:lnTo>
                  <a:pt x="53581" y="1181100"/>
                </a:lnTo>
                <a:lnTo>
                  <a:pt x="59893" y="1193800"/>
                </a:lnTo>
                <a:lnTo>
                  <a:pt x="59702" y="1193800"/>
                </a:lnTo>
                <a:lnTo>
                  <a:pt x="66382" y="1206500"/>
                </a:lnTo>
                <a:close/>
              </a:path>
              <a:path w="4392930" h="1282700">
                <a:moveTo>
                  <a:pt x="4342930" y="1206500"/>
                </a:moveTo>
                <a:lnTo>
                  <a:pt x="4326547" y="1206500"/>
                </a:lnTo>
                <a:lnTo>
                  <a:pt x="4333227" y="1193800"/>
                </a:lnTo>
                <a:lnTo>
                  <a:pt x="4333036" y="1193800"/>
                </a:lnTo>
                <a:lnTo>
                  <a:pt x="4339348" y="1181100"/>
                </a:lnTo>
                <a:lnTo>
                  <a:pt x="4355528" y="1181100"/>
                </a:lnTo>
                <a:lnTo>
                  <a:pt x="4349419" y="1193800"/>
                </a:lnTo>
                <a:lnTo>
                  <a:pt x="4342930" y="1206500"/>
                </a:lnTo>
                <a:close/>
              </a:path>
              <a:path w="4392930" h="1282700">
                <a:moveTo>
                  <a:pt x="80390" y="1219200"/>
                </a:moveTo>
                <a:lnTo>
                  <a:pt x="64135" y="1219200"/>
                </a:lnTo>
                <a:lnTo>
                  <a:pt x="56883" y="1206500"/>
                </a:lnTo>
                <a:lnTo>
                  <a:pt x="73012" y="1206500"/>
                </a:lnTo>
                <a:lnTo>
                  <a:pt x="80390" y="1219200"/>
                </a:lnTo>
                <a:close/>
              </a:path>
              <a:path w="4392930" h="1282700">
                <a:moveTo>
                  <a:pt x="4328795" y="1219200"/>
                </a:moveTo>
                <a:lnTo>
                  <a:pt x="4312539" y="1219200"/>
                </a:lnTo>
                <a:lnTo>
                  <a:pt x="4319917" y="1206500"/>
                </a:lnTo>
                <a:lnTo>
                  <a:pt x="4336046" y="1206500"/>
                </a:lnTo>
                <a:lnTo>
                  <a:pt x="4328795" y="1219200"/>
                </a:lnTo>
                <a:close/>
              </a:path>
              <a:path w="4392930" h="1282700">
                <a:moveTo>
                  <a:pt x="112153" y="1244600"/>
                </a:moveTo>
                <a:lnTo>
                  <a:pt x="87947" y="1244600"/>
                </a:lnTo>
                <a:lnTo>
                  <a:pt x="79679" y="1231900"/>
                </a:lnTo>
                <a:lnTo>
                  <a:pt x="71742" y="1219200"/>
                </a:lnTo>
                <a:lnTo>
                  <a:pt x="87642" y="1219200"/>
                </a:lnTo>
                <a:lnTo>
                  <a:pt x="95681" y="1231900"/>
                </a:lnTo>
                <a:lnTo>
                  <a:pt x="103517" y="1231900"/>
                </a:lnTo>
                <a:lnTo>
                  <a:pt x="112153" y="1244600"/>
                </a:lnTo>
                <a:close/>
              </a:path>
              <a:path w="4392930" h="1282700">
                <a:moveTo>
                  <a:pt x="4304982" y="1244600"/>
                </a:moveTo>
                <a:lnTo>
                  <a:pt x="4280776" y="1244600"/>
                </a:lnTo>
                <a:lnTo>
                  <a:pt x="4289412" y="1231900"/>
                </a:lnTo>
                <a:lnTo>
                  <a:pt x="4297248" y="1231900"/>
                </a:lnTo>
                <a:lnTo>
                  <a:pt x="4305274" y="1219200"/>
                </a:lnTo>
                <a:lnTo>
                  <a:pt x="4321187" y="1219200"/>
                </a:lnTo>
                <a:lnTo>
                  <a:pt x="4313250" y="1231900"/>
                </a:lnTo>
                <a:lnTo>
                  <a:pt x="4304982" y="1244600"/>
                </a:lnTo>
                <a:close/>
              </a:path>
              <a:path w="4392930" h="1282700">
                <a:moveTo>
                  <a:pt x="138823" y="1257300"/>
                </a:moveTo>
                <a:lnTo>
                  <a:pt x="114592" y="1257300"/>
                </a:lnTo>
                <a:lnTo>
                  <a:pt x="105422" y="1244600"/>
                </a:lnTo>
                <a:lnTo>
                  <a:pt x="129413" y="1244600"/>
                </a:lnTo>
                <a:lnTo>
                  <a:pt x="138823" y="1257300"/>
                </a:lnTo>
                <a:close/>
              </a:path>
              <a:path w="4392930" h="1282700">
                <a:moveTo>
                  <a:pt x="4278337" y="1257300"/>
                </a:moveTo>
                <a:lnTo>
                  <a:pt x="4254106" y="1257300"/>
                </a:lnTo>
                <a:lnTo>
                  <a:pt x="4263517" y="1244600"/>
                </a:lnTo>
                <a:lnTo>
                  <a:pt x="4287507" y="1244600"/>
                </a:lnTo>
                <a:lnTo>
                  <a:pt x="4278337" y="1257300"/>
                </a:lnTo>
                <a:close/>
              </a:path>
              <a:path w="4392930" h="1282700">
                <a:moveTo>
                  <a:pt x="177545" y="1270000"/>
                </a:moveTo>
                <a:lnTo>
                  <a:pt x="133731" y="1270000"/>
                </a:lnTo>
                <a:lnTo>
                  <a:pt x="124040" y="1257300"/>
                </a:lnTo>
                <a:lnTo>
                  <a:pt x="167258" y="1257300"/>
                </a:lnTo>
                <a:lnTo>
                  <a:pt x="177545" y="1270000"/>
                </a:lnTo>
                <a:close/>
              </a:path>
              <a:path w="4392930" h="1282700">
                <a:moveTo>
                  <a:pt x="4259199" y="1270000"/>
                </a:moveTo>
                <a:lnTo>
                  <a:pt x="4215384" y="1270000"/>
                </a:lnTo>
                <a:lnTo>
                  <a:pt x="4225671" y="1257300"/>
                </a:lnTo>
                <a:lnTo>
                  <a:pt x="4268889" y="1257300"/>
                </a:lnTo>
                <a:lnTo>
                  <a:pt x="4259199" y="1270000"/>
                </a:lnTo>
                <a:close/>
              </a:path>
              <a:path w="4392930" h="1282700">
                <a:moveTo>
                  <a:pt x="4218076" y="1282700"/>
                </a:moveTo>
                <a:lnTo>
                  <a:pt x="174853" y="1282700"/>
                </a:lnTo>
                <a:lnTo>
                  <a:pt x="164249" y="1270000"/>
                </a:lnTo>
                <a:lnTo>
                  <a:pt x="4228680" y="1270000"/>
                </a:lnTo>
                <a:lnTo>
                  <a:pt x="4218076" y="12827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60475" y="4738420"/>
            <a:ext cx="39878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334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鉴别物质和确定物质的组 成成分，发现新元素和研究天 体的化学组成。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31292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二、氢原子光谱的实验规</a:t>
            </a:r>
            <a:r>
              <a:rPr dirty="0" u="none" spc="-20" b="1">
                <a:latin typeface="黑体"/>
                <a:cs typeface="黑体"/>
              </a:rPr>
              <a:t>律</a:t>
            </a:r>
          </a:p>
        </p:txBody>
      </p:sp>
      <p:sp>
        <p:nvSpPr>
          <p:cNvPr id="6" name="object 6"/>
          <p:cNvSpPr/>
          <p:nvPr/>
        </p:nvSpPr>
        <p:spPr>
          <a:xfrm>
            <a:off x="217931" y="1857755"/>
            <a:ext cx="8054340" cy="675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31410" y="3310331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0254" y="3099054"/>
            <a:ext cx="1097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83615" algn="l"/>
              </a:tabLst>
            </a:pPr>
            <a:r>
              <a:rPr dirty="0" sz="2050" spc="5">
                <a:latin typeface="Symbol"/>
                <a:cs typeface="Symbol"/>
              </a:rPr>
              <a:t>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-330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0254" y="3310331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3678" y="3250209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84484" y="3269538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4767" y="3269538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4749" y="3278568"/>
            <a:ext cx="68326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7845" algn="l"/>
              </a:tabLst>
            </a:pPr>
            <a:r>
              <a:rPr dirty="0" sz="2050" spc="10">
                <a:latin typeface="Times New Roman"/>
                <a:cs typeface="Times New Roman"/>
              </a:rPr>
              <a:t>2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31198" y="2909862"/>
            <a:ext cx="182689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1680" algn="l"/>
              </a:tabLst>
            </a:pP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245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7">
                <a:latin typeface="Times New Roman"/>
                <a:cs typeface="Times New Roman"/>
              </a:rPr>
              <a:t> </a:t>
            </a:r>
            <a:r>
              <a:rPr dirty="0" baseline="-35230" sz="3075" spc="15" i="1">
                <a:latin typeface="Times New Roman"/>
                <a:cs typeface="Times New Roman"/>
              </a:rPr>
              <a:t>R	</a:t>
            </a:r>
            <a:r>
              <a:rPr dirty="0" baseline="-4065" sz="3075" spc="7">
                <a:latin typeface="Symbol"/>
                <a:cs typeface="Symbol"/>
              </a:rPr>
              <a:t></a:t>
            </a:r>
            <a:r>
              <a:rPr dirty="0" baseline="-4065" sz="3075" spc="7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-95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97419" y="3264323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54358" y="3149727"/>
            <a:ext cx="129286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54">
                <a:latin typeface="Times New Roman"/>
                <a:cs typeface="Times New Roman"/>
              </a:rPr>
              <a:t> </a:t>
            </a:r>
            <a:r>
              <a:rPr dirty="0" sz="2100" spc="-680">
                <a:latin typeface="Times New Roman"/>
                <a:cs typeface="Times New Roman"/>
              </a:rPr>
              <a:t>3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4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5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005" y="3048000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巴耳末公式：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70710" y="3863340"/>
            <a:ext cx="2181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R</a:t>
            </a:r>
            <a:r>
              <a:rPr dirty="0" baseline="-17921" sz="2325">
                <a:latin typeface="Times New Roman"/>
                <a:cs typeface="Times New Roman"/>
              </a:rPr>
              <a:t>∞</a:t>
            </a:r>
            <a:r>
              <a:rPr dirty="0" sz="2400">
                <a:latin typeface="华文楷体"/>
                <a:cs typeface="华文楷体"/>
              </a:rPr>
              <a:t>：里德伯常量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07534" y="3863340"/>
            <a:ext cx="2199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R</a:t>
            </a:r>
            <a:r>
              <a:rPr dirty="0" baseline="-17921" sz="2325">
                <a:latin typeface="Times New Roman"/>
                <a:cs typeface="Times New Roman"/>
              </a:rPr>
              <a:t>∞</a:t>
            </a:r>
            <a:r>
              <a:rPr dirty="0" sz="2400" spc="-5">
                <a:latin typeface="华文楷体"/>
                <a:cs typeface="华文楷体"/>
              </a:rPr>
              <a:t>=</a:t>
            </a:r>
            <a:r>
              <a:rPr dirty="0" sz="2400">
                <a:latin typeface="Times New Roman"/>
                <a:cs typeface="Times New Roman"/>
              </a:rPr>
              <a:t>1.10</a:t>
            </a:r>
            <a:r>
              <a:rPr dirty="0" sz="2400">
                <a:latin typeface="华文楷体"/>
                <a:cs typeface="华文楷体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 spc="7">
                <a:latin typeface="Times New Roman"/>
                <a:cs typeface="Times New Roman"/>
              </a:rPr>
              <a:t>7</a:t>
            </a:r>
            <a:r>
              <a:rPr dirty="0" sz="2400" spc="-5">
                <a:latin typeface="Times New Roman"/>
                <a:cs typeface="Times New Roman"/>
              </a:rPr>
              <a:t>m</a:t>
            </a:r>
            <a:r>
              <a:rPr dirty="0" baseline="21505" sz="2325">
                <a:latin typeface="Times New Roman"/>
                <a:cs typeface="Times New Roman"/>
              </a:rPr>
              <a:t>-1</a:t>
            </a:r>
            <a:endParaRPr baseline="21505" sz="232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943343" y="2927604"/>
            <a:ext cx="1251203" cy="1737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14768" y="2899029"/>
            <a:ext cx="1308735" cy="1794510"/>
          </a:xfrm>
          <a:custGeom>
            <a:avLst/>
            <a:gdLst/>
            <a:ahLst/>
            <a:cxnLst/>
            <a:rect l="l" t="t" r="r" b="b"/>
            <a:pathLst>
              <a:path w="1308734" h="1794510">
                <a:moveTo>
                  <a:pt x="1294066" y="1794510"/>
                </a:moveTo>
                <a:lnTo>
                  <a:pt x="14287" y="1794510"/>
                </a:lnTo>
                <a:lnTo>
                  <a:pt x="11506" y="1794230"/>
                </a:lnTo>
                <a:lnTo>
                  <a:pt x="0" y="1780222"/>
                </a:lnTo>
                <a:lnTo>
                  <a:pt x="0" y="14287"/>
                </a:lnTo>
                <a:lnTo>
                  <a:pt x="14287" y="0"/>
                </a:lnTo>
                <a:lnTo>
                  <a:pt x="1294066" y="0"/>
                </a:lnTo>
                <a:lnTo>
                  <a:pt x="130835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765935"/>
                </a:lnTo>
                <a:lnTo>
                  <a:pt x="14287" y="1765935"/>
                </a:lnTo>
                <a:lnTo>
                  <a:pt x="28575" y="1780222"/>
                </a:lnTo>
                <a:lnTo>
                  <a:pt x="1308353" y="1780222"/>
                </a:lnTo>
                <a:lnTo>
                  <a:pt x="1308074" y="1783003"/>
                </a:lnTo>
                <a:lnTo>
                  <a:pt x="1296847" y="1794230"/>
                </a:lnTo>
                <a:lnTo>
                  <a:pt x="1294066" y="1794510"/>
                </a:lnTo>
                <a:close/>
              </a:path>
              <a:path w="1308734" h="17945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08734" h="1794510">
                <a:moveTo>
                  <a:pt x="127977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279778" y="14287"/>
                </a:lnTo>
                <a:lnTo>
                  <a:pt x="1279778" y="28575"/>
                </a:lnTo>
                <a:close/>
              </a:path>
              <a:path w="1308734" h="1794510">
                <a:moveTo>
                  <a:pt x="1279778" y="1780222"/>
                </a:moveTo>
                <a:lnTo>
                  <a:pt x="1279778" y="14287"/>
                </a:lnTo>
                <a:lnTo>
                  <a:pt x="1294066" y="28575"/>
                </a:lnTo>
                <a:lnTo>
                  <a:pt x="1308353" y="28575"/>
                </a:lnTo>
                <a:lnTo>
                  <a:pt x="1308353" y="1765935"/>
                </a:lnTo>
                <a:lnTo>
                  <a:pt x="1294066" y="1765935"/>
                </a:lnTo>
                <a:lnTo>
                  <a:pt x="1279778" y="1780222"/>
                </a:lnTo>
                <a:close/>
              </a:path>
              <a:path w="1308734" h="1794510">
                <a:moveTo>
                  <a:pt x="1308353" y="28575"/>
                </a:moveTo>
                <a:lnTo>
                  <a:pt x="1294066" y="28575"/>
                </a:lnTo>
                <a:lnTo>
                  <a:pt x="1279778" y="14287"/>
                </a:lnTo>
                <a:lnTo>
                  <a:pt x="1308353" y="14287"/>
                </a:lnTo>
                <a:lnTo>
                  <a:pt x="1308353" y="28575"/>
                </a:lnTo>
                <a:close/>
              </a:path>
              <a:path w="1308734" h="1794510">
                <a:moveTo>
                  <a:pt x="28575" y="1780222"/>
                </a:moveTo>
                <a:lnTo>
                  <a:pt x="14287" y="1765935"/>
                </a:lnTo>
                <a:lnTo>
                  <a:pt x="28575" y="1765935"/>
                </a:lnTo>
                <a:lnTo>
                  <a:pt x="28575" y="1780222"/>
                </a:lnTo>
                <a:close/>
              </a:path>
              <a:path w="1308734" h="1794510">
                <a:moveTo>
                  <a:pt x="1279778" y="1780222"/>
                </a:moveTo>
                <a:lnTo>
                  <a:pt x="28575" y="1780222"/>
                </a:lnTo>
                <a:lnTo>
                  <a:pt x="28575" y="1765935"/>
                </a:lnTo>
                <a:lnTo>
                  <a:pt x="1279778" y="1765935"/>
                </a:lnTo>
                <a:lnTo>
                  <a:pt x="1279778" y="1780222"/>
                </a:lnTo>
                <a:close/>
              </a:path>
              <a:path w="1308734" h="1794510">
                <a:moveTo>
                  <a:pt x="1308353" y="1780222"/>
                </a:moveTo>
                <a:lnTo>
                  <a:pt x="1279778" y="1780222"/>
                </a:lnTo>
                <a:lnTo>
                  <a:pt x="1294066" y="1765935"/>
                </a:lnTo>
                <a:lnTo>
                  <a:pt x="1308353" y="1765935"/>
                </a:lnTo>
                <a:lnTo>
                  <a:pt x="1308353" y="178022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21830" y="4631054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巴耳末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31292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二、氢原子光谱的实验规</a:t>
            </a:r>
            <a:r>
              <a:rPr dirty="0" u="none" spc="-20" b="1">
                <a:latin typeface="黑体"/>
                <a:cs typeface="黑体"/>
              </a:rPr>
              <a:t>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79085" y="3104591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7929" y="3104591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1353" y="3044469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32159" y="3063798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2442" y="3063798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62424" y="3072828"/>
            <a:ext cx="68326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7845" algn="l"/>
              </a:tabLst>
            </a:pPr>
            <a:r>
              <a:rPr dirty="0" sz="2050" spc="10">
                <a:latin typeface="Times New Roman"/>
                <a:cs typeface="Times New Roman"/>
              </a:rPr>
              <a:t>2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8873" y="2704122"/>
            <a:ext cx="182689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1680" algn="l"/>
              </a:tabLst>
            </a:pP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245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7">
                <a:latin typeface="Times New Roman"/>
                <a:cs typeface="Times New Roman"/>
              </a:rPr>
              <a:t> </a:t>
            </a:r>
            <a:r>
              <a:rPr dirty="0" baseline="-35230" sz="3075" spc="15" i="1">
                <a:latin typeface="Times New Roman"/>
                <a:cs typeface="Times New Roman"/>
              </a:rPr>
              <a:t>R	</a:t>
            </a:r>
            <a:r>
              <a:rPr dirty="0" baseline="-4065" sz="3075" spc="7">
                <a:latin typeface="Symbol"/>
                <a:cs typeface="Symbol"/>
              </a:rPr>
              <a:t></a:t>
            </a:r>
            <a:r>
              <a:rPr dirty="0" baseline="-4065" sz="3075" spc="7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-95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45094" y="3058583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7929" y="2888437"/>
            <a:ext cx="284480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83615" algn="l"/>
                <a:tab pos="1564005" algn="l"/>
              </a:tabLst>
            </a:pPr>
            <a:r>
              <a:rPr dirty="0" sz="2050" spc="5">
                <a:latin typeface="Symbol"/>
                <a:cs typeface="Symbol"/>
              </a:rPr>
              <a:t>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-330">
                <a:latin typeface="Symbol"/>
                <a:cs typeface="Symbol"/>
              </a:rPr>
              <a:t></a:t>
            </a:r>
            <a:r>
              <a:rPr dirty="0" sz="2050" spc="-330">
                <a:latin typeface="Times New Roman"/>
                <a:cs typeface="Times New Roman"/>
              </a:rPr>
              <a:t>	</a:t>
            </a: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54">
                <a:latin typeface="Times New Roman"/>
                <a:cs typeface="Times New Roman"/>
              </a:rPr>
              <a:t> </a:t>
            </a:r>
            <a:r>
              <a:rPr dirty="0" sz="2100" spc="-680">
                <a:latin typeface="Times New Roman"/>
                <a:cs typeface="Times New Roman"/>
              </a:rPr>
              <a:t>3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4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5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1189" y="2843529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巴耳末系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2595" y="406153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18381" y="406153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1868" y="4001414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5733" y="402074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6232" y="402074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64545" y="4029773"/>
            <a:ext cx="67437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9590" algn="l"/>
              </a:tabLst>
            </a:pPr>
            <a:r>
              <a:rPr dirty="0" sz="2050" spc="10">
                <a:latin typeface="Times New Roman"/>
                <a:cs typeface="Times New Roman"/>
              </a:rPr>
              <a:t>3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89629" y="3661067"/>
            <a:ext cx="180975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1045" algn="l"/>
              </a:tabLst>
            </a:pP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245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7">
                <a:latin typeface="Times New Roman"/>
                <a:cs typeface="Times New Roman"/>
              </a:rPr>
              <a:t> </a:t>
            </a:r>
            <a:r>
              <a:rPr dirty="0" baseline="-35230" sz="3075" spc="15" i="1">
                <a:latin typeface="Times New Roman"/>
                <a:cs typeface="Times New Roman"/>
              </a:rPr>
              <a:t>R	</a:t>
            </a:r>
            <a:r>
              <a:rPr dirty="0" baseline="-4065" sz="3075" spc="7">
                <a:latin typeface="Symbol"/>
                <a:cs typeface="Symbol"/>
              </a:rPr>
              <a:t></a:t>
            </a:r>
            <a:r>
              <a:rPr dirty="0" baseline="-4065" sz="3075" spc="7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-229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55863" y="4015528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18381" y="3845382"/>
            <a:ext cx="283654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66469" algn="l"/>
                <a:tab pos="1542415" algn="l"/>
              </a:tabLst>
            </a:pPr>
            <a:r>
              <a:rPr dirty="0" sz="2050" spc="5">
                <a:latin typeface="Symbol"/>
                <a:cs typeface="Symbol"/>
              </a:rPr>
              <a:t>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-330">
                <a:latin typeface="Symbol"/>
                <a:cs typeface="Symbol"/>
              </a:rPr>
              <a:t></a:t>
            </a:r>
            <a:r>
              <a:rPr dirty="0" sz="2050" spc="-330">
                <a:latin typeface="Times New Roman"/>
                <a:cs typeface="Times New Roman"/>
              </a:rPr>
              <a:t>	</a:t>
            </a: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00">
                <a:latin typeface="Times New Roman"/>
                <a:cs typeface="Times New Roman"/>
              </a:rPr>
              <a:t> </a:t>
            </a:r>
            <a:r>
              <a:rPr dirty="0" sz="2100" spc="-675">
                <a:latin typeface="Times New Roman"/>
                <a:cs typeface="Times New Roman"/>
              </a:rPr>
              <a:t>4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Times New Roman"/>
                <a:cs typeface="Times New Roman"/>
              </a:rPr>
              <a:t>5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Times New Roman"/>
                <a:cs typeface="Times New Roman"/>
              </a:rPr>
              <a:t>6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91995" y="3801745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帕邢系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3370" y="489973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02214" y="489973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5638" y="4839614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26444" y="485894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96727" y="485894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67097" y="4499267"/>
            <a:ext cx="63309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165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56709" y="4867973"/>
            <a:ext cx="68326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7845" algn="l"/>
              </a:tabLst>
            </a:pPr>
            <a:r>
              <a:rPr dirty="0" sz="2050" spc="10">
                <a:latin typeface="Times New Roman"/>
                <a:cs typeface="Times New Roman"/>
              </a:rPr>
              <a:t>4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39379" y="4853728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73370" y="4683582"/>
            <a:ext cx="1875789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81660" algn="l"/>
              </a:tabLst>
            </a:pPr>
            <a:r>
              <a:rPr dirty="0" sz="2050" spc="-330">
                <a:latin typeface="Symbol"/>
                <a:cs typeface="Symbol"/>
              </a:rPr>
              <a:t></a:t>
            </a:r>
            <a:r>
              <a:rPr dirty="0" sz="2050" spc="-330">
                <a:latin typeface="Times New Roman"/>
                <a:cs typeface="Times New Roman"/>
              </a:rPr>
              <a:t>	</a:t>
            </a: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80">
                <a:latin typeface="Times New Roman"/>
                <a:cs typeface="Times New Roman"/>
              </a:rPr>
              <a:t> </a:t>
            </a:r>
            <a:r>
              <a:rPr dirty="0" sz="2100" spc="-665">
                <a:latin typeface="Times New Roman"/>
                <a:cs typeface="Times New Roman"/>
              </a:rPr>
              <a:t>5</a:t>
            </a:r>
            <a:r>
              <a:rPr dirty="0" sz="2100" spc="-665">
                <a:latin typeface="宋体"/>
                <a:cs typeface="宋体"/>
              </a:rPr>
              <a:t>，</a:t>
            </a:r>
            <a:r>
              <a:rPr dirty="0" sz="2100" spc="-665">
                <a:latin typeface="Times New Roman"/>
                <a:cs typeface="Times New Roman"/>
              </a:rPr>
              <a:t>6</a:t>
            </a:r>
            <a:r>
              <a:rPr dirty="0" sz="2100" spc="-665">
                <a:latin typeface="宋体"/>
                <a:cs typeface="宋体"/>
              </a:rPr>
              <a:t>，</a:t>
            </a:r>
            <a:r>
              <a:rPr dirty="0" sz="2100" spc="-665">
                <a:latin typeface="Times New Roman"/>
                <a:cs typeface="Times New Roman"/>
              </a:rPr>
              <a:t>7</a:t>
            </a:r>
            <a:r>
              <a:rPr dirty="0" sz="2100" spc="-665">
                <a:latin typeface="宋体"/>
                <a:cs typeface="宋体"/>
              </a:rPr>
              <a:t>，</a:t>
            </a:r>
            <a:r>
              <a:rPr dirty="0" sz="2100" spc="-665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86914" y="4639945"/>
            <a:ext cx="2479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45"/>
              </a:lnSpc>
              <a:spcBef>
                <a:spcPts val="100"/>
              </a:spcBef>
              <a:tabLst>
                <a:tab pos="1398270" algn="l"/>
                <a:tab pos="2127885" algn="l"/>
              </a:tabLst>
            </a:pPr>
            <a:r>
              <a:rPr dirty="0" sz="2400">
                <a:latin typeface="华文楷体"/>
                <a:cs typeface="华文楷体"/>
              </a:rPr>
              <a:t>布喇开系	</a:t>
            </a:r>
            <a:r>
              <a:rPr dirty="0" u="sng" baseline="39295" sz="3075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9295" sz="3075" spc="367">
                <a:latin typeface="Times New Roman"/>
                <a:cs typeface="Times New Roman"/>
              </a:rPr>
              <a:t> </a:t>
            </a:r>
            <a:r>
              <a:rPr dirty="0" baseline="4065" sz="3075" spc="15">
                <a:latin typeface="Symbol"/>
                <a:cs typeface="Symbol"/>
              </a:rPr>
              <a:t></a:t>
            </a:r>
            <a:r>
              <a:rPr dirty="0" baseline="4065" sz="3075" spc="37">
                <a:latin typeface="Times New Roman"/>
                <a:cs typeface="Times New Roman"/>
              </a:rPr>
              <a:t> </a:t>
            </a:r>
            <a:r>
              <a:rPr dirty="0" baseline="4065" sz="3075" spc="15" i="1">
                <a:latin typeface="Times New Roman"/>
                <a:cs typeface="Times New Roman"/>
              </a:rPr>
              <a:t>R	</a:t>
            </a:r>
            <a:r>
              <a:rPr dirty="0" baseline="35230" sz="3075" spc="7">
                <a:latin typeface="Symbol"/>
                <a:cs typeface="Symbol"/>
              </a:rPr>
              <a:t></a:t>
            </a:r>
            <a:r>
              <a:rPr dirty="0" baseline="35230" sz="3075" spc="337">
                <a:latin typeface="Times New Roman"/>
                <a:cs typeface="Times New Roman"/>
              </a:rPr>
              <a:t> </a:t>
            </a:r>
            <a:r>
              <a:rPr dirty="0" u="sng" baseline="39295" sz="3075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baseline="39295" sz="3075">
              <a:latin typeface="Times New Roman"/>
              <a:cs typeface="Times New Roman"/>
            </a:endParaRPr>
          </a:p>
          <a:p>
            <a:pPr algn="r" marR="241300">
              <a:lnSpc>
                <a:spcPts val="1225"/>
              </a:lnSpc>
            </a:pPr>
            <a:r>
              <a:rPr dirty="0" sz="2050" spc="5">
                <a:latin typeface="Symbol"/>
                <a:cs typeface="Symbol"/>
              </a:rPr>
              <a:t>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65928" y="569856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07586" y="5487289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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07586" y="569856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71074" y="5638444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89577" y="5657773"/>
            <a:ext cx="6318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41655" algn="l"/>
              </a:tabLst>
            </a:pP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53750" y="5666803"/>
            <a:ext cx="6788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3400" algn="l"/>
              </a:tabLst>
            </a:pPr>
            <a:r>
              <a:rPr dirty="0" sz="2050" spc="10">
                <a:latin typeface="Times New Roman"/>
                <a:cs typeface="Times New Roman"/>
              </a:rPr>
              <a:t>5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45068" y="5652558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65928" y="5482412"/>
            <a:ext cx="18738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84200" algn="l"/>
              </a:tabLst>
            </a:pPr>
            <a:r>
              <a:rPr dirty="0" sz="2050" spc="-330">
                <a:latin typeface="Symbol"/>
                <a:cs typeface="Symbol"/>
              </a:rPr>
              <a:t></a:t>
            </a:r>
            <a:r>
              <a:rPr dirty="0" sz="2050" spc="-330">
                <a:latin typeface="Times New Roman"/>
                <a:cs typeface="Times New Roman"/>
              </a:rPr>
              <a:t>	</a:t>
            </a: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35">
                <a:latin typeface="Times New Roman"/>
                <a:cs typeface="Times New Roman"/>
              </a:rPr>
              <a:t> </a:t>
            </a:r>
            <a:r>
              <a:rPr dirty="0" sz="2100" spc="-675">
                <a:latin typeface="Times New Roman"/>
                <a:cs typeface="Times New Roman"/>
              </a:rPr>
              <a:t>6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Times New Roman"/>
                <a:cs typeface="Times New Roman"/>
              </a:rPr>
              <a:t>7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Times New Roman"/>
                <a:cs typeface="Times New Roman"/>
              </a:rPr>
              <a:t>8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02154" y="5437504"/>
            <a:ext cx="3190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8745" algn="l"/>
                <a:tab pos="2117725" algn="l"/>
              </a:tabLst>
            </a:pPr>
            <a:r>
              <a:rPr dirty="0" sz="2400">
                <a:latin typeface="华文楷体"/>
                <a:cs typeface="华文楷体"/>
              </a:rPr>
              <a:t>普丰德系	</a:t>
            </a:r>
            <a:r>
              <a:rPr dirty="0" u="sng" baseline="37940" sz="3075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940" sz="3075" spc="367">
                <a:latin typeface="Times New Roman"/>
                <a:cs typeface="Times New Roman"/>
              </a:rPr>
              <a:t> </a:t>
            </a:r>
            <a:r>
              <a:rPr dirty="0" baseline="4065" sz="3075" spc="15">
                <a:latin typeface="Symbol"/>
                <a:cs typeface="Symbol"/>
              </a:rPr>
              <a:t></a:t>
            </a:r>
            <a:r>
              <a:rPr dirty="0" baseline="4065" sz="3075" spc="37">
                <a:latin typeface="Times New Roman"/>
                <a:cs typeface="Times New Roman"/>
              </a:rPr>
              <a:t> </a:t>
            </a:r>
            <a:r>
              <a:rPr dirty="0" baseline="4065" sz="3075" spc="15" i="1">
                <a:latin typeface="Times New Roman"/>
                <a:cs typeface="Times New Roman"/>
              </a:rPr>
              <a:t>R	</a:t>
            </a:r>
            <a:r>
              <a:rPr dirty="0" baseline="33875" sz="3075" spc="7">
                <a:latin typeface="Symbol"/>
                <a:cs typeface="Symbol"/>
              </a:rPr>
              <a:t></a:t>
            </a:r>
            <a:r>
              <a:rPr dirty="0" baseline="33875" sz="3075" spc="7">
                <a:latin typeface="Times New Roman"/>
                <a:cs typeface="Times New Roman"/>
              </a:rPr>
              <a:t> </a:t>
            </a:r>
            <a:r>
              <a:rPr dirty="0" u="sng" baseline="37940" sz="3075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940" sz="3075" spc="15">
                <a:latin typeface="Times New Roman"/>
                <a:cs typeface="Times New Roman"/>
              </a:rPr>
              <a:t> </a:t>
            </a:r>
            <a:r>
              <a:rPr dirty="0" baseline="4065" sz="3075" spc="15">
                <a:latin typeface="Symbol"/>
                <a:cs typeface="Symbol"/>
              </a:rPr>
              <a:t></a:t>
            </a:r>
            <a:r>
              <a:rPr dirty="0" baseline="4065" sz="3075" spc="15">
                <a:latin typeface="Times New Roman"/>
                <a:cs typeface="Times New Roman"/>
              </a:rPr>
              <a:t> </a:t>
            </a:r>
            <a:r>
              <a:rPr dirty="0" u="sng" baseline="37940" sz="3075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baseline="37940" sz="3075" spc="-292">
                <a:latin typeface="Times New Roman"/>
                <a:cs typeface="Times New Roman"/>
              </a:rPr>
              <a:t> </a:t>
            </a:r>
            <a:r>
              <a:rPr dirty="0" baseline="33875" sz="3075" spc="7">
                <a:latin typeface="Symbol"/>
                <a:cs typeface="Symbol"/>
              </a:rPr>
              <a:t></a:t>
            </a:r>
            <a:endParaRPr baseline="33875" sz="3075">
              <a:latin typeface="Symbol"/>
              <a:cs typeface="Symbo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166666" y="1663382"/>
            <a:ext cx="448945" cy="1828800"/>
          </a:xfrm>
          <a:custGeom>
            <a:avLst/>
            <a:gdLst/>
            <a:ahLst/>
            <a:cxnLst/>
            <a:rect l="l" t="t" r="r" b="b"/>
            <a:pathLst>
              <a:path w="448945" h="1828800">
                <a:moveTo>
                  <a:pt x="408876" y="12699"/>
                </a:moveTo>
                <a:lnTo>
                  <a:pt x="39839" y="12699"/>
                </a:lnTo>
                <a:lnTo>
                  <a:pt x="47332" y="0"/>
                </a:lnTo>
                <a:lnTo>
                  <a:pt x="401383" y="0"/>
                </a:lnTo>
                <a:lnTo>
                  <a:pt x="408876" y="12699"/>
                </a:lnTo>
                <a:close/>
              </a:path>
              <a:path w="448945" h="1828800">
                <a:moveTo>
                  <a:pt x="422287" y="25399"/>
                </a:moveTo>
                <a:lnTo>
                  <a:pt x="26428" y="25399"/>
                </a:lnTo>
                <a:lnTo>
                  <a:pt x="32867" y="12699"/>
                </a:lnTo>
                <a:lnTo>
                  <a:pt x="415848" y="12699"/>
                </a:lnTo>
                <a:lnTo>
                  <a:pt x="422287" y="25399"/>
                </a:lnTo>
                <a:close/>
              </a:path>
              <a:path w="448945" h="1828800">
                <a:moveTo>
                  <a:pt x="433349" y="38099"/>
                </a:moveTo>
                <a:lnTo>
                  <a:pt x="15366" y="38099"/>
                </a:lnTo>
                <a:lnTo>
                  <a:pt x="20586" y="25399"/>
                </a:lnTo>
                <a:lnTo>
                  <a:pt x="428129" y="25399"/>
                </a:lnTo>
                <a:lnTo>
                  <a:pt x="433349" y="38099"/>
                </a:lnTo>
                <a:close/>
              </a:path>
              <a:path w="448945" h="1828800">
                <a:moveTo>
                  <a:pt x="69037" y="50799"/>
                </a:moveTo>
                <a:lnTo>
                  <a:pt x="7124" y="50799"/>
                </a:lnTo>
                <a:lnTo>
                  <a:pt x="10820" y="38099"/>
                </a:lnTo>
                <a:lnTo>
                  <a:pt x="74879" y="38099"/>
                </a:lnTo>
                <a:lnTo>
                  <a:pt x="69037" y="50799"/>
                </a:lnTo>
                <a:close/>
              </a:path>
              <a:path w="448945" h="1828800">
                <a:moveTo>
                  <a:pt x="73278" y="50799"/>
                </a:moveTo>
                <a:lnTo>
                  <a:pt x="74879" y="38099"/>
                </a:lnTo>
                <a:lnTo>
                  <a:pt x="76326" y="38099"/>
                </a:lnTo>
                <a:lnTo>
                  <a:pt x="73278" y="50799"/>
                </a:lnTo>
                <a:close/>
              </a:path>
              <a:path w="448945" h="1828800">
                <a:moveTo>
                  <a:pt x="375437" y="50799"/>
                </a:moveTo>
                <a:lnTo>
                  <a:pt x="372389" y="38099"/>
                </a:lnTo>
                <a:lnTo>
                  <a:pt x="373837" y="38099"/>
                </a:lnTo>
                <a:lnTo>
                  <a:pt x="375437" y="50799"/>
                </a:lnTo>
                <a:close/>
              </a:path>
              <a:path w="448945" h="1828800">
                <a:moveTo>
                  <a:pt x="441591" y="50799"/>
                </a:moveTo>
                <a:lnTo>
                  <a:pt x="379679" y="50799"/>
                </a:lnTo>
                <a:lnTo>
                  <a:pt x="373837" y="38099"/>
                </a:lnTo>
                <a:lnTo>
                  <a:pt x="437896" y="38099"/>
                </a:lnTo>
                <a:lnTo>
                  <a:pt x="441591" y="50799"/>
                </a:lnTo>
                <a:close/>
              </a:path>
              <a:path w="448945" h="1828800">
                <a:moveTo>
                  <a:pt x="54190" y="63499"/>
                </a:moveTo>
                <a:lnTo>
                  <a:pt x="3962" y="63499"/>
                </a:lnTo>
                <a:lnTo>
                  <a:pt x="5384" y="50799"/>
                </a:lnTo>
                <a:lnTo>
                  <a:pt x="58038" y="50799"/>
                </a:lnTo>
                <a:lnTo>
                  <a:pt x="54190" y="63499"/>
                </a:lnTo>
                <a:close/>
              </a:path>
              <a:path w="448945" h="1828800">
                <a:moveTo>
                  <a:pt x="56591" y="63499"/>
                </a:moveTo>
                <a:lnTo>
                  <a:pt x="58038" y="50799"/>
                </a:lnTo>
                <a:lnTo>
                  <a:pt x="60909" y="50799"/>
                </a:lnTo>
                <a:lnTo>
                  <a:pt x="56591" y="63499"/>
                </a:lnTo>
                <a:close/>
              </a:path>
              <a:path w="448945" h="1828800">
                <a:moveTo>
                  <a:pt x="392125" y="63499"/>
                </a:moveTo>
                <a:lnTo>
                  <a:pt x="387807" y="50799"/>
                </a:lnTo>
                <a:lnTo>
                  <a:pt x="390677" y="50799"/>
                </a:lnTo>
                <a:lnTo>
                  <a:pt x="392125" y="63499"/>
                </a:lnTo>
                <a:close/>
              </a:path>
              <a:path w="448945" h="1828800">
                <a:moveTo>
                  <a:pt x="444753" y="63499"/>
                </a:moveTo>
                <a:lnTo>
                  <a:pt x="394525" y="63499"/>
                </a:lnTo>
                <a:lnTo>
                  <a:pt x="390677" y="50799"/>
                </a:lnTo>
                <a:lnTo>
                  <a:pt x="443331" y="50799"/>
                </a:lnTo>
                <a:lnTo>
                  <a:pt x="444753" y="63499"/>
                </a:lnTo>
                <a:close/>
              </a:path>
              <a:path w="448945" h="1828800">
                <a:moveTo>
                  <a:pt x="49263" y="76199"/>
                </a:moveTo>
                <a:lnTo>
                  <a:pt x="927" y="76199"/>
                </a:lnTo>
                <a:lnTo>
                  <a:pt x="1714" y="63499"/>
                </a:lnTo>
                <a:lnTo>
                  <a:pt x="50317" y="63499"/>
                </a:lnTo>
                <a:lnTo>
                  <a:pt x="49263" y="76199"/>
                </a:lnTo>
                <a:close/>
              </a:path>
              <a:path w="448945" h="1828800">
                <a:moveTo>
                  <a:pt x="49911" y="76199"/>
                </a:moveTo>
                <a:lnTo>
                  <a:pt x="50317" y="63499"/>
                </a:lnTo>
                <a:lnTo>
                  <a:pt x="51104" y="63499"/>
                </a:lnTo>
                <a:lnTo>
                  <a:pt x="49911" y="76199"/>
                </a:lnTo>
                <a:close/>
              </a:path>
              <a:path w="448945" h="1828800">
                <a:moveTo>
                  <a:pt x="398805" y="76199"/>
                </a:moveTo>
                <a:lnTo>
                  <a:pt x="397611" y="63499"/>
                </a:lnTo>
                <a:lnTo>
                  <a:pt x="398399" y="63499"/>
                </a:lnTo>
                <a:lnTo>
                  <a:pt x="398805" y="76199"/>
                </a:lnTo>
                <a:close/>
              </a:path>
              <a:path w="448945" h="1828800">
                <a:moveTo>
                  <a:pt x="447789" y="76199"/>
                </a:moveTo>
                <a:lnTo>
                  <a:pt x="399453" y="76199"/>
                </a:lnTo>
                <a:lnTo>
                  <a:pt x="398399" y="63499"/>
                </a:lnTo>
                <a:lnTo>
                  <a:pt x="447001" y="63499"/>
                </a:lnTo>
                <a:lnTo>
                  <a:pt x="447789" y="76199"/>
                </a:lnTo>
                <a:close/>
              </a:path>
              <a:path w="448945" h="1828800">
                <a:moveTo>
                  <a:pt x="47586" y="1752600"/>
                </a:moveTo>
                <a:lnTo>
                  <a:pt x="0" y="1752600"/>
                </a:lnTo>
                <a:lnTo>
                  <a:pt x="0" y="76199"/>
                </a:lnTo>
                <a:lnTo>
                  <a:pt x="47586" y="76199"/>
                </a:lnTo>
                <a:lnTo>
                  <a:pt x="47510" y="88899"/>
                </a:lnTo>
                <a:lnTo>
                  <a:pt x="47498" y="1739900"/>
                </a:lnTo>
                <a:lnTo>
                  <a:pt x="47586" y="1752600"/>
                </a:lnTo>
                <a:close/>
              </a:path>
              <a:path w="448945" h="1828800">
                <a:moveTo>
                  <a:pt x="47523" y="88899"/>
                </a:moveTo>
                <a:lnTo>
                  <a:pt x="47586" y="76199"/>
                </a:lnTo>
                <a:lnTo>
                  <a:pt x="47790" y="76199"/>
                </a:lnTo>
                <a:lnTo>
                  <a:pt x="47523" y="88899"/>
                </a:lnTo>
                <a:close/>
              </a:path>
              <a:path w="448945" h="1828800">
                <a:moveTo>
                  <a:pt x="401192" y="88899"/>
                </a:moveTo>
                <a:lnTo>
                  <a:pt x="400926" y="76199"/>
                </a:lnTo>
                <a:lnTo>
                  <a:pt x="401129" y="76199"/>
                </a:lnTo>
                <a:lnTo>
                  <a:pt x="401192" y="88899"/>
                </a:lnTo>
                <a:close/>
              </a:path>
              <a:path w="448945" h="1828800">
                <a:moveTo>
                  <a:pt x="448716" y="1752600"/>
                </a:moveTo>
                <a:lnTo>
                  <a:pt x="401129" y="1752600"/>
                </a:lnTo>
                <a:lnTo>
                  <a:pt x="401218" y="1739900"/>
                </a:lnTo>
                <a:lnTo>
                  <a:pt x="401205" y="88899"/>
                </a:lnTo>
                <a:lnTo>
                  <a:pt x="401129" y="76199"/>
                </a:lnTo>
                <a:lnTo>
                  <a:pt x="448716" y="76199"/>
                </a:lnTo>
                <a:lnTo>
                  <a:pt x="448716" y="1752600"/>
                </a:lnTo>
                <a:close/>
              </a:path>
              <a:path w="448945" h="1828800">
                <a:moveTo>
                  <a:pt x="47790" y="1752600"/>
                </a:moveTo>
                <a:lnTo>
                  <a:pt x="47586" y="1752600"/>
                </a:lnTo>
                <a:lnTo>
                  <a:pt x="47523" y="1739900"/>
                </a:lnTo>
                <a:lnTo>
                  <a:pt x="47790" y="1752600"/>
                </a:lnTo>
                <a:close/>
              </a:path>
              <a:path w="448945" h="1828800">
                <a:moveTo>
                  <a:pt x="401129" y="1752600"/>
                </a:moveTo>
                <a:lnTo>
                  <a:pt x="400926" y="1752600"/>
                </a:lnTo>
                <a:lnTo>
                  <a:pt x="401192" y="1739900"/>
                </a:lnTo>
                <a:lnTo>
                  <a:pt x="401129" y="1752600"/>
                </a:lnTo>
                <a:close/>
              </a:path>
              <a:path w="448945" h="1828800">
                <a:moveTo>
                  <a:pt x="50317" y="1765300"/>
                </a:moveTo>
                <a:lnTo>
                  <a:pt x="1714" y="1765300"/>
                </a:lnTo>
                <a:lnTo>
                  <a:pt x="927" y="1752600"/>
                </a:lnTo>
                <a:lnTo>
                  <a:pt x="49263" y="1752600"/>
                </a:lnTo>
                <a:lnTo>
                  <a:pt x="50317" y="1765300"/>
                </a:lnTo>
                <a:close/>
              </a:path>
              <a:path w="448945" h="1828800">
                <a:moveTo>
                  <a:pt x="51104" y="1765300"/>
                </a:moveTo>
                <a:lnTo>
                  <a:pt x="50317" y="1765300"/>
                </a:lnTo>
                <a:lnTo>
                  <a:pt x="49911" y="1752600"/>
                </a:lnTo>
                <a:lnTo>
                  <a:pt x="51104" y="1765300"/>
                </a:lnTo>
                <a:close/>
              </a:path>
              <a:path w="448945" h="1828800">
                <a:moveTo>
                  <a:pt x="398399" y="1765300"/>
                </a:moveTo>
                <a:lnTo>
                  <a:pt x="397611" y="1765300"/>
                </a:lnTo>
                <a:lnTo>
                  <a:pt x="398805" y="1752600"/>
                </a:lnTo>
                <a:lnTo>
                  <a:pt x="398399" y="1765300"/>
                </a:lnTo>
                <a:close/>
              </a:path>
              <a:path w="448945" h="1828800">
                <a:moveTo>
                  <a:pt x="447001" y="1765300"/>
                </a:moveTo>
                <a:lnTo>
                  <a:pt x="398399" y="1765300"/>
                </a:lnTo>
                <a:lnTo>
                  <a:pt x="399453" y="1752600"/>
                </a:lnTo>
                <a:lnTo>
                  <a:pt x="447789" y="1752600"/>
                </a:lnTo>
                <a:lnTo>
                  <a:pt x="447001" y="1765300"/>
                </a:lnTo>
                <a:close/>
              </a:path>
              <a:path w="448945" h="1828800">
                <a:moveTo>
                  <a:pt x="58038" y="1778000"/>
                </a:moveTo>
                <a:lnTo>
                  <a:pt x="5384" y="1778000"/>
                </a:lnTo>
                <a:lnTo>
                  <a:pt x="3962" y="1765300"/>
                </a:lnTo>
                <a:lnTo>
                  <a:pt x="54190" y="1765300"/>
                </a:lnTo>
                <a:lnTo>
                  <a:pt x="58038" y="1778000"/>
                </a:lnTo>
                <a:close/>
              </a:path>
              <a:path w="448945" h="1828800">
                <a:moveTo>
                  <a:pt x="60909" y="1778000"/>
                </a:moveTo>
                <a:lnTo>
                  <a:pt x="58038" y="1778000"/>
                </a:lnTo>
                <a:lnTo>
                  <a:pt x="56591" y="1765300"/>
                </a:lnTo>
                <a:lnTo>
                  <a:pt x="60909" y="1778000"/>
                </a:lnTo>
                <a:close/>
              </a:path>
              <a:path w="448945" h="1828800">
                <a:moveTo>
                  <a:pt x="390677" y="1778000"/>
                </a:moveTo>
                <a:lnTo>
                  <a:pt x="387807" y="1778000"/>
                </a:lnTo>
                <a:lnTo>
                  <a:pt x="392125" y="1765300"/>
                </a:lnTo>
                <a:lnTo>
                  <a:pt x="390677" y="1778000"/>
                </a:lnTo>
                <a:close/>
              </a:path>
              <a:path w="448945" h="1828800">
                <a:moveTo>
                  <a:pt x="443331" y="1778000"/>
                </a:moveTo>
                <a:lnTo>
                  <a:pt x="390677" y="1778000"/>
                </a:lnTo>
                <a:lnTo>
                  <a:pt x="394525" y="1765300"/>
                </a:lnTo>
                <a:lnTo>
                  <a:pt x="444753" y="1765300"/>
                </a:lnTo>
                <a:lnTo>
                  <a:pt x="443331" y="1778000"/>
                </a:lnTo>
                <a:close/>
              </a:path>
              <a:path w="448945" h="1828800">
                <a:moveTo>
                  <a:pt x="76326" y="1790700"/>
                </a:moveTo>
                <a:lnTo>
                  <a:pt x="10820" y="1790700"/>
                </a:lnTo>
                <a:lnTo>
                  <a:pt x="7124" y="1778000"/>
                </a:lnTo>
                <a:lnTo>
                  <a:pt x="73278" y="1778000"/>
                </a:lnTo>
                <a:lnTo>
                  <a:pt x="76326" y="1790700"/>
                </a:lnTo>
                <a:close/>
              </a:path>
              <a:path w="448945" h="1828800">
                <a:moveTo>
                  <a:pt x="78333" y="1790700"/>
                </a:moveTo>
                <a:lnTo>
                  <a:pt x="76326" y="1790700"/>
                </a:lnTo>
                <a:lnTo>
                  <a:pt x="75222" y="1778000"/>
                </a:lnTo>
                <a:lnTo>
                  <a:pt x="78333" y="1790700"/>
                </a:lnTo>
                <a:close/>
              </a:path>
              <a:path w="448945" h="1828800">
                <a:moveTo>
                  <a:pt x="372389" y="1790700"/>
                </a:moveTo>
                <a:lnTo>
                  <a:pt x="370382" y="1790700"/>
                </a:lnTo>
                <a:lnTo>
                  <a:pt x="373494" y="1778000"/>
                </a:lnTo>
                <a:lnTo>
                  <a:pt x="372389" y="1790700"/>
                </a:lnTo>
                <a:close/>
              </a:path>
              <a:path w="448945" h="1828800">
                <a:moveTo>
                  <a:pt x="437896" y="1790700"/>
                </a:moveTo>
                <a:lnTo>
                  <a:pt x="372389" y="1790700"/>
                </a:lnTo>
                <a:lnTo>
                  <a:pt x="375437" y="1778000"/>
                </a:lnTo>
                <a:lnTo>
                  <a:pt x="441591" y="1778000"/>
                </a:lnTo>
                <a:lnTo>
                  <a:pt x="437896" y="1790700"/>
                </a:lnTo>
                <a:close/>
              </a:path>
              <a:path w="448945" h="1828800">
                <a:moveTo>
                  <a:pt x="428129" y="1803400"/>
                </a:moveTo>
                <a:lnTo>
                  <a:pt x="20586" y="1803400"/>
                </a:lnTo>
                <a:lnTo>
                  <a:pt x="15366" y="1790700"/>
                </a:lnTo>
                <a:lnTo>
                  <a:pt x="433349" y="1790700"/>
                </a:lnTo>
                <a:lnTo>
                  <a:pt x="428129" y="1803400"/>
                </a:lnTo>
                <a:close/>
              </a:path>
              <a:path w="448945" h="1828800">
                <a:moveTo>
                  <a:pt x="415848" y="1816100"/>
                </a:moveTo>
                <a:lnTo>
                  <a:pt x="32867" y="1816100"/>
                </a:lnTo>
                <a:lnTo>
                  <a:pt x="26428" y="1803400"/>
                </a:lnTo>
                <a:lnTo>
                  <a:pt x="422287" y="1803400"/>
                </a:lnTo>
                <a:lnTo>
                  <a:pt x="415848" y="1816100"/>
                </a:lnTo>
                <a:close/>
              </a:path>
              <a:path w="448945" h="1828800">
                <a:moveTo>
                  <a:pt x="401383" y="1828800"/>
                </a:moveTo>
                <a:lnTo>
                  <a:pt x="47332" y="1828800"/>
                </a:lnTo>
                <a:lnTo>
                  <a:pt x="39839" y="1816100"/>
                </a:lnTo>
                <a:lnTo>
                  <a:pt x="408876" y="1816100"/>
                </a:lnTo>
                <a:lnTo>
                  <a:pt x="401383" y="1828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567362" y="1683702"/>
            <a:ext cx="666115" cy="1816100"/>
          </a:xfrm>
          <a:custGeom>
            <a:avLst/>
            <a:gdLst/>
            <a:ahLst/>
            <a:cxnLst/>
            <a:rect l="l" t="t" r="r" b="b"/>
            <a:pathLst>
              <a:path w="666114" h="1816100">
                <a:moveTo>
                  <a:pt x="599719" y="12700"/>
                </a:moveTo>
                <a:lnTo>
                  <a:pt x="66395" y="12700"/>
                </a:lnTo>
                <a:lnTo>
                  <a:pt x="71869" y="0"/>
                </a:lnTo>
                <a:lnTo>
                  <a:pt x="594245" y="0"/>
                </a:lnTo>
                <a:lnTo>
                  <a:pt x="599719" y="12700"/>
                </a:lnTo>
                <a:close/>
              </a:path>
              <a:path w="666114" h="1816100">
                <a:moveTo>
                  <a:pt x="619950" y="25400"/>
                </a:moveTo>
                <a:lnTo>
                  <a:pt x="46164" y="25400"/>
                </a:lnTo>
                <a:lnTo>
                  <a:pt x="50952" y="12700"/>
                </a:lnTo>
                <a:lnTo>
                  <a:pt x="615162" y="12700"/>
                </a:lnTo>
                <a:lnTo>
                  <a:pt x="619950" y="25400"/>
                </a:lnTo>
                <a:close/>
              </a:path>
              <a:path w="666114" h="1816100">
                <a:moveTo>
                  <a:pt x="633145" y="38100"/>
                </a:moveTo>
                <a:lnTo>
                  <a:pt x="32969" y="38100"/>
                </a:lnTo>
                <a:lnTo>
                  <a:pt x="37160" y="25400"/>
                </a:lnTo>
                <a:lnTo>
                  <a:pt x="628954" y="25400"/>
                </a:lnTo>
                <a:lnTo>
                  <a:pt x="633145" y="38100"/>
                </a:lnTo>
                <a:close/>
              </a:path>
              <a:path w="666114" h="1816100">
                <a:moveTo>
                  <a:pt x="102742" y="50800"/>
                </a:moveTo>
                <a:lnTo>
                  <a:pt x="25222" y="50800"/>
                </a:lnTo>
                <a:lnTo>
                  <a:pt x="28981" y="38100"/>
                </a:lnTo>
                <a:lnTo>
                  <a:pt x="107632" y="38100"/>
                </a:lnTo>
                <a:lnTo>
                  <a:pt x="102742" y="50800"/>
                </a:lnTo>
                <a:close/>
              </a:path>
              <a:path w="666114" h="1816100">
                <a:moveTo>
                  <a:pt x="640892" y="50800"/>
                </a:moveTo>
                <a:lnTo>
                  <a:pt x="563372" y="50800"/>
                </a:lnTo>
                <a:lnTo>
                  <a:pt x="558469" y="38100"/>
                </a:lnTo>
                <a:lnTo>
                  <a:pt x="637133" y="38100"/>
                </a:lnTo>
                <a:lnTo>
                  <a:pt x="640892" y="50800"/>
                </a:lnTo>
                <a:close/>
              </a:path>
              <a:path w="666114" h="1816100">
                <a:moveTo>
                  <a:pt x="76034" y="63500"/>
                </a:moveTo>
                <a:lnTo>
                  <a:pt x="15328" y="63500"/>
                </a:lnTo>
                <a:lnTo>
                  <a:pt x="18376" y="50800"/>
                </a:lnTo>
                <a:lnTo>
                  <a:pt x="79933" y="50800"/>
                </a:lnTo>
                <a:lnTo>
                  <a:pt x="76034" y="63500"/>
                </a:lnTo>
                <a:close/>
              </a:path>
              <a:path w="666114" h="1816100">
                <a:moveTo>
                  <a:pt x="79019" y="63500"/>
                </a:moveTo>
                <a:lnTo>
                  <a:pt x="79933" y="50800"/>
                </a:lnTo>
                <a:lnTo>
                  <a:pt x="83058" y="50800"/>
                </a:lnTo>
                <a:lnTo>
                  <a:pt x="79019" y="63500"/>
                </a:lnTo>
                <a:close/>
              </a:path>
              <a:path w="666114" h="1816100">
                <a:moveTo>
                  <a:pt x="587095" y="63500"/>
                </a:moveTo>
                <a:lnTo>
                  <a:pt x="583057" y="50800"/>
                </a:lnTo>
                <a:lnTo>
                  <a:pt x="586181" y="50800"/>
                </a:lnTo>
                <a:lnTo>
                  <a:pt x="587095" y="63500"/>
                </a:lnTo>
                <a:close/>
              </a:path>
              <a:path w="666114" h="1816100">
                <a:moveTo>
                  <a:pt x="650786" y="63500"/>
                </a:moveTo>
                <a:lnTo>
                  <a:pt x="590080" y="63500"/>
                </a:lnTo>
                <a:lnTo>
                  <a:pt x="586181" y="50800"/>
                </a:lnTo>
                <a:lnTo>
                  <a:pt x="647738" y="50800"/>
                </a:lnTo>
                <a:lnTo>
                  <a:pt x="650786" y="63500"/>
                </a:lnTo>
                <a:close/>
              </a:path>
              <a:path w="666114" h="1816100">
                <a:moveTo>
                  <a:pt x="63017" y="76200"/>
                </a:moveTo>
                <a:lnTo>
                  <a:pt x="9969" y="76200"/>
                </a:lnTo>
                <a:lnTo>
                  <a:pt x="12522" y="63500"/>
                </a:lnTo>
                <a:lnTo>
                  <a:pt x="66078" y="63500"/>
                </a:lnTo>
                <a:lnTo>
                  <a:pt x="63017" y="76200"/>
                </a:lnTo>
                <a:close/>
              </a:path>
              <a:path w="666114" h="1816100">
                <a:moveTo>
                  <a:pt x="65354" y="76200"/>
                </a:moveTo>
                <a:lnTo>
                  <a:pt x="66078" y="63500"/>
                </a:lnTo>
                <a:lnTo>
                  <a:pt x="68592" y="63500"/>
                </a:lnTo>
                <a:lnTo>
                  <a:pt x="65354" y="76200"/>
                </a:lnTo>
                <a:close/>
              </a:path>
              <a:path w="666114" h="1816100">
                <a:moveTo>
                  <a:pt x="600760" y="76200"/>
                </a:moveTo>
                <a:lnTo>
                  <a:pt x="597522" y="63500"/>
                </a:lnTo>
                <a:lnTo>
                  <a:pt x="600036" y="63500"/>
                </a:lnTo>
                <a:lnTo>
                  <a:pt x="600760" y="76200"/>
                </a:lnTo>
                <a:close/>
              </a:path>
              <a:path w="666114" h="1816100">
                <a:moveTo>
                  <a:pt x="656145" y="76200"/>
                </a:moveTo>
                <a:lnTo>
                  <a:pt x="603097" y="76200"/>
                </a:lnTo>
                <a:lnTo>
                  <a:pt x="600036" y="63500"/>
                </a:lnTo>
                <a:lnTo>
                  <a:pt x="653592" y="63500"/>
                </a:lnTo>
                <a:lnTo>
                  <a:pt x="656145" y="76200"/>
                </a:lnTo>
                <a:close/>
              </a:path>
              <a:path w="666114" h="1816100">
                <a:moveTo>
                  <a:pt x="55168" y="88900"/>
                </a:moveTo>
                <a:lnTo>
                  <a:pt x="5702" y="88900"/>
                </a:lnTo>
                <a:lnTo>
                  <a:pt x="7696" y="76200"/>
                </a:lnTo>
                <a:lnTo>
                  <a:pt x="57442" y="76200"/>
                </a:lnTo>
                <a:lnTo>
                  <a:pt x="55168" y="88900"/>
                </a:lnTo>
                <a:close/>
              </a:path>
              <a:path w="666114" h="1816100">
                <a:moveTo>
                  <a:pt x="56896" y="88900"/>
                </a:moveTo>
                <a:lnTo>
                  <a:pt x="57442" y="76200"/>
                </a:lnTo>
                <a:lnTo>
                  <a:pt x="59385" y="76200"/>
                </a:lnTo>
                <a:lnTo>
                  <a:pt x="56896" y="88900"/>
                </a:lnTo>
                <a:close/>
              </a:path>
              <a:path w="666114" h="1816100">
                <a:moveTo>
                  <a:pt x="609219" y="88900"/>
                </a:moveTo>
                <a:lnTo>
                  <a:pt x="606729" y="76200"/>
                </a:lnTo>
                <a:lnTo>
                  <a:pt x="608660" y="76200"/>
                </a:lnTo>
                <a:lnTo>
                  <a:pt x="609219" y="88900"/>
                </a:lnTo>
                <a:close/>
              </a:path>
              <a:path w="666114" h="1816100">
                <a:moveTo>
                  <a:pt x="660412" y="88900"/>
                </a:moveTo>
                <a:lnTo>
                  <a:pt x="610946" y="88900"/>
                </a:lnTo>
                <a:lnTo>
                  <a:pt x="608660" y="76200"/>
                </a:lnTo>
                <a:lnTo>
                  <a:pt x="658418" y="76200"/>
                </a:lnTo>
                <a:lnTo>
                  <a:pt x="660412" y="88900"/>
                </a:lnTo>
                <a:close/>
              </a:path>
              <a:path w="666114" h="1816100">
                <a:moveTo>
                  <a:pt x="51003" y="101600"/>
                </a:moveTo>
                <a:lnTo>
                  <a:pt x="1447" y="101600"/>
                </a:lnTo>
                <a:lnTo>
                  <a:pt x="2565" y="88900"/>
                </a:lnTo>
                <a:lnTo>
                  <a:pt x="52628" y="88900"/>
                </a:lnTo>
                <a:lnTo>
                  <a:pt x="51003" y="101600"/>
                </a:lnTo>
                <a:close/>
              </a:path>
              <a:path w="666114" h="1816100">
                <a:moveTo>
                  <a:pt x="664667" y="101600"/>
                </a:moveTo>
                <a:lnTo>
                  <a:pt x="615111" y="101600"/>
                </a:lnTo>
                <a:lnTo>
                  <a:pt x="613486" y="88900"/>
                </a:lnTo>
                <a:lnTo>
                  <a:pt x="663549" y="88900"/>
                </a:lnTo>
                <a:lnTo>
                  <a:pt x="664667" y="101600"/>
                </a:lnTo>
                <a:close/>
              </a:path>
              <a:path w="666114" h="1816100">
                <a:moveTo>
                  <a:pt x="47967" y="114300"/>
                </a:moveTo>
                <a:lnTo>
                  <a:pt x="152" y="114300"/>
                </a:lnTo>
                <a:lnTo>
                  <a:pt x="647" y="101600"/>
                </a:lnTo>
                <a:lnTo>
                  <a:pt x="48628" y="101600"/>
                </a:lnTo>
                <a:lnTo>
                  <a:pt x="47967" y="114300"/>
                </a:lnTo>
                <a:close/>
              </a:path>
              <a:path w="666114" h="1816100">
                <a:moveTo>
                  <a:pt x="48437" y="114300"/>
                </a:moveTo>
                <a:lnTo>
                  <a:pt x="48628" y="101600"/>
                </a:lnTo>
                <a:lnTo>
                  <a:pt x="49352" y="101600"/>
                </a:lnTo>
                <a:lnTo>
                  <a:pt x="48437" y="114300"/>
                </a:lnTo>
                <a:close/>
              </a:path>
              <a:path w="666114" h="1816100">
                <a:moveTo>
                  <a:pt x="617677" y="114300"/>
                </a:moveTo>
                <a:lnTo>
                  <a:pt x="616762" y="101600"/>
                </a:lnTo>
                <a:lnTo>
                  <a:pt x="617486" y="101600"/>
                </a:lnTo>
                <a:lnTo>
                  <a:pt x="617677" y="114300"/>
                </a:lnTo>
                <a:close/>
              </a:path>
              <a:path w="666114" h="1816100">
                <a:moveTo>
                  <a:pt x="665962" y="114300"/>
                </a:moveTo>
                <a:lnTo>
                  <a:pt x="618147" y="114300"/>
                </a:lnTo>
                <a:lnTo>
                  <a:pt x="617486" y="101600"/>
                </a:lnTo>
                <a:lnTo>
                  <a:pt x="665467" y="101600"/>
                </a:lnTo>
                <a:lnTo>
                  <a:pt x="665962" y="114300"/>
                </a:lnTo>
                <a:close/>
              </a:path>
              <a:path w="666114" h="1816100">
                <a:moveTo>
                  <a:pt x="47625" y="1689100"/>
                </a:moveTo>
                <a:lnTo>
                  <a:pt x="0" y="1689100"/>
                </a:lnTo>
                <a:lnTo>
                  <a:pt x="0" y="114300"/>
                </a:lnTo>
                <a:lnTo>
                  <a:pt x="47625" y="114300"/>
                </a:lnTo>
                <a:lnTo>
                  <a:pt x="47625" y="1689100"/>
                </a:lnTo>
                <a:close/>
              </a:path>
              <a:path w="666114" h="1816100">
                <a:moveTo>
                  <a:pt x="47625" y="125845"/>
                </a:moveTo>
                <a:lnTo>
                  <a:pt x="47625" y="114300"/>
                </a:lnTo>
                <a:lnTo>
                  <a:pt x="47625" y="125845"/>
                </a:lnTo>
                <a:close/>
              </a:path>
              <a:path w="666114" h="1816100">
                <a:moveTo>
                  <a:pt x="618489" y="125845"/>
                </a:moveTo>
                <a:lnTo>
                  <a:pt x="618363" y="114300"/>
                </a:lnTo>
                <a:lnTo>
                  <a:pt x="618489" y="125845"/>
                </a:lnTo>
                <a:close/>
              </a:path>
              <a:path w="666114" h="1816100">
                <a:moveTo>
                  <a:pt x="666114" y="127000"/>
                </a:moveTo>
                <a:lnTo>
                  <a:pt x="618502" y="127000"/>
                </a:lnTo>
                <a:lnTo>
                  <a:pt x="618489" y="114300"/>
                </a:lnTo>
                <a:lnTo>
                  <a:pt x="666114" y="114300"/>
                </a:lnTo>
                <a:lnTo>
                  <a:pt x="666114" y="127000"/>
                </a:lnTo>
                <a:close/>
              </a:path>
              <a:path w="666114" h="1816100">
                <a:moveTo>
                  <a:pt x="666114" y="1689100"/>
                </a:moveTo>
                <a:lnTo>
                  <a:pt x="618489" y="1689100"/>
                </a:lnTo>
                <a:lnTo>
                  <a:pt x="618489" y="125845"/>
                </a:lnTo>
                <a:lnTo>
                  <a:pt x="618502" y="127000"/>
                </a:lnTo>
                <a:lnTo>
                  <a:pt x="666114" y="127000"/>
                </a:lnTo>
                <a:lnTo>
                  <a:pt x="666114" y="1689100"/>
                </a:lnTo>
                <a:close/>
              </a:path>
              <a:path w="666114" h="1816100">
                <a:moveTo>
                  <a:pt x="48628" y="1701800"/>
                </a:moveTo>
                <a:lnTo>
                  <a:pt x="647" y="1701800"/>
                </a:lnTo>
                <a:lnTo>
                  <a:pt x="152" y="1689100"/>
                </a:lnTo>
                <a:lnTo>
                  <a:pt x="47967" y="1689100"/>
                </a:lnTo>
                <a:lnTo>
                  <a:pt x="48628" y="1701800"/>
                </a:lnTo>
                <a:close/>
              </a:path>
              <a:path w="666114" h="1816100">
                <a:moveTo>
                  <a:pt x="665467" y="1701800"/>
                </a:moveTo>
                <a:lnTo>
                  <a:pt x="617486" y="1701800"/>
                </a:lnTo>
                <a:lnTo>
                  <a:pt x="618147" y="1689100"/>
                </a:lnTo>
                <a:lnTo>
                  <a:pt x="665962" y="1689100"/>
                </a:lnTo>
                <a:lnTo>
                  <a:pt x="665467" y="1701800"/>
                </a:lnTo>
                <a:close/>
              </a:path>
              <a:path w="666114" h="1816100">
                <a:moveTo>
                  <a:pt x="51358" y="1714500"/>
                </a:moveTo>
                <a:lnTo>
                  <a:pt x="2565" y="1714500"/>
                </a:lnTo>
                <a:lnTo>
                  <a:pt x="1447" y="1701800"/>
                </a:lnTo>
                <a:lnTo>
                  <a:pt x="49961" y="1701800"/>
                </a:lnTo>
                <a:lnTo>
                  <a:pt x="51358" y="1714500"/>
                </a:lnTo>
                <a:close/>
              </a:path>
              <a:path w="666114" h="1816100">
                <a:moveTo>
                  <a:pt x="663549" y="1714500"/>
                </a:moveTo>
                <a:lnTo>
                  <a:pt x="614756" y="1714500"/>
                </a:lnTo>
                <a:lnTo>
                  <a:pt x="616153" y="1701800"/>
                </a:lnTo>
                <a:lnTo>
                  <a:pt x="664667" y="1701800"/>
                </a:lnTo>
                <a:lnTo>
                  <a:pt x="663549" y="1714500"/>
                </a:lnTo>
                <a:close/>
              </a:path>
              <a:path w="666114" h="1816100">
                <a:moveTo>
                  <a:pt x="55676" y="1727200"/>
                </a:moveTo>
                <a:lnTo>
                  <a:pt x="5702" y="1727200"/>
                </a:lnTo>
                <a:lnTo>
                  <a:pt x="3987" y="1714500"/>
                </a:lnTo>
                <a:lnTo>
                  <a:pt x="53606" y="1714500"/>
                </a:lnTo>
                <a:lnTo>
                  <a:pt x="55676" y="1727200"/>
                </a:lnTo>
                <a:close/>
              </a:path>
              <a:path w="666114" h="1816100">
                <a:moveTo>
                  <a:pt x="57442" y="1727200"/>
                </a:moveTo>
                <a:lnTo>
                  <a:pt x="55676" y="1727200"/>
                </a:lnTo>
                <a:lnTo>
                  <a:pt x="55168" y="1714500"/>
                </a:lnTo>
                <a:lnTo>
                  <a:pt x="57442" y="1727200"/>
                </a:lnTo>
                <a:close/>
              </a:path>
              <a:path w="666114" h="1816100">
                <a:moveTo>
                  <a:pt x="610438" y="1727200"/>
                </a:moveTo>
                <a:lnTo>
                  <a:pt x="608660" y="1727200"/>
                </a:lnTo>
                <a:lnTo>
                  <a:pt x="610946" y="1714500"/>
                </a:lnTo>
                <a:lnTo>
                  <a:pt x="610438" y="1727200"/>
                </a:lnTo>
                <a:close/>
              </a:path>
              <a:path w="666114" h="1816100">
                <a:moveTo>
                  <a:pt x="660412" y="1727200"/>
                </a:moveTo>
                <a:lnTo>
                  <a:pt x="610438" y="1727200"/>
                </a:lnTo>
                <a:lnTo>
                  <a:pt x="612508" y="1714500"/>
                </a:lnTo>
                <a:lnTo>
                  <a:pt x="662127" y="1714500"/>
                </a:lnTo>
                <a:lnTo>
                  <a:pt x="660412" y="1727200"/>
                </a:lnTo>
                <a:close/>
              </a:path>
              <a:path w="666114" h="1816100">
                <a:moveTo>
                  <a:pt x="63703" y="1739900"/>
                </a:moveTo>
                <a:lnTo>
                  <a:pt x="9969" y="1739900"/>
                </a:lnTo>
                <a:lnTo>
                  <a:pt x="7696" y="1727200"/>
                </a:lnTo>
                <a:lnTo>
                  <a:pt x="60820" y="1727200"/>
                </a:lnTo>
                <a:lnTo>
                  <a:pt x="63703" y="1739900"/>
                </a:lnTo>
                <a:close/>
              </a:path>
              <a:path w="666114" h="1816100">
                <a:moveTo>
                  <a:pt x="656145" y="1739900"/>
                </a:moveTo>
                <a:lnTo>
                  <a:pt x="602411" y="1739900"/>
                </a:lnTo>
                <a:lnTo>
                  <a:pt x="605294" y="1727200"/>
                </a:lnTo>
                <a:lnTo>
                  <a:pt x="658418" y="1727200"/>
                </a:lnTo>
                <a:lnTo>
                  <a:pt x="656145" y="1739900"/>
                </a:lnTo>
                <a:close/>
              </a:path>
              <a:path w="666114" h="1816100">
                <a:moveTo>
                  <a:pt x="76911" y="1752600"/>
                </a:moveTo>
                <a:lnTo>
                  <a:pt x="15328" y="1752600"/>
                </a:lnTo>
                <a:lnTo>
                  <a:pt x="12522" y="1739900"/>
                </a:lnTo>
                <a:lnTo>
                  <a:pt x="73177" y="1739900"/>
                </a:lnTo>
                <a:lnTo>
                  <a:pt x="76911" y="1752600"/>
                </a:lnTo>
                <a:close/>
              </a:path>
              <a:path w="666114" h="1816100">
                <a:moveTo>
                  <a:pt x="650786" y="1752600"/>
                </a:moveTo>
                <a:lnTo>
                  <a:pt x="589203" y="1752600"/>
                </a:lnTo>
                <a:lnTo>
                  <a:pt x="592937" y="1739900"/>
                </a:lnTo>
                <a:lnTo>
                  <a:pt x="653592" y="1739900"/>
                </a:lnTo>
                <a:lnTo>
                  <a:pt x="650786" y="1752600"/>
                </a:lnTo>
                <a:close/>
              </a:path>
              <a:path w="666114" h="1816100">
                <a:moveTo>
                  <a:pt x="96583" y="1765300"/>
                </a:moveTo>
                <a:lnTo>
                  <a:pt x="25222" y="1765300"/>
                </a:lnTo>
                <a:lnTo>
                  <a:pt x="21678" y="1752600"/>
                </a:lnTo>
                <a:lnTo>
                  <a:pt x="92011" y="1752600"/>
                </a:lnTo>
                <a:lnTo>
                  <a:pt x="96583" y="1765300"/>
                </a:lnTo>
                <a:close/>
              </a:path>
              <a:path w="666114" h="1816100">
                <a:moveTo>
                  <a:pt x="640892" y="1765300"/>
                </a:moveTo>
                <a:lnTo>
                  <a:pt x="569531" y="1765300"/>
                </a:lnTo>
                <a:lnTo>
                  <a:pt x="574103" y="1752600"/>
                </a:lnTo>
                <a:lnTo>
                  <a:pt x="644436" y="1752600"/>
                </a:lnTo>
                <a:lnTo>
                  <a:pt x="640892" y="1765300"/>
                </a:lnTo>
                <a:close/>
              </a:path>
              <a:path w="666114" h="1816100">
                <a:moveTo>
                  <a:pt x="633145" y="1778000"/>
                </a:moveTo>
                <a:lnTo>
                  <a:pt x="32969" y="1778000"/>
                </a:lnTo>
                <a:lnTo>
                  <a:pt x="28981" y="1765300"/>
                </a:lnTo>
                <a:lnTo>
                  <a:pt x="637133" y="1765300"/>
                </a:lnTo>
                <a:lnTo>
                  <a:pt x="633145" y="1778000"/>
                </a:lnTo>
                <a:close/>
              </a:path>
              <a:path w="666114" h="1816100">
                <a:moveTo>
                  <a:pt x="619950" y="1790700"/>
                </a:moveTo>
                <a:lnTo>
                  <a:pt x="46164" y="1790700"/>
                </a:lnTo>
                <a:lnTo>
                  <a:pt x="41567" y="1778000"/>
                </a:lnTo>
                <a:lnTo>
                  <a:pt x="624547" y="1778000"/>
                </a:lnTo>
                <a:lnTo>
                  <a:pt x="619950" y="1790700"/>
                </a:lnTo>
                <a:close/>
              </a:path>
              <a:path w="666114" h="1816100">
                <a:moveTo>
                  <a:pt x="599719" y="1803400"/>
                </a:moveTo>
                <a:lnTo>
                  <a:pt x="66395" y="1803400"/>
                </a:lnTo>
                <a:lnTo>
                  <a:pt x="61074" y="1790700"/>
                </a:lnTo>
                <a:lnTo>
                  <a:pt x="605040" y="1790700"/>
                </a:lnTo>
                <a:lnTo>
                  <a:pt x="599719" y="1803400"/>
                </a:lnTo>
                <a:close/>
              </a:path>
              <a:path w="666114" h="1816100">
                <a:moveTo>
                  <a:pt x="564769" y="1816100"/>
                </a:moveTo>
                <a:lnTo>
                  <a:pt x="101346" y="1816100"/>
                </a:lnTo>
                <a:lnTo>
                  <a:pt x="95199" y="1803400"/>
                </a:lnTo>
                <a:lnTo>
                  <a:pt x="570915" y="1803400"/>
                </a:lnTo>
                <a:lnTo>
                  <a:pt x="564769" y="1816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5021516" y="220860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00169" y="1997329"/>
            <a:ext cx="104838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33450" algn="l"/>
              </a:tabLst>
            </a:pPr>
            <a:r>
              <a:rPr dirty="0" sz="2050" spc="5">
                <a:latin typeface="Symbol"/>
                <a:cs typeface="Symbol"/>
              </a:rPr>
              <a:t>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-330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00169" y="220860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63631" y="2148484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74628" y="216781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344987" y="216781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25683" y="2176843"/>
            <a:ext cx="66230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6890" algn="l"/>
              </a:tabLst>
            </a:pPr>
            <a:r>
              <a:rPr dirty="0" sz="2050" spc="10">
                <a:latin typeface="Times New Roman"/>
                <a:cs typeface="Times New Roman"/>
              </a:rPr>
              <a:t>1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71240" y="1808137"/>
            <a:ext cx="1777364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1045" algn="l"/>
              </a:tabLst>
            </a:pP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245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7">
                <a:latin typeface="Times New Roman"/>
                <a:cs typeface="Times New Roman"/>
              </a:rPr>
              <a:t> </a:t>
            </a:r>
            <a:r>
              <a:rPr dirty="0" baseline="-35230" sz="3075" spc="15" i="1">
                <a:latin typeface="Times New Roman"/>
                <a:cs typeface="Times New Roman"/>
              </a:rPr>
              <a:t>R	</a:t>
            </a:r>
            <a:r>
              <a:rPr dirty="0" baseline="-4065" sz="3075" spc="7">
                <a:latin typeface="Symbol"/>
                <a:cs typeface="Symbol"/>
              </a:rPr>
              <a:t></a:t>
            </a:r>
            <a:r>
              <a:rPr dirty="0" baseline="-4065" sz="3075" spc="7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30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37461" y="2162598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620118" y="1991486"/>
            <a:ext cx="130619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00">
                <a:latin typeface="Times New Roman"/>
                <a:cs typeface="Times New Roman"/>
              </a:rPr>
              <a:t> </a:t>
            </a:r>
            <a:r>
              <a:rPr dirty="0" sz="2100" spc="-675">
                <a:latin typeface="Times New Roman"/>
                <a:cs typeface="Times New Roman"/>
              </a:rPr>
              <a:t>2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Times New Roman"/>
                <a:cs typeface="Times New Roman"/>
              </a:rPr>
              <a:t>3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Times New Roman"/>
                <a:cs typeface="Times New Roman"/>
              </a:rPr>
              <a:t>4</a:t>
            </a:r>
            <a:r>
              <a:rPr dirty="0" sz="2100" spc="-675">
                <a:latin typeface="宋体"/>
                <a:cs typeface="宋体"/>
              </a:rPr>
              <a:t>，</a:t>
            </a:r>
            <a:r>
              <a:rPr dirty="0" sz="2100" spc="-675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92300" y="1947545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莱曼系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80644" y="1886711"/>
            <a:ext cx="1160145" cy="524510"/>
          </a:xfrm>
          <a:custGeom>
            <a:avLst/>
            <a:gdLst/>
            <a:ahLst/>
            <a:cxnLst/>
            <a:rect l="l" t="t" r="r" b="b"/>
            <a:pathLst>
              <a:path w="1160145" h="524510">
                <a:moveTo>
                  <a:pt x="1071372" y="524256"/>
                </a:moveTo>
                <a:lnTo>
                  <a:pt x="88392" y="524256"/>
                </a:lnTo>
                <a:lnTo>
                  <a:pt x="54038" y="517458"/>
                </a:lnTo>
                <a:lnTo>
                  <a:pt x="26031" y="498795"/>
                </a:lnTo>
                <a:lnTo>
                  <a:pt x="7106" y="471145"/>
                </a:lnTo>
                <a:lnTo>
                  <a:pt x="0" y="437388"/>
                </a:lnTo>
                <a:lnTo>
                  <a:pt x="0" y="86868"/>
                </a:lnTo>
                <a:lnTo>
                  <a:pt x="7106" y="52753"/>
                </a:lnTo>
                <a:lnTo>
                  <a:pt x="26031" y="24984"/>
                </a:lnTo>
                <a:lnTo>
                  <a:pt x="54038" y="6440"/>
                </a:lnTo>
                <a:lnTo>
                  <a:pt x="88392" y="0"/>
                </a:lnTo>
                <a:lnTo>
                  <a:pt x="1071372" y="0"/>
                </a:lnTo>
                <a:lnTo>
                  <a:pt x="1105653" y="6440"/>
                </a:lnTo>
                <a:lnTo>
                  <a:pt x="1133636" y="24984"/>
                </a:lnTo>
                <a:lnTo>
                  <a:pt x="1152585" y="52753"/>
                </a:lnTo>
                <a:lnTo>
                  <a:pt x="1159764" y="86868"/>
                </a:lnTo>
                <a:lnTo>
                  <a:pt x="1159764" y="437388"/>
                </a:lnTo>
                <a:lnTo>
                  <a:pt x="1152585" y="471145"/>
                </a:lnTo>
                <a:lnTo>
                  <a:pt x="1133636" y="498795"/>
                </a:lnTo>
                <a:lnTo>
                  <a:pt x="1105653" y="517458"/>
                </a:lnTo>
                <a:lnTo>
                  <a:pt x="1071372" y="524256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74789" y="1879600"/>
            <a:ext cx="1171575" cy="537210"/>
          </a:xfrm>
          <a:custGeom>
            <a:avLst/>
            <a:gdLst/>
            <a:ahLst/>
            <a:cxnLst/>
            <a:rect l="l" t="t" r="r" b="b"/>
            <a:pathLst>
              <a:path w="1171575" h="537210">
                <a:moveTo>
                  <a:pt x="1101039" y="534669"/>
                </a:moveTo>
                <a:lnTo>
                  <a:pt x="70307" y="534669"/>
                </a:lnTo>
                <a:lnTo>
                  <a:pt x="61480" y="532130"/>
                </a:lnTo>
                <a:lnTo>
                  <a:pt x="57213" y="529589"/>
                </a:lnTo>
                <a:lnTo>
                  <a:pt x="53060" y="528319"/>
                </a:lnTo>
                <a:lnTo>
                  <a:pt x="27381" y="509269"/>
                </a:lnTo>
                <a:lnTo>
                  <a:pt x="24269" y="506730"/>
                </a:lnTo>
                <a:lnTo>
                  <a:pt x="4102" y="471169"/>
                </a:lnTo>
                <a:lnTo>
                  <a:pt x="2844" y="467360"/>
                </a:lnTo>
                <a:lnTo>
                  <a:pt x="1790" y="462280"/>
                </a:lnTo>
                <a:lnTo>
                  <a:pt x="368" y="453389"/>
                </a:lnTo>
                <a:lnTo>
                  <a:pt x="0" y="448310"/>
                </a:lnTo>
                <a:lnTo>
                  <a:pt x="0" y="88900"/>
                </a:lnTo>
                <a:lnTo>
                  <a:pt x="368" y="83819"/>
                </a:lnTo>
                <a:lnTo>
                  <a:pt x="965" y="78739"/>
                </a:lnTo>
                <a:lnTo>
                  <a:pt x="1790" y="74930"/>
                </a:lnTo>
                <a:lnTo>
                  <a:pt x="2844" y="69850"/>
                </a:lnTo>
                <a:lnTo>
                  <a:pt x="4102" y="64769"/>
                </a:lnTo>
                <a:lnTo>
                  <a:pt x="5587" y="60960"/>
                </a:lnTo>
                <a:lnTo>
                  <a:pt x="7264" y="57150"/>
                </a:lnTo>
                <a:lnTo>
                  <a:pt x="9143" y="52069"/>
                </a:lnTo>
                <a:lnTo>
                  <a:pt x="24269" y="30480"/>
                </a:lnTo>
                <a:lnTo>
                  <a:pt x="27381" y="26669"/>
                </a:lnTo>
                <a:lnTo>
                  <a:pt x="30645" y="24130"/>
                </a:lnTo>
                <a:lnTo>
                  <a:pt x="34048" y="20319"/>
                </a:lnTo>
                <a:lnTo>
                  <a:pt x="37592" y="17780"/>
                </a:lnTo>
                <a:lnTo>
                  <a:pt x="41275" y="15239"/>
                </a:lnTo>
                <a:lnTo>
                  <a:pt x="45072" y="12700"/>
                </a:lnTo>
                <a:lnTo>
                  <a:pt x="49009" y="10160"/>
                </a:lnTo>
                <a:lnTo>
                  <a:pt x="53060" y="8889"/>
                </a:lnTo>
                <a:lnTo>
                  <a:pt x="57213" y="6350"/>
                </a:lnTo>
                <a:lnTo>
                  <a:pt x="70307" y="2539"/>
                </a:lnTo>
                <a:lnTo>
                  <a:pt x="79476" y="0"/>
                </a:lnTo>
                <a:lnTo>
                  <a:pt x="1091869" y="0"/>
                </a:lnTo>
                <a:lnTo>
                  <a:pt x="1101039" y="2539"/>
                </a:lnTo>
                <a:lnTo>
                  <a:pt x="1114132" y="6350"/>
                </a:lnTo>
                <a:lnTo>
                  <a:pt x="1118285" y="8889"/>
                </a:lnTo>
                <a:lnTo>
                  <a:pt x="1122337" y="10160"/>
                </a:lnTo>
                <a:lnTo>
                  <a:pt x="1126274" y="12700"/>
                </a:lnTo>
                <a:lnTo>
                  <a:pt x="81546" y="12700"/>
                </a:lnTo>
                <a:lnTo>
                  <a:pt x="77241" y="13969"/>
                </a:lnTo>
                <a:lnTo>
                  <a:pt x="73621" y="13969"/>
                </a:lnTo>
                <a:lnTo>
                  <a:pt x="69468" y="15239"/>
                </a:lnTo>
                <a:lnTo>
                  <a:pt x="69773" y="15239"/>
                </a:lnTo>
                <a:lnTo>
                  <a:pt x="65697" y="16510"/>
                </a:lnTo>
                <a:lnTo>
                  <a:pt x="66001" y="16510"/>
                </a:lnTo>
                <a:lnTo>
                  <a:pt x="64014" y="17780"/>
                </a:lnTo>
                <a:lnTo>
                  <a:pt x="62306" y="17780"/>
                </a:lnTo>
                <a:lnTo>
                  <a:pt x="58432" y="20319"/>
                </a:lnTo>
                <a:lnTo>
                  <a:pt x="58712" y="20319"/>
                </a:lnTo>
                <a:lnTo>
                  <a:pt x="54940" y="21589"/>
                </a:lnTo>
                <a:lnTo>
                  <a:pt x="55206" y="21589"/>
                </a:lnTo>
                <a:lnTo>
                  <a:pt x="51536" y="24130"/>
                </a:lnTo>
                <a:lnTo>
                  <a:pt x="51803" y="24130"/>
                </a:lnTo>
                <a:lnTo>
                  <a:pt x="48247" y="25400"/>
                </a:lnTo>
                <a:lnTo>
                  <a:pt x="48501" y="25400"/>
                </a:lnTo>
                <a:lnTo>
                  <a:pt x="45072" y="27939"/>
                </a:lnTo>
                <a:lnTo>
                  <a:pt x="45313" y="27939"/>
                </a:lnTo>
                <a:lnTo>
                  <a:pt x="42011" y="30480"/>
                </a:lnTo>
                <a:lnTo>
                  <a:pt x="42240" y="30480"/>
                </a:lnTo>
                <a:lnTo>
                  <a:pt x="39065" y="33019"/>
                </a:lnTo>
                <a:lnTo>
                  <a:pt x="39293" y="33019"/>
                </a:lnTo>
                <a:lnTo>
                  <a:pt x="36258" y="35560"/>
                </a:lnTo>
                <a:lnTo>
                  <a:pt x="36461" y="35560"/>
                </a:lnTo>
                <a:lnTo>
                  <a:pt x="34531" y="38100"/>
                </a:lnTo>
                <a:lnTo>
                  <a:pt x="33769" y="38100"/>
                </a:lnTo>
                <a:lnTo>
                  <a:pt x="31026" y="41910"/>
                </a:lnTo>
                <a:lnTo>
                  <a:pt x="31216" y="41910"/>
                </a:lnTo>
                <a:lnTo>
                  <a:pt x="28613" y="44450"/>
                </a:lnTo>
                <a:lnTo>
                  <a:pt x="28803" y="44450"/>
                </a:lnTo>
                <a:lnTo>
                  <a:pt x="26352" y="48260"/>
                </a:lnTo>
                <a:lnTo>
                  <a:pt x="26530" y="48260"/>
                </a:lnTo>
                <a:lnTo>
                  <a:pt x="24256" y="50800"/>
                </a:lnTo>
                <a:lnTo>
                  <a:pt x="24409" y="50800"/>
                </a:lnTo>
                <a:lnTo>
                  <a:pt x="22301" y="54610"/>
                </a:lnTo>
                <a:lnTo>
                  <a:pt x="22453" y="54610"/>
                </a:lnTo>
                <a:lnTo>
                  <a:pt x="20523" y="58419"/>
                </a:lnTo>
                <a:lnTo>
                  <a:pt x="19481" y="60960"/>
                </a:lnTo>
                <a:lnTo>
                  <a:pt x="19024" y="60960"/>
                </a:lnTo>
                <a:lnTo>
                  <a:pt x="17843" y="64769"/>
                </a:lnTo>
                <a:lnTo>
                  <a:pt x="17564" y="64769"/>
                </a:lnTo>
                <a:lnTo>
                  <a:pt x="16525" y="68580"/>
                </a:lnTo>
                <a:lnTo>
                  <a:pt x="16281" y="68580"/>
                </a:lnTo>
                <a:lnTo>
                  <a:pt x="15395" y="72389"/>
                </a:lnTo>
                <a:lnTo>
                  <a:pt x="15176" y="72389"/>
                </a:lnTo>
                <a:lnTo>
                  <a:pt x="14443" y="76200"/>
                </a:lnTo>
                <a:lnTo>
                  <a:pt x="14262" y="76200"/>
                </a:lnTo>
                <a:lnTo>
                  <a:pt x="13500" y="81280"/>
                </a:lnTo>
                <a:lnTo>
                  <a:pt x="12992" y="85089"/>
                </a:lnTo>
                <a:lnTo>
                  <a:pt x="12687" y="88900"/>
                </a:lnTo>
                <a:lnTo>
                  <a:pt x="12585" y="92710"/>
                </a:lnTo>
                <a:lnTo>
                  <a:pt x="12700" y="448310"/>
                </a:lnTo>
                <a:lnTo>
                  <a:pt x="13017" y="452119"/>
                </a:lnTo>
                <a:lnTo>
                  <a:pt x="13538" y="455930"/>
                </a:lnTo>
                <a:lnTo>
                  <a:pt x="14262" y="459739"/>
                </a:lnTo>
                <a:lnTo>
                  <a:pt x="15176" y="463550"/>
                </a:lnTo>
                <a:lnTo>
                  <a:pt x="16281" y="467360"/>
                </a:lnTo>
                <a:lnTo>
                  <a:pt x="17564" y="471169"/>
                </a:lnTo>
                <a:lnTo>
                  <a:pt x="19024" y="474980"/>
                </a:lnTo>
                <a:lnTo>
                  <a:pt x="20650" y="478789"/>
                </a:lnTo>
                <a:lnTo>
                  <a:pt x="22453" y="482600"/>
                </a:lnTo>
                <a:lnTo>
                  <a:pt x="23003" y="482600"/>
                </a:lnTo>
                <a:lnTo>
                  <a:pt x="24409" y="485139"/>
                </a:lnTo>
                <a:lnTo>
                  <a:pt x="24256" y="485139"/>
                </a:lnTo>
                <a:lnTo>
                  <a:pt x="26530" y="488950"/>
                </a:lnTo>
                <a:lnTo>
                  <a:pt x="26352" y="488950"/>
                </a:lnTo>
                <a:lnTo>
                  <a:pt x="28803" y="491489"/>
                </a:lnTo>
                <a:lnTo>
                  <a:pt x="28613" y="491489"/>
                </a:lnTo>
                <a:lnTo>
                  <a:pt x="31216" y="495300"/>
                </a:lnTo>
                <a:lnTo>
                  <a:pt x="31026" y="495300"/>
                </a:lnTo>
                <a:lnTo>
                  <a:pt x="33769" y="497839"/>
                </a:lnTo>
                <a:lnTo>
                  <a:pt x="33566" y="497839"/>
                </a:lnTo>
                <a:lnTo>
                  <a:pt x="36461" y="500380"/>
                </a:lnTo>
                <a:lnTo>
                  <a:pt x="36258" y="500380"/>
                </a:lnTo>
                <a:lnTo>
                  <a:pt x="39293" y="502919"/>
                </a:lnTo>
                <a:lnTo>
                  <a:pt x="39065" y="502919"/>
                </a:lnTo>
                <a:lnTo>
                  <a:pt x="42240" y="505460"/>
                </a:lnTo>
                <a:lnTo>
                  <a:pt x="42011" y="505460"/>
                </a:lnTo>
                <a:lnTo>
                  <a:pt x="45313" y="508000"/>
                </a:lnTo>
                <a:lnTo>
                  <a:pt x="45072" y="508000"/>
                </a:lnTo>
                <a:lnTo>
                  <a:pt x="48501" y="510539"/>
                </a:lnTo>
                <a:lnTo>
                  <a:pt x="48247" y="510539"/>
                </a:lnTo>
                <a:lnTo>
                  <a:pt x="51803" y="513080"/>
                </a:lnTo>
                <a:lnTo>
                  <a:pt x="51536" y="513080"/>
                </a:lnTo>
                <a:lnTo>
                  <a:pt x="55206" y="514350"/>
                </a:lnTo>
                <a:lnTo>
                  <a:pt x="54940" y="514350"/>
                </a:lnTo>
                <a:lnTo>
                  <a:pt x="58712" y="516889"/>
                </a:lnTo>
                <a:lnTo>
                  <a:pt x="58432" y="516889"/>
                </a:lnTo>
                <a:lnTo>
                  <a:pt x="62306" y="518160"/>
                </a:lnTo>
                <a:lnTo>
                  <a:pt x="62026" y="518160"/>
                </a:lnTo>
                <a:lnTo>
                  <a:pt x="66001" y="519430"/>
                </a:lnTo>
                <a:lnTo>
                  <a:pt x="65697" y="519430"/>
                </a:lnTo>
                <a:lnTo>
                  <a:pt x="69773" y="520700"/>
                </a:lnTo>
                <a:lnTo>
                  <a:pt x="69468" y="520700"/>
                </a:lnTo>
                <a:lnTo>
                  <a:pt x="73621" y="521969"/>
                </a:lnTo>
                <a:lnTo>
                  <a:pt x="73317" y="521969"/>
                </a:lnTo>
                <a:lnTo>
                  <a:pt x="77546" y="523239"/>
                </a:lnTo>
                <a:lnTo>
                  <a:pt x="81229" y="523239"/>
                </a:lnTo>
                <a:lnTo>
                  <a:pt x="85610" y="524510"/>
                </a:lnTo>
                <a:lnTo>
                  <a:pt x="1124305" y="524510"/>
                </a:lnTo>
                <a:lnTo>
                  <a:pt x="1122337" y="525780"/>
                </a:lnTo>
                <a:lnTo>
                  <a:pt x="1118285" y="528319"/>
                </a:lnTo>
                <a:lnTo>
                  <a:pt x="1114132" y="529589"/>
                </a:lnTo>
                <a:lnTo>
                  <a:pt x="1109865" y="532130"/>
                </a:lnTo>
                <a:lnTo>
                  <a:pt x="1101039" y="534669"/>
                </a:lnTo>
                <a:close/>
              </a:path>
              <a:path w="1171575" h="537210">
                <a:moveTo>
                  <a:pt x="1109319" y="19050"/>
                </a:moveTo>
                <a:lnTo>
                  <a:pt x="1105344" y="16510"/>
                </a:lnTo>
                <a:lnTo>
                  <a:pt x="1105649" y="16510"/>
                </a:lnTo>
                <a:lnTo>
                  <a:pt x="1101572" y="15239"/>
                </a:lnTo>
                <a:lnTo>
                  <a:pt x="1101877" y="15239"/>
                </a:lnTo>
                <a:lnTo>
                  <a:pt x="1097724" y="13969"/>
                </a:lnTo>
                <a:lnTo>
                  <a:pt x="1094105" y="13969"/>
                </a:lnTo>
                <a:lnTo>
                  <a:pt x="1089799" y="12700"/>
                </a:lnTo>
                <a:lnTo>
                  <a:pt x="1126274" y="12700"/>
                </a:lnTo>
                <a:lnTo>
                  <a:pt x="1130071" y="15239"/>
                </a:lnTo>
                <a:lnTo>
                  <a:pt x="1133754" y="17780"/>
                </a:lnTo>
                <a:lnTo>
                  <a:pt x="1109040" y="17780"/>
                </a:lnTo>
                <a:lnTo>
                  <a:pt x="1109319" y="19050"/>
                </a:lnTo>
                <a:close/>
              </a:path>
              <a:path w="1171575" h="537210">
                <a:moveTo>
                  <a:pt x="73317" y="15239"/>
                </a:moveTo>
                <a:lnTo>
                  <a:pt x="73621" y="13969"/>
                </a:lnTo>
                <a:lnTo>
                  <a:pt x="77546" y="13969"/>
                </a:lnTo>
                <a:lnTo>
                  <a:pt x="73317" y="15239"/>
                </a:lnTo>
                <a:close/>
              </a:path>
              <a:path w="1171575" h="537210">
                <a:moveTo>
                  <a:pt x="1098029" y="15239"/>
                </a:moveTo>
                <a:lnTo>
                  <a:pt x="1093800" y="13969"/>
                </a:lnTo>
                <a:lnTo>
                  <a:pt x="1097724" y="13969"/>
                </a:lnTo>
                <a:lnTo>
                  <a:pt x="1098029" y="15239"/>
                </a:lnTo>
                <a:close/>
              </a:path>
              <a:path w="1171575" h="537210">
                <a:moveTo>
                  <a:pt x="62026" y="19050"/>
                </a:moveTo>
                <a:lnTo>
                  <a:pt x="62306" y="17780"/>
                </a:lnTo>
                <a:lnTo>
                  <a:pt x="64014" y="17780"/>
                </a:lnTo>
                <a:lnTo>
                  <a:pt x="62026" y="19050"/>
                </a:lnTo>
                <a:close/>
              </a:path>
              <a:path w="1171575" h="537210">
                <a:moveTo>
                  <a:pt x="1137780" y="39369"/>
                </a:moveTo>
                <a:lnTo>
                  <a:pt x="1134884" y="35560"/>
                </a:lnTo>
                <a:lnTo>
                  <a:pt x="1135087" y="35560"/>
                </a:lnTo>
                <a:lnTo>
                  <a:pt x="1132052" y="33019"/>
                </a:lnTo>
                <a:lnTo>
                  <a:pt x="1132281" y="33019"/>
                </a:lnTo>
                <a:lnTo>
                  <a:pt x="1129106" y="30480"/>
                </a:lnTo>
                <a:lnTo>
                  <a:pt x="1129334" y="30480"/>
                </a:lnTo>
                <a:lnTo>
                  <a:pt x="1126032" y="27939"/>
                </a:lnTo>
                <a:lnTo>
                  <a:pt x="1126274" y="27939"/>
                </a:lnTo>
                <a:lnTo>
                  <a:pt x="1122845" y="25400"/>
                </a:lnTo>
                <a:lnTo>
                  <a:pt x="1123099" y="25400"/>
                </a:lnTo>
                <a:lnTo>
                  <a:pt x="1119543" y="24130"/>
                </a:lnTo>
                <a:lnTo>
                  <a:pt x="1119809" y="24130"/>
                </a:lnTo>
                <a:lnTo>
                  <a:pt x="1116139" y="21589"/>
                </a:lnTo>
                <a:lnTo>
                  <a:pt x="1116406" y="21589"/>
                </a:lnTo>
                <a:lnTo>
                  <a:pt x="1112634" y="20319"/>
                </a:lnTo>
                <a:lnTo>
                  <a:pt x="1112913" y="20319"/>
                </a:lnTo>
                <a:lnTo>
                  <a:pt x="1109040" y="17780"/>
                </a:lnTo>
                <a:lnTo>
                  <a:pt x="1133754" y="17780"/>
                </a:lnTo>
                <a:lnTo>
                  <a:pt x="1137297" y="20319"/>
                </a:lnTo>
                <a:lnTo>
                  <a:pt x="1140701" y="24130"/>
                </a:lnTo>
                <a:lnTo>
                  <a:pt x="1143965" y="26669"/>
                </a:lnTo>
                <a:lnTo>
                  <a:pt x="1147076" y="30480"/>
                </a:lnTo>
                <a:lnTo>
                  <a:pt x="1150023" y="33019"/>
                </a:lnTo>
                <a:lnTo>
                  <a:pt x="1152804" y="36830"/>
                </a:lnTo>
                <a:lnTo>
                  <a:pt x="1153676" y="38100"/>
                </a:lnTo>
                <a:lnTo>
                  <a:pt x="1137577" y="38100"/>
                </a:lnTo>
                <a:lnTo>
                  <a:pt x="1137780" y="39369"/>
                </a:lnTo>
                <a:close/>
              </a:path>
              <a:path w="1171575" h="537210">
                <a:moveTo>
                  <a:pt x="33566" y="39369"/>
                </a:moveTo>
                <a:lnTo>
                  <a:pt x="33769" y="38100"/>
                </a:lnTo>
                <a:lnTo>
                  <a:pt x="34531" y="38100"/>
                </a:lnTo>
                <a:lnTo>
                  <a:pt x="33566" y="39369"/>
                </a:lnTo>
                <a:close/>
              </a:path>
              <a:path w="1171575" h="537210">
                <a:moveTo>
                  <a:pt x="1152448" y="62230"/>
                </a:moveTo>
                <a:lnTo>
                  <a:pt x="1150696" y="58419"/>
                </a:lnTo>
                <a:lnTo>
                  <a:pt x="1148892" y="54610"/>
                </a:lnTo>
                <a:lnTo>
                  <a:pt x="1149045" y="54610"/>
                </a:lnTo>
                <a:lnTo>
                  <a:pt x="1146936" y="50800"/>
                </a:lnTo>
                <a:lnTo>
                  <a:pt x="1147089" y="50800"/>
                </a:lnTo>
                <a:lnTo>
                  <a:pt x="1144816" y="48260"/>
                </a:lnTo>
                <a:lnTo>
                  <a:pt x="1144981" y="48260"/>
                </a:lnTo>
                <a:lnTo>
                  <a:pt x="1142542" y="44450"/>
                </a:lnTo>
                <a:lnTo>
                  <a:pt x="1142733" y="44450"/>
                </a:lnTo>
                <a:lnTo>
                  <a:pt x="1140129" y="41910"/>
                </a:lnTo>
                <a:lnTo>
                  <a:pt x="1140320" y="41910"/>
                </a:lnTo>
                <a:lnTo>
                  <a:pt x="1137577" y="38100"/>
                </a:lnTo>
                <a:lnTo>
                  <a:pt x="1153676" y="38100"/>
                </a:lnTo>
                <a:lnTo>
                  <a:pt x="1164082" y="57150"/>
                </a:lnTo>
                <a:lnTo>
                  <a:pt x="1165758" y="60960"/>
                </a:lnTo>
                <a:lnTo>
                  <a:pt x="1152321" y="60960"/>
                </a:lnTo>
                <a:lnTo>
                  <a:pt x="1152448" y="62230"/>
                </a:lnTo>
                <a:close/>
              </a:path>
              <a:path w="1171575" h="537210">
                <a:moveTo>
                  <a:pt x="18897" y="62230"/>
                </a:moveTo>
                <a:lnTo>
                  <a:pt x="19024" y="60960"/>
                </a:lnTo>
                <a:lnTo>
                  <a:pt x="19481" y="60960"/>
                </a:lnTo>
                <a:lnTo>
                  <a:pt x="18897" y="62230"/>
                </a:lnTo>
                <a:close/>
              </a:path>
              <a:path w="1171575" h="537210">
                <a:moveTo>
                  <a:pt x="1153896" y="66039"/>
                </a:moveTo>
                <a:lnTo>
                  <a:pt x="1152321" y="60960"/>
                </a:lnTo>
                <a:lnTo>
                  <a:pt x="1165758" y="60960"/>
                </a:lnTo>
                <a:lnTo>
                  <a:pt x="1167244" y="64769"/>
                </a:lnTo>
                <a:lnTo>
                  <a:pt x="1153782" y="64769"/>
                </a:lnTo>
                <a:lnTo>
                  <a:pt x="1153896" y="66039"/>
                </a:lnTo>
                <a:close/>
              </a:path>
              <a:path w="1171575" h="537210">
                <a:moveTo>
                  <a:pt x="17449" y="66039"/>
                </a:moveTo>
                <a:lnTo>
                  <a:pt x="17564" y="64769"/>
                </a:lnTo>
                <a:lnTo>
                  <a:pt x="17843" y="64769"/>
                </a:lnTo>
                <a:lnTo>
                  <a:pt x="17449" y="66039"/>
                </a:lnTo>
                <a:close/>
              </a:path>
              <a:path w="1171575" h="537210">
                <a:moveTo>
                  <a:pt x="1155166" y="69850"/>
                </a:moveTo>
                <a:lnTo>
                  <a:pt x="1153782" y="64769"/>
                </a:lnTo>
                <a:lnTo>
                  <a:pt x="1167244" y="64769"/>
                </a:lnTo>
                <a:lnTo>
                  <a:pt x="1168187" y="68580"/>
                </a:lnTo>
                <a:lnTo>
                  <a:pt x="1155065" y="68580"/>
                </a:lnTo>
                <a:lnTo>
                  <a:pt x="1155166" y="69850"/>
                </a:lnTo>
                <a:close/>
              </a:path>
              <a:path w="1171575" h="537210">
                <a:moveTo>
                  <a:pt x="16179" y="69850"/>
                </a:moveTo>
                <a:lnTo>
                  <a:pt x="16281" y="68580"/>
                </a:lnTo>
                <a:lnTo>
                  <a:pt x="16525" y="68580"/>
                </a:lnTo>
                <a:lnTo>
                  <a:pt x="16179" y="69850"/>
                </a:lnTo>
                <a:close/>
              </a:path>
              <a:path w="1171575" h="537210">
                <a:moveTo>
                  <a:pt x="1156246" y="73660"/>
                </a:moveTo>
                <a:lnTo>
                  <a:pt x="1155065" y="68580"/>
                </a:lnTo>
                <a:lnTo>
                  <a:pt x="1168187" y="68580"/>
                </a:lnTo>
                <a:lnTo>
                  <a:pt x="1168501" y="69850"/>
                </a:lnTo>
                <a:lnTo>
                  <a:pt x="1169028" y="72389"/>
                </a:lnTo>
                <a:lnTo>
                  <a:pt x="1156169" y="72389"/>
                </a:lnTo>
                <a:lnTo>
                  <a:pt x="1156246" y="73660"/>
                </a:lnTo>
                <a:close/>
              </a:path>
              <a:path w="1171575" h="537210">
                <a:moveTo>
                  <a:pt x="15100" y="73660"/>
                </a:moveTo>
                <a:lnTo>
                  <a:pt x="15176" y="72389"/>
                </a:lnTo>
                <a:lnTo>
                  <a:pt x="15395" y="72389"/>
                </a:lnTo>
                <a:lnTo>
                  <a:pt x="15100" y="73660"/>
                </a:lnTo>
                <a:close/>
              </a:path>
              <a:path w="1171575" h="537210">
                <a:moveTo>
                  <a:pt x="1157147" y="77469"/>
                </a:moveTo>
                <a:lnTo>
                  <a:pt x="1156169" y="72389"/>
                </a:lnTo>
                <a:lnTo>
                  <a:pt x="1169028" y="72389"/>
                </a:lnTo>
                <a:lnTo>
                  <a:pt x="1169830" y="76200"/>
                </a:lnTo>
                <a:lnTo>
                  <a:pt x="1157084" y="76200"/>
                </a:lnTo>
                <a:lnTo>
                  <a:pt x="1157147" y="77469"/>
                </a:lnTo>
                <a:close/>
              </a:path>
              <a:path w="1171575" h="537210">
                <a:moveTo>
                  <a:pt x="14198" y="77469"/>
                </a:moveTo>
                <a:lnTo>
                  <a:pt x="14262" y="76200"/>
                </a:lnTo>
                <a:lnTo>
                  <a:pt x="14443" y="76200"/>
                </a:lnTo>
                <a:lnTo>
                  <a:pt x="14198" y="77469"/>
                </a:lnTo>
                <a:close/>
              </a:path>
              <a:path w="1171575" h="537210">
                <a:moveTo>
                  <a:pt x="1171346" y="448310"/>
                </a:moveTo>
                <a:lnTo>
                  <a:pt x="1158646" y="448310"/>
                </a:lnTo>
                <a:lnTo>
                  <a:pt x="1158760" y="92710"/>
                </a:lnTo>
                <a:lnTo>
                  <a:pt x="1158646" y="88900"/>
                </a:lnTo>
                <a:lnTo>
                  <a:pt x="1158328" y="85089"/>
                </a:lnTo>
                <a:lnTo>
                  <a:pt x="1157808" y="81280"/>
                </a:lnTo>
                <a:lnTo>
                  <a:pt x="1157084" y="76200"/>
                </a:lnTo>
                <a:lnTo>
                  <a:pt x="1169830" y="76200"/>
                </a:lnTo>
                <a:lnTo>
                  <a:pt x="1170381" y="78739"/>
                </a:lnTo>
                <a:lnTo>
                  <a:pt x="1170978" y="83819"/>
                </a:lnTo>
                <a:lnTo>
                  <a:pt x="1171346" y="88900"/>
                </a:lnTo>
                <a:lnTo>
                  <a:pt x="1171346" y="448310"/>
                </a:lnTo>
                <a:close/>
              </a:path>
              <a:path w="1171575" h="537210">
                <a:moveTo>
                  <a:pt x="12585" y="93980"/>
                </a:moveTo>
                <a:lnTo>
                  <a:pt x="12585" y="92710"/>
                </a:lnTo>
                <a:lnTo>
                  <a:pt x="12585" y="93980"/>
                </a:lnTo>
                <a:close/>
              </a:path>
              <a:path w="1171575" h="537210">
                <a:moveTo>
                  <a:pt x="1158760" y="93980"/>
                </a:moveTo>
                <a:lnTo>
                  <a:pt x="1158732" y="92710"/>
                </a:lnTo>
                <a:lnTo>
                  <a:pt x="1158760" y="93980"/>
                </a:lnTo>
                <a:close/>
              </a:path>
              <a:path w="1171575" h="537210">
                <a:moveTo>
                  <a:pt x="12769" y="448310"/>
                </a:moveTo>
                <a:lnTo>
                  <a:pt x="12687" y="447039"/>
                </a:lnTo>
                <a:lnTo>
                  <a:pt x="12769" y="448310"/>
                </a:lnTo>
                <a:close/>
              </a:path>
              <a:path w="1171575" h="537210">
                <a:moveTo>
                  <a:pt x="1171070" y="452119"/>
                </a:moveTo>
                <a:lnTo>
                  <a:pt x="1158328" y="452119"/>
                </a:lnTo>
                <a:lnTo>
                  <a:pt x="1158659" y="447039"/>
                </a:lnTo>
                <a:lnTo>
                  <a:pt x="1158646" y="448310"/>
                </a:lnTo>
                <a:lnTo>
                  <a:pt x="1171346" y="448310"/>
                </a:lnTo>
                <a:lnTo>
                  <a:pt x="1171070" y="452119"/>
                </a:lnTo>
                <a:close/>
              </a:path>
              <a:path w="1171575" h="537210">
                <a:moveTo>
                  <a:pt x="13128" y="452119"/>
                </a:moveTo>
                <a:lnTo>
                  <a:pt x="12992" y="450850"/>
                </a:lnTo>
                <a:lnTo>
                  <a:pt x="13128" y="452119"/>
                </a:lnTo>
                <a:close/>
              </a:path>
              <a:path w="1171575" h="537210">
                <a:moveTo>
                  <a:pt x="1162828" y="482600"/>
                </a:moveTo>
                <a:lnTo>
                  <a:pt x="1148892" y="482600"/>
                </a:lnTo>
                <a:lnTo>
                  <a:pt x="1150823" y="478789"/>
                </a:lnTo>
                <a:lnTo>
                  <a:pt x="1152448" y="474980"/>
                </a:lnTo>
                <a:lnTo>
                  <a:pt x="1153896" y="471169"/>
                </a:lnTo>
                <a:lnTo>
                  <a:pt x="1155166" y="467360"/>
                </a:lnTo>
                <a:lnTo>
                  <a:pt x="1156246" y="463550"/>
                </a:lnTo>
                <a:lnTo>
                  <a:pt x="1157147" y="459739"/>
                </a:lnTo>
                <a:lnTo>
                  <a:pt x="1157846" y="455930"/>
                </a:lnTo>
                <a:lnTo>
                  <a:pt x="1158354" y="450850"/>
                </a:lnTo>
                <a:lnTo>
                  <a:pt x="1158328" y="452119"/>
                </a:lnTo>
                <a:lnTo>
                  <a:pt x="1171070" y="452119"/>
                </a:lnTo>
                <a:lnTo>
                  <a:pt x="1170978" y="453389"/>
                </a:lnTo>
                <a:lnTo>
                  <a:pt x="1169555" y="462280"/>
                </a:lnTo>
                <a:lnTo>
                  <a:pt x="1168501" y="467360"/>
                </a:lnTo>
                <a:lnTo>
                  <a:pt x="1167244" y="471169"/>
                </a:lnTo>
                <a:lnTo>
                  <a:pt x="1165758" y="476250"/>
                </a:lnTo>
                <a:lnTo>
                  <a:pt x="1164082" y="480060"/>
                </a:lnTo>
                <a:lnTo>
                  <a:pt x="1162828" y="482600"/>
                </a:lnTo>
                <a:close/>
              </a:path>
              <a:path w="1171575" h="537210">
                <a:moveTo>
                  <a:pt x="23003" y="482600"/>
                </a:moveTo>
                <a:lnTo>
                  <a:pt x="22453" y="482600"/>
                </a:lnTo>
                <a:lnTo>
                  <a:pt x="22301" y="481330"/>
                </a:lnTo>
                <a:lnTo>
                  <a:pt x="23003" y="482600"/>
                </a:lnTo>
                <a:close/>
              </a:path>
              <a:path w="1171575" h="537210">
                <a:moveTo>
                  <a:pt x="1124305" y="524510"/>
                </a:moveTo>
                <a:lnTo>
                  <a:pt x="1085735" y="524510"/>
                </a:lnTo>
                <a:lnTo>
                  <a:pt x="1090117" y="523239"/>
                </a:lnTo>
                <a:lnTo>
                  <a:pt x="1093800" y="523239"/>
                </a:lnTo>
                <a:lnTo>
                  <a:pt x="1098029" y="521969"/>
                </a:lnTo>
                <a:lnTo>
                  <a:pt x="1097724" y="521969"/>
                </a:lnTo>
                <a:lnTo>
                  <a:pt x="1101877" y="520700"/>
                </a:lnTo>
                <a:lnTo>
                  <a:pt x="1101572" y="520700"/>
                </a:lnTo>
                <a:lnTo>
                  <a:pt x="1105649" y="519430"/>
                </a:lnTo>
                <a:lnTo>
                  <a:pt x="1105344" y="519430"/>
                </a:lnTo>
                <a:lnTo>
                  <a:pt x="1109319" y="518160"/>
                </a:lnTo>
                <a:lnTo>
                  <a:pt x="1109040" y="518160"/>
                </a:lnTo>
                <a:lnTo>
                  <a:pt x="1112913" y="516889"/>
                </a:lnTo>
                <a:lnTo>
                  <a:pt x="1112634" y="516889"/>
                </a:lnTo>
                <a:lnTo>
                  <a:pt x="1116406" y="514350"/>
                </a:lnTo>
                <a:lnTo>
                  <a:pt x="1116139" y="514350"/>
                </a:lnTo>
                <a:lnTo>
                  <a:pt x="1119809" y="513080"/>
                </a:lnTo>
                <a:lnTo>
                  <a:pt x="1119543" y="513080"/>
                </a:lnTo>
                <a:lnTo>
                  <a:pt x="1123099" y="510539"/>
                </a:lnTo>
                <a:lnTo>
                  <a:pt x="1122845" y="510539"/>
                </a:lnTo>
                <a:lnTo>
                  <a:pt x="1126274" y="508000"/>
                </a:lnTo>
                <a:lnTo>
                  <a:pt x="1126032" y="508000"/>
                </a:lnTo>
                <a:lnTo>
                  <a:pt x="1129334" y="505460"/>
                </a:lnTo>
                <a:lnTo>
                  <a:pt x="1129106" y="505460"/>
                </a:lnTo>
                <a:lnTo>
                  <a:pt x="1132281" y="502919"/>
                </a:lnTo>
                <a:lnTo>
                  <a:pt x="1132052" y="502919"/>
                </a:lnTo>
                <a:lnTo>
                  <a:pt x="1135087" y="500380"/>
                </a:lnTo>
                <a:lnTo>
                  <a:pt x="1134884" y="500380"/>
                </a:lnTo>
                <a:lnTo>
                  <a:pt x="1137780" y="497839"/>
                </a:lnTo>
                <a:lnTo>
                  <a:pt x="1137577" y="497839"/>
                </a:lnTo>
                <a:lnTo>
                  <a:pt x="1140320" y="495300"/>
                </a:lnTo>
                <a:lnTo>
                  <a:pt x="1140129" y="495300"/>
                </a:lnTo>
                <a:lnTo>
                  <a:pt x="1142733" y="491489"/>
                </a:lnTo>
                <a:lnTo>
                  <a:pt x="1142542" y="491489"/>
                </a:lnTo>
                <a:lnTo>
                  <a:pt x="1144981" y="488950"/>
                </a:lnTo>
                <a:lnTo>
                  <a:pt x="1144816" y="488950"/>
                </a:lnTo>
                <a:lnTo>
                  <a:pt x="1147089" y="485139"/>
                </a:lnTo>
                <a:lnTo>
                  <a:pt x="1146936" y="485139"/>
                </a:lnTo>
                <a:lnTo>
                  <a:pt x="1149045" y="481330"/>
                </a:lnTo>
                <a:lnTo>
                  <a:pt x="1148892" y="482600"/>
                </a:lnTo>
                <a:lnTo>
                  <a:pt x="1162828" y="482600"/>
                </a:lnTo>
                <a:lnTo>
                  <a:pt x="1143965" y="509269"/>
                </a:lnTo>
                <a:lnTo>
                  <a:pt x="1140701" y="513080"/>
                </a:lnTo>
                <a:lnTo>
                  <a:pt x="1137297" y="515619"/>
                </a:lnTo>
                <a:lnTo>
                  <a:pt x="1133754" y="518160"/>
                </a:lnTo>
                <a:lnTo>
                  <a:pt x="1130071" y="520700"/>
                </a:lnTo>
                <a:lnTo>
                  <a:pt x="1126274" y="523239"/>
                </a:lnTo>
                <a:lnTo>
                  <a:pt x="1124305" y="524510"/>
                </a:lnTo>
                <a:close/>
              </a:path>
              <a:path w="1171575" h="537210">
                <a:moveTo>
                  <a:pt x="1087170" y="537210"/>
                </a:moveTo>
                <a:lnTo>
                  <a:pt x="84175" y="537210"/>
                </a:lnTo>
                <a:lnTo>
                  <a:pt x="74853" y="534669"/>
                </a:lnTo>
                <a:lnTo>
                  <a:pt x="1096492" y="534669"/>
                </a:lnTo>
                <a:lnTo>
                  <a:pt x="1087170" y="5372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42873" y="1916671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紫外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50163" y="2775204"/>
            <a:ext cx="1190625" cy="524510"/>
          </a:xfrm>
          <a:custGeom>
            <a:avLst/>
            <a:gdLst/>
            <a:ahLst/>
            <a:cxnLst/>
            <a:rect l="l" t="t" r="r" b="b"/>
            <a:pathLst>
              <a:path w="1190625" h="524510">
                <a:moveTo>
                  <a:pt x="1103376" y="524256"/>
                </a:moveTo>
                <a:lnTo>
                  <a:pt x="86867" y="524256"/>
                </a:lnTo>
                <a:lnTo>
                  <a:pt x="53038" y="517744"/>
                </a:lnTo>
                <a:lnTo>
                  <a:pt x="25365" y="499176"/>
                </a:lnTo>
                <a:lnTo>
                  <a:pt x="6725" y="471431"/>
                </a:lnTo>
                <a:lnTo>
                  <a:pt x="0" y="437388"/>
                </a:lnTo>
                <a:lnTo>
                  <a:pt x="0" y="86868"/>
                </a:lnTo>
                <a:lnTo>
                  <a:pt x="6725" y="53038"/>
                </a:lnTo>
                <a:lnTo>
                  <a:pt x="25365" y="25365"/>
                </a:lnTo>
                <a:lnTo>
                  <a:pt x="53038" y="6725"/>
                </a:lnTo>
                <a:lnTo>
                  <a:pt x="86867" y="0"/>
                </a:lnTo>
                <a:lnTo>
                  <a:pt x="1103376" y="0"/>
                </a:lnTo>
                <a:lnTo>
                  <a:pt x="1137133" y="6725"/>
                </a:lnTo>
                <a:lnTo>
                  <a:pt x="1164783" y="25365"/>
                </a:lnTo>
                <a:lnTo>
                  <a:pt x="1183446" y="53038"/>
                </a:lnTo>
                <a:lnTo>
                  <a:pt x="1190244" y="86868"/>
                </a:lnTo>
                <a:lnTo>
                  <a:pt x="1190244" y="437388"/>
                </a:lnTo>
                <a:lnTo>
                  <a:pt x="1183446" y="471431"/>
                </a:lnTo>
                <a:lnTo>
                  <a:pt x="1164783" y="499176"/>
                </a:lnTo>
                <a:lnTo>
                  <a:pt x="1137133" y="517744"/>
                </a:lnTo>
                <a:lnTo>
                  <a:pt x="1103376" y="524256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43674" y="2768600"/>
            <a:ext cx="1203325" cy="537210"/>
          </a:xfrm>
          <a:custGeom>
            <a:avLst/>
            <a:gdLst/>
            <a:ahLst/>
            <a:cxnLst/>
            <a:rect l="l" t="t" r="r" b="b"/>
            <a:pathLst>
              <a:path w="1203325" h="537210">
                <a:moveTo>
                  <a:pt x="1132789" y="534670"/>
                </a:moveTo>
                <a:lnTo>
                  <a:pt x="70307" y="534670"/>
                </a:lnTo>
                <a:lnTo>
                  <a:pt x="61480" y="532129"/>
                </a:lnTo>
                <a:lnTo>
                  <a:pt x="57213" y="529589"/>
                </a:lnTo>
                <a:lnTo>
                  <a:pt x="53060" y="528320"/>
                </a:lnTo>
                <a:lnTo>
                  <a:pt x="27381" y="509270"/>
                </a:lnTo>
                <a:lnTo>
                  <a:pt x="24269" y="506729"/>
                </a:lnTo>
                <a:lnTo>
                  <a:pt x="4102" y="471169"/>
                </a:lnTo>
                <a:lnTo>
                  <a:pt x="2844" y="467360"/>
                </a:lnTo>
                <a:lnTo>
                  <a:pt x="1790" y="462280"/>
                </a:lnTo>
                <a:lnTo>
                  <a:pt x="368" y="453389"/>
                </a:lnTo>
                <a:lnTo>
                  <a:pt x="0" y="448310"/>
                </a:lnTo>
                <a:lnTo>
                  <a:pt x="0" y="88900"/>
                </a:lnTo>
                <a:lnTo>
                  <a:pt x="368" y="83819"/>
                </a:lnTo>
                <a:lnTo>
                  <a:pt x="965" y="78739"/>
                </a:lnTo>
                <a:lnTo>
                  <a:pt x="1790" y="74930"/>
                </a:lnTo>
                <a:lnTo>
                  <a:pt x="2844" y="69850"/>
                </a:lnTo>
                <a:lnTo>
                  <a:pt x="4102" y="64769"/>
                </a:lnTo>
                <a:lnTo>
                  <a:pt x="5588" y="60960"/>
                </a:lnTo>
                <a:lnTo>
                  <a:pt x="7264" y="57150"/>
                </a:lnTo>
                <a:lnTo>
                  <a:pt x="9144" y="52069"/>
                </a:lnTo>
                <a:lnTo>
                  <a:pt x="24269" y="30480"/>
                </a:lnTo>
                <a:lnTo>
                  <a:pt x="27381" y="26669"/>
                </a:lnTo>
                <a:lnTo>
                  <a:pt x="30645" y="24130"/>
                </a:lnTo>
                <a:lnTo>
                  <a:pt x="34048" y="20319"/>
                </a:lnTo>
                <a:lnTo>
                  <a:pt x="37592" y="17780"/>
                </a:lnTo>
                <a:lnTo>
                  <a:pt x="41275" y="15239"/>
                </a:lnTo>
                <a:lnTo>
                  <a:pt x="45072" y="12700"/>
                </a:lnTo>
                <a:lnTo>
                  <a:pt x="49009" y="10160"/>
                </a:lnTo>
                <a:lnTo>
                  <a:pt x="53060" y="8889"/>
                </a:lnTo>
                <a:lnTo>
                  <a:pt x="57213" y="6350"/>
                </a:lnTo>
                <a:lnTo>
                  <a:pt x="70307" y="2539"/>
                </a:lnTo>
                <a:lnTo>
                  <a:pt x="79476" y="0"/>
                </a:lnTo>
                <a:lnTo>
                  <a:pt x="1123619" y="0"/>
                </a:lnTo>
                <a:lnTo>
                  <a:pt x="1132789" y="2539"/>
                </a:lnTo>
                <a:lnTo>
                  <a:pt x="1145882" y="6350"/>
                </a:lnTo>
                <a:lnTo>
                  <a:pt x="1150035" y="8889"/>
                </a:lnTo>
                <a:lnTo>
                  <a:pt x="1154087" y="10160"/>
                </a:lnTo>
                <a:lnTo>
                  <a:pt x="1158024" y="12700"/>
                </a:lnTo>
                <a:lnTo>
                  <a:pt x="81546" y="12700"/>
                </a:lnTo>
                <a:lnTo>
                  <a:pt x="77241" y="13969"/>
                </a:lnTo>
                <a:lnTo>
                  <a:pt x="73621" y="13969"/>
                </a:lnTo>
                <a:lnTo>
                  <a:pt x="69469" y="15239"/>
                </a:lnTo>
                <a:lnTo>
                  <a:pt x="69773" y="15239"/>
                </a:lnTo>
                <a:lnTo>
                  <a:pt x="65697" y="16510"/>
                </a:lnTo>
                <a:lnTo>
                  <a:pt x="66001" y="16510"/>
                </a:lnTo>
                <a:lnTo>
                  <a:pt x="64014" y="17780"/>
                </a:lnTo>
                <a:lnTo>
                  <a:pt x="62306" y="17780"/>
                </a:lnTo>
                <a:lnTo>
                  <a:pt x="58432" y="20319"/>
                </a:lnTo>
                <a:lnTo>
                  <a:pt x="58712" y="20319"/>
                </a:lnTo>
                <a:lnTo>
                  <a:pt x="54940" y="21589"/>
                </a:lnTo>
                <a:lnTo>
                  <a:pt x="55206" y="21589"/>
                </a:lnTo>
                <a:lnTo>
                  <a:pt x="51536" y="24130"/>
                </a:lnTo>
                <a:lnTo>
                  <a:pt x="51803" y="24130"/>
                </a:lnTo>
                <a:lnTo>
                  <a:pt x="48247" y="25400"/>
                </a:lnTo>
                <a:lnTo>
                  <a:pt x="48501" y="25400"/>
                </a:lnTo>
                <a:lnTo>
                  <a:pt x="45072" y="27939"/>
                </a:lnTo>
                <a:lnTo>
                  <a:pt x="45313" y="27939"/>
                </a:lnTo>
                <a:lnTo>
                  <a:pt x="42011" y="30480"/>
                </a:lnTo>
                <a:lnTo>
                  <a:pt x="42240" y="30480"/>
                </a:lnTo>
                <a:lnTo>
                  <a:pt x="39065" y="33019"/>
                </a:lnTo>
                <a:lnTo>
                  <a:pt x="39293" y="33019"/>
                </a:lnTo>
                <a:lnTo>
                  <a:pt x="36258" y="35560"/>
                </a:lnTo>
                <a:lnTo>
                  <a:pt x="36461" y="35560"/>
                </a:lnTo>
                <a:lnTo>
                  <a:pt x="34531" y="38100"/>
                </a:lnTo>
                <a:lnTo>
                  <a:pt x="33769" y="38100"/>
                </a:lnTo>
                <a:lnTo>
                  <a:pt x="31026" y="41910"/>
                </a:lnTo>
                <a:lnTo>
                  <a:pt x="31216" y="41910"/>
                </a:lnTo>
                <a:lnTo>
                  <a:pt x="28613" y="44450"/>
                </a:lnTo>
                <a:lnTo>
                  <a:pt x="28803" y="44450"/>
                </a:lnTo>
                <a:lnTo>
                  <a:pt x="26352" y="48260"/>
                </a:lnTo>
                <a:lnTo>
                  <a:pt x="26530" y="48260"/>
                </a:lnTo>
                <a:lnTo>
                  <a:pt x="24257" y="50800"/>
                </a:lnTo>
                <a:lnTo>
                  <a:pt x="24409" y="50800"/>
                </a:lnTo>
                <a:lnTo>
                  <a:pt x="22301" y="54610"/>
                </a:lnTo>
                <a:lnTo>
                  <a:pt x="22453" y="54610"/>
                </a:lnTo>
                <a:lnTo>
                  <a:pt x="20523" y="58419"/>
                </a:lnTo>
                <a:lnTo>
                  <a:pt x="20650" y="58419"/>
                </a:lnTo>
                <a:lnTo>
                  <a:pt x="19481" y="60960"/>
                </a:lnTo>
                <a:lnTo>
                  <a:pt x="19024" y="60960"/>
                </a:lnTo>
                <a:lnTo>
                  <a:pt x="17843" y="64769"/>
                </a:lnTo>
                <a:lnTo>
                  <a:pt x="17564" y="64769"/>
                </a:lnTo>
                <a:lnTo>
                  <a:pt x="16525" y="68580"/>
                </a:lnTo>
                <a:lnTo>
                  <a:pt x="16281" y="68580"/>
                </a:lnTo>
                <a:lnTo>
                  <a:pt x="15395" y="72389"/>
                </a:lnTo>
                <a:lnTo>
                  <a:pt x="15176" y="72389"/>
                </a:lnTo>
                <a:lnTo>
                  <a:pt x="14443" y="76200"/>
                </a:lnTo>
                <a:lnTo>
                  <a:pt x="14262" y="76200"/>
                </a:lnTo>
                <a:lnTo>
                  <a:pt x="13500" y="81280"/>
                </a:lnTo>
                <a:lnTo>
                  <a:pt x="12992" y="85089"/>
                </a:lnTo>
                <a:lnTo>
                  <a:pt x="12687" y="88900"/>
                </a:lnTo>
                <a:lnTo>
                  <a:pt x="12585" y="92710"/>
                </a:lnTo>
                <a:lnTo>
                  <a:pt x="12700" y="448310"/>
                </a:lnTo>
                <a:lnTo>
                  <a:pt x="13017" y="452119"/>
                </a:lnTo>
                <a:lnTo>
                  <a:pt x="13538" y="455930"/>
                </a:lnTo>
                <a:lnTo>
                  <a:pt x="14262" y="459739"/>
                </a:lnTo>
                <a:lnTo>
                  <a:pt x="15176" y="463550"/>
                </a:lnTo>
                <a:lnTo>
                  <a:pt x="16281" y="467360"/>
                </a:lnTo>
                <a:lnTo>
                  <a:pt x="17564" y="471169"/>
                </a:lnTo>
                <a:lnTo>
                  <a:pt x="19024" y="474980"/>
                </a:lnTo>
                <a:lnTo>
                  <a:pt x="18897" y="474980"/>
                </a:lnTo>
                <a:lnTo>
                  <a:pt x="20650" y="478789"/>
                </a:lnTo>
                <a:lnTo>
                  <a:pt x="20523" y="478789"/>
                </a:lnTo>
                <a:lnTo>
                  <a:pt x="22453" y="482600"/>
                </a:lnTo>
                <a:lnTo>
                  <a:pt x="23003" y="482600"/>
                </a:lnTo>
                <a:lnTo>
                  <a:pt x="24409" y="485139"/>
                </a:lnTo>
                <a:lnTo>
                  <a:pt x="24257" y="485139"/>
                </a:lnTo>
                <a:lnTo>
                  <a:pt x="26530" y="488950"/>
                </a:lnTo>
                <a:lnTo>
                  <a:pt x="26352" y="488950"/>
                </a:lnTo>
                <a:lnTo>
                  <a:pt x="28803" y="491489"/>
                </a:lnTo>
                <a:lnTo>
                  <a:pt x="28613" y="491489"/>
                </a:lnTo>
                <a:lnTo>
                  <a:pt x="31216" y="495300"/>
                </a:lnTo>
                <a:lnTo>
                  <a:pt x="31026" y="495300"/>
                </a:lnTo>
                <a:lnTo>
                  <a:pt x="33769" y="497839"/>
                </a:lnTo>
                <a:lnTo>
                  <a:pt x="33566" y="497839"/>
                </a:lnTo>
                <a:lnTo>
                  <a:pt x="36461" y="500379"/>
                </a:lnTo>
                <a:lnTo>
                  <a:pt x="36258" y="500379"/>
                </a:lnTo>
                <a:lnTo>
                  <a:pt x="39293" y="502920"/>
                </a:lnTo>
                <a:lnTo>
                  <a:pt x="39065" y="502920"/>
                </a:lnTo>
                <a:lnTo>
                  <a:pt x="42240" y="505460"/>
                </a:lnTo>
                <a:lnTo>
                  <a:pt x="42011" y="505460"/>
                </a:lnTo>
                <a:lnTo>
                  <a:pt x="45313" y="508000"/>
                </a:lnTo>
                <a:lnTo>
                  <a:pt x="45072" y="508000"/>
                </a:lnTo>
                <a:lnTo>
                  <a:pt x="48501" y="510539"/>
                </a:lnTo>
                <a:lnTo>
                  <a:pt x="48247" y="510539"/>
                </a:lnTo>
                <a:lnTo>
                  <a:pt x="51803" y="513079"/>
                </a:lnTo>
                <a:lnTo>
                  <a:pt x="51536" y="513079"/>
                </a:lnTo>
                <a:lnTo>
                  <a:pt x="55206" y="514350"/>
                </a:lnTo>
                <a:lnTo>
                  <a:pt x="54940" y="514350"/>
                </a:lnTo>
                <a:lnTo>
                  <a:pt x="58712" y="516889"/>
                </a:lnTo>
                <a:lnTo>
                  <a:pt x="58432" y="516889"/>
                </a:lnTo>
                <a:lnTo>
                  <a:pt x="62306" y="518160"/>
                </a:lnTo>
                <a:lnTo>
                  <a:pt x="62026" y="518160"/>
                </a:lnTo>
                <a:lnTo>
                  <a:pt x="66001" y="519429"/>
                </a:lnTo>
                <a:lnTo>
                  <a:pt x="65697" y="519429"/>
                </a:lnTo>
                <a:lnTo>
                  <a:pt x="69773" y="520700"/>
                </a:lnTo>
                <a:lnTo>
                  <a:pt x="69469" y="520700"/>
                </a:lnTo>
                <a:lnTo>
                  <a:pt x="73621" y="521970"/>
                </a:lnTo>
                <a:lnTo>
                  <a:pt x="73317" y="521970"/>
                </a:lnTo>
                <a:lnTo>
                  <a:pt x="77546" y="523239"/>
                </a:lnTo>
                <a:lnTo>
                  <a:pt x="81229" y="523239"/>
                </a:lnTo>
                <a:lnTo>
                  <a:pt x="85610" y="524510"/>
                </a:lnTo>
                <a:lnTo>
                  <a:pt x="1156055" y="524510"/>
                </a:lnTo>
                <a:lnTo>
                  <a:pt x="1154087" y="525779"/>
                </a:lnTo>
                <a:lnTo>
                  <a:pt x="1150035" y="528320"/>
                </a:lnTo>
                <a:lnTo>
                  <a:pt x="1145882" y="529589"/>
                </a:lnTo>
                <a:lnTo>
                  <a:pt x="1141615" y="532129"/>
                </a:lnTo>
                <a:lnTo>
                  <a:pt x="1132789" y="534670"/>
                </a:lnTo>
                <a:close/>
              </a:path>
              <a:path w="1203325" h="537210">
                <a:moveTo>
                  <a:pt x="1141069" y="19050"/>
                </a:moveTo>
                <a:lnTo>
                  <a:pt x="1137094" y="16510"/>
                </a:lnTo>
                <a:lnTo>
                  <a:pt x="1137399" y="16510"/>
                </a:lnTo>
                <a:lnTo>
                  <a:pt x="1133322" y="15239"/>
                </a:lnTo>
                <a:lnTo>
                  <a:pt x="1133627" y="15239"/>
                </a:lnTo>
                <a:lnTo>
                  <a:pt x="1129474" y="13969"/>
                </a:lnTo>
                <a:lnTo>
                  <a:pt x="1125855" y="13969"/>
                </a:lnTo>
                <a:lnTo>
                  <a:pt x="1121549" y="12700"/>
                </a:lnTo>
                <a:lnTo>
                  <a:pt x="1158024" y="12700"/>
                </a:lnTo>
                <a:lnTo>
                  <a:pt x="1161821" y="15239"/>
                </a:lnTo>
                <a:lnTo>
                  <a:pt x="1165504" y="17780"/>
                </a:lnTo>
                <a:lnTo>
                  <a:pt x="1140790" y="17780"/>
                </a:lnTo>
                <a:lnTo>
                  <a:pt x="1141069" y="19050"/>
                </a:lnTo>
                <a:close/>
              </a:path>
              <a:path w="1203325" h="537210">
                <a:moveTo>
                  <a:pt x="73317" y="15239"/>
                </a:moveTo>
                <a:lnTo>
                  <a:pt x="73621" y="13969"/>
                </a:lnTo>
                <a:lnTo>
                  <a:pt x="77546" y="13969"/>
                </a:lnTo>
                <a:lnTo>
                  <a:pt x="73317" y="15239"/>
                </a:lnTo>
                <a:close/>
              </a:path>
              <a:path w="1203325" h="537210">
                <a:moveTo>
                  <a:pt x="1129779" y="15239"/>
                </a:moveTo>
                <a:lnTo>
                  <a:pt x="1125550" y="13969"/>
                </a:lnTo>
                <a:lnTo>
                  <a:pt x="1129474" y="13969"/>
                </a:lnTo>
                <a:lnTo>
                  <a:pt x="1129779" y="15239"/>
                </a:lnTo>
                <a:close/>
              </a:path>
              <a:path w="1203325" h="537210">
                <a:moveTo>
                  <a:pt x="62026" y="19050"/>
                </a:moveTo>
                <a:lnTo>
                  <a:pt x="62306" y="17780"/>
                </a:lnTo>
                <a:lnTo>
                  <a:pt x="64014" y="17780"/>
                </a:lnTo>
                <a:lnTo>
                  <a:pt x="62026" y="19050"/>
                </a:lnTo>
                <a:close/>
              </a:path>
              <a:path w="1203325" h="537210">
                <a:moveTo>
                  <a:pt x="1169530" y="39369"/>
                </a:moveTo>
                <a:lnTo>
                  <a:pt x="1166634" y="35560"/>
                </a:lnTo>
                <a:lnTo>
                  <a:pt x="1166837" y="35560"/>
                </a:lnTo>
                <a:lnTo>
                  <a:pt x="1163802" y="33019"/>
                </a:lnTo>
                <a:lnTo>
                  <a:pt x="1164031" y="33019"/>
                </a:lnTo>
                <a:lnTo>
                  <a:pt x="1160856" y="30480"/>
                </a:lnTo>
                <a:lnTo>
                  <a:pt x="1161084" y="30480"/>
                </a:lnTo>
                <a:lnTo>
                  <a:pt x="1157782" y="27939"/>
                </a:lnTo>
                <a:lnTo>
                  <a:pt x="1158024" y="27939"/>
                </a:lnTo>
                <a:lnTo>
                  <a:pt x="1154595" y="25400"/>
                </a:lnTo>
                <a:lnTo>
                  <a:pt x="1154849" y="25400"/>
                </a:lnTo>
                <a:lnTo>
                  <a:pt x="1151293" y="24130"/>
                </a:lnTo>
                <a:lnTo>
                  <a:pt x="1151559" y="24130"/>
                </a:lnTo>
                <a:lnTo>
                  <a:pt x="1147889" y="21589"/>
                </a:lnTo>
                <a:lnTo>
                  <a:pt x="1148156" y="21589"/>
                </a:lnTo>
                <a:lnTo>
                  <a:pt x="1144384" y="20319"/>
                </a:lnTo>
                <a:lnTo>
                  <a:pt x="1144663" y="20319"/>
                </a:lnTo>
                <a:lnTo>
                  <a:pt x="1140790" y="17780"/>
                </a:lnTo>
                <a:lnTo>
                  <a:pt x="1165504" y="17780"/>
                </a:lnTo>
                <a:lnTo>
                  <a:pt x="1169047" y="20319"/>
                </a:lnTo>
                <a:lnTo>
                  <a:pt x="1172451" y="24130"/>
                </a:lnTo>
                <a:lnTo>
                  <a:pt x="1175715" y="26669"/>
                </a:lnTo>
                <a:lnTo>
                  <a:pt x="1178826" y="30480"/>
                </a:lnTo>
                <a:lnTo>
                  <a:pt x="1181773" y="33019"/>
                </a:lnTo>
                <a:lnTo>
                  <a:pt x="1184554" y="36830"/>
                </a:lnTo>
                <a:lnTo>
                  <a:pt x="1185426" y="38100"/>
                </a:lnTo>
                <a:lnTo>
                  <a:pt x="1169327" y="38100"/>
                </a:lnTo>
                <a:lnTo>
                  <a:pt x="1169530" y="39369"/>
                </a:lnTo>
                <a:close/>
              </a:path>
              <a:path w="1203325" h="537210">
                <a:moveTo>
                  <a:pt x="33566" y="39369"/>
                </a:moveTo>
                <a:lnTo>
                  <a:pt x="33769" y="38100"/>
                </a:lnTo>
                <a:lnTo>
                  <a:pt x="34531" y="38100"/>
                </a:lnTo>
                <a:lnTo>
                  <a:pt x="33566" y="39369"/>
                </a:lnTo>
                <a:close/>
              </a:path>
              <a:path w="1203325" h="537210">
                <a:moveTo>
                  <a:pt x="1184198" y="62230"/>
                </a:moveTo>
                <a:lnTo>
                  <a:pt x="1182446" y="58419"/>
                </a:lnTo>
                <a:lnTo>
                  <a:pt x="1182573" y="58419"/>
                </a:lnTo>
                <a:lnTo>
                  <a:pt x="1180642" y="54610"/>
                </a:lnTo>
                <a:lnTo>
                  <a:pt x="1180795" y="54610"/>
                </a:lnTo>
                <a:lnTo>
                  <a:pt x="1178687" y="50800"/>
                </a:lnTo>
                <a:lnTo>
                  <a:pt x="1178839" y="50800"/>
                </a:lnTo>
                <a:lnTo>
                  <a:pt x="1176566" y="48260"/>
                </a:lnTo>
                <a:lnTo>
                  <a:pt x="1176731" y="48260"/>
                </a:lnTo>
                <a:lnTo>
                  <a:pt x="1174292" y="44450"/>
                </a:lnTo>
                <a:lnTo>
                  <a:pt x="1174483" y="44450"/>
                </a:lnTo>
                <a:lnTo>
                  <a:pt x="1171879" y="41910"/>
                </a:lnTo>
                <a:lnTo>
                  <a:pt x="1172070" y="41910"/>
                </a:lnTo>
                <a:lnTo>
                  <a:pt x="1169327" y="38100"/>
                </a:lnTo>
                <a:lnTo>
                  <a:pt x="1185426" y="38100"/>
                </a:lnTo>
                <a:lnTo>
                  <a:pt x="1195832" y="57150"/>
                </a:lnTo>
                <a:lnTo>
                  <a:pt x="1197508" y="60960"/>
                </a:lnTo>
                <a:lnTo>
                  <a:pt x="1184071" y="60960"/>
                </a:lnTo>
                <a:lnTo>
                  <a:pt x="1184198" y="62230"/>
                </a:lnTo>
                <a:close/>
              </a:path>
              <a:path w="1203325" h="537210">
                <a:moveTo>
                  <a:pt x="18897" y="62230"/>
                </a:moveTo>
                <a:lnTo>
                  <a:pt x="19024" y="60960"/>
                </a:lnTo>
                <a:lnTo>
                  <a:pt x="19481" y="60960"/>
                </a:lnTo>
                <a:lnTo>
                  <a:pt x="18897" y="62230"/>
                </a:lnTo>
                <a:close/>
              </a:path>
              <a:path w="1203325" h="537210">
                <a:moveTo>
                  <a:pt x="1185646" y="66039"/>
                </a:moveTo>
                <a:lnTo>
                  <a:pt x="1184071" y="60960"/>
                </a:lnTo>
                <a:lnTo>
                  <a:pt x="1197508" y="60960"/>
                </a:lnTo>
                <a:lnTo>
                  <a:pt x="1198994" y="64769"/>
                </a:lnTo>
                <a:lnTo>
                  <a:pt x="1185532" y="64769"/>
                </a:lnTo>
                <a:lnTo>
                  <a:pt x="1185646" y="66039"/>
                </a:lnTo>
                <a:close/>
              </a:path>
              <a:path w="1203325" h="537210">
                <a:moveTo>
                  <a:pt x="17449" y="66039"/>
                </a:moveTo>
                <a:lnTo>
                  <a:pt x="17564" y="64769"/>
                </a:lnTo>
                <a:lnTo>
                  <a:pt x="17843" y="64769"/>
                </a:lnTo>
                <a:lnTo>
                  <a:pt x="17449" y="66039"/>
                </a:lnTo>
                <a:close/>
              </a:path>
              <a:path w="1203325" h="537210">
                <a:moveTo>
                  <a:pt x="1186916" y="69850"/>
                </a:moveTo>
                <a:lnTo>
                  <a:pt x="1185532" y="64769"/>
                </a:lnTo>
                <a:lnTo>
                  <a:pt x="1198994" y="64769"/>
                </a:lnTo>
                <a:lnTo>
                  <a:pt x="1199937" y="68580"/>
                </a:lnTo>
                <a:lnTo>
                  <a:pt x="1186814" y="68580"/>
                </a:lnTo>
                <a:lnTo>
                  <a:pt x="1186916" y="69850"/>
                </a:lnTo>
                <a:close/>
              </a:path>
              <a:path w="1203325" h="537210">
                <a:moveTo>
                  <a:pt x="16179" y="69850"/>
                </a:moveTo>
                <a:lnTo>
                  <a:pt x="16281" y="68580"/>
                </a:lnTo>
                <a:lnTo>
                  <a:pt x="16525" y="68580"/>
                </a:lnTo>
                <a:lnTo>
                  <a:pt x="16179" y="69850"/>
                </a:lnTo>
                <a:close/>
              </a:path>
              <a:path w="1203325" h="537210">
                <a:moveTo>
                  <a:pt x="1187996" y="73660"/>
                </a:moveTo>
                <a:lnTo>
                  <a:pt x="1186814" y="68580"/>
                </a:lnTo>
                <a:lnTo>
                  <a:pt x="1199937" y="68580"/>
                </a:lnTo>
                <a:lnTo>
                  <a:pt x="1200251" y="69850"/>
                </a:lnTo>
                <a:lnTo>
                  <a:pt x="1200778" y="72389"/>
                </a:lnTo>
                <a:lnTo>
                  <a:pt x="1187919" y="72389"/>
                </a:lnTo>
                <a:lnTo>
                  <a:pt x="1187996" y="73660"/>
                </a:lnTo>
                <a:close/>
              </a:path>
              <a:path w="1203325" h="537210">
                <a:moveTo>
                  <a:pt x="15100" y="73660"/>
                </a:moveTo>
                <a:lnTo>
                  <a:pt x="15176" y="72389"/>
                </a:lnTo>
                <a:lnTo>
                  <a:pt x="15395" y="72389"/>
                </a:lnTo>
                <a:lnTo>
                  <a:pt x="15100" y="73660"/>
                </a:lnTo>
                <a:close/>
              </a:path>
              <a:path w="1203325" h="537210">
                <a:moveTo>
                  <a:pt x="1188897" y="77469"/>
                </a:moveTo>
                <a:lnTo>
                  <a:pt x="1187919" y="72389"/>
                </a:lnTo>
                <a:lnTo>
                  <a:pt x="1200778" y="72389"/>
                </a:lnTo>
                <a:lnTo>
                  <a:pt x="1201580" y="76200"/>
                </a:lnTo>
                <a:lnTo>
                  <a:pt x="1188834" y="76200"/>
                </a:lnTo>
                <a:lnTo>
                  <a:pt x="1188897" y="77469"/>
                </a:lnTo>
                <a:close/>
              </a:path>
              <a:path w="1203325" h="537210">
                <a:moveTo>
                  <a:pt x="14198" y="77469"/>
                </a:moveTo>
                <a:lnTo>
                  <a:pt x="14262" y="76200"/>
                </a:lnTo>
                <a:lnTo>
                  <a:pt x="14443" y="76200"/>
                </a:lnTo>
                <a:lnTo>
                  <a:pt x="14198" y="77469"/>
                </a:lnTo>
                <a:close/>
              </a:path>
              <a:path w="1203325" h="537210">
                <a:moveTo>
                  <a:pt x="1203096" y="448310"/>
                </a:moveTo>
                <a:lnTo>
                  <a:pt x="1190396" y="448310"/>
                </a:lnTo>
                <a:lnTo>
                  <a:pt x="1190510" y="92710"/>
                </a:lnTo>
                <a:lnTo>
                  <a:pt x="1190396" y="88900"/>
                </a:lnTo>
                <a:lnTo>
                  <a:pt x="1190078" y="85089"/>
                </a:lnTo>
                <a:lnTo>
                  <a:pt x="1189558" y="81280"/>
                </a:lnTo>
                <a:lnTo>
                  <a:pt x="1188834" y="76200"/>
                </a:lnTo>
                <a:lnTo>
                  <a:pt x="1201580" y="76200"/>
                </a:lnTo>
                <a:lnTo>
                  <a:pt x="1202131" y="78739"/>
                </a:lnTo>
                <a:lnTo>
                  <a:pt x="1202728" y="83819"/>
                </a:lnTo>
                <a:lnTo>
                  <a:pt x="1203096" y="88900"/>
                </a:lnTo>
                <a:lnTo>
                  <a:pt x="1203096" y="448310"/>
                </a:lnTo>
                <a:close/>
              </a:path>
              <a:path w="1203325" h="537210">
                <a:moveTo>
                  <a:pt x="12585" y="93980"/>
                </a:moveTo>
                <a:lnTo>
                  <a:pt x="12585" y="92710"/>
                </a:lnTo>
                <a:lnTo>
                  <a:pt x="12585" y="93980"/>
                </a:lnTo>
                <a:close/>
              </a:path>
              <a:path w="1203325" h="537210">
                <a:moveTo>
                  <a:pt x="1190510" y="93980"/>
                </a:moveTo>
                <a:lnTo>
                  <a:pt x="1190482" y="92710"/>
                </a:lnTo>
                <a:lnTo>
                  <a:pt x="1190510" y="93980"/>
                </a:lnTo>
                <a:close/>
              </a:path>
              <a:path w="1203325" h="537210">
                <a:moveTo>
                  <a:pt x="12769" y="448310"/>
                </a:moveTo>
                <a:lnTo>
                  <a:pt x="12687" y="447039"/>
                </a:lnTo>
                <a:lnTo>
                  <a:pt x="12769" y="448310"/>
                </a:lnTo>
                <a:close/>
              </a:path>
              <a:path w="1203325" h="537210">
                <a:moveTo>
                  <a:pt x="1202820" y="452119"/>
                </a:moveTo>
                <a:lnTo>
                  <a:pt x="1190078" y="452119"/>
                </a:lnTo>
                <a:lnTo>
                  <a:pt x="1190409" y="447039"/>
                </a:lnTo>
                <a:lnTo>
                  <a:pt x="1190396" y="448310"/>
                </a:lnTo>
                <a:lnTo>
                  <a:pt x="1203096" y="448310"/>
                </a:lnTo>
                <a:lnTo>
                  <a:pt x="1202820" y="452119"/>
                </a:lnTo>
                <a:close/>
              </a:path>
              <a:path w="1203325" h="537210">
                <a:moveTo>
                  <a:pt x="13128" y="452119"/>
                </a:moveTo>
                <a:lnTo>
                  <a:pt x="12992" y="450850"/>
                </a:lnTo>
                <a:lnTo>
                  <a:pt x="13128" y="452119"/>
                </a:lnTo>
                <a:close/>
              </a:path>
              <a:path w="1203325" h="537210">
                <a:moveTo>
                  <a:pt x="1194578" y="482600"/>
                </a:moveTo>
                <a:lnTo>
                  <a:pt x="1180642" y="482600"/>
                </a:lnTo>
                <a:lnTo>
                  <a:pt x="1182573" y="478789"/>
                </a:lnTo>
                <a:lnTo>
                  <a:pt x="1182446" y="478789"/>
                </a:lnTo>
                <a:lnTo>
                  <a:pt x="1184198" y="474980"/>
                </a:lnTo>
                <a:lnTo>
                  <a:pt x="1185646" y="471169"/>
                </a:lnTo>
                <a:lnTo>
                  <a:pt x="1186916" y="467360"/>
                </a:lnTo>
                <a:lnTo>
                  <a:pt x="1187996" y="463550"/>
                </a:lnTo>
                <a:lnTo>
                  <a:pt x="1188897" y="459739"/>
                </a:lnTo>
                <a:lnTo>
                  <a:pt x="1189596" y="455930"/>
                </a:lnTo>
                <a:lnTo>
                  <a:pt x="1190104" y="450850"/>
                </a:lnTo>
                <a:lnTo>
                  <a:pt x="1190078" y="452119"/>
                </a:lnTo>
                <a:lnTo>
                  <a:pt x="1202820" y="452119"/>
                </a:lnTo>
                <a:lnTo>
                  <a:pt x="1202728" y="453389"/>
                </a:lnTo>
                <a:lnTo>
                  <a:pt x="1201305" y="462280"/>
                </a:lnTo>
                <a:lnTo>
                  <a:pt x="1200251" y="467360"/>
                </a:lnTo>
                <a:lnTo>
                  <a:pt x="1198994" y="471169"/>
                </a:lnTo>
                <a:lnTo>
                  <a:pt x="1197508" y="476250"/>
                </a:lnTo>
                <a:lnTo>
                  <a:pt x="1195832" y="480060"/>
                </a:lnTo>
                <a:lnTo>
                  <a:pt x="1194578" y="482600"/>
                </a:lnTo>
                <a:close/>
              </a:path>
              <a:path w="1203325" h="537210">
                <a:moveTo>
                  <a:pt x="23003" y="482600"/>
                </a:moveTo>
                <a:lnTo>
                  <a:pt x="22453" y="482600"/>
                </a:lnTo>
                <a:lnTo>
                  <a:pt x="22301" y="481330"/>
                </a:lnTo>
                <a:lnTo>
                  <a:pt x="23003" y="482600"/>
                </a:lnTo>
                <a:close/>
              </a:path>
              <a:path w="1203325" h="537210">
                <a:moveTo>
                  <a:pt x="1156055" y="524510"/>
                </a:moveTo>
                <a:lnTo>
                  <a:pt x="1117485" y="524510"/>
                </a:lnTo>
                <a:lnTo>
                  <a:pt x="1121867" y="523239"/>
                </a:lnTo>
                <a:lnTo>
                  <a:pt x="1125550" y="523239"/>
                </a:lnTo>
                <a:lnTo>
                  <a:pt x="1129779" y="521970"/>
                </a:lnTo>
                <a:lnTo>
                  <a:pt x="1129474" y="521970"/>
                </a:lnTo>
                <a:lnTo>
                  <a:pt x="1133627" y="520700"/>
                </a:lnTo>
                <a:lnTo>
                  <a:pt x="1133322" y="520700"/>
                </a:lnTo>
                <a:lnTo>
                  <a:pt x="1137399" y="519429"/>
                </a:lnTo>
                <a:lnTo>
                  <a:pt x="1137094" y="519429"/>
                </a:lnTo>
                <a:lnTo>
                  <a:pt x="1141069" y="518160"/>
                </a:lnTo>
                <a:lnTo>
                  <a:pt x="1140790" y="518160"/>
                </a:lnTo>
                <a:lnTo>
                  <a:pt x="1144663" y="516889"/>
                </a:lnTo>
                <a:lnTo>
                  <a:pt x="1144384" y="516889"/>
                </a:lnTo>
                <a:lnTo>
                  <a:pt x="1148156" y="514350"/>
                </a:lnTo>
                <a:lnTo>
                  <a:pt x="1147889" y="514350"/>
                </a:lnTo>
                <a:lnTo>
                  <a:pt x="1151559" y="513079"/>
                </a:lnTo>
                <a:lnTo>
                  <a:pt x="1151293" y="513079"/>
                </a:lnTo>
                <a:lnTo>
                  <a:pt x="1154849" y="510539"/>
                </a:lnTo>
                <a:lnTo>
                  <a:pt x="1154595" y="510539"/>
                </a:lnTo>
                <a:lnTo>
                  <a:pt x="1158024" y="508000"/>
                </a:lnTo>
                <a:lnTo>
                  <a:pt x="1157782" y="508000"/>
                </a:lnTo>
                <a:lnTo>
                  <a:pt x="1161084" y="505460"/>
                </a:lnTo>
                <a:lnTo>
                  <a:pt x="1160856" y="505460"/>
                </a:lnTo>
                <a:lnTo>
                  <a:pt x="1164031" y="502920"/>
                </a:lnTo>
                <a:lnTo>
                  <a:pt x="1163802" y="502920"/>
                </a:lnTo>
                <a:lnTo>
                  <a:pt x="1166837" y="500379"/>
                </a:lnTo>
                <a:lnTo>
                  <a:pt x="1166634" y="500379"/>
                </a:lnTo>
                <a:lnTo>
                  <a:pt x="1169530" y="497839"/>
                </a:lnTo>
                <a:lnTo>
                  <a:pt x="1169327" y="497839"/>
                </a:lnTo>
                <a:lnTo>
                  <a:pt x="1172070" y="495300"/>
                </a:lnTo>
                <a:lnTo>
                  <a:pt x="1171879" y="495300"/>
                </a:lnTo>
                <a:lnTo>
                  <a:pt x="1174483" y="491489"/>
                </a:lnTo>
                <a:lnTo>
                  <a:pt x="1174292" y="491489"/>
                </a:lnTo>
                <a:lnTo>
                  <a:pt x="1176731" y="488950"/>
                </a:lnTo>
                <a:lnTo>
                  <a:pt x="1176566" y="488950"/>
                </a:lnTo>
                <a:lnTo>
                  <a:pt x="1178839" y="485139"/>
                </a:lnTo>
                <a:lnTo>
                  <a:pt x="1178687" y="485139"/>
                </a:lnTo>
                <a:lnTo>
                  <a:pt x="1180795" y="481330"/>
                </a:lnTo>
                <a:lnTo>
                  <a:pt x="1180642" y="482600"/>
                </a:lnTo>
                <a:lnTo>
                  <a:pt x="1194578" y="482600"/>
                </a:lnTo>
                <a:lnTo>
                  <a:pt x="1175715" y="509270"/>
                </a:lnTo>
                <a:lnTo>
                  <a:pt x="1172451" y="513079"/>
                </a:lnTo>
                <a:lnTo>
                  <a:pt x="1169047" y="515620"/>
                </a:lnTo>
                <a:lnTo>
                  <a:pt x="1165504" y="518160"/>
                </a:lnTo>
                <a:lnTo>
                  <a:pt x="1161821" y="520700"/>
                </a:lnTo>
                <a:lnTo>
                  <a:pt x="1158024" y="523239"/>
                </a:lnTo>
                <a:lnTo>
                  <a:pt x="1156055" y="524510"/>
                </a:lnTo>
                <a:close/>
              </a:path>
              <a:path w="1203325" h="537210">
                <a:moveTo>
                  <a:pt x="1118920" y="537210"/>
                </a:moveTo>
                <a:lnTo>
                  <a:pt x="84175" y="537210"/>
                </a:lnTo>
                <a:lnTo>
                  <a:pt x="74853" y="534670"/>
                </a:lnTo>
                <a:lnTo>
                  <a:pt x="1128242" y="534670"/>
                </a:lnTo>
                <a:lnTo>
                  <a:pt x="1118920" y="5372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75246" y="2805671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可见光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0163" y="4631435"/>
            <a:ext cx="1158240" cy="525780"/>
          </a:xfrm>
          <a:custGeom>
            <a:avLst/>
            <a:gdLst/>
            <a:ahLst/>
            <a:cxnLst/>
            <a:rect l="l" t="t" r="r" b="b"/>
            <a:pathLst>
              <a:path w="1158239" h="525779">
                <a:moveTo>
                  <a:pt x="1071372" y="525779"/>
                </a:moveTo>
                <a:lnTo>
                  <a:pt x="86867" y="525779"/>
                </a:lnTo>
                <a:lnTo>
                  <a:pt x="53038" y="518673"/>
                </a:lnTo>
                <a:lnTo>
                  <a:pt x="25365" y="499748"/>
                </a:lnTo>
                <a:lnTo>
                  <a:pt x="6725" y="471741"/>
                </a:lnTo>
                <a:lnTo>
                  <a:pt x="0" y="437388"/>
                </a:lnTo>
                <a:lnTo>
                  <a:pt x="0" y="88391"/>
                </a:lnTo>
                <a:lnTo>
                  <a:pt x="6725" y="53967"/>
                </a:lnTo>
                <a:lnTo>
                  <a:pt x="25365" y="25936"/>
                </a:lnTo>
                <a:lnTo>
                  <a:pt x="53038" y="7035"/>
                </a:lnTo>
                <a:lnTo>
                  <a:pt x="86867" y="0"/>
                </a:lnTo>
                <a:lnTo>
                  <a:pt x="1071372" y="0"/>
                </a:lnTo>
                <a:lnTo>
                  <a:pt x="1105272" y="7035"/>
                </a:lnTo>
                <a:lnTo>
                  <a:pt x="1132970" y="25936"/>
                </a:lnTo>
                <a:lnTo>
                  <a:pt x="1151585" y="53967"/>
                </a:lnTo>
                <a:lnTo>
                  <a:pt x="1158240" y="88391"/>
                </a:lnTo>
                <a:lnTo>
                  <a:pt x="1158240" y="437388"/>
                </a:lnTo>
                <a:lnTo>
                  <a:pt x="1151585" y="471741"/>
                </a:lnTo>
                <a:lnTo>
                  <a:pt x="1132970" y="499748"/>
                </a:lnTo>
                <a:lnTo>
                  <a:pt x="1105272" y="518673"/>
                </a:lnTo>
                <a:lnTo>
                  <a:pt x="1071372" y="52577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43674" y="4625340"/>
            <a:ext cx="1171575" cy="537210"/>
          </a:xfrm>
          <a:custGeom>
            <a:avLst/>
            <a:gdLst/>
            <a:ahLst/>
            <a:cxnLst/>
            <a:rect l="l" t="t" r="r" b="b"/>
            <a:pathLst>
              <a:path w="1171575" h="537210">
                <a:moveTo>
                  <a:pt x="1101039" y="534670"/>
                </a:moveTo>
                <a:lnTo>
                  <a:pt x="70307" y="534670"/>
                </a:lnTo>
                <a:lnTo>
                  <a:pt x="61480" y="532129"/>
                </a:lnTo>
                <a:lnTo>
                  <a:pt x="57213" y="529589"/>
                </a:lnTo>
                <a:lnTo>
                  <a:pt x="53060" y="528320"/>
                </a:lnTo>
                <a:lnTo>
                  <a:pt x="27381" y="509270"/>
                </a:lnTo>
                <a:lnTo>
                  <a:pt x="24269" y="506729"/>
                </a:lnTo>
                <a:lnTo>
                  <a:pt x="4102" y="471170"/>
                </a:lnTo>
                <a:lnTo>
                  <a:pt x="2844" y="467360"/>
                </a:lnTo>
                <a:lnTo>
                  <a:pt x="1790" y="462279"/>
                </a:lnTo>
                <a:lnTo>
                  <a:pt x="368" y="453389"/>
                </a:lnTo>
                <a:lnTo>
                  <a:pt x="0" y="448310"/>
                </a:lnTo>
                <a:lnTo>
                  <a:pt x="0" y="88900"/>
                </a:lnTo>
                <a:lnTo>
                  <a:pt x="368" y="83820"/>
                </a:lnTo>
                <a:lnTo>
                  <a:pt x="965" y="78739"/>
                </a:lnTo>
                <a:lnTo>
                  <a:pt x="1790" y="74929"/>
                </a:lnTo>
                <a:lnTo>
                  <a:pt x="2844" y="69850"/>
                </a:lnTo>
                <a:lnTo>
                  <a:pt x="4102" y="64770"/>
                </a:lnTo>
                <a:lnTo>
                  <a:pt x="5588" y="60960"/>
                </a:lnTo>
                <a:lnTo>
                  <a:pt x="7264" y="57150"/>
                </a:lnTo>
                <a:lnTo>
                  <a:pt x="9144" y="52070"/>
                </a:lnTo>
                <a:lnTo>
                  <a:pt x="24269" y="30479"/>
                </a:lnTo>
                <a:lnTo>
                  <a:pt x="27381" y="26670"/>
                </a:lnTo>
                <a:lnTo>
                  <a:pt x="30645" y="24129"/>
                </a:lnTo>
                <a:lnTo>
                  <a:pt x="34048" y="20320"/>
                </a:lnTo>
                <a:lnTo>
                  <a:pt x="37592" y="17779"/>
                </a:lnTo>
                <a:lnTo>
                  <a:pt x="41275" y="15239"/>
                </a:lnTo>
                <a:lnTo>
                  <a:pt x="45072" y="12700"/>
                </a:lnTo>
                <a:lnTo>
                  <a:pt x="49009" y="10160"/>
                </a:lnTo>
                <a:lnTo>
                  <a:pt x="53060" y="8889"/>
                </a:lnTo>
                <a:lnTo>
                  <a:pt x="57213" y="6350"/>
                </a:lnTo>
                <a:lnTo>
                  <a:pt x="70307" y="2539"/>
                </a:lnTo>
                <a:lnTo>
                  <a:pt x="79476" y="0"/>
                </a:lnTo>
                <a:lnTo>
                  <a:pt x="1091869" y="0"/>
                </a:lnTo>
                <a:lnTo>
                  <a:pt x="1101039" y="2539"/>
                </a:lnTo>
                <a:lnTo>
                  <a:pt x="1114132" y="6350"/>
                </a:lnTo>
                <a:lnTo>
                  <a:pt x="1118285" y="8889"/>
                </a:lnTo>
                <a:lnTo>
                  <a:pt x="1122337" y="10160"/>
                </a:lnTo>
                <a:lnTo>
                  <a:pt x="1126274" y="12700"/>
                </a:lnTo>
                <a:lnTo>
                  <a:pt x="81546" y="12700"/>
                </a:lnTo>
                <a:lnTo>
                  <a:pt x="77241" y="13970"/>
                </a:lnTo>
                <a:lnTo>
                  <a:pt x="73621" y="13970"/>
                </a:lnTo>
                <a:lnTo>
                  <a:pt x="69469" y="15239"/>
                </a:lnTo>
                <a:lnTo>
                  <a:pt x="69773" y="15239"/>
                </a:lnTo>
                <a:lnTo>
                  <a:pt x="65697" y="16510"/>
                </a:lnTo>
                <a:lnTo>
                  <a:pt x="66001" y="16510"/>
                </a:lnTo>
                <a:lnTo>
                  <a:pt x="64014" y="17779"/>
                </a:lnTo>
                <a:lnTo>
                  <a:pt x="62306" y="17779"/>
                </a:lnTo>
                <a:lnTo>
                  <a:pt x="58432" y="20320"/>
                </a:lnTo>
                <a:lnTo>
                  <a:pt x="58712" y="20320"/>
                </a:lnTo>
                <a:lnTo>
                  <a:pt x="54940" y="21589"/>
                </a:lnTo>
                <a:lnTo>
                  <a:pt x="55206" y="21589"/>
                </a:lnTo>
                <a:lnTo>
                  <a:pt x="51536" y="24129"/>
                </a:lnTo>
                <a:lnTo>
                  <a:pt x="51803" y="24129"/>
                </a:lnTo>
                <a:lnTo>
                  <a:pt x="48247" y="25400"/>
                </a:lnTo>
                <a:lnTo>
                  <a:pt x="48501" y="25400"/>
                </a:lnTo>
                <a:lnTo>
                  <a:pt x="45072" y="27939"/>
                </a:lnTo>
                <a:lnTo>
                  <a:pt x="45313" y="27939"/>
                </a:lnTo>
                <a:lnTo>
                  <a:pt x="42011" y="30479"/>
                </a:lnTo>
                <a:lnTo>
                  <a:pt x="42240" y="30479"/>
                </a:lnTo>
                <a:lnTo>
                  <a:pt x="39065" y="33020"/>
                </a:lnTo>
                <a:lnTo>
                  <a:pt x="39293" y="33020"/>
                </a:lnTo>
                <a:lnTo>
                  <a:pt x="36258" y="35560"/>
                </a:lnTo>
                <a:lnTo>
                  <a:pt x="36461" y="35560"/>
                </a:lnTo>
                <a:lnTo>
                  <a:pt x="34531" y="38100"/>
                </a:lnTo>
                <a:lnTo>
                  <a:pt x="33769" y="38100"/>
                </a:lnTo>
                <a:lnTo>
                  <a:pt x="31026" y="41910"/>
                </a:lnTo>
                <a:lnTo>
                  <a:pt x="31216" y="41910"/>
                </a:lnTo>
                <a:lnTo>
                  <a:pt x="28613" y="44450"/>
                </a:lnTo>
                <a:lnTo>
                  <a:pt x="28803" y="44450"/>
                </a:lnTo>
                <a:lnTo>
                  <a:pt x="26352" y="48260"/>
                </a:lnTo>
                <a:lnTo>
                  <a:pt x="26530" y="48260"/>
                </a:lnTo>
                <a:lnTo>
                  <a:pt x="24257" y="50800"/>
                </a:lnTo>
                <a:lnTo>
                  <a:pt x="24409" y="50800"/>
                </a:lnTo>
                <a:lnTo>
                  <a:pt x="22301" y="54610"/>
                </a:lnTo>
                <a:lnTo>
                  <a:pt x="22453" y="54610"/>
                </a:lnTo>
                <a:lnTo>
                  <a:pt x="20523" y="58420"/>
                </a:lnTo>
                <a:lnTo>
                  <a:pt x="20650" y="58420"/>
                </a:lnTo>
                <a:lnTo>
                  <a:pt x="19481" y="60960"/>
                </a:lnTo>
                <a:lnTo>
                  <a:pt x="19024" y="60960"/>
                </a:lnTo>
                <a:lnTo>
                  <a:pt x="17843" y="64770"/>
                </a:lnTo>
                <a:lnTo>
                  <a:pt x="17564" y="64770"/>
                </a:lnTo>
                <a:lnTo>
                  <a:pt x="16525" y="68579"/>
                </a:lnTo>
                <a:lnTo>
                  <a:pt x="16281" y="68579"/>
                </a:lnTo>
                <a:lnTo>
                  <a:pt x="15395" y="72389"/>
                </a:lnTo>
                <a:lnTo>
                  <a:pt x="15176" y="72389"/>
                </a:lnTo>
                <a:lnTo>
                  <a:pt x="14443" y="76200"/>
                </a:lnTo>
                <a:lnTo>
                  <a:pt x="14262" y="76200"/>
                </a:lnTo>
                <a:lnTo>
                  <a:pt x="13500" y="81279"/>
                </a:lnTo>
                <a:lnTo>
                  <a:pt x="12992" y="85089"/>
                </a:lnTo>
                <a:lnTo>
                  <a:pt x="12687" y="88900"/>
                </a:lnTo>
                <a:lnTo>
                  <a:pt x="12585" y="92710"/>
                </a:lnTo>
                <a:lnTo>
                  <a:pt x="12700" y="448310"/>
                </a:lnTo>
                <a:lnTo>
                  <a:pt x="13017" y="452120"/>
                </a:lnTo>
                <a:lnTo>
                  <a:pt x="13538" y="455929"/>
                </a:lnTo>
                <a:lnTo>
                  <a:pt x="14262" y="459739"/>
                </a:lnTo>
                <a:lnTo>
                  <a:pt x="15176" y="463550"/>
                </a:lnTo>
                <a:lnTo>
                  <a:pt x="16281" y="467360"/>
                </a:lnTo>
                <a:lnTo>
                  <a:pt x="17564" y="471170"/>
                </a:lnTo>
                <a:lnTo>
                  <a:pt x="19024" y="474979"/>
                </a:lnTo>
                <a:lnTo>
                  <a:pt x="18897" y="474979"/>
                </a:lnTo>
                <a:lnTo>
                  <a:pt x="20650" y="478789"/>
                </a:lnTo>
                <a:lnTo>
                  <a:pt x="20523" y="478789"/>
                </a:lnTo>
                <a:lnTo>
                  <a:pt x="22453" y="482600"/>
                </a:lnTo>
                <a:lnTo>
                  <a:pt x="23003" y="482600"/>
                </a:lnTo>
                <a:lnTo>
                  <a:pt x="24409" y="485139"/>
                </a:lnTo>
                <a:lnTo>
                  <a:pt x="24257" y="485139"/>
                </a:lnTo>
                <a:lnTo>
                  <a:pt x="26530" y="488950"/>
                </a:lnTo>
                <a:lnTo>
                  <a:pt x="26352" y="488950"/>
                </a:lnTo>
                <a:lnTo>
                  <a:pt x="28803" y="491489"/>
                </a:lnTo>
                <a:lnTo>
                  <a:pt x="28613" y="491489"/>
                </a:lnTo>
                <a:lnTo>
                  <a:pt x="31216" y="495300"/>
                </a:lnTo>
                <a:lnTo>
                  <a:pt x="31026" y="495300"/>
                </a:lnTo>
                <a:lnTo>
                  <a:pt x="33769" y="497839"/>
                </a:lnTo>
                <a:lnTo>
                  <a:pt x="33566" y="497839"/>
                </a:lnTo>
                <a:lnTo>
                  <a:pt x="36461" y="500379"/>
                </a:lnTo>
                <a:lnTo>
                  <a:pt x="36258" y="500379"/>
                </a:lnTo>
                <a:lnTo>
                  <a:pt x="39293" y="502920"/>
                </a:lnTo>
                <a:lnTo>
                  <a:pt x="39065" y="502920"/>
                </a:lnTo>
                <a:lnTo>
                  <a:pt x="42240" y="505460"/>
                </a:lnTo>
                <a:lnTo>
                  <a:pt x="42011" y="505460"/>
                </a:lnTo>
                <a:lnTo>
                  <a:pt x="45313" y="508000"/>
                </a:lnTo>
                <a:lnTo>
                  <a:pt x="45072" y="508000"/>
                </a:lnTo>
                <a:lnTo>
                  <a:pt x="48501" y="510539"/>
                </a:lnTo>
                <a:lnTo>
                  <a:pt x="48247" y="510539"/>
                </a:lnTo>
                <a:lnTo>
                  <a:pt x="51803" y="513079"/>
                </a:lnTo>
                <a:lnTo>
                  <a:pt x="51536" y="513079"/>
                </a:lnTo>
                <a:lnTo>
                  <a:pt x="55206" y="514350"/>
                </a:lnTo>
                <a:lnTo>
                  <a:pt x="54940" y="514350"/>
                </a:lnTo>
                <a:lnTo>
                  <a:pt x="58712" y="516889"/>
                </a:lnTo>
                <a:lnTo>
                  <a:pt x="58432" y="516889"/>
                </a:lnTo>
                <a:lnTo>
                  <a:pt x="62306" y="518160"/>
                </a:lnTo>
                <a:lnTo>
                  <a:pt x="62026" y="518160"/>
                </a:lnTo>
                <a:lnTo>
                  <a:pt x="66001" y="519429"/>
                </a:lnTo>
                <a:lnTo>
                  <a:pt x="65697" y="519429"/>
                </a:lnTo>
                <a:lnTo>
                  <a:pt x="69773" y="520700"/>
                </a:lnTo>
                <a:lnTo>
                  <a:pt x="69469" y="520700"/>
                </a:lnTo>
                <a:lnTo>
                  <a:pt x="73621" y="521970"/>
                </a:lnTo>
                <a:lnTo>
                  <a:pt x="73317" y="521970"/>
                </a:lnTo>
                <a:lnTo>
                  <a:pt x="77546" y="523239"/>
                </a:lnTo>
                <a:lnTo>
                  <a:pt x="81229" y="523239"/>
                </a:lnTo>
                <a:lnTo>
                  <a:pt x="85610" y="524510"/>
                </a:lnTo>
                <a:lnTo>
                  <a:pt x="1124305" y="524510"/>
                </a:lnTo>
                <a:lnTo>
                  <a:pt x="1122337" y="525779"/>
                </a:lnTo>
                <a:lnTo>
                  <a:pt x="1118285" y="528320"/>
                </a:lnTo>
                <a:lnTo>
                  <a:pt x="1114132" y="529589"/>
                </a:lnTo>
                <a:lnTo>
                  <a:pt x="1109865" y="532129"/>
                </a:lnTo>
                <a:lnTo>
                  <a:pt x="1101039" y="534670"/>
                </a:lnTo>
                <a:close/>
              </a:path>
              <a:path w="1171575" h="537210">
                <a:moveTo>
                  <a:pt x="1109319" y="19050"/>
                </a:moveTo>
                <a:lnTo>
                  <a:pt x="1105344" y="16510"/>
                </a:lnTo>
                <a:lnTo>
                  <a:pt x="1105649" y="16510"/>
                </a:lnTo>
                <a:lnTo>
                  <a:pt x="1101572" y="15239"/>
                </a:lnTo>
                <a:lnTo>
                  <a:pt x="1101877" y="15239"/>
                </a:lnTo>
                <a:lnTo>
                  <a:pt x="1097724" y="13970"/>
                </a:lnTo>
                <a:lnTo>
                  <a:pt x="1094105" y="13970"/>
                </a:lnTo>
                <a:lnTo>
                  <a:pt x="1089799" y="12700"/>
                </a:lnTo>
                <a:lnTo>
                  <a:pt x="1126274" y="12700"/>
                </a:lnTo>
                <a:lnTo>
                  <a:pt x="1130071" y="15239"/>
                </a:lnTo>
                <a:lnTo>
                  <a:pt x="1133754" y="17779"/>
                </a:lnTo>
                <a:lnTo>
                  <a:pt x="1109040" y="17779"/>
                </a:lnTo>
                <a:lnTo>
                  <a:pt x="1109319" y="19050"/>
                </a:lnTo>
                <a:close/>
              </a:path>
              <a:path w="1171575" h="537210">
                <a:moveTo>
                  <a:pt x="73317" y="15239"/>
                </a:moveTo>
                <a:lnTo>
                  <a:pt x="73621" y="13970"/>
                </a:lnTo>
                <a:lnTo>
                  <a:pt x="77546" y="13970"/>
                </a:lnTo>
                <a:lnTo>
                  <a:pt x="73317" y="15239"/>
                </a:lnTo>
                <a:close/>
              </a:path>
              <a:path w="1171575" h="537210">
                <a:moveTo>
                  <a:pt x="1098029" y="15239"/>
                </a:moveTo>
                <a:lnTo>
                  <a:pt x="1093800" y="13970"/>
                </a:lnTo>
                <a:lnTo>
                  <a:pt x="1097724" y="13970"/>
                </a:lnTo>
                <a:lnTo>
                  <a:pt x="1098029" y="15239"/>
                </a:lnTo>
                <a:close/>
              </a:path>
              <a:path w="1171575" h="537210">
                <a:moveTo>
                  <a:pt x="62026" y="19050"/>
                </a:moveTo>
                <a:lnTo>
                  <a:pt x="62306" y="17779"/>
                </a:lnTo>
                <a:lnTo>
                  <a:pt x="64014" y="17779"/>
                </a:lnTo>
                <a:lnTo>
                  <a:pt x="62026" y="19050"/>
                </a:lnTo>
                <a:close/>
              </a:path>
              <a:path w="1171575" h="537210">
                <a:moveTo>
                  <a:pt x="1137780" y="39370"/>
                </a:moveTo>
                <a:lnTo>
                  <a:pt x="1134884" y="35560"/>
                </a:lnTo>
                <a:lnTo>
                  <a:pt x="1135087" y="35560"/>
                </a:lnTo>
                <a:lnTo>
                  <a:pt x="1132052" y="33020"/>
                </a:lnTo>
                <a:lnTo>
                  <a:pt x="1132281" y="33020"/>
                </a:lnTo>
                <a:lnTo>
                  <a:pt x="1129106" y="30479"/>
                </a:lnTo>
                <a:lnTo>
                  <a:pt x="1129334" y="30479"/>
                </a:lnTo>
                <a:lnTo>
                  <a:pt x="1126032" y="27939"/>
                </a:lnTo>
                <a:lnTo>
                  <a:pt x="1126274" y="27939"/>
                </a:lnTo>
                <a:lnTo>
                  <a:pt x="1122845" y="25400"/>
                </a:lnTo>
                <a:lnTo>
                  <a:pt x="1123099" y="25400"/>
                </a:lnTo>
                <a:lnTo>
                  <a:pt x="1119543" y="24129"/>
                </a:lnTo>
                <a:lnTo>
                  <a:pt x="1119809" y="24129"/>
                </a:lnTo>
                <a:lnTo>
                  <a:pt x="1116139" y="21589"/>
                </a:lnTo>
                <a:lnTo>
                  <a:pt x="1116406" y="21589"/>
                </a:lnTo>
                <a:lnTo>
                  <a:pt x="1112634" y="20320"/>
                </a:lnTo>
                <a:lnTo>
                  <a:pt x="1112913" y="20320"/>
                </a:lnTo>
                <a:lnTo>
                  <a:pt x="1109040" y="17779"/>
                </a:lnTo>
                <a:lnTo>
                  <a:pt x="1133754" y="17779"/>
                </a:lnTo>
                <a:lnTo>
                  <a:pt x="1137297" y="20320"/>
                </a:lnTo>
                <a:lnTo>
                  <a:pt x="1140701" y="24129"/>
                </a:lnTo>
                <a:lnTo>
                  <a:pt x="1143965" y="26670"/>
                </a:lnTo>
                <a:lnTo>
                  <a:pt x="1147076" y="30479"/>
                </a:lnTo>
                <a:lnTo>
                  <a:pt x="1150023" y="33020"/>
                </a:lnTo>
                <a:lnTo>
                  <a:pt x="1152804" y="36829"/>
                </a:lnTo>
                <a:lnTo>
                  <a:pt x="1153676" y="38100"/>
                </a:lnTo>
                <a:lnTo>
                  <a:pt x="1137577" y="38100"/>
                </a:lnTo>
                <a:lnTo>
                  <a:pt x="1137780" y="39370"/>
                </a:lnTo>
                <a:close/>
              </a:path>
              <a:path w="1171575" h="537210">
                <a:moveTo>
                  <a:pt x="33566" y="39370"/>
                </a:moveTo>
                <a:lnTo>
                  <a:pt x="33769" y="38100"/>
                </a:lnTo>
                <a:lnTo>
                  <a:pt x="34531" y="38100"/>
                </a:lnTo>
                <a:lnTo>
                  <a:pt x="33566" y="39370"/>
                </a:lnTo>
                <a:close/>
              </a:path>
              <a:path w="1171575" h="537210">
                <a:moveTo>
                  <a:pt x="1152448" y="62229"/>
                </a:moveTo>
                <a:lnTo>
                  <a:pt x="1150696" y="58420"/>
                </a:lnTo>
                <a:lnTo>
                  <a:pt x="1150823" y="58420"/>
                </a:lnTo>
                <a:lnTo>
                  <a:pt x="1148892" y="54610"/>
                </a:lnTo>
                <a:lnTo>
                  <a:pt x="1149045" y="54610"/>
                </a:lnTo>
                <a:lnTo>
                  <a:pt x="1146937" y="50800"/>
                </a:lnTo>
                <a:lnTo>
                  <a:pt x="1147089" y="50800"/>
                </a:lnTo>
                <a:lnTo>
                  <a:pt x="1144816" y="48260"/>
                </a:lnTo>
                <a:lnTo>
                  <a:pt x="1144981" y="48260"/>
                </a:lnTo>
                <a:lnTo>
                  <a:pt x="1142542" y="44450"/>
                </a:lnTo>
                <a:lnTo>
                  <a:pt x="1142733" y="44450"/>
                </a:lnTo>
                <a:lnTo>
                  <a:pt x="1140129" y="41910"/>
                </a:lnTo>
                <a:lnTo>
                  <a:pt x="1140320" y="41910"/>
                </a:lnTo>
                <a:lnTo>
                  <a:pt x="1137577" y="38100"/>
                </a:lnTo>
                <a:lnTo>
                  <a:pt x="1153676" y="38100"/>
                </a:lnTo>
                <a:lnTo>
                  <a:pt x="1164082" y="57150"/>
                </a:lnTo>
                <a:lnTo>
                  <a:pt x="1165758" y="60960"/>
                </a:lnTo>
                <a:lnTo>
                  <a:pt x="1152321" y="60960"/>
                </a:lnTo>
                <a:lnTo>
                  <a:pt x="1152448" y="62229"/>
                </a:lnTo>
                <a:close/>
              </a:path>
              <a:path w="1171575" h="537210">
                <a:moveTo>
                  <a:pt x="18897" y="62229"/>
                </a:moveTo>
                <a:lnTo>
                  <a:pt x="19024" y="60960"/>
                </a:lnTo>
                <a:lnTo>
                  <a:pt x="19481" y="60960"/>
                </a:lnTo>
                <a:lnTo>
                  <a:pt x="18897" y="62229"/>
                </a:lnTo>
                <a:close/>
              </a:path>
              <a:path w="1171575" h="537210">
                <a:moveTo>
                  <a:pt x="1153896" y="66039"/>
                </a:moveTo>
                <a:lnTo>
                  <a:pt x="1152321" y="60960"/>
                </a:lnTo>
                <a:lnTo>
                  <a:pt x="1165758" y="60960"/>
                </a:lnTo>
                <a:lnTo>
                  <a:pt x="1167244" y="64770"/>
                </a:lnTo>
                <a:lnTo>
                  <a:pt x="1153782" y="64770"/>
                </a:lnTo>
                <a:lnTo>
                  <a:pt x="1153896" y="66039"/>
                </a:lnTo>
                <a:close/>
              </a:path>
              <a:path w="1171575" h="537210">
                <a:moveTo>
                  <a:pt x="17449" y="66039"/>
                </a:moveTo>
                <a:lnTo>
                  <a:pt x="17564" y="64770"/>
                </a:lnTo>
                <a:lnTo>
                  <a:pt x="17843" y="64770"/>
                </a:lnTo>
                <a:lnTo>
                  <a:pt x="17449" y="66039"/>
                </a:lnTo>
                <a:close/>
              </a:path>
              <a:path w="1171575" h="537210">
                <a:moveTo>
                  <a:pt x="1155166" y="69850"/>
                </a:moveTo>
                <a:lnTo>
                  <a:pt x="1153782" y="64770"/>
                </a:lnTo>
                <a:lnTo>
                  <a:pt x="1167244" y="64770"/>
                </a:lnTo>
                <a:lnTo>
                  <a:pt x="1168187" y="68579"/>
                </a:lnTo>
                <a:lnTo>
                  <a:pt x="1155064" y="68579"/>
                </a:lnTo>
                <a:lnTo>
                  <a:pt x="1155166" y="69850"/>
                </a:lnTo>
                <a:close/>
              </a:path>
              <a:path w="1171575" h="537210">
                <a:moveTo>
                  <a:pt x="16179" y="69850"/>
                </a:moveTo>
                <a:lnTo>
                  <a:pt x="16281" y="68579"/>
                </a:lnTo>
                <a:lnTo>
                  <a:pt x="16525" y="68579"/>
                </a:lnTo>
                <a:lnTo>
                  <a:pt x="16179" y="69850"/>
                </a:lnTo>
                <a:close/>
              </a:path>
              <a:path w="1171575" h="537210">
                <a:moveTo>
                  <a:pt x="1156246" y="73660"/>
                </a:moveTo>
                <a:lnTo>
                  <a:pt x="1155064" y="68579"/>
                </a:lnTo>
                <a:lnTo>
                  <a:pt x="1168187" y="68579"/>
                </a:lnTo>
                <a:lnTo>
                  <a:pt x="1168501" y="69850"/>
                </a:lnTo>
                <a:lnTo>
                  <a:pt x="1169028" y="72389"/>
                </a:lnTo>
                <a:lnTo>
                  <a:pt x="1156169" y="72389"/>
                </a:lnTo>
                <a:lnTo>
                  <a:pt x="1156246" y="73660"/>
                </a:lnTo>
                <a:close/>
              </a:path>
              <a:path w="1171575" h="537210">
                <a:moveTo>
                  <a:pt x="15100" y="73660"/>
                </a:moveTo>
                <a:lnTo>
                  <a:pt x="15176" y="72389"/>
                </a:lnTo>
                <a:lnTo>
                  <a:pt x="15395" y="72389"/>
                </a:lnTo>
                <a:lnTo>
                  <a:pt x="15100" y="73660"/>
                </a:lnTo>
                <a:close/>
              </a:path>
              <a:path w="1171575" h="537210">
                <a:moveTo>
                  <a:pt x="1157147" y="77470"/>
                </a:moveTo>
                <a:lnTo>
                  <a:pt x="1156169" y="72389"/>
                </a:lnTo>
                <a:lnTo>
                  <a:pt x="1169028" y="72389"/>
                </a:lnTo>
                <a:lnTo>
                  <a:pt x="1169830" y="76200"/>
                </a:lnTo>
                <a:lnTo>
                  <a:pt x="1157084" y="76200"/>
                </a:lnTo>
                <a:lnTo>
                  <a:pt x="1157147" y="77470"/>
                </a:lnTo>
                <a:close/>
              </a:path>
              <a:path w="1171575" h="537210">
                <a:moveTo>
                  <a:pt x="14198" y="77470"/>
                </a:moveTo>
                <a:lnTo>
                  <a:pt x="14262" y="76200"/>
                </a:lnTo>
                <a:lnTo>
                  <a:pt x="14443" y="76200"/>
                </a:lnTo>
                <a:lnTo>
                  <a:pt x="14198" y="77470"/>
                </a:lnTo>
                <a:close/>
              </a:path>
              <a:path w="1171575" h="537210">
                <a:moveTo>
                  <a:pt x="1171346" y="448310"/>
                </a:moveTo>
                <a:lnTo>
                  <a:pt x="1158646" y="448310"/>
                </a:lnTo>
                <a:lnTo>
                  <a:pt x="1158760" y="92710"/>
                </a:lnTo>
                <a:lnTo>
                  <a:pt x="1158646" y="88900"/>
                </a:lnTo>
                <a:lnTo>
                  <a:pt x="1158328" y="85089"/>
                </a:lnTo>
                <a:lnTo>
                  <a:pt x="1157808" y="81279"/>
                </a:lnTo>
                <a:lnTo>
                  <a:pt x="1157084" y="76200"/>
                </a:lnTo>
                <a:lnTo>
                  <a:pt x="1169830" y="76200"/>
                </a:lnTo>
                <a:lnTo>
                  <a:pt x="1170381" y="78739"/>
                </a:lnTo>
                <a:lnTo>
                  <a:pt x="1170978" y="83820"/>
                </a:lnTo>
                <a:lnTo>
                  <a:pt x="1171346" y="88900"/>
                </a:lnTo>
                <a:lnTo>
                  <a:pt x="1171346" y="448310"/>
                </a:lnTo>
                <a:close/>
              </a:path>
              <a:path w="1171575" h="537210">
                <a:moveTo>
                  <a:pt x="12585" y="93979"/>
                </a:moveTo>
                <a:lnTo>
                  <a:pt x="12585" y="92710"/>
                </a:lnTo>
                <a:lnTo>
                  <a:pt x="12585" y="93979"/>
                </a:lnTo>
                <a:close/>
              </a:path>
              <a:path w="1171575" h="537210">
                <a:moveTo>
                  <a:pt x="1158760" y="93979"/>
                </a:moveTo>
                <a:lnTo>
                  <a:pt x="1158732" y="92710"/>
                </a:lnTo>
                <a:lnTo>
                  <a:pt x="1158760" y="93979"/>
                </a:lnTo>
                <a:close/>
              </a:path>
              <a:path w="1171575" h="537210">
                <a:moveTo>
                  <a:pt x="12769" y="448310"/>
                </a:moveTo>
                <a:lnTo>
                  <a:pt x="12687" y="447039"/>
                </a:lnTo>
                <a:lnTo>
                  <a:pt x="12769" y="448310"/>
                </a:lnTo>
                <a:close/>
              </a:path>
              <a:path w="1171575" h="537210">
                <a:moveTo>
                  <a:pt x="1162828" y="482600"/>
                </a:moveTo>
                <a:lnTo>
                  <a:pt x="1148892" y="482600"/>
                </a:lnTo>
                <a:lnTo>
                  <a:pt x="1150823" y="478789"/>
                </a:lnTo>
                <a:lnTo>
                  <a:pt x="1150696" y="478789"/>
                </a:lnTo>
                <a:lnTo>
                  <a:pt x="1152448" y="474979"/>
                </a:lnTo>
                <a:lnTo>
                  <a:pt x="1153896" y="471170"/>
                </a:lnTo>
                <a:lnTo>
                  <a:pt x="1155166" y="467360"/>
                </a:lnTo>
                <a:lnTo>
                  <a:pt x="1156246" y="463550"/>
                </a:lnTo>
                <a:lnTo>
                  <a:pt x="1157147" y="459739"/>
                </a:lnTo>
                <a:lnTo>
                  <a:pt x="1157846" y="455929"/>
                </a:lnTo>
                <a:lnTo>
                  <a:pt x="1158354" y="452120"/>
                </a:lnTo>
                <a:lnTo>
                  <a:pt x="1158659" y="447039"/>
                </a:lnTo>
                <a:lnTo>
                  <a:pt x="1158646" y="448310"/>
                </a:lnTo>
                <a:lnTo>
                  <a:pt x="1171346" y="448310"/>
                </a:lnTo>
                <a:lnTo>
                  <a:pt x="1170978" y="453389"/>
                </a:lnTo>
                <a:lnTo>
                  <a:pt x="1169555" y="462279"/>
                </a:lnTo>
                <a:lnTo>
                  <a:pt x="1168501" y="467360"/>
                </a:lnTo>
                <a:lnTo>
                  <a:pt x="1167244" y="471170"/>
                </a:lnTo>
                <a:lnTo>
                  <a:pt x="1165758" y="476250"/>
                </a:lnTo>
                <a:lnTo>
                  <a:pt x="1164082" y="480060"/>
                </a:lnTo>
                <a:lnTo>
                  <a:pt x="1162828" y="482600"/>
                </a:lnTo>
                <a:close/>
              </a:path>
              <a:path w="1171575" h="537210">
                <a:moveTo>
                  <a:pt x="23003" y="482600"/>
                </a:moveTo>
                <a:lnTo>
                  <a:pt x="22453" y="482600"/>
                </a:lnTo>
                <a:lnTo>
                  <a:pt x="22301" y="481329"/>
                </a:lnTo>
                <a:lnTo>
                  <a:pt x="23003" y="482600"/>
                </a:lnTo>
                <a:close/>
              </a:path>
              <a:path w="1171575" h="537210">
                <a:moveTo>
                  <a:pt x="1124305" y="524510"/>
                </a:moveTo>
                <a:lnTo>
                  <a:pt x="1085735" y="524510"/>
                </a:lnTo>
                <a:lnTo>
                  <a:pt x="1090117" y="523239"/>
                </a:lnTo>
                <a:lnTo>
                  <a:pt x="1093800" y="523239"/>
                </a:lnTo>
                <a:lnTo>
                  <a:pt x="1098029" y="521970"/>
                </a:lnTo>
                <a:lnTo>
                  <a:pt x="1097724" y="521970"/>
                </a:lnTo>
                <a:lnTo>
                  <a:pt x="1101877" y="520700"/>
                </a:lnTo>
                <a:lnTo>
                  <a:pt x="1101572" y="520700"/>
                </a:lnTo>
                <a:lnTo>
                  <a:pt x="1105649" y="519429"/>
                </a:lnTo>
                <a:lnTo>
                  <a:pt x="1105344" y="519429"/>
                </a:lnTo>
                <a:lnTo>
                  <a:pt x="1109319" y="518160"/>
                </a:lnTo>
                <a:lnTo>
                  <a:pt x="1109040" y="518160"/>
                </a:lnTo>
                <a:lnTo>
                  <a:pt x="1112913" y="516889"/>
                </a:lnTo>
                <a:lnTo>
                  <a:pt x="1112634" y="516889"/>
                </a:lnTo>
                <a:lnTo>
                  <a:pt x="1116406" y="514350"/>
                </a:lnTo>
                <a:lnTo>
                  <a:pt x="1116139" y="514350"/>
                </a:lnTo>
                <a:lnTo>
                  <a:pt x="1119809" y="513079"/>
                </a:lnTo>
                <a:lnTo>
                  <a:pt x="1119543" y="513079"/>
                </a:lnTo>
                <a:lnTo>
                  <a:pt x="1123099" y="510539"/>
                </a:lnTo>
                <a:lnTo>
                  <a:pt x="1122845" y="510539"/>
                </a:lnTo>
                <a:lnTo>
                  <a:pt x="1126274" y="508000"/>
                </a:lnTo>
                <a:lnTo>
                  <a:pt x="1126032" y="508000"/>
                </a:lnTo>
                <a:lnTo>
                  <a:pt x="1129334" y="505460"/>
                </a:lnTo>
                <a:lnTo>
                  <a:pt x="1129106" y="505460"/>
                </a:lnTo>
                <a:lnTo>
                  <a:pt x="1132281" y="502920"/>
                </a:lnTo>
                <a:lnTo>
                  <a:pt x="1132052" y="502920"/>
                </a:lnTo>
                <a:lnTo>
                  <a:pt x="1135087" y="500379"/>
                </a:lnTo>
                <a:lnTo>
                  <a:pt x="1134884" y="500379"/>
                </a:lnTo>
                <a:lnTo>
                  <a:pt x="1137780" y="497839"/>
                </a:lnTo>
                <a:lnTo>
                  <a:pt x="1137577" y="497839"/>
                </a:lnTo>
                <a:lnTo>
                  <a:pt x="1140320" y="495300"/>
                </a:lnTo>
                <a:lnTo>
                  <a:pt x="1140129" y="495300"/>
                </a:lnTo>
                <a:lnTo>
                  <a:pt x="1142733" y="491489"/>
                </a:lnTo>
                <a:lnTo>
                  <a:pt x="1142542" y="491489"/>
                </a:lnTo>
                <a:lnTo>
                  <a:pt x="1144981" y="488950"/>
                </a:lnTo>
                <a:lnTo>
                  <a:pt x="1144816" y="488950"/>
                </a:lnTo>
                <a:lnTo>
                  <a:pt x="1147089" y="485139"/>
                </a:lnTo>
                <a:lnTo>
                  <a:pt x="1146937" y="485139"/>
                </a:lnTo>
                <a:lnTo>
                  <a:pt x="1149045" y="481329"/>
                </a:lnTo>
                <a:lnTo>
                  <a:pt x="1148892" y="482600"/>
                </a:lnTo>
                <a:lnTo>
                  <a:pt x="1162828" y="482600"/>
                </a:lnTo>
                <a:lnTo>
                  <a:pt x="1143965" y="509270"/>
                </a:lnTo>
                <a:lnTo>
                  <a:pt x="1140701" y="513079"/>
                </a:lnTo>
                <a:lnTo>
                  <a:pt x="1137297" y="515620"/>
                </a:lnTo>
                <a:lnTo>
                  <a:pt x="1133754" y="518160"/>
                </a:lnTo>
                <a:lnTo>
                  <a:pt x="1130071" y="520700"/>
                </a:lnTo>
                <a:lnTo>
                  <a:pt x="1126274" y="523239"/>
                </a:lnTo>
                <a:lnTo>
                  <a:pt x="1124305" y="524510"/>
                </a:lnTo>
                <a:close/>
              </a:path>
              <a:path w="1171575" h="537210">
                <a:moveTo>
                  <a:pt x="1087170" y="537210"/>
                </a:moveTo>
                <a:lnTo>
                  <a:pt x="84175" y="537210"/>
                </a:lnTo>
                <a:lnTo>
                  <a:pt x="74853" y="534670"/>
                </a:lnTo>
                <a:lnTo>
                  <a:pt x="1096492" y="534670"/>
                </a:lnTo>
                <a:lnTo>
                  <a:pt x="1087170" y="5372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811771" y="4662398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红外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772285" y="4000182"/>
            <a:ext cx="272415" cy="1763395"/>
          </a:xfrm>
          <a:custGeom>
            <a:avLst/>
            <a:gdLst/>
            <a:ahLst/>
            <a:cxnLst/>
            <a:rect l="l" t="t" r="r" b="b"/>
            <a:pathLst>
              <a:path w="272414" h="1763395">
                <a:moveTo>
                  <a:pt x="118744" y="881951"/>
                </a:moveTo>
                <a:lnTo>
                  <a:pt x="118744" y="0"/>
                </a:lnTo>
                <a:lnTo>
                  <a:pt x="272414" y="0"/>
                </a:lnTo>
                <a:lnTo>
                  <a:pt x="272414" y="17462"/>
                </a:lnTo>
                <a:lnTo>
                  <a:pt x="153669" y="17462"/>
                </a:lnTo>
                <a:lnTo>
                  <a:pt x="136207" y="34925"/>
                </a:lnTo>
                <a:lnTo>
                  <a:pt x="153669" y="34925"/>
                </a:lnTo>
                <a:lnTo>
                  <a:pt x="153669" y="864488"/>
                </a:lnTo>
                <a:lnTo>
                  <a:pt x="136207" y="864488"/>
                </a:lnTo>
                <a:lnTo>
                  <a:pt x="118744" y="881951"/>
                </a:lnTo>
                <a:close/>
              </a:path>
              <a:path w="272414" h="1763395">
                <a:moveTo>
                  <a:pt x="153669" y="34925"/>
                </a:moveTo>
                <a:lnTo>
                  <a:pt x="136207" y="34925"/>
                </a:lnTo>
                <a:lnTo>
                  <a:pt x="153669" y="17462"/>
                </a:lnTo>
                <a:lnTo>
                  <a:pt x="153669" y="34925"/>
                </a:lnTo>
                <a:close/>
              </a:path>
              <a:path w="272414" h="1763395">
                <a:moveTo>
                  <a:pt x="272414" y="34925"/>
                </a:moveTo>
                <a:lnTo>
                  <a:pt x="153669" y="34925"/>
                </a:lnTo>
                <a:lnTo>
                  <a:pt x="153669" y="17462"/>
                </a:lnTo>
                <a:lnTo>
                  <a:pt x="272414" y="17462"/>
                </a:lnTo>
                <a:lnTo>
                  <a:pt x="272414" y="34925"/>
                </a:lnTo>
                <a:close/>
              </a:path>
              <a:path w="272414" h="1763395">
                <a:moveTo>
                  <a:pt x="118744" y="899413"/>
                </a:moveTo>
                <a:lnTo>
                  <a:pt x="0" y="899413"/>
                </a:lnTo>
                <a:lnTo>
                  <a:pt x="0" y="864488"/>
                </a:lnTo>
                <a:lnTo>
                  <a:pt x="118744" y="864488"/>
                </a:lnTo>
                <a:lnTo>
                  <a:pt x="118744" y="899413"/>
                </a:lnTo>
                <a:close/>
              </a:path>
              <a:path w="272414" h="1763395">
                <a:moveTo>
                  <a:pt x="153669" y="899413"/>
                </a:moveTo>
                <a:lnTo>
                  <a:pt x="136207" y="899413"/>
                </a:lnTo>
                <a:lnTo>
                  <a:pt x="118744" y="881951"/>
                </a:lnTo>
                <a:lnTo>
                  <a:pt x="136207" y="864488"/>
                </a:lnTo>
                <a:lnTo>
                  <a:pt x="153669" y="864488"/>
                </a:lnTo>
                <a:lnTo>
                  <a:pt x="153669" y="899413"/>
                </a:lnTo>
                <a:close/>
              </a:path>
              <a:path w="272414" h="1763395">
                <a:moveTo>
                  <a:pt x="272414" y="1763394"/>
                </a:moveTo>
                <a:lnTo>
                  <a:pt x="118744" y="1763394"/>
                </a:lnTo>
                <a:lnTo>
                  <a:pt x="118744" y="881951"/>
                </a:lnTo>
                <a:lnTo>
                  <a:pt x="136207" y="899413"/>
                </a:lnTo>
                <a:lnTo>
                  <a:pt x="153669" y="899413"/>
                </a:lnTo>
                <a:lnTo>
                  <a:pt x="153669" y="1728469"/>
                </a:lnTo>
                <a:lnTo>
                  <a:pt x="136207" y="1728469"/>
                </a:lnTo>
                <a:lnTo>
                  <a:pt x="153669" y="1745932"/>
                </a:lnTo>
                <a:lnTo>
                  <a:pt x="272414" y="1745932"/>
                </a:lnTo>
                <a:lnTo>
                  <a:pt x="272414" y="1763394"/>
                </a:lnTo>
                <a:close/>
              </a:path>
              <a:path w="272414" h="1763395">
                <a:moveTo>
                  <a:pt x="153669" y="1745932"/>
                </a:moveTo>
                <a:lnTo>
                  <a:pt x="136207" y="1728469"/>
                </a:lnTo>
                <a:lnTo>
                  <a:pt x="153669" y="1728469"/>
                </a:lnTo>
                <a:lnTo>
                  <a:pt x="153669" y="1745932"/>
                </a:lnTo>
                <a:close/>
              </a:path>
              <a:path w="272414" h="1763395">
                <a:moveTo>
                  <a:pt x="272414" y="1745932"/>
                </a:moveTo>
                <a:lnTo>
                  <a:pt x="153669" y="1745932"/>
                </a:lnTo>
                <a:lnTo>
                  <a:pt x="153669" y="1728469"/>
                </a:lnTo>
                <a:lnTo>
                  <a:pt x="272414" y="1728469"/>
                </a:lnTo>
                <a:lnTo>
                  <a:pt x="272414" y="174593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166552" y="3718877"/>
            <a:ext cx="448945" cy="2273300"/>
          </a:xfrm>
          <a:custGeom>
            <a:avLst/>
            <a:gdLst/>
            <a:ahLst/>
            <a:cxnLst/>
            <a:rect l="l" t="t" r="r" b="b"/>
            <a:pathLst>
              <a:path w="448945" h="2273300">
                <a:moveTo>
                  <a:pt x="408990" y="12700"/>
                </a:moveTo>
                <a:lnTo>
                  <a:pt x="39954" y="12700"/>
                </a:lnTo>
                <a:lnTo>
                  <a:pt x="47447" y="0"/>
                </a:lnTo>
                <a:lnTo>
                  <a:pt x="401497" y="0"/>
                </a:lnTo>
                <a:lnTo>
                  <a:pt x="408990" y="12700"/>
                </a:lnTo>
                <a:close/>
              </a:path>
              <a:path w="448945" h="2273300">
                <a:moveTo>
                  <a:pt x="422401" y="25400"/>
                </a:moveTo>
                <a:lnTo>
                  <a:pt x="26543" y="25400"/>
                </a:lnTo>
                <a:lnTo>
                  <a:pt x="32981" y="12700"/>
                </a:lnTo>
                <a:lnTo>
                  <a:pt x="415963" y="12700"/>
                </a:lnTo>
                <a:lnTo>
                  <a:pt x="422401" y="25400"/>
                </a:lnTo>
                <a:close/>
              </a:path>
              <a:path w="448945" h="2273300">
                <a:moveTo>
                  <a:pt x="433463" y="38100"/>
                </a:moveTo>
                <a:lnTo>
                  <a:pt x="15481" y="38100"/>
                </a:lnTo>
                <a:lnTo>
                  <a:pt x="20700" y="25400"/>
                </a:lnTo>
                <a:lnTo>
                  <a:pt x="428244" y="25400"/>
                </a:lnTo>
                <a:lnTo>
                  <a:pt x="433463" y="38100"/>
                </a:lnTo>
                <a:close/>
              </a:path>
              <a:path w="448945" h="2273300">
                <a:moveTo>
                  <a:pt x="69151" y="50800"/>
                </a:moveTo>
                <a:lnTo>
                  <a:pt x="7238" y="50800"/>
                </a:lnTo>
                <a:lnTo>
                  <a:pt x="10934" y="38100"/>
                </a:lnTo>
                <a:lnTo>
                  <a:pt x="74993" y="38100"/>
                </a:lnTo>
                <a:lnTo>
                  <a:pt x="69151" y="50800"/>
                </a:lnTo>
                <a:close/>
              </a:path>
              <a:path w="448945" h="2273300">
                <a:moveTo>
                  <a:pt x="73393" y="50800"/>
                </a:moveTo>
                <a:lnTo>
                  <a:pt x="74993" y="38100"/>
                </a:lnTo>
                <a:lnTo>
                  <a:pt x="76441" y="38100"/>
                </a:lnTo>
                <a:lnTo>
                  <a:pt x="73393" y="50800"/>
                </a:lnTo>
                <a:close/>
              </a:path>
              <a:path w="448945" h="2273300">
                <a:moveTo>
                  <a:pt x="375551" y="50800"/>
                </a:moveTo>
                <a:lnTo>
                  <a:pt x="372503" y="38100"/>
                </a:lnTo>
                <a:lnTo>
                  <a:pt x="373951" y="38100"/>
                </a:lnTo>
                <a:lnTo>
                  <a:pt x="375551" y="50800"/>
                </a:lnTo>
                <a:close/>
              </a:path>
              <a:path w="448945" h="2273300">
                <a:moveTo>
                  <a:pt x="441706" y="50800"/>
                </a:moveTo>
                <a:lnTo>
                  <a:pt x="379793" y="50800"/>
                </a:lnTo>
                <a:lnTo>
                  <a:pt x="373951" y="38100"/>
                </a:lnTo>
                <a:lnTo>
                  <a:pt x="438010" y="38100"/>
                </a:lnTo>
                <a:lnTo>
                  <a:pt x="441706" y="50800"/>
                </a:lnTo>
                <a:close/>
              </a:path>
              <a:path w="448945" h="2273300">
                <a:moveTo>
                  <a:pt x="54305" y="63500"/>
                </a:moveTo>
                <a:lnTo>
                  <a:pt x="4076" y="63500"/>
                </a:lnTo>
                <a:lnTo>
                  <a:pt x="5499" y="50800"/>
                </a:lnTo>
                <a:lnTo>
                  <a:pt x="58153" y="50800"/>
                </a:lnTo>
                <a:lnTo>
                  <a:pt x="54305" y="63500"/>
                </a:lnTo>
                <a:close/>
              </a:path>
              <a:path w="448945" h="2273300">
                <a:moveTo>
                  <a:pt x="56705" y="63500"/>
                </a:moveTo>
                <a:lnTo>
                  <a:pt x="58153" y="50800"/>
                </a:lnTo>
                <a:lnTo>
                  <a:pt x="61023" y="50800"/>
                </a:lnTo>
                <a:lnTo>
                  <a:pt x="56705" y="63500"/>
                </a:lnTo>
                <a:close/>
              </a:path>
              <a:path w="448945" h="2273300">
                <a:moveTo>
                  <a:pt x="392239" y="63500"/>
                </a:moveTo>
                <a:lnTo>
                  <a:pt x="387921" y="50800"/>
                </a:lnTo>
                <a:lnTo>
                  <a:pt x="390791" y="50800"/>
                </a:lnTo>
                <a:lnTo>
                  <a:pt x="392239" y="63500"/>
                </a:lnTo>
                <a:close/>
              </a:path>
              <a:path w="448945" h="2273300">
                <a:moveTo>
                  <a:pt x="444868" y="63500"/>
                </a:moveTo>
                <a:lnTo>
                  <a:pt x="394639" y="63500"/>
                </a:lnTo>
                <a:lnTo>
                  <a:pt x="390791" y="50800"/>
                </a:lnTo>
                <a:lnTo>
                  <a:pt x="443445" y="50800"/>
                </a:lnTo>
                <a:lnTo>
                  <a:pt x="444868" y="63500"/>
                </a:lnTo>
                <a:close/>
              </a:path>
              <a:path w="448945" h="2273300">
                <a:moveTo>
                  <a:pt x="49377" y="76200"/>
                </a:moveTo>
                <a:lnTo>
                  <a:pt x="1041" y="76200"/>
                </a:lnTo>
                <a:lnTo>
                  <a:pt x="1828" y="63500"/>
                </a:lnTo>
                <a:lnTo>
                  <a:pt x="50431" y="63500"/>
                </a:lnTo>
                <a:lnTo>
                  <a:pt x="49377" y="76200"/>
                </a:lnTo>
                <a:close/>
              </a:path>
              <a:path w="448945" h="2273300">
                <a:moveTo>
                  <a:pt x="50025" y="76200"/>
                </a:moveTo>
                <a:lnTo>
                  <a:pt x="50431" y="63500"/>
                </a:lnTo>
                <a:lnTo>
                  <a:pt x="51219" y="63500"/>
                </a:lnTo>
                <a:lnTo>
                  <a:pt x="50025" y="76200"/>
                </a:lnTo>
                <a:close/>
              </a:path>
              <a:path w="448945" h="2273300">
                <a:moveTo>
                  <a:pt x="398919" y="76200"/>
                </a:moveTo>
                <a:lnTo>
                  <a:pt x="397725" y="63500"/>
                </a:lnTo>
                <a:lnTo>
                  <a:pt x="398513" y="63500"/>
                </a:lnTo>
                <a:lnTo>
                  <a:pt x="398919" y="76200"/>
                </a:lnTo>
                <a:close/>
              </a:path>
              <a:path w="448945" h="2273300">
                <a:moveTo>
                  <a:pt x="447903" y="76200"/>
                </a:moveTo>
                <a:lnTo>
                  <a:pt x="399567" y="76200"/>
                </a:lnTo>
                <a:lnTo>
                  <a:pt x="398513" y="63500"/>
                </a:lnTo>
                <a:lnTo>
                  <a:pt x="447116" y="63500"/>
                </a:lnTo>
                <a:lnTo>
                  <a:pt x="447903" y="76200"/>
                </a:lnTo>
                <a:close/>
              </a:path>
              <a:path w="448945" h="2273300">
                <a:moveTo>
                  <a:pt x="47625" y="2184400"/>
                </a:moveTo>
                <a:lnTo>
                  <a:pt x="0" y="2184400"/>
                </a:lnTo>
                <a:lnTo>
                  <a:pt x="114" y="76200"/>
                </a:lnTo>
                <a:lnTo>
                  <a:pt x="47701" y="76200"/>
                </a:lnTo>
                <a:lnTo>
                  <a:pt x="47625" y="88900"/>
                </a:lnTo>
                <a:lnTo>
                  <a:pt x="47625" y="2184400"/>
                </a:lnTo>
                <a:close/>
              </a:path>
              <a:path w="448945" h="2273300">
                <a:moveTo>
                  <a:pt x="47637" y="88900"/>
                </a:moveTo>
                <a:lnTo>
                  <a:pt x="47701" y="76200"/>
                </a:lnTo>
                <a:lnTo>
                  <a:pt x="47904" y="76200"/>
                </a:lnTo>
                <a:lnTo>
                  <a:pt x="47637" y="88900"/>
                </a:lnTo>
                <a:close/>
              </a:path>
              <a:path w="448945" h="2273300">
                <a:moveTo>
                  <a:pt x="401307" y="88900"/>
                </a:moveTo>
                <a:lnTo>
                  <a:pt x="401040" y="76200"/>
                </a:lnTo>
                <a:lnTo>
                  <a:pt x="401243" y="76200"/>
                </a:lnTo>
                <a:lnTo>
                  <a:pt x="401307" y="88900"/>
                </a:lnTo>
                <a:close/>
              </a:path>
              <a:path w="448945" h="2273300">
                <a:moveTo>
                  <a:pt x="448945" y="2184400"/>
                </a:moveTo>
                <a:lnTo>
                  <a:pt x="401320" y="2184400"/>
                </a:lnTo>
                <a:lnTo>
                  <a:pt x="401320" y="88900"/>
                </a:lnTo>
                <a:lnTo>
                  <a:pt x="401243" y="76200"/>
                </a:lnTo>
                <a:lnTo>
                  <a:pt x="448830" y="76200"/>
                </a:lnTo>
                <a:lnTo>
                  <a:pt x="448945" y="2184400"/>
                </a:lnTo>
                <a:close/>
              </a:path>
              <a:path w="448945" h="2273300">
                <a:moveTo>
                  <a:pt x="49123" y="2197100"/>
                </a:moveTo>
                <a:lnTo>
                  <a:pt x="1041" y="2197100"/>
                </a:lnTo>
                <a:lnTo>
                  <a:pt x="457" y="2184400"/>
                </a:lnTo>
                <a:lnTo>
                  <a:pt x="48374" y="2184400"/>
                </a:lnTo>
                <a:lnTo>
                  <a:pt x="49123" y="2197100"/>
                </a:lnTo>
                <a:close/>
              </a:path>
              <a:path w="448945" h="2273300">
                <a:moveTo>
                  <a:pt x="49720" y="2197100"/>
                </a:moveTo>
                <a:lnTo>
                  <a:pt x="49123" y="2197100"/>
                </a:lnTo>
                <a:lnTo>
                  <a:pt x="48818" y="2184400"/>
                </a:lnTo>
                <a:lnTo>
                  <a:pt x="49720" y="2197100"/>
                </a:lnTo>
                <a:close/>
              </a:path>
              <a:path w="448945" h="2273300">
                <a:moveTo>
                  <a:pt x="399821" y="2197100"/>
                </a:moveTo>
                <a:lnTo>
                  <a:pt x="399224" y="2197100"/>
                </a:lnTo>
                <a:lnTo>
                  <a:pt x="400113" y="2184400"/>
                </a:lnTo>
                <a:lnTo>
                  <a:pt x="399821" y="2197100"/>
                </a:lnTo>
                <a:close/>
              </a:path>
              <a:path w="448945" h="2273300">
                <a:moveTo>
                  <a:pt x="447903" y="2197100"/>
                </a:moveTo>
                <a:lnTo>
                  <a:pt x="399821" y="2197100"/>
                </a:lnTo>
                <a:lnTo>
                  <a:pt x="400570" y="2184400"/>
                </a:lnTo>
                <a:lnTo>
                  <a:pt x="448487" y="2184400"/>
                </a:lnTo>
                <a:lnTo>
                  <a:pt x="447903" y="2197100"/>
                </a:lnTo>
                <a:close/>
              </a:path>
              <a:path w="448945" h="2273300">
                <a:moveTo>
                  <a:pt x="55587" y="2209800"/>
                </a:moveTo>
                <a:lnTo>
                  <a:pt x="4076" y="2209800"/>
                </a:lnTo>
                <a:lnTo>
                  <a:pt x="2844" y="2197100"/>
                </a:lnTo>
                <a:lnTo>
                  <a:pt x="52235" y="2197100"/>
                </a:lnTo>
                <a:lnTo>
                  <a:pt x="55587" y="2209800"/>
                </a:lnTo>
                <a:close/>
              </a:path>
              <a:path w="448945" h="2273300">
                <a:moveTo>
                  <a:pt x="58153" y="2209800"/>
                </a:moveTo>
                <a:lnTo>
                  <a:pt x="55587" y="2209800"/>
                </a:lnTo>
                <a:lnTo>
                  <a:pt x="54305" y="2197100"/>
                </a:lnTo>
                <a:lnTo>
                  <a:pt x="58153" y="2209800"/>
                </a:lnTo>
                <a:close/>
              </a:path>
              <a:path w="448945" h="2273300">
                <a:moveTo>
                  <a:pt x="393357" y="2209800"/>
                </a:moveTo>
                <a:lnTo>
                  <a:pt x="390791" y="2209800"/>
                </a:lnTo>
                <a:lnTo>
                  <a:pt x="394639" y="2197100"/>
                </a:lnTo>
                <a:lnTo>
                  <a:pt x="393357" y="2209800"/>
                </a:lnTo>
                <a:close/>
              </a:path>
              <a:path w="448945" h="2273300">
                <a:moveTo>
                  <a:pt x="444868" y="2209800"/>
                </a:moveTo>
                <a:lnTo>
                  <a:pt x="393357" y="2209800"/>
                </a:lnTo>
                <a:lnTo>
                  <a:pt x="396709" y="2197100"/>
                </a:lnTo>
                <a:lnTo>
                  <a:pt x="446100" y="2197100"/>
                </a:lnTo>
                <a:lnTo>
                  <a:pt x="444868" y="2209800"/>
                </a:lnTo>
                <a:close/>
              </a:path>
              <a:path w="448945" h="2273300">
                <a:moveTo>
                  <a:pt x="433463" y="2235200"/>
                </a:moveTo>
                <a:lnTo>
                  <a:pt x="15481" y="2235200"/>
                </a:lnTo>
                <a:lnTo>
                  <a:pt x="10934" y="2222500"/>
                </a:lnTo>
                <a:lnTo>
                  <a:pt x="7238" y="2209800"/>
                </a:lnTo>
                <a:lnTo>
                  <a:pt x="62407" y="2209800"/>
                </a:lnTo>
                <a:lnTo>
                  <a:pt x="67563" y="2222500"/>
                </a:lnTo>
                <a:lnTo>
                  <a:pt x="438010" y="2222500"/>
                </a:lnTo>
                <a:lnTo>
                  <a:pt x="433463" y="2235200"/>
                </a:lnTo>
                <a:close/>
              </a:path>
              <a:path w="448945" h="2273300">
                <a:moveTo>
                  <a:pt x="71183" y="2222500"/>
                </a:moveTo>
                <a:lnTo>
                  <a:pt x="67563" y="2222500"/>
                </a:lnTo>
                <a:lnTo>
                  <a:pt x="65671" y="2209800"/>
                </a:lnTo>
                <a:lnTo>
                  <a:pt x="71183" y="2222500"/>
                </a:lnTo>
                <a:close/>
              </a:path>
              <a:path w="448945" h="2273300">
                <a:moveTo>
                  <a:pt x="381381" y="2222500"/>
                </a:moveTo>
                <a:lnTo>
                  <a:pt x="377761" y="2222500"/>
                </a:lnTo>
                <a:lnTo>
                  <a:pt x="383273" y="2209800"/>
                </a:lnTo>
                <a:lnTo>
                  <a:pt x="381381" y="2222500"/>
                </a:lnTo>
                <a:close/>
              </a:path>
              <a:path w="448945" h="2273300">
                <a:moveTo>
                  <a:pt x="438010" y="2222500"/>
                </a:moveTo>
                <a:lnTo>
                  <a:pt x="381381" y="2222500"/>
                </a:lnTo>
                <a:lnTo>
                  <a:pt x="386524" y="2209800"/>
                </a:lnTo>
                <a:lnTo>
                  <a:pt x="441706" y="2209800"/>
                </a:lnTo>
                <a:lnTo>
                  <a:pt x="438010" y="2222500"/>
                </a:lnTo>
                <a:close/>
              </a:path>
              <a:path w="448945" h="2273300">
                <a:moveTo>
                  <a:pt x="422401" y="2247900"/>
                </a:moveTo>
                <a:lnTo>
                  <a:pt x="26543" y="2247900"/>
                </a:lnTo>
                <a:lnTo>
                  <a:pt x="20700" y="2235200"/>
                </a:lnTo>
                <a:lnTo>
                  <a:pt x="428244" y="2235200"/>
                </a:lnTo>
                <a:lnTo>
                  <a:pt x="422401" y="2247900"/>
                </a:lnTo>
                <a:close/>
              </a:path>
              <a:path w="448945" h="2273300">
                <a:moveTo>
                  <a:pt x="408990" y="2260600"/>
                </a:moveTo>
                <a:lnTo>
                  <a:pt x="39954" y="2260600"/>
                </a:lnTo>
                <a:lnTo>
                  <a:pt x="32981" y="2247900"/>
                </a:lnTo>
                <a:lnTo>
                  <a:pt x="415963" y="2247900"/>
                </a:lnTo>
                <a:lnTo>
                  <a:pt x="408990" y="2260600"/>
                </a:lnTo>
                <a:close/>
              </a:path>
              <a:path w="448945" h="2273300">
                <a:moveTo>
                  <a:pt x="380898" y="2273300"/>
                </a:moveTo>
                <a:lnTo>
                  <a:pt x="68046" y="2273300"/>
                </a:lnTo>
                <a:lnTo>
                  <a:pt x="63741" y="2260600"/>
                </a:lnTo>
                <a:lnTo>
                  <a:pt x="385203" y="2260600"/>
                </a:lnTo>
                <a:lnTo>
                  <a:pt x="380898" y="2273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567362" y="3790632"/>
            <a:ext cx="666115" cy="2057400"/>
          </a:xfrm>
          <a:custGeom>
            <a:avLst/>
            <a:gdLst/>
            <a:ahLst/>
            <a:cxnLst/>
            <a:rect l="l" t="t" r="r" b="b"/>
            <a:pathLst>
              <a:path w="666114" h="2057400">
                <a:moveTo>
                  <a:pt x="599719" y="12700"/>
                </a:moveTo>
                <a:lnTo>
                  <a:pt x="66395" y="12700"/>
                </a:lnTo>
                <a:lnTo>
                  <a:pt x="71869" y="0"/>
                </a:lnTo>
                <a:lnTo>
                  <a:pt x="594245" y="0"/>
                </a:lnTo>
                <a:lnTo>
                  <a:pt x="599719" y="12700"/>
                </a:lnTo>
                <a:close/>
              </a:path>
              <a:path w="666114" h="2057400">
                <a:moveTo>
                  <a:pt x="619950" y="25400"/>
                </a:moveTo>
                <a:lnTo>
                  <a:pt x="46164" y="25400"/>
                </a:lnTo>
                <a:lnTo>
                  <a:pt x="50952" y="12700"/>
                </a:lnTo>
                <a:lnTo>
                  <a:pt x="615162" y="12700"/>
                </a:lnTo>
                <a:lnTo>
                  <a:pt x="619950" y="25400"/>
                </a:lnTo>
                <a:close/>
              </a:path>
              <a:path w="666114" h="2057400">
                <a:moveTo>
                  <a:pt x="633145" y="38100"/>
                </a:moveTo>
                <a:lnTo>
                  <a:pt x="32969" y="38100"/>
                </a:lnTo>
                <a:lnTo>
                  <a:pt x="37160" y="25400"/>
                </a:lnTo>
                <a:lnTo>
                  <a:pt x="628954" y="25400"/>
                </a:lnTo>
                <a:lnTo>
                  <a:pt x="633145" y="38100"/>
                </a:lnTo>
                <a:close/>
              </a:path>
              <a:path w="666114" h="2057400">
                <a:moveTo>
                  <a:pt x="102742" y="50800"/>
                </a:moveTo>
                <a:lnTo>
                  <a:pt x="25222" y="50800"/>
                </a:lnTo>
                <a:lnTo>
                  <a:pt x="28981" y="38100"/>
                </a:lnTo>
                <a:lnTo>
                  <a:pt x="107632" y="38100"/>
                </a:lnTo>
                <a:lnTo>
                  <a:pt x="102742" y="50800"/>
                </a:lnTo>
                <a:close/>
              </a:path>
              <a:path w="666114" h="2057400">
                <a:moveTo>
                  <a:pt x="640892" y="50800"/>
                </a:moveTo>
                <a:lnTo>
                  <a:pt x="563372" y="50800"/>
                </a:lnTo>
                <a:lnTo>
                  <a:pt x="558469" y="38100"/>
                </a:lnTo>
                <a:lnTo>
                  <a:pt x="637133" y="38100"/>
                </a:lnTo>
                <a:lnTo>
                  <a:pt x="640892" y="50800"/>
                </a:lnTo>
                <a:close/>
              </a:path>
              <a:path w="666114" h="2057400">
                <a:moveTo>
                  <a:pt x="76034" y="63500"/>
                </a:moveTo>
                <a:lnTo>
                  <a:pt x="15328" y="63500"/>
                </a:lnTo>
                <a:lnTo>
                  <a:pt x="18376" y="50800"/>
                </a:lnTo>
                <a:lnTo>
                  <a:pt x="79933" y="50800"/>
                </a:lnTo>
                <a:lnTo>
                  <a:pt x="76034" y="63500"/>
                </a:lnTo>
                <a:close/>
              </a:path>
              <a:path w="666114" h="2057400">
                <a:moveTo>
                  <a:pt x="79019" y="63500"/>
                </a:moveTo>
                <a:lnTo>
                  <a:pt x="79933" y="50800"/>
                </a:lnTo>
                <a:lnTo>
                  <a:pt x="83058" y="50800"/>
                </a:lnTo>
                <a:lnTo>
                  <a:pt x="79019" y="63500"/>
                </a:lnTo>
                <a:close/>
              </a:path>
              <a:path w="666114" h="2057400">
                <a:moveTo>
                  <a:pt x="587095" y="63500"/>
                </a:moveTo>
                <a:lnTo>
                  <a:pt x="583057" y="50800"/>
                </a:lnTo>
                <a:lnTo>
                  <a:pt x="586181" y="50800"/>
                </a:lnTo>
                <a:lnTo>
                  <a:pt x="587095" y="63500"/>
                </a:lnTo>
                <a:close/>
              </a:path>
              <a:path w="666114" h="2057400">
                <a:moveTo>
                  <a:pt x="650786" y="63500"/>
                </a:moveTo>
                <a:lnTo>
                  <a:pt x="590080" y="63500"/>
                </a:lnTo>
                <a:lnTo>
                  <a:pt x="586181" y="50800"/>
                </a:lnTo>
                <a:lnTo>
                  <a:pt x="647738" y="50800"/>
                </a:lnTo>
                <a:lnTo>
                  <a:pt x="650786" y="63500"/>
                </a:lnTo>
                <a:close/>
              </a:path>
              <a:path w="666114" h="2057400">
                <a:moveTo>
                  <a:pt x="63017" y="76200"/>
                </a:moveTo>
                <a:lnTo>
                  <a:pt x="9969" y="76200"/>
                </a:lnTo>
                <a:lnTo>
                  <a:pt x="12522" y="63500"/>
                </a:lnTo>
                <a:lnTo>
                  <a:pt x="66078" y="63500"/>
                </a:lnTo>
                <a:lnTo>
                  <a:pt x="63017" y="76200"/>
                </a:lnTo>
                <a:close/>
              </a:path>
              <a:path w="666114" h="2057400">
                <a:moveTo>
                  <a:pt x="65354" y="76200"/>
                </a:moveTo>
                <a:lnTo>
                  <a:pt x="66078" y="63500"/>
                </a:lnTo>
                <a:lnTo>
                  <a:pt x="68592" y="63500"/>
                </a:lnTo>
                <a:lnTo>
                  <a:pt x="65354" y="76200"/>
                </a:lnTo>
                <a:close/>
              </a:path>
              <a:path w="666114" h="2057400">
                <a:moveTo>
                  <a:pt x="600760" y="76200"/>
                </a:moveTo>
                <a:lnTo>
                  <a:pt x="597522" y="63500"/>
                </a:lnTo>
                <a:lnTo>
                  <a:pt x="600036" y="63500"/>
                </a:lnTo>
                <a:lnTo>
                  <a:pt x="600760" y="76200"/>
                </a:lnTo>
                <a:close/>
              </a:path>
              <a:path w="666114" h="2057400">
                <a:moveTo>
                  <a:pt x="656145" y="76200"/>
                </a:moveTo>
                <a:lnTo>
                  <a:pt x="603097" y="76200"/>
                </a:lnTo>
                <a:lnTo>
                  <a:pt x="600036" y="63500"/>
                </a:lnTo>
                <a:lnTo>
                  <a:pt x="653592" y="63500"/>
                </a:lnTo>
                <a:lnTo>
                  <a:pt x="656145" y="76200"/>
                </a:lnTo>
                <a:close/>
              </a:path>
              <a:path w="666114" h="2057400">
                <a:moveTo>
                  <a:pt x="55168" y="88900"/>
                </a:moveTo>
                <a:lnTo>
                  <a:pt x="5702" y="88900"/>
                </a:lnTo>
                <a:lnTo>
                  <a:pt x="7696" y="76200"/>
                </a:lnTo>
                <a:lnTo>
                  <a:pt x="57442" y="76200"/>
                </a:lnTo>
                <a:lnTo>
                  <a:pt x="55168" y="88900"/>
                </a:lnTo>
                <a:close/>
              </a:path>
              <a:path w="666114" h="2057400">
                <a:moveTo>
                  <a:pt x="56896" y="88900"/>
                </a:moveTo>
                <a:lnTo>
                  <a:pt x="57442" y="76200"/>
                </a:lnTo>
                <a:lnTo>
                  <a:pt x="59385" y="76200"/>
                </a:lnTo>
                <a:lnTo>
                  <a:pt x="56896" y="88900"/>
                </a:lnTo>
                <a:close/>
              </a:path>
              <a:path w="666114" h="2057400">
                <a:moveTo>
                  <a:pt x="609219" y="88900"/>
                </a:moveTo>
                <a:lnTo>
                  <a:pt x="606729" y="76200"/>
                </a:lnTo>
                <a:lnTo>
                  <a:pt x="608660" y="76200"/>
                </a:lnTo>
                <a:lnTo>
                  <a:pt x="609219" y="88900"/>
                </a:lnTo>
                <a:close/>
              </a:path>
              <a:path w="666114" h="2057400">
                <a:moveTo>
                  <a:pt x="660412" y="88900"/>
                </a:moveTo>
                <a:lnTo>
                  <a:pt x="610946" y="88900"/>
                </a:lnTo>
                <a:lnTo>
                  <a:pt x="608660" y="76200"/>
                </a:lnTo>
                <a:lnTo>
                  <a:pt x="658418" y="76200"/>
                </a:lnTo>
                <a:lnTo>
                  <a:pt x="660412" y="88900"/>
                </a:lnTo>
                <a:close/>
              </a:path>
              <a:path w="666114" h="2057400">
                <a:moveTo>
                  <a:pt x="51003" y="101600"/>
                </a:moveTo>
                <a:lnTo>
                  <a:pt x="1447" y="101600"/>
                </a:lnTo>
                <a:lnTo>
                  <a:pt x="2565" y="88900"/>
                </a:lnTo>
                <a:lnTo>
                  <a:pt x="52628" y="88900"/>
                </a:lnTo>
                <a:lnTo>
                  <a:pt x="51003" y="101600"/>
                </a:lnTo>
                <a:close/>
              </a:path>
              <a:path w="666114" h="2057400">
                <a:moveTo>
                  <a:pt x="664667" y="101600"/>
                </a:moveTo>
                <a:lnTo>
                  <a:pt x="615111" y="101600"/>
                </a:lnTo>
                <a:lnTo>
                  <a:pt x="613486" y="88900"/>
                </a:lnTo>
                <a:lnTo>
                  <a:pt x="663549" y="88900"/>
                </a:lnTo>
                <a:lnTo>
                  <a:pt x="664667" y="101600"/>
                </a:lnTo>
                <a:close/>
              </a:path>
              <a:path w="666114" h="2057400">
                <a:moveTo>
                  <a:pt x="47967" y="114300"/>
                </a:moveTo>
                <a:lnTo>
                  <a:pt x="152" y="114300"/>
                </a:lnTo>
                <a:lnTo>
                  <a:pt x="647" y="101600"/>
                </a:lnTo>
                <a:lnTo>
                  <a:pt x="48628" y="101600"/>
                </a:lnTo>
                <a:lnTo>
                  <a:pt x="47967" y="114300"/>
                </a:lnTo>
                <a:close/>
              </a:path>
              <a:path w="666114" h="2057400">
                <a:moveTo>
                  <a:pt x="48437" y="114300"/>
                </a:moveTo>
                <a:lnTo>
                  <a:pt x="48628" y="101600"/>
                </a:lnTo>
                <a:lnTo>
                  <a:pt x="49352" y="101600"/>
                </a:lnTo>
                <a:lnTo>
                  <a:pt x="48437" y="114300"/>
                </a:lnTo>
                <a:close/>
              </a:path>
              <a:path w="666114" h="2057400">
                <a:moveTo>
                  <a:pt x="617677" y="114300"/>
                </a:moveTo>
                <a:lnTo>
                  <a:pt x="616762" y="101600"/>
                </a:lnTo>
                <a:lnTo>
                  <a:pt x="617486" y="101600"/>
                </a:lnTo>
                <a:lnTo>
                  <a:pt x="617677" y="114300"/>
                </a:lnTo>
                <a:close/>
              </a:path>
              <a:path w="666114" h="2057400">
                <a:moveTo>
                  <a:pt x="665962" y="114300"/>
                </a:moveTo>
                <a:lnTo>
                  <a:pt x="618147" y="114300"/>
                </a:lnTo>
                <a:lnTo>
                  <a:pt x="617486" y="101600"/>
                </a:lnTo>
                <a:lnTo>
                  <a:pt x="665467" y="101600"/>
                </a:lnTo>
                <a:lnTo>
                  <a:pt x="665962" y="114300"/>
                </a:lnTo>
                <a:close/>
              </a:path>
              <a:path w="666114" h="2057400">
                <a:moveTo>
                  <a:pt x="47625" y="1930400"/>
                </a:moveTo>
                <a:lnTo>
                  <a:pt x="0" y="1930400"/>
                </a:lnTo>
                <a:lnTo>
                  <a:pt x="0" y="114300"/>
                </a:lnTo>
                <a:lnTo>
                  <a:pt x="47625" y="114300"/>
                </a:lnTo>
                <a:lnTo>
                  <a:pt x="47625" y="1930400"/>
                </a:lnTo>
                <a:close/>
              </a:path>
              <a:path w="666114" h="2057400">
                <a:moveTo>
                  <a:pt x="47625" y="125845"/>
                </a:moveTo>
                <a:lnTo>
                  <a:pt x="47625" y="114300"/>
                </a:lnTo>
                <a:lnTo>
                  <a:pt x="47625" y="125845"/>
                </a:lnTo>
                <a:close/>
              </a:path>
              <a:path w="666114" h="2057400">
                <a:moveTo>
                  <a:pt x="618489" y="125845"/>
                </a:moveTo>
                <a:lnTo>
                  <a:pt x="618363" y="114300"/>
                </a:lnTo>
                <a:lnTo>
                  <a:pt x="618489" y="125845"/>
                </a:lnTo>
                <a:close/>
              </a:path>
              <a:path w="666114" h="2057400">
                <a:moveTo>
                  <a:pt x="666114" y="127000"/>
                </a:moveTo>
                <a:lnTo>
                  <a:pt x="618502" y="127000"/>
                </a:lnTo>
                <a:lnTo>
                  <a:pt x="618489" y="114300"/>
                </a:lnTo>
                <a:lnTo>
                  <a:pt x="666114" y="114300"/>
                </a:lnTo>
                <a:lnTo>
                  <a:pt x="666114" y="127000"/>
                </a:lnTo>
                <a:close/>
              </a:path>
              <a:path w="666114" h="2057400">
                <a:moveTo>
                  <a:pt x="666114" y="1930400"/>
                </a:moveTo>
                <a:lnTo>
                  <a:pt x="618489" y="1930400"/>
                </a:lnTo>
                <a:lnTo>
                  <a:pt x="618489" y="125845"/>
                </a:lnTo>
                <a:lnTo>
                  <a:pt x="618502" y="127000"/>
                </a:lnTo>
                <a:lnTo>
                  <a:pt x="666114" y="127000"/>
                </a:lnTo>
                <a:lnTo>
                  <a:pt x="666114" y="1930400"/>
                </a:lnTo>
                <a:close/>
              </a:path>
              <a:path w="666114" h="2057400">
                <a:moveTo>
                  <a:pt x="48082" y="1943100"/>
                </a:moveTo>
                <a:lnTo>
                  <a:pt x="647" y="1943100"/>
                </a:lnTo>
                <a:lnTo>
                  <a:pt x="152" y="1930400"/>
                </a:lnTo>
                <a:lnTo>
                  <a:pt x="47688" y="1930400"/>
                </a:lnTo>
                <a:lnTo>
                  <a:pt x="48082" y="1943100"/>
                </a:lnTo>
                <a:close/>
              </a:path>
              <a:path w="666114" h="2057400">
                <a:moveTo>
                  <a:pt x="48628" y="1943100"/>
                </a:moveTo>
                <a:lnTo>
                  <a:pt x="48082" y="1943100"/>
                </a:lnTo>
                <a:lnTo>
                  <a:pt x="47967" y="1930400"/>
                </a:lnTo>
                <a:lnTo>
                  <a:pt x="48628" y="1943100"/>
                </a:lnTo>
                <a:close/>
              </a:path>
              <a:path w="666114" h="2057400">
                <a:moveTo>
                  <a:pt x="618020" y="1943100"/>
                </a:moveTo>
                <a:lnTo>
                  <a:pt x="617486" y="1943100"/>
                </a:lnTo>
                <a:lnTo>
                  <a:pt x="618147" y="1930400"/>
                </a:lnTo>
                <a:lnTo>
                  <a:pt x="618020" y="1943100"/>
                </a:lnTo>
                <a:close/>
              </a:path>
              <a:path w="666114" h="2057400">
                <a:moveTo>
                  <a:pt x="665467" y="1943100"/>
                </a:moveTo>
                <a:lnTo>
                  <a:pt x="618020" y="1943100"/>
                </a:lnTo>
                <a:lnTo>
                  <a:pt x="618426" y="1930400"/>
                </a:lnTo>
                <a:lnTo>
                  <a:pt x="665962" y="1930400"/>
                </a:lnTo>
                <a:lnTo>
                  <a:pt x="665467" y="1943100"/>
                </a:lnTo>
                <a:close/>
              </a:path>
              <a:path w="666114" h="2057400">
                <a:moveTo>
                  <a:pt x="51358" y="1955800"/>
                </a:moveTo>
                <a:lnTo>
                  <a:pt x="2565" y="1955800"/>
                </a:lnTo>
                <a:lnTo>
                  <a:pt x="1447" y="1943100"/>
                </a:lnTo>
                <a:lnTo>
                  <a:pt x="49961" y="1943100"/>
                </a:lnTo>
                <a:lnTo>
                  <a:pt x="51358" y="1955800"/>
                </a:lnTo>
                <a:close/>
              </a:path>
              <a:path w="666114" h="2057400">
                <a:moveTo>
                  <a:pt x="663549" y="1955800"/>
                </a:moveTo>
                <a:lnTo>
                  <a:pt x="614756" y="1955800"/>
                </a:lnTo>
                <a:lnTo>
                  <a:pt x="616153" y="1943100"/>
                </a:lnTo>
                <a:lnTo>
                  <a:pt x="664667" y="1943100"/>
                </a:lnTo>
                <a:lnTo>
                  <a:pt x="663549" y="1955800"/>
                </a:lnTo>
                <a:close/>
              </a:path>
              <a:path w="666114" h="2057400">
                <a:moveTo>
                  <a:pt x="55676" y="1968500"/>
                </a:moveTo>
                <a:lnTo>
                  <a:pt x="5702" y="1968500"/>
                </a:lnTo>
                <a:lnTo>
                  <a:pt x="3987" y="1955800"/>
                </a:lnTo>
                <a:lnTo>
                  <a:pt x="53606" y="1955800"/>
                </a:lnTo>
                <a:lnTo>
                  <a:pt x="55676" y="1968500"/>
                </a:lnTo>
                <a:close/>
              </a:path>
              <a:path w="666114" h="2057400">
                <a:moveTo>
                  <a:pt x="660412" y="1968500"/>
                </a:moveTo>
                <a:lnTo>
                  <a:pt x="610438" y="1968500"/>
                </a:lnTo>
                <a:lnTo>
                  <a:pt x="612508" y="1955800"/>
                </a:lnTo>
                <a:lnTo>
                  <a:pt x="662127" y="1955800"/>
                </a:lnTo>
                <a:lnTo>
                  <a:pt x="660412" y="1968500"/>
                </a:lnTo>
                <a:close/>
              </a:path>
              <a:path w="666114" h="2057400">
                <a:moveTo>
                  <a:pt x="63703" y="1981200"/>
                </a:moveTo>
                <a:lnTo>
                  <a:pt x="9969" y="1981200"/>
                </a:lnTo>
                <a:lnTo>
                  <a:pt x="7696" y="1968500"/>
                </a:lnTo>
                <a:lnTo>
                  <a:pt x="60820" y="1968500"/>
                </a:lnTo>
                <a:lnTo>
                  <a:pt x="63703" y="1981200"/>
                </a:lnTo>
                <a:close/>
              </a:path>
              <a:path w="666114" h="2057400">
                <a:moveTo>
                  <a:pt x="656145" y="1981200"/>
                </a:moveTo>
                <a:lnTo>
                  <a:pt x="602411" y="1981200"/>
                </a:lnTo>
                <a:lnTo>
                  <a:pt x="605294" y="1968500"/>
                </a:lnTo>
                <a:lnTo>
                  <a:pt x="658418" y="1968500"/>
                </a:lnTo>
                <a:lnTo>
                  <a:pt x="656145" y="1981200"/>
                </a:lnTo>
                <a:close/>
              </a:path>
              <a:path w="666114" h="2057400">
                <a:moveTo>
                  <a:pt x="74015" y="1993900"/>
                </a:moveTo>
                <a:lnTo>
                  <a:pt x="15328" y="1993900"/>
                </a:lnTo>
                <a:lnTo>
                  <a:pt x="12522" y="1981200"/>
                </a:lnTo>
                <a:lnTo>
                  <a:pt x="70434" y="1981200"/>
                </a:lnTo>
                <a:lnTo>
                  <a:pt x="74015" y="1993900"/>
                </a:lnTo>
                <a:close/>
              </a:path>
              <a:path w="666114" h="2057400">
                <a:moveTo>
                  <a:pt x="76911" y="1993900"/>
                </a:moveTo>
                <a:lnTo>
                  <a:pt x="74015" y="1993900"/>
                </a:lnTo>
                <a:lnTo>
                  <a:pt x="73177" y="1981200"/>
                </a:lnTo>
                <a:lnTo>
                  <a:pt x="76911" y="1993900"/>
                </a:lnTo>
                <a:close/>
              </a:path>
              <a:path w="666114" h="2057400">
                <a:moveTo>
                  <a:pt x="592099" y="1993900"/>
                </a:moveTo>
                <a:lnTo>
                  <a:pt x="589203" y="1993900"/>
                </a:lnTo>
                <a:lnTo>
                  <a:pt x="592937" y="1981200"/>
                </a:lnTo>
                <a:lnTo>
                  <a:pt x="592099" y="1993900"/>
                </a:lnTo>
                <a:close/>
              </a:path>
              <a:path w="666114" h="2057400">
                <a:moveTo>
                  <a:pt x="650786" y="1993900"/>
                </a:moveTo>
                <a:lnTo>
                  <a:pt x="592099" y="1993900"/>
                </a:lnTo>
                <a:lnTo>
                  <a:pt x="595680" y="1981200"/>
                </a:lnTo>
                <a:lnTo>
                  <a:pt x="653592" y="1981200"/>
                </a:lnTo>
                <a:lnTo>
                  <a:pt x="650786" y="1993900"/>
                </a:lnTo>
                <a:close/>
              </a:path>
              <a:path w="666114" h="2057400">
                <a:moveTo>
                  <a:pt x="93065" y="2006600"/>
                </a:moveTo>
                <a:lnTo>
                  <a:pt x="25222" y="2006600"/>
                </a:lnTo>
                <a:lnTo>
                  <a:pt x="21678" y="1993900"/>
                </a:lnTo>
                <a:lnTo>
                  <a:pt x="88620" y="1993900"/>
                </a:lnTo>
                <a:lnTo>
                  <a:pt x="93065" y="2006600"/>
                </a:lnTo>
                <a:close/>
              </a:path>
              <a:path w="666114" h="2057400">
                <a:moveTo>
                  <a:pt x="96583" y="2006600"/>
                </a:moveTo>
                <a:lnTo>
                  <a:pt x="93065" y="2006600"/>
                </a:lnTo>
                <a:lnTo>
                  <a:pt x="92011" y="1993900"/>
                </a:lnTo>
                <a:lnTo>
                  <a:pt x="96583" y="2006600"/>
                </a:lnTo>
                <a:close/>
              </a:path>
              <a:path w="666114" h="2057400">
                <a:moveTo>
                  <a:pt x="573049" y="2006600"/>
                </a:moveTo>
                <a:lnTo>
                  <a:pt x="569531" y="2006600"/>
                </a:lnTo>
                <a:lnTo>
                  <a:pt x="574103" y="1993900"/>
                </a:lnTo>
                <a:lnTo>
                  <a:pt x="573049" y="2006600"/>
                </a:lnTo>
                <a:close/>
              </a:path>
              <a:path w="666114" h="2057400">
                <a:moveTo>
                  <a:pt x="640892" y="2006600"/>
                </a:moveTo>
                <a:lnTo>
                  <a:pt x="573049" y="2006600"/>
                </a:lnTo>
                <a:lnTo>
                  <a:pt x="577494" y="1993900"/>
                </a:lnTo>
                <a:lnTo>
                  <a:pt x="644436" y="1993900"/>
                </a:lnTo>
                <a:lnTo>
                  <a:pt x="640892" y="2006600"/>
                </a:lnTo>
                <a:close/>
              </a:path>
              <a:path w="666114" h="2057400">
                <a:moveTo>
                  <a:pt x="633145" y="2019300"/>
                </a:moveTo>
                <a:lnTo>
                  <a:pt x="32969" y="2019300"/>
                </a:lnTo>
                <a:lnTo>
                  <a:pt x="28981" y="2006600"/>
                </a:lnTo>
                <a:lnTo>
                  <a:pt x="637133" y="2006600"/>
                </a:lnTo>
                <a:lnTo>
                  <a:pt x="633145" y="2019300"/>
                </a:lnTo>
                <a:close/>
              </a:path>
              <a:path w="666114" h="2057400">
                <a:moveTo>
                  <a:pt x="619950" y="2032000"/>
                </a:moveTo>
                <a:lnTo>
                  <a:pt x="46164" y="2032000"/>
                </a:lnTo>
                <a:lnTo>
                  <a:pt x="41567" y="2019300"/>
                </a:lnTo>
                <a:lnTo>
                  <a:pt x="624547" y="2019300"/>
                </a:lnTo>
                <a:lnTo>
                  <a:pt x="619950" y="2032000"/>
                </a:lnTo>
                <a:close/>
              </a:path>
              <a:path w="666114" h="2057400">
                <a:moveTo>
                  <a:pt x="599719" y="2044700"/>
                </a:moveTo>
                <a:lnTo>
                  <a:pt x="66395" y="2044700"/>
                </a:lnTo>
                <a:lnTo>
                  <a:pt x="61074" y="2032000"/>
                </a:lnTo>
                <a:lnTo>
                  <a:pt x="605040" y="2032000"/>
                </a:lnTo>
                <a:lnTo>
                  <a:pt x="599719" y="2044700"/>
                </a:lnTo>
                <a:close/>
              </a:path>
              <a:path w="666114" h="2057400">
                <a:moveTo>
                  <a:pt x="570915" y="2057400"/>
                </a:moveTo>
                <a:lnTo>
                  <a:pt x="95199" y="2057400"/>
                </a:lnTo>
                <a:lnTo>
                  <a:pt x="89166" y="2044700"/>
                </a:lnTo>
                <a:lnTo>
                  <a:pt x="576948" y="2044700"/>
                </a:lnTo>
                <a:lnTo>
                  <a:pt x="570915" y="2057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39554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原子结构理论的发展过</a:t>
            </a:r>
            <a:r>
              <a:rPr dirty="0" u="none" spc="-20" b="1">
                <a:latin typeface="黑体"/>
                <a:cs typeface="黑体"/>
              </a:rPr>
              <a:t>程</a:t>
            </a:r>
          </a:p>
        </p:txBody>
      </p:sp>
      <p:sp>
        <p:nvSpPr>
          <p:cNvPr id="6" name="object 6"/>
          <p:cNvSpPr/>
          <p:nvPr/>
        </p:nvSpPr>
        <p:spPr>
          <a:xfrm>
            <a:off x="631825" y="2042160"/>
            <a:ext cx="1807845" cy="504825"/>
          </a:xfrm>
          <a:custGeom>
            <a:avLst/>
            <a:gdLst/>
            <a:ahLst/>
            <a:cxnLst/>
            <a:rect l="l" t="t" r="r" b="b"/>
            <a:pathLst>
              <a:path w="1807845" h="504825">
                <a:moveTo>
                  <a:pt x="1785620" y="504825"/>
                </a:moveTo>
                <a:lnTo>
                  <a:pt x="22225" y="504825"/>
                </a:lnTo>
                <a:lnTo>
                  <a:pt x="18745" y="504545"/>
                </a:lnTo>
                <a:lnTo>
                  <a:pt x="0" y="482600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460375"/>
                </a:lnTo>
                <a:lnTo>
                  <a:pt x="22225" y="460375"/>
                </a:lnTo>
                <a:lnTo>
                  <a:pt x="44450" y="482600"/>
                </a:lnTo>
                <a:lnTo>
                  <a:pt x="1807845" y="482600"/>
                </a:lnTo>
                <a:lnTo>
                  <a:pt x="1807565" y="486079"/>
                </a:lnTo>
                <a:lnTo>
                  <a:pt x="1789099" y="504545"/>
                </a:lnTo>
                <a:lnTo>
                  <a:pt x="1785620" y="504825"/>
                </a:lnTo>
                <a:close/>
              </a:path>
              <a:path w="1807845" h="50482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504825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460375"/>
                </a:lnTo>
                <a:lnTo>
                  <a:pt x="1785620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504825">
                <a:moveTo>
                  <a:pt x="44450" y="482600"/>
                </a:moveTo>
                <a:lnTo>
                  <a:pt x="22225" y="460375"/>
                </a:lnTo>
                <a:lnTo>
                  <a:pt x="44450" y="460375"/>
                </a:lnTo>
                <a:lnTo>
                  <a:pt x="44450" y="48260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44450" y="482600"/>
                </a:lnTo>
                <a:lnTo>
                  <a:pt x="44450" y="460375"/>
                </a:lnTo>
                <a:lnTo>
                  <a:pt x="1763395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82600"/>
                </a:moveTo>
                <a:lnTo>
                  <a:pt x="1763395" y="482600"/>
                </a:lnTo>
                <a:lnTo>
                  <a:pt x="1785620" y="460375"/>
                </a:lnTo>
                <a:lnTo>
                  <a:pt x="1807845" y="460375"/>
                </a:lnTo>
                <a:lnTo>
                  <a:pt x="1807845" y="4826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2790" y="2061209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电子的发现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1825" y="3042285"/>
            <a:ext cx="1807210" cy="874394"/>
          </a:xfrm>
          <a:custGeom>
            <a:avLst/>
            <a:gdLst/>
            <a:ahLst/>
            <a:cxnLst/>
            <a:rect l="l" t="t" r="r" b="b"/>
            <a:pathLst>
              <a:path w="1807210" h="874395">
                <a:moveTo>
                  <a:pt x="1784985" y="874394"/>
                </a:moveTo>
                <a:lnTo>
                  <a:pt x="22225" y="874394"/>
                </a:lnTo>
                <a:lnTo>
                  <a:pt x="18745" y="874115"/>
                </a:lnTo>
                <a:lnTo>
                  <a:pt x="0" y="852169"/>
                </a:lnTo>
                <a:lnTo>
                  <a:pt x="0" y="22225"/>
                </a:lnTo>
                <a:lnTo>
                  <a:pt x="22225" y="0"/>
                </a:lnTo>
                <a:lnTo>
                  <a:pt x="1784985" y="0"/>
                </a:lnTo>
                <a:lnTo>
                  <a:pt x="1807210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829944"/>
                </a:lnTo>
                <a:lnTo>
                  <a:pt x="22225" y="829944"/>
                </a:lnTo>
                <a:lnTo>
                  <a:pt x="44450" y="852169"/>
                </a:lnTo>
                <a:lnTo>
                  <a:pt x="1807210" y="852169"/>
                </a:lnTo>
                <a:lnTo>
                  <a:pt x="1806930" y="855649"/>
                </a:lnTo>
                <a:lnTo>
                  <a:pt x="1788464" y="874115"/>
                </a:lnTo>
                <a:lnTo>
                  <a:pt x="1784985" y="874394"/>
                </a:lnTo>
                <a:close/>
              </a:path>
              <a:path w="1807210" h="87439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210" h="874395">
                <a:moveTo>
                  <a:pt x="1762760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2760" y="22225"/>
                </a:lnTo>
                <a:lnTo>
                  <a:pt x="1762760" y="44450"/>
                </a:lnTo>
                <a:close/>
              </a:path>
              <a:path w="1807210" h="874395">
                <a:moveTo>
                  <a:pt x="1762760" y="852169"/>
                </a:moveTo>
                <a:lnTo>
                  <a:pt x="1762760" y="22225"/>
                </a:lnTo>
                <a:lnTo>
                  <a:pt x="1784985" y="44450"/>
                </a:lnTo>
                <a:lnTo>
                  <a:pt x="1807210" y="44450"/>
                </a:lnTo>
                <a:lnTo>
                  <a:pt x="1807210" y="829944"/>
                </a:lnTo>
                <a:lnTo>
                  <a:pt x="1784985" y="829944"/>
                </a:lnTo>
                <a:lnTo>
                  <a:pt x="1762760" y="852169"/>
                </a:lnTo>
                <a:close/>
              </a:path>
              <a:path w="1807210" h="874395">
                <a:moveTo>
                  <a:pt x="1807210" y="44450"/>
                </a:moveTo>
                <a:lnTo>
                  <a:pt x="1784985" y="44450"/>
                </a:lnTo>
                <a:lnTo>
                  <a:pt x="1762760" y="22225"/>
                </a:lnTo>
                <a:lnTo>
                  <a:pt x="1807210" y="22225"/>
                </a:lnTo>
                <a:lnTo>
                  <a:pt x="1807210" y="44450"/>
                </a:lnTo>
                <a:close/>
              </a:path>
              <a:path w="1807210" h="874395">
                <a:moveTo>
                  <a:pt x="44450" y="852169"/>
                </a:moveTo>
                <a:lnTo>
                  <a:pt x="22225" y="829944"/>
                </a:lnTo>
                <a:lnTo>
                  <a:pt x="44450" y="829944"/>
                </a:lnTo>
                <a:lnTo>
                  <a:pt x="44450" y="852169"/>
                </a:lnTo>
                <a:close/>
              </a:path>
              <a:path w="1807210" h="874395">
                <a:moveTo>
                  <a:pt x="1762760" y="852169"/>
                </a:moveTo>
                <a:lnTo>
                  <a:pt x="44450" y="852169"/>
                </a:lnTo>
                <a:lnTo>
                  <a:pt x="44450" y="829944"/>
                </a:lnTo>
                <a:lnTo>
                  <a:pt x="1762760" y="829944"/>
                </a:lnTo>
                <a:lnTo>
                  <a:pt x="1762760" y="852169"/>
                </a:lnTo>
                <a:close/>
              </a:path>
              <a:path w="1807210" h="874395">
                <a:moveTo>
                  <a:pt x="1807210" y="852169"/>
                </a:moveTo>
                <a:lnTo>
                  <a:pt x="1762760" y="852169"/>
                </a:lnTo>
                <a:lnTo>
                  <a:pt x="1784985" y="829944"/>
                </a:lnTo>
                <a:lnTo>
                  <a:pt x="1807210" y="829944"/>
                </a:lnTo>
                <a:lnTo>
                  <a:pt x="1807210" y="85216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2790" y="3061334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α粒子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散射实验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41130" y="1851025"/>
            <a:ext cx="1807845" cy="874394"/>
          </a:xfrm>
          <a:custGeom>
            <a:avLst/>
            <a:gdLst/>
            <a:ahLst/>
            <a:cxnLst/>
            <a:rect l="l" t="t" r="r" b="b"/>
            <a:pathLst>
              <a:path w="1807845" h="874394">
                <a:moveTo>
                  <a:pt x="1785620" y="874394"/>
                </a:moveTo>
                <a:lnTo>
                  <a:pt x="22225" y="874394"/>
                </a:lnTo>
                <a:lnTo>
                  <a:pt x="18745" y="874115"/>
                </a:lnTo>
                <a:lnTo>
                  <a:pt x="0" y="852169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829944"/>
                </a:lnTo>
                <a:lnTo>
                  <a:pt x="22225" y="829944"/>
                </a:lnTo>
                <a:lnTo>
                  <a:pt x="44450" y="852169"/>
                </a:lnTo>
                <a:lnTo>
                  <a:pt x="1807845" y="852169"/>
                </a:lnTo>
                <a:lnTo>
                  <a:pt x="1807565" y="855649"/>
                </a:lnTo>
                <a:lnTo>
                  <a:pt x="1789099" y="874115"/>
                </a:lnTo>
                <a:lnTo>
                  <a:pt x="1785620" y="874394"/>
                </a:lnTo>
                <a:close/>
              </a:path>
              <a:path w="1807845" h="874394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874394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874394">
                <a:moveTo>
                  <a:pt x="1763395" y="852169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829944"/>
                </a:lnTo>
                <a:lnTo>
                  <a:pt x="1785620" y="829944"/>
                </a:lnTo>
                <a:lnTo>
                  <a:pt x="1763395" y="852169"/>
                </a:lnTo>
                <a:close/>
              </a:path>
              <a:path w="1807845" h="874394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874394">
                <a:moveTo>
                  <a:pt x="44450" y="852169"/>
                </a:moveTo>
                <a:lnTo>
                  <a:pt x="22225" y="829944"/>
                </a:lnTo>
                <a:lnTo>
                  <a:pt x="44450" y="829944"/>
                </a:lnTo>
                <a:lnTo>
                  <a:pt x="44450" y="852169"/>
                </a:lnTo>
                <a:close/>
              </a:path>
              <a:path w="1807845" h="874394">
                <a:moveTo>
                  <a:pt x="1763395" y="852169"/>
                </a:moveTo>
                <a:lnTo>
                  <a:pt x="44450" y="852169"/>
                </a:lnTo>
                <a:lnTo>
                  <a:pt x="44450" y="829944"/>
                </a:lnTo>
                <a:lnTo>
                  <a:pt x="1763395" y="829944"/>
                </a:lnTo>
                <a:lnTo>
                  <a:pt x="1763395" y="852169"/>
                </a:lnTo>
                <a:close/>
              </a:path>
              <a:path w="1807845" h="874394">
                <a:moveTo>
                  <a:pt x="1807845" y="852169"/>
                </a:moveTo>
                <a:lnTo>
                  <a:pt x="1763395" y="852169"/>
                </a:lnTo>
                <a:lnTo>
                  <a:pt x="1785620" y="829944"/>
                </a:lnTo>
                <a:lnTo>
                  <a:pt x="1807845" y="829944"/>
                </a:lnTo>
                <a:lnTo>
                  <a:pt x="1807845" y="85216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142094" y="1870075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汤姆孙 枣糕模型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17419" y="2188705"/>
            <a:ext cx="6646545" cy="200025"/>
          </a:xfrm>
          <a:custGeom>
            <a:avLst/>
            <a:gdLst/>
            <a:ahLst/>
            <a:cxnLst/>
            <a:rect l="l" t="t" r="r" b="b"/>
            <a:pathLst>
              <a:path w="6646545" h="200025">
                <a:moveTo>
                  <a:pt x="6519590" y="77726"/>
                </a:moveTo>
                <a:lnTo>
                  <a:pt x="6457226" y="41427"/>
                </a:lnTo>
                <a:lnTo>
                  <a:pt x="6446202" y="23368"/>
                </a:lnTo>
                <a:lnTo>
                  <a:pt x="6446316" y="19697"/>
                </a:lnTo>
                <a:lnTo>
                  <a:pt x="6469087" y="0"/>
                </a:lnTo>
                <a:lnTo>
                  <a:pt x="6472745" y="419"/>
                </a:lnTo>
                <a:lnTo>
                  <a:pt x="6476263" y="1435"/>
                </a:lnTo>
                <a:lnTo>
                  <a:pt x="6479578" y="3009"/>
                </a:lnTo>
                <a:lnTo>
                  <a:pt x="6607815" y="77647"/>
                </a:lnTo>
                <a:lnTo>
                  <a:pt x="6519590" y="77726"/>
                </a:lnTo>
                <a:close/>
              </a:path>
              <a:path w="6646545" h="200025">
                <a:moveTo>
                  <a:pt x="6557724" y="99922"/>
                </a:moveTo>
                <a:lnTo>
                  <a:pt x="6519590" y="77726"/>
                </a:lnTo>
                <a:lnTo>
                  <a:pt x="6601802" y="77647"/>
                </a:lnTo>
                <a:lnTo>
                  <a:pt x="6601806" y="80695"/>
                </a:lnTo>
                <a:lnTo>
                  <a:pt x="6590614" y="80695"/>
                </a:lnTo>
                <a:lnTo>
                  <a:pt x="6557724" y="99922"/>
                </a:lnTo>
                <a:close/>
              </a:path>
              <a:path w="6646545" h="200025">
                <a:moveTo>
                  <a:pt x="6469278" y="199999"/>
                </a:moveTo>
                <a:lnTo>
                  <a:pt x="6446354" y="176682"/>
                </a:lnTo>
                <a:lnTo>
                  <a:pt x="6446837" y="173050"/>
                </a:lnTo>
                <a:lnTo>
                  <a:pt x="6519654" y="122176"/>
                </a:lnTo>
                <a:lnTo>
                  <a:pt x="6601853" y="122097"/>
                </a:lnTo>
                <a:lnTo>
                  <a:pt x="6601802" y="77647"/>
                </a:lnTo>
                <a:lnTo>
                  <a:pt x="6607815" y="77647"/>
                </a:lnTo>
                <a:lnTo>
                  <a:pt x="6645935" y="99834"/>
                </a:lnTo>
                <a:lnTo>
                  <a:pt x="6479768" y="196976"/>
                </a:lnTo>
                <a:lnTo>
                  <a:pt x="6476453" y="198564"/>
                </a:lnTo>
                <a:lnTo>
                  <a:pt x="6472935" y="199580"/>
                </a:lnTo>
                <a:lnTo>
                  <a:pt x="6469278" y="199999"/>
                </a:lnTo>
                <a:close/>
              </a:path>
              <a:path w="6646545" h="200025">
                <a:moveTo>
                  <a:pt x="50" y="128409"/>
                </a:moveTo>
                <a:lnTo>
                  <a:pt x="0" y="83959"/>
                </a:lnTo>
                <a:lnTo>
                  <a:pt x="6519590" y="77726"/>
                </a:lnTo>
                <a:lnTo>
                  <a:pt x="6557724" y="99922"/>
                </a:lnTo>
                <a:lnTo>
                  <a:pt x="6519654" y="122176"/>
                </a:lnTo>
                <a:lnTo>
                  <a:pt x="50" y="128409"/>
                </a:lnTo>
                <a:close/>
              </a:path>
              <a:path w="6646545" h="200025">
                <a:moveTo>
                  <a:pt x="6590652" y="119087"/>
                </a:moveTo>
                <a:lnTo>
                  <a:pt x="6557724" y="99922"/>
                </a:lnTo>
                <a:lnTo>
                  <a:pt x="6590614" y="80695"/>
                </a:lnTo>
                <a:lnTo>
                  <a:pt x="6590652" y="119087"/>
                </a:lnTo>
                <a:close/>
              </a:path>
              <a:path w="6646545" h="200025">
                <a:moveTo>
                  <a:pt x="6601850" y="119087"/>
                </a:moveTo>
                <a:lnTo>
                  <a:pt x="6590652" y="119087"/>
                </a:lnTo>
                <a:lnTo>
                  <a:pt x="6590614" y="80695"/>
                </a:lnTo>
                <a:lnTo>
                  <a:pt x="6601806" y="80695"/>
                </a:lnTo>
                <a:lnTo>
                  <a:pt x="6601850" y="119087"/>
                </a:lnTo>
                <a:close/>
              </a:path>
              <a:path w="6646545" h="200025">
                <a:moveTo>
                  <a:pt x="6519654" y="122176"/>
                </a:moveTo>
                <a:lnTo>
                  <a:pt x="6557724" y="99922"/>
                </a:lnTo>
                <a:lnTo>
                  <a:pt x="6590652" y="119087"/>
                </a:lnTo>
                <a:lnTo>
                  <a:pt x="6601850" y="119087"/>
                </a:lnTo>
                <a:lnTo>
                  <a:pt x="6601853" y="122097"/>
                </a:lnTo>
                <a:lnTo>
                  <a:pt x="6519654" y="122176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041130" y="3042285"/>
            <a:ext cx="1807845" cy="874394"/>
          </a:xfrm>
          <a:custGeom>
            <a:avLst/>
            <a:gdLst/>
            <a:ahLst/>
            <a:cxnLst/>
            <a:rect l="l" t="t" r="r" b="b"/>
            <a:pathLst>
              <a:path w="1807845" h="874395">
                <a:moveTo>
                  <a:pt x="1785620" y="874394"/>
                </a:moveTo>
                <a:lnTo>
                  <a:pt x="22225" y="874394"/>
                </a:lnTo>
                <a:lnTo>
                  <a:pt x="18745" y="874115"/>
                </a:lnTo>
                <a:lnTo>
                  <a:pt x="0" y="852169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829944"/>
                </a:lnTo>
                <a:lnTo>
                  <a:pt x="22225" y="829944"/>
                </a:lnTo>
                <a:lnTo>
                  <a:pt x="44450" y="852169"/>
                </a:lnTo>
                <a:lnTo>
                  <a:pt x="1807845" y="852169"/>
                </a:lnTo>
                <a:lnTo>
                  <a:pt x="1807565" y="855649"/>
                </a:lnTo>
                <a:lnTo>
                  <a:pt x="1789099" y="874115"/>
                </a:lnTo>
                <a:lnTo>
                  <a:pt x="1785620" y="874394"/>
                </a:lnTo>
                <a:close/>
              </a:path>
              <a:path w="1807845" h="87439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874395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874395">
                <a:moveTo>
                  <a:pt x="1763395" y="852169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829944"/>
                </a:lnTo>
                <a:lnTo>
                  <a:pt x="1785620" y="829944"/>
                </a:lnTo>
                <a:lnTo>
                  <a:pt x="1763395" y="852169"/>
                </a:lnTo>
                <a:close/>
              </a:path>
              <a:path w="1807845" h="874395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874395">
                <a:moveTo>
                  <a:pt x="44450" y="852169"/>
                </a:moveTo>
                <a:lnTo>
                  <a:pt x="22225" y="829944"/>
                </a:lnTo>
                <a:lnTo>
                  <a:pt x="44450" y="829944"/>
                </a:lnTo>
                <a:lnTo>
                  <a:pt x="44450" y="852169"/>
                </a:lnTo>
                <a:close/>
              </a:path>
              <a:path w="1807845" h="874395">
                <a:moveTo>
                  <a:pt x="1763395" y="852169"/>
                </a:moveTo>
                <a:lnTo>
                  <a:pt x="44450" y="852169"/>
                </a:lnTo>
                <a:lnTo>
                  <a:pt x="44450" y="829944"/>
                </a:lnTo>
                <a:lnTo>
                  <a:pt x="1763395" y="829944"/>
                </a:lnTo>
                <a:lnTo>
                  <a:pt x="1763395" y="852169"/>
                </a:lnTo>
                <a:close/>
              </a:path>
              <a:path w="1807845" h="874395">
                <a:moveTo>
                  <a:pt x="1807845" y="852169"/>
                </a:moveTo>
                <a:lnTo>
                  <a:pt x="1763395" y="852169"/>
                </a:lnTo>
                <a:lnTo>
                  <a:pt x="1785620" y="829944"/>
                </a:lnTo>
                <a:lnTo>
                  <a:pt x="1807845" y="829944"/>
                </a:lnTo>
                <a:lnTo>
                  <a:pt x="1807845" y="85216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142094" y="3061334"/>
            <a:ext cx="1549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卢瑟福核式 结构模型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16810" y="3379800"/>
            <a:ext cx="6646545" cy="200025"/>
          </a:xfrm>
          <a:custGeom>
            <a:avLst/>
            <a:gdLst/>
            <a:ahLst/>
            <a:cxnLst/>
            <a:rect l="l" t="t" r="r" b="b"/>
            <a:pathLst>
              <a:path w="6646545" h="200025">
                <a:moveTo>
                  <a:pt x="6558318" y="99999"/>
                </a:moveTo>
                <a:lnTo>
                  <a:pt x="6457886" y="41414"/>
                </a:lnTo>
                <a:lnTo>
                  <a:pt x="6446888" y="23342"/>
                </a:lnTo>
                <a:lnTo>
                  <a:pt x="6447002" y="19672"/>
                </a:lnTo>
                <a:lnTo>
                  <a:pt x="6469799" y="0"/>
                </a:lnTo>
                <a:lnTo>
                  <a:pt x="6473444" y="419"/>
                </a:lnTo>
                <a:lnTo>
                  <a:pt x="6476974" y="1435"/>
                </a:lnTo>
                <a:lnTo>
                  <a:pt x="6480289" y="3009"/>
                </a:lnTo>
                <a:lnTo>
                  <a:pt x="6608447" y="77774"/>
                </a:lnTo>
                <a:lnTo>
                  <a:pt x="6602437" y="77774"/>
                </a:lnTo>
                <a:lnTo>
                  <a:pt x="6602437" y="80797"/>
                </a:lnTo>
                <a:lnTo>
                  <a:pt x="6591236" y="80797"/>
                </a:lnTo>
                <a:lnTo>
                  <a:pt x="6558318" y="99999"/>
                </a:lnTo>
                <a:close/>
              </a:path>
              <a:path w="6646545" h="200025">
                <a:moveTo>
                  <a:pt x="6520218" y="122224"/>
                </a:moveTo>
                <a:lnTo>
                  <a:pt x="0" y="122224"/>
                </a:lnTo>
                <a:lnTo>
                  <a:pt x="0" y="77774"/>
                </a:lnTo>
                <a:lnTo>
                  <a:pt x="6520218" y="77774"/>
                </a:lnTo>
                <a:lnTo>
                  <a:pt x="6558318" y="99999"/>
                </a:lnTo>
                <a:lnTo>
                  <a:pt x="6520218" y="122224"/>
                </a:lnTo>
                <a:close/>
              </a:path>
              <a:path w="6646545" h="200025">
                <a:moveTo>
                  <a:pt x="6608447" y="122224"/>
                </a:moveTo>
                <a:lnTo>
                  <a:pt x="6602437" y="122224"/>
                </a:lnTo>
                <a:lnTo>
                  <a:pt x="6602437" y="77774"/>
                </a:lnTo>
                <a:lnTo>
                  <a:pt x="6608447" y="77774"/>
                </a:lnTo>
                <a:lnTo>
                  <a:pt x="6646544" y="99999"/>
                </a:lnTo>
                <a:lnTo>
                  <a:pt x="6608447" y="122224"/>
                </a:lnTo>
                <a:close/>
              </a:path>
              <a:path w="6646545" h="200025">
                <a:moveTo>
                  <a:pt x="6591236" y="119202"/>
                </a:moveTo>
                <a:lnTo>
                  <a:pt x="6558318" y="99999"/>
                </a:lnTo>
                <a:lnTo>
                  <a:pt x="6591236" y="80797"/>
                </a:lnTo>
                <a:lnTo>
                  <a:pt x="6591236" y="119202"/>
                </a:lnTo>
                <a:close/>
              </a:path>
              <a:path w="6646545" h="200025">
                <a:moveTo>
                  <a:pt x="6602437" y="119202"/>
                </a:moveTo>
                <a:lnTo>
                  <a:pt x="6591236" y="119202"/>
                </a:lnTo>
                <a:lnTo>
                  <a:pt x="6591236" y="80797"/>
                </a:lnTo>
                <a:lnTo>
                  <a:pt x="6602437" y="80797"/>
                </a:lnTo>
                <a:lnTo>
                  <a:pt x="6602437" y="119202"/>
                </a:lnTo>
                <a:close/>
              </a:path>
              <a:path w="6646545" h="200025">
                <a:moveTo>
                  <a:pt x="6469799" y="199999"/>
                </a:moveTo>
                <a:lnTo>
                  <a:pt x="6446888" y="176657"/>
                </a:lnTo>
                <a:lnTo>
                  <a:pt x="6447383" y="173024"/>
                </a:lnTo>
                <a:lnTo>
                  <a:pt x="6558318" y="99999"/>
                </a:lnTo>
                <a:lnTo>
                  <a:pt x="6591236" y="119202"/>
                </a:lnTo>
                <a:lnTo>
                  <a:pt x="6602437" y="119202"/>
                </a:lnTo>
                <a:lnTo>
                  <a:pt x="6602437" y="122224"/>
                </a:lnTo>
                <a:lnTo>
                  <a:pt x="6608447" y="122224"/>
                </a:lnTo>
                <a:lnTo>
                  <a:pt x="6480289" y="196989"/>
                </a:lnTo>
                <a:lnTo>
                  <a:pt x="6476974" y="198564"/>
                </a:lnTo>
                <a:lnTo>
                  <a:pt x="6473444" y="199580"/>
                </a:lnTo>
                <a:lnTo>
                  <a:pt x="6469799" y="19999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57854" y="344614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提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27566" y="2007120"/>
            <a:ext cx="1883410" cy="101600"/>
          </a:xfrm>
          <a:custGeom>
            <a:avLst/>
            <a:gdLst/>
            <a:ahLst/>
            <a:cxnLst/>
            <a:rect l="l" t="t" r="r" b="b"/>
            <a:pathLst>
              <a:path w="1883410" h="101600">
                <a:moveTo>
                  <a:pt x="1846672" y="44119"/>
                </a:moveTo>
                <a:lnTo>
                  <a:pt x="1790598" y="11811"/>
                </a:lnTo>
                <a:lnTo>
                  <a:pt x="1789061" y="10566"/>
                </a:lnTo>
                <a:lnTo>
                  <a:pt x="1787969" y="8902"/>
                </a:lnTo>
                <a:lnTo>
                  <a:pt x="1787461" y="6972"/>
                </a:lnTo>
                <a:lnTo>
                  <a:pt x="1787563" y="4991"/>
                </a:lnTo>
                <a:lnTo>
                  <a:pt x="1788274" y="3136"/>
                </a:lnTo>
                <a:lnTo>
                  <a:pt x="1789518" y="1600"/>
                </a:lnTo>
                <a:lnTo>
                  <a:pt x="1791182" y="507"/>
                </a:lnTo>
                <a:lnTo>
                  <a:pt x="1793100" y="0"/>
                </a:lnTo>
                <a:lnTo>
                  <a:pt x="1795081" y="101"/>
                </a:lnTo>
                <a:lnTo>
                  <a:pt x="1796935" y="812"/>
                </a:lnTo>
                <a:lnTo>
                  <a:pt x="1871899" y="43992"/>
                </a:lnTo>
                <a:lnTo>
                  <a:pt x="1846672" y="44119"/>
                </a:lnTo>
                <a:close/>
              </a:path>
              <a:path w="1883410" h="101600">
                <a:moveTo>
                  <a:pt x="1857602" y="50417"/>
                </a:moveTo>
                <a:lnTo>
                  <a:pt x="1846672" y="44119"/>
                </a:lnTo>
                <a:lnTo>
                  <a:pt x="1870176" y="43992"/>
                </a:lnTo>
                <a:lnTo>
                  <a:pt x="1870181" y="44881"/>
                </a:lnTo>
                <a:lnTo>
                  <a:pt x="1866976" y="44881"/>
                </a:lnTo>
                <a:lnTo>
                  <a:pt x="1857602" y="50417"/>
                </a:lnTo>
                <a:close/>
              </a:path>
              <a:path w="1883410" h="101600">
                <a:moveTo>
                  <a:pt x="1793646" y="101523"/>
                </a:moveTo>
                <a:lnTo>
                  <a:pt x="1787931" y="94602"/>
                </a:lnTo>
                <a:lnTo>
                  <a:pt x="1788426" y="92684"/>
                </a:lnTo>
                <a:lnTo>
                  <a:pt x="1789493" y="91008"/>
                </a:lnTo>
                <a:lnTo>
                  <a:pt x="1791017" y="89738"/>
                </a:lnTo>
                <a:lnTo>
                  <a:pt x="1846761" y="56819"/>
                </a:lnTo>
                <a:lnTo>
                  <a:pt x="1870240" y="56692"/>
                </a:lnTo>
                <a:lnTo>
                  <a:pt x="1870176" y="43992"/>
                </a:lnTo>
                <a:lnTo>
                  <a:pt x="1871899" y="43992"/>
                </a:lnTo>
                <a:lnTo>
                  <a:pt x="1882813" y="50279"/>
                </a:lnTo>
                <a:lnTo>
                  <a:pt x="1797481" y="100672"/>
                </a:lnTo>
                <a:lnTo>
                  <a:pt x="1795627" y="101409"/>
                </a:lnTo>
                <a:lnTo>
                  <a:pt x="1793646" y="101523"/>
                </a:lnTo>
                <a:close/>
              </a:path>
              <a:path w="1883410" h="101600">
                <a:moveTo>
                  <a:pt x="76" y="66789"/>
                </a:moveTo>
                <a:lnTo>
                  <a:pt x="0" y="54089"/>
                </a:lnTo>
                <a:lnTo>
                  <a:pt x="1846672" y="44119"/>
                </a:lnTo>
                <a:lnTo>
                  <a:pt x="1857602" y="50417"/>
                </a:lnTo>
                <a:lnTo>
                  <a:pt x="1846761" y="56819"/>
                </a:lnTo>
                <a:lnTo>
                  <a:pt x="76" y="66789"/>
                </a:lnTo>
                <a:close/>
              </a:path>
              <a:path w="1883410" h="101600">
                <a:moveTo>
                  <a:pt x="1867039" y="55854"/>
                </a:moveTo>
                <a:lnTo>
                  <a:pt x="1857602" y="50417"/>
                </a:lnTo>
                <a:lnTo>
                  <a:pt x="1866976" y="44881"/>
                </a:lnTo>
                <a:lnTo>
                  <a:pt x="1867039" y="55854"/>
                </a:lnTo>
                <a:close/>
              </a:path>
              <a:path w="1883410" h="101600">
                <a:moveTo>
                  <a:pt x="1870235" y="55854"/>
                </a:moveTo>
                <a:lnTo>
                  <a:pt x="1867039" y="55854"/>
                </a:lnTo>
                <a:lnTo>
                  <a:pt x="1866976" y="44881"/>
                </a:lnTo>
                <a:lnTo>
                  <a:pt x="1870181" y="44881"/>
                </a:lnTo>
                <a:lnTo>
                  <a:pt x="1870235" y="55854"/>
                </a:lnTo>
                <a:close/>
              </a:path>
              <a:path w="1883410" h="101600">
                <a:moveTo>
                  <a:pt x="1846761" y="56819"/>
                </a:moveTo>
                <a:lnTo>
                  <a:pt x="1857602" y="50417"/>
                </a:lnTo>
                <a:lnTo>
                  <a:pt x="1867039" y="55854"/>
                </a:lnTo>
                <a:lnTo>
                  <a:pt x="1870235" y="55854"/>
                </a:lnTo>
                <a:lnTo>
                  <a:pt x="1870240" y="56692"/>
                </a:lnTo>
                <a:lnTo>
                  <a:pt x="1846761" y="568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88154" y="1790064"/>
            <a:ext cx="1807845" cy="504825"/>
          </a:xfrm>
          <a:custGeom>
            <a:avLst/>
            <a:gdLst/>
            <a:ahLst/>
            <a:cxnLst/>
            <a:rect l="l" t="t" r="r" b="b"/>
            <a:pathLst>
              <a:path w="1807845" h="504825">
                <a:moveTo>
                  <a:pt x="1785620" y="504825"/>
                </a:moveTo>
                <a:lnTo>
                  <a:pt x="22225" y="504825"/>
                </a:lnTo>
                <a:lnTo>
                  <a:pt x="18745" y="504545"/>
                </a:lnTo>
                <a:lnTo>
                  <a:pt x="0" y="482600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460375"/>
                </a:lnTo>
                <a:lnTo>
                  <a:pt x="22225" y="460375"/>
                </a:lnTo>
                <a:lnTo>
                  <a:pt x="44450" y="482600"/>
                </a:lnTo>
                <a:lnTo>
                  <a:pt x="1807845" y="482600"/>
                </a:lnTo>
                <a:lnTo>
                  <a:pt x="1807565" y="486079"/>
                </a:lnTo>
                <a:lnTo>
                  <a:pt x="1789099" y="504545"/>
                </a:lnTo>
                <a:lnTo>
                  <a:pt x="1785620" y="504825"/>
                </a:lnTo>
                <a:close/>
              </a:path>
              <a:path w="1807845" h="50482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504825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460375"/>
                </a:lnTo>
                <a:lnTo>
                  <a:pt x="1785620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504825">
                <a:moveTo>
                  <a:pt x="44450" y="482600"/>
                </a:moveTo>
                <a:lnTo>
                  <a:pt x="22225" y="460375"/>
                </a:lnTo>
                <a:lnTo>
                  <a:pt x="44450" y="460375"/>
                </a:lnTo>
                <a:lnTo>
                  <a:pt x="44450" y="48260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44450" y="482600"/>
                </a:lnTo>
                <a:lnTo>
                  <a:pt x="44450" y="460375"/>
                </a:lnTo>
                <a:lnTo>
                  <a:pt x="1763395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82600"/>
                </a:moveTo>
                <a:lnTo>
                  <a:pt x="1763395" y="482600"/>
                </a:lnTo>
                <a:lnTo>
                  <a:pt x="1785620" y="460375"/>
                </a:lnTo>
                <a:lnTo>
                  <a:pt x="1807845" y="460375"/>
                </a:lnTo>
                <a:lnTo>
                  <a:pt x="1807845" y="482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389120" y="180911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原子不可割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22486" y="2997720"/>
            <a:ext cx="1883410" cy="101600"/>
          </a:xfrm>
          <a:custGeom>
            <a:avLst/>
            <a:gdLst/>
            <a:ahLst/>
            <a:cxnLst/>
            <a:rect l="l" t="t" r="r" b="b"/>
            <a:pathLst>
              <a:path w="1883410" h="101600">
                <a:moveTo>
                  <a:pt x="1846672" y="44119"/>
                </a:moveTo>
                <a:lnTo>
                  <a:pt x="1790598" y="11811"/>
                </a:lnTo>
                <a:lnTo>
                  <a:pt x="1789061" y="10566"/>
                </a:lnTo>
                <a:lnTo>
                  <a:pt x="1787969" y="8902"/>
                </a:lnTo>
                <a:lnTo>
                  <a:pt x="1787461" y="6972"/>
                </a:lnTo>
                <a:lnTo>
                  <a:pt x="1787563" y="4991"/>
                </a:lnTo>
                <a:lnTo>
                  <a:pt x="1788274" y="3136"/>
                </a:lnTo>
                <a:lnTo>
                  <a:pt x="1789518" y="1600"/>
                </a:lnTo>
                <a:lnTo>
                  <a:pt x="1791182" y="507"/>
                </a:lnTo>
                <a:lnTo>
                  <a:pt x="1793100" y="0"/>
                </a:lnTo>
                <a:lnTo>
                  <a:pt x="1795081" y="101"/>
                </a:lnTo>
                <a:lnTo>
                  <a:pt x="1796935" y="812"/>
                </a:lnTo>
                <a:lnTo>
                  <a:pt x="1871899" y="43992"/>
                </a:lnTo>
                <a:lnTo>
                  <a:pt x="1846672" y="44119"/>
                </a:lnTo>
                <a:close/>
              </a:path>
              <a:path w="1883410" h="101600">
                <a:moveTo>
                  <a:pt x="1857602" y="50417"/>
                </a:moveTo>
                <a:lnTo>
                  <a:pt x="1846672" y="44119"/>
                </a:lnTo>
                <a:lnTo>
                  <a:pt x="1870176" y="43992"/>
                </a:lnTo>
                <a:lnTo>
                  <a:pt x="1870181" y="44881"/>
                </a:lnTo>
                <a:lnTo>
                  <a:pt x="1866976" y="44881"/>
                </a:lnTo>
                <a:lnTo>
                  <a:pt x="1857602" y="50417"/>
                </a:lnTo>
                <a:close/>
              </a:path>
              <a:path w="1883410" h="101600">
                <a:moveTo>
                  <a:pt x="1793646" y="101523"/>
                </a:moveTo>
                <a:lnTo>
                  <a:pt x="1787931" y="94602"/>
                </a:lnTo>
                <a:lnTo>
                  <a:pt x="1788426" y="92684"/>
                </a:lnTo>
                <a:lnTo>
                  <a:pt x="1789493" y="91008"/>
                </a:lnTo>
                <a:lnTo>
                  <a:pt x="1791017" y="89738"/>
                </a:lnTo>
                <a:lnTo>
                  <a:pt x="1846761" y="56819"/>
                </a:lnTo>
                <a:lnTo>
                  <a:pt x="1870240" y="56692"/>
                </a:lnTo>
                <a:lnTo>
                  <a:pt x="1870176" y="43992"/>
                </a:lnTo>
                <a:lnTo>
                  <a:pt x="1871899" y="43992"/>
                </a:lnTo>
                <a:lnTo>
                  <a:pt x="1882813" y="50279"/>
                </a:lnTo>
                <a:lnTo>
                  <a:pt x="1797481" y="100672"/>
                </a:lnTo>
                <a:lnTo>
                  <a:pt x="1795627" y="101409"/>
                </a:lnTo>
                <a:lnTo>
                  <a:pt x="1793646" y="101523"/>
                </a:lnTo>
                <a:close/>
              </a:path>
              <a:path w="1883410" h="101600">
                <a:moveTo>
                  <a:pt x="76" y="66789"/>
                </a:moveTo>
                <a:lnTo>
                  <a:pt x="0" y="54089"/>
                </a:lnTo>
                <a:lnTo>
                  <a:pt x="1846672" y="44119"/>
                </a:lnTo>
                <a:lnTo>
                  <a:pt x="1857602" y="50417"/>
                </a:lnTo>
                <a:lnTo>
                  <a:pt x="1846761" y="56819"/>
                </a:lnTo>
                <a:lnTo>
                  <a:pt x="76" y="66789"/>
                </a:lnTo>
                <a:close/>
              </a:path>
              <a:path w="1883410" h="101600">
                <a:moveTo>
                  <a:pt x="1867039" y="55854"/>
                </a:moveTo>
                <a:lnTo>
                  <a:pt x="1857602" y="50417"/>
                </a:lnTo>
                <a:lnTo>
                  <a:pt x="1866976" y="44881"/>
                </a:lnTo>
                <a:lnTo>
                  <a:pt x="1867039" y="55854"/>
                </a:lnTo>
                <a:close/>
              </a:path>
              <a:path w="1883410" h="101600">
                <a:moveTo>
                  <a:pt x="1870235" y="55854"/>
                </a:moveTo>
                <a:lnTo>
                  <a:pt x="1867039" y="55854"/>
                </a:lnTo>
                <a:lnTo>
                  <a:pt x="1866976" y="44881"/>
                </a:lnTo>
                <a:lnTo>
                  <a:pt x="1870181" y="44881"/>
                </a:lnTo>
                <a:lnTo>
                  <a:pt x="1870235" y="55854"/>
                </a:lnTo>
                <a:close/>
              </a:path>
              <a:path w="1883410" h="101600">
                <a:moveTo>
                  <a:pt x="1846761" y="56819"/>
                </a:moveTo>
                <a:lnTo>
                  <a:pt x="1857602" y="50417"/>
                </a:lnTo>
                <a:lnTo>
                  <a:pt x="1867039" y="55854"/>
                </a:lnTo>
                <a:lnTo>
                  <a:pt x="1870235" y="55854"/>
                </a:lnTo>
                <a:lnTo>
                  <a:pt x="1870240" y="56692"/>
                </a:lnTo>
                <a:lnTo>
                  <a:pt x="1846761" y="568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813685" y="1654809"/>
            <a:ext cx="1068705" cy="138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否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endParaRPr sz="2400">
              <a:latin typeface="华文楷体"/>
              <a:cs typeface="华文楷体"/>
            </a:endParaRPr>
          </a:p>
          <a:p>
            <a:pPr marL="12700" marR="5080" indent="433070">
              <a:lnSpc>
                <a:spcPts val="2710"/>
              </a:lnSpc>
              <a:spcBef>
                <a:spcPts val="2435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提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出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否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83075" y="2794635"/>
            <a:ext cx="2497455" cy="504825"/>
          </a:xfrm>
          <a:custGeom>
            <a:avLst/>
            <a:gdLst/>
            <a:ahLst/>
            <a:cxnLst/>
            <a:rect l="l" t="t" r="r" b="b"/>
            <a:pathLst>
              <a:path w="2497454" h="504825">
                <a:moveTo>
                  <a:pt x="2475229" y="504825"/>
                </a:moveTo>
                <a:lnTo>
                  <a:pt x="22225" y="504825"/>
                </a:lnTo>
                <a:lnTo>
                  <a:pt x="18745" y="504545"/>
                </a:lnTo>
                <a:lnTo>
                  <a:pt x="0" y="482600"/>
                </a:lnTo>
                <a:lnTo>
                  <a:pt x="0" y="22225"/>
                </a:lnTo>
                <a:lnTo>
                  <a:pt x="22225" y="0"/>
                </a:lnTo>
                <a:lnTo>
                  <a:pt x="2475229" y="0"/>
                </a:lnTo>
                <a:lnTo>
                  <a:pt x="2497454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460375"/>
                </a:lnTo>
                <a:lnTo>
                  <a:pt x="22225" y="460375"/>
                </a:lnTo>
                <a:lnTo>
                  <a:pt x="44450" y="482600"/>
                </a:lnTo>
                <a:lnTo>
                  <a:pt x="2497454" y="482600"/>
                </a:lnTo>
                <a:lnTo>
                  <a:pt x="2497175" y="486079"/>
                </a:lnTo>
                <a:lnTo>
                  <a:pt x="2478709" y="504545"/>
                </a:lnTo>
                <a:lnTo>
                  <a:pt x="2475229" y="504825"/>
                </a:lnTo>
                <a:close/>
              </a:path>
              <a:path w="2497454" h="50482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2497454" h="504825">
                <a:moveTo>
                  <a:pt x="2453004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2453004" y="22225"/>
                </a:lnTo>
                <a:lnTo>
                  <a:pt x="2453004" y="44450"/>
                </a:lnTo>
                <a:close/>
              </a:path>
              <a:path w="2497454" h="504825">
                <a:moveTo>
                  <a:pt x="2453004" y="482600"/>
                </a:moveTo>
                <a:lnTo>
                  <a:pt x="2453004" y="22225"/>
                </a:lnTo>
                <a:lnTo>
                  <a:pt x="2475229" y="44450"/>
                </a:lnTo>
                <a:lnTo>
                  <a:pt x="2497454" y="44450"/>
                </a:lnTo>
                <a:lnTo>
                  <a:pt x="2497454" y="460375"/>
                </a:lnTo>
                <a:lnTo>
                  <a:pt x="2475229" y="460375"/>
                </a:lnTo>
                <a:lnTo>
                  <a:pt x="2453004" y="482600"/>
                </a:lnTo>
                <a:close/>
              </a:path>
              <a:path w="2497454" h="504825">
                <a:moveTo>
                  <a:pt x="2497454" y="44450"/>
                </a:moveTo>
                <a:lnTo>
                  <a:pt x="2475229" y="44450"/>
                </a:lnTo>
                <a:lnTo>
                  <a:pt x="2453004" y="22225"/>
                </a:lnTo>
                <a:lnTo>
                  <a:pt x="2497454" y="22225"/>
                </a:lnTo>
                <a:lnTo>
                  <a:pt x="2497454" y="44450"/>
                </a:lnTo>
                <a:close/>
              </a:path>
              <a:path w="2497454" h="504825">
                <a:moveTo>
                  <a:pt x="44450" y="482600"/>
                </a:moveTo>
                <a:lnTo>
                  <a:pt x="22225" y="460375"/>
                </a:lnTo>
                <a:lnTo>
                  <a:pt x="44450" y="460375"/>
                </a:lnTo>
                <a:lnTo>
                  <a:pt x="44450" y="482600"/>
                </a:lnTo>
                <a:close/>
              </a:path>
              <a:path w="2497454" h="504825">
                <a:moveTo>
                  <a:pt x="2453004" y="482600"/>
                </a:moveTo>
                <a:lnTo>
                  <a:pt x="44450" y="482600"/>
                </a:lnTo>
                <a:lnTo>
                  <a:pt x="44450" y="460375"/>
                </a:lnTo>
                <a:lnTo>
                  <a:pt x="2453004" y="460375"/>
                </a:lnTo>
                <a:lnTo>
                  <a:pt x="2453004" y="482600"/>
                </a:lnTo>
                <a:close/>
              </a:path>
              <a:path w="2497454" h="504825">
                <a:moveTo>
                  <a:pt x="2497454" y="482600"/>
                </a:moveTo>
                <a:lnTo>
                  <a:pt x="2453004" y="482600"/>
                </a:lnTo>
                <a:lnTo>
                  <a:pt x="2475229" y="460375"/>
                </a:lnTo>
                <a:lnTo>
                  <a:pt x="2497454" y="460375"/>
                </a:lnTo>
                <a:lnTo>
                  <a:pt x="2497454" y="482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384040" y="2813684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汤姆孙枣糕模型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 rot="900000">
            <a:off x="10899054" y="3276122"/>
            <a:ext cx="1073590" cy="758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970"/>
              </a:lnSpc>
            </a:pPr>
            <a:r>
              <a:rPr dirty="0" sz="5950" spc="15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59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324040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三、经典理论的困</a:t>
            </a:r>
            <a:r>
              <a:rPr dirty="0" u="none" spc="-20" b="1">
                <a:latin typeface="黑体"/>
                <a:cs typeface="黑体"/>
              </a:rPr>
              <a:t>难</a:t>
            </a:r>
          </a:p>
        </p:txBody>
      </p:sp>
      <p:sp>
        <p:nvSpPr>
          <p:cNvPr id="6" name="object 6"/>
          <p:cNvSpPr/>
          <p:nvPr/>
        </p:nvSpPr>
        <p:spPr>
          <a:xfrm>
            <a:off x="390143" y="3038855"/>
            <a:ext cx="906780" cy="1264920"/>
          </a:xfrm>
          <a:custGeom>
            <a:avLst/>
            <a:gdLst/>
            <a:ahLst/>
            <a:cxnLst/>
            <a:rect l="l" t="t" r="r" b="b"/>
            <a:pathLst>
              <a:path w="906780" h="1264920">
                <a:moveTo>
                  <a:pt x="755904" y="1264920"/>
                </a:moveTo>
                <a:lnTo>
                  <a:pt x="150876" y="1264920"/>
                </a:lnTo>
                <a:lnTo>
                  <a:pt x="103395" y="1257343"/>
                </a:lnTo>
                <a:lnTo>
                  <a:pt x="62073" y="1235973"/>
                </a:lnTo>
                <a:lnTo>
                  <a:pt x="29403" y="1203304"/>
                </a:lnTo>
                <a:lnTo>
                  <a:pt x="7880" y="1161829"/>
                </a:lnTo>
                <a:lnTo>
                  <a:pt x="0" y="1114044"/>
                </a:lnTo>
                <a:lnTo>
                  <a:pt x="0" y="150876"/>
                </a:lnTo>
                <a:lnTo>
                  <a:pt x="7880" y="103029"/>
                </a:lnTo>
                <a:lnTo>
                  <a:pt x="29403" y="61524"/>
                </a:lnTo>
                <a:lnTo>
                  <a:pt x="62073" y="28854"/>
                </a:lnTo>
                <a:lnTo>
                  <a:pt x="103395" y="7515"/>
                </a:lnTo>
                <a:lnTo>
                  <a:pt x="150876" y="0"/>
                </a:lnTo>
                <a:lnTo>
                  <a:pt x="755904" y="0"/>
                </a:lnTo>
                <a:lnTo>
                  <a:pt x="803445" y="7515"/>
                </a:lnTo>
                <a:lnTo>
                  <a:pt x="844798" y="28854"/>
                </a:lnTo>
                <a:lnTo>
                  <a:pt x="877467" y="61524"/>
                </a:lnTo>
                <a:lnTo>
                  <a:pt x="898960" y="103029"/>
                </a:lnTo>
                <a:lnTo>
                  <a:pt x="906780" y="150876"/>
                </a:lnTo>
                <a:lnTo>
                  <a:pt x="906780" y="1114044"/>
                </a:lnTo>
                <a:lnTo>
                  <a:pt x="898960" y="1161829"/>
                </a:lnTo>
                <a:lnTo>
                  <a:pt x="877467" y="1203304"/>
                </a:lnTo>
                <a:lnTo>
                  <a:pt x="844798" y="1235973"/>
                </a:lnTo>
                <a:lnTo>
                  <a:pt x="803445" y="1257343"/>
                </a:lnTo>
                <a:lnTo>
                  <a:pt x="755904" y="126492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4175" y="3032125"/>
            <a:ext cx="918844" cy="1270000"/>
          </a:xfrm>
          <a:custGeom>
            <a:avLst/>
            <a:gdLst/>
            <a:ahLst/>
            <a:cxnLst/>
            <a:rect l="l" t="t" r="r" b="b"/>
            <a:pathLst>
              <a:path w="918844" h="1270000">
                <a:moveTo>
                  <a:pt x="829703" y="12700"/>
                </a:moveTo>
                <a:lnTo>
                  <a:pt x="89141" y="12700"/>
                </a:lnTo>
                <a:lnTo>
                  <a:pt x="96113" y="0"/>
                </a:lnTo>
                <a:lnTo>
                  <a:pt x="822731" y="0"/>
                </a:lnTo>
                <a:lnTo>
                  <a:pt x="829703" y="12700"/>
                </a:lnTo>
                <a:close/>
              </a:path>
              <a:path w="918844" h="1270000">
                <a:moveTo>
                  <a:pt x="94513" y="25400"/>
                </a:moveTo>
                <a:lnTo>
                  <a:pt x="69380" y="25400"/>
                </a:lnTo>
                <a:lnTo>
                  <a:pt x="75768" y="12700"/>
                </a:lnTo>
                <a:lnTo>
                  <a:pt x="101206" y="12700"/>
                </a:lnTo>
                <a:lnTo>
                  <a:pt x="94513" y="25400"/>
                </a:lnTo>
                <a:close/>
              </a:path>
              <a:path w="918844" h="1270000">
                <a:moveTo>
                  <a:pt x="849464" y="25400"/>
                </a:moveTo>
                <a:lnTo>
                  <a:pt x="824331" y="25400"/>
                </a:lnTo>
                <a:lnTo>
                  <a:pt x="817638" y="12700"/>
                </a:lnTo>
                <a:lnTo>
                  <a:pt x="843076" y="12700"/>
                </a:lnTo>
                <a:lnTo>
                  <a:pt x="849464" y="25400"/>
                </a:lnTo>
                <a:close/>
              </a:path>
              <a:path w="918844" h="1270000">
                <a:moveTo>
                  <a:pt x="70700" y="38100"/>
                </a:moveTo>
                <a:lnTo>
                  <a:pt x="51562" y="38100"/>
                </a:lnTo>
                <a:lnTo>
                  <a:pt x="57264" y="25400"/>
                </a:lnTo>
                <a:lnTo>
                  <a:pt x="76619" y="25400"/>
                </a:lnTo>
                <a:lnTo>
                  <a:pt x="70700" y="38100"/>
                </a:lnTo>
                <a:close/>
              </a:path>
              <a:path w="918844" h="1270000">
                <a:moveTo>
                  <a:pt x="867283" y="38100"/>
                </a:moveTo>
                <a:lnTo>
                  <a:pt x="848144" y="38100"/>
                </a:lnTo>
                <a:lnTo>
                  <a:pt x="842225" y="25400"/>
                </a:lnTo>
                <a:lnTo>
                  <a:pt x="861580" y="25400"/>
                </a:lnTo>
                <a:lnTo>
                  <a:pt x="867283" y="38100"/>
                </a:lnTo>
                <a:close/>
              </a:path>
              <a:path w="918844" h="1270000">
                <a:moveTo>
                  <a:pt x="54965" y="50800"/>
                </a:moveTo>
                <a:lnTo>
                  <a:pt x="40881" y="50800"/>
                </a:lnTo>
                <a:lnTo>
                  <a:pt x="46088" y="38100"/>
                </a:lnTo>
                <a:lnTo>
                  <a:pt x="60210" y="38100"/>
                </a:lnTo>
                <a:lnTo>
                  <a:pt x="54965" y="50800"/>
                </a:lnTo>
                <a:close/>
              </a:path>
              <a:path w="918844" h="1270000">
                <a:moveTo>
                  <a:pt x="877963" y="50800"/>
                </a:moveTo>
                <a:lnTo>
                  <a:pt x="863879" y="50800"/>
                </a:lnTo>
                <a:lnTo>
                  <a:pt x="858634" y="38100"/>
                </a:lnTo>
                <a:lnTo>
                  <a:pt x="872756" y="38100"/>
                </a:lnTo>
                <a:lnTo>
                  <a:pt x="877963" y="50800"/>
                </a:lnTo>
                <a:close/>
              </a:path>
              <a:path w="918844" h="1270000">
                <a:moveTo>
                  <a:pt x="45631" y="63500"/>
                </a:moveTo>
                <a:lnTo>
                  <a:pt x="26885" y="63500"/>
                </a:lnTo>
                <a:lnTo>
                  <a:pt x="31267" y="50800"/>
                </a:lnTo>
                <a:lnTo>
                  <a:pt x="50380" y="50800"/>
                </a:lnTo>
                <a:lnTo>
                  <a:pt x="45631" y="63500"/>
                </a:lnTo>
                <a:close/>
              </a:path>
              <a:path w="918844" h="1270000">
                <a:moveTo>
                  <a:pt x="891959" y="63500"/>
                </a:moveTo>
                <a:lnTo>
                  <a:pt x="873213" y="63500"/>
                </a:lnTo>
                <a:lnTo>
                  <a:pt x="868464" y="50800"/>
                </a:lnTo>
                <a:lnTo>
                  <a:pt x="887577" y="50800"/>
                </a:lnTo>
                <a:lnTo>
                  <a:pt x="891959" y="63500"/>
                </a:lnTo>
                <a:close/>
              </a:path>
              <a:path w="918844" h="1270000">
                <a:moveTo>
                  <a:pt x="26898" y="88900"/>
                </a:moveTo>
                <a:lnTo>
                  <a:pt x="15519" y="88900"/>
                </a:lnTo>
                <a:lnTo>
                  <a:pt x="18999" y="76200"/>
                </a:lnTo>
                <a:lnTo>
                  <a:pt x="22783" y="63500"/>
                </a:lnTo>
                <a:lnTo>
                  <a:pt x="41529" y="63500"/>
                </a:lnTo>
                <a:lnTo>
                  <a:pt x="37312" y="76200"/>
                </a:lnTo>
                <a:lnTo>
                  <a:pt x="30226" y="76200"/>
                </a:lnTo>
                <a:lnTo>
                  <a:pt x="26898" y="88900"/>
                </a:lnTo>
                <a:close/>
              </a:path>
              <a:path w="918844" h="1270000">
                <a:moveTo>
                  <a:pt x="903325" y="88900"/>
                </a:moveTo>
                <a:lnTo>
                  <a:pt x="891946" y="88900"/>
                </a:lnTo>
                <a:lnTo>
                  <a:pt x="888619" y="76200"/>
                </a:lnTo>
                <a:lnTo>
                  <a:pt x="881532" y="76200"/>
                </a:lnTo>
                <a:lnTo>
                  <a:pt x="877316" y="63500"/>
                </a:lnTo>
                <a:lnTo>
                  <a:pt x="896061" y="63500"/>
                </a:lnTo>
                <a:lnTo>
                  <a:pt x="899845" y="76200"/>
                </a:lnTo>
                <a:lnTo>
                  <a:pt x="903325" y="88900"/>
                </a:lnTo>
                <a:close/>
              </a:path>
              <a:path w="918844" h="1270000">
                <a:moveTo>
                  <a:pt x="21424" y="101600"/>
                </a:moveTo>
                <a:lnTo>
                  <a:pt x="9550" y="101600"/>
                </a:lnTo>
                <a:lnTo>
                  <a:pt x="12369" y="88900"/>
                </a:lnTo>
                <a:lnTo>
                  <a:pt x="24129" y="88900"/>
                </a:lnTo>
                <a:lnTo>
                  <a:pt x="21424" y="101600"/>
                </a:lnTo>
                <a:close/>
              </a:path>
              <a:path w="918844" h="1270000">
                <a:moveTo>
                  <a:pt x="909294" y="101600"/>
                </a:moveTo>
                <a:lnTo>
                  <a:pt x="897420" y="101600"/>
                </a:lnTo>
                <a:lnTo>
                  <a:pt x="894715" y="88900"/>
                </a:lnTo>
                <a:lnTo>
                  <a:pt x="906475" y="88900"/>
                </a:lnTo>
                <a:lnTo>
                  <a:pt x="909294" y="101600"/>
                </a:lnTo>
                <a:close/>
              </a:path>
              <a:path w="918844" h="1270000">
                <a:moveTo>
                  <a:pt x="17208" y="114300"/>
                </a:moveTo>
                <a:lnTo>
                  <a:pt x="4953" y="114300"/>
                </a:lnTo>
                <a:lnTo>
                  <a:pt x="7073" y="101600"/>
                </a:lnTo>
                <a:lnTo>
                  <a:pt x="19253" y="101600"/>
                </a:lnTo>
                <a:lnTo>
                  <a:pt x="17208" y="114300"/>
                </a:lnTo>
                <a:close/>
              </a:path>
              <a:path w="918844" h="1270000">
                <a:moveTo>
                  <a:pt x="19151" y="114300"/>
                </a:moveTo>
                <a:lnTo>
                  <a:pt x="19253" y="101600"/>
                </a:lnTo>
                <a:lnTo>
                  <a:pt x="21526" y="101600"/>
                </a:lnTo>
                <a:lnTo>
                  <a:pt x="19151" y="114300"/>
                </a:lnTo>
                <a:close/>
              </a:path>
              <a:path w="918844" h="1270000">
                <a:moveTo>
                  <a:pt x="899693" y="114300"/>
                </a:moveTo>
                <a:lnTo>
                  <a:pt x="897318" y="101600"/>
                </a:lnTo>
                <a:lnTo>
                  <a:pt x="899591" y="101600"/>
                </a:lnTo>
                <a:lnTo>
                  <a:pt x="899693" y="114300"/>
                </a:lnTo>
                <a:close/>
              </a:path>
              <a:path w="918844" h="1270000">
                <a:moveTo>
                  <a:pt x="913891" y="114300"/>
                </a:moveTo>
                <a:lnTo>
                  <a:pt x="901636" y="114300"/>
                </a:lnTo>
                <a:lnTo>
                  <a:pt x="899591" y="101600"/>
                </a:lnTo>
                <a:lnTo>
                  <a:pt x="911771" y="101600"/>
                </a:lnTo>
                <a:lnTo>
                  <a:pt x="913891" y="114300"/>
                </a:lnTo>
                <a:close/>
              </a:path>
              <a:path w="918844" h="1270000">
                <a:moveTo>
                  <a:pt x="13423" y="139700"/>
                </a:moveTo>
                <a:lnTo>
                  <a:pt x="812" y="139700"/>
                </a:lnTo>
                <a:lnTo>
                  <a:pt x="1816" y="127000"/>
                </a:lnTo>
                <a:lnTo>
                  <a:pt x="3200" y="114300"/>
                </a:lnTo>
                <a:lnTo>
                  <a:pt x="17297" y="114300"/>
                </a:lnTo>
                <a:lnTo>
                  <a:pt x="15608" y="127000"/>
                </a:lnTo>
                <a:lnTo>
                  <a:pt x="14389" y="127000"/>
                </a:lnTo>
                <a:lnTo>
                  <a:pt x="13423" y="139700"/>
                </a:lnTo>
                <a:close/>
              </a:path>
              <a:path w="918844" h="1270000">
                <a:moveTo>
                  <a:pt x="918032" y="139700"/>
                </a:moveTo>
                <a:lnTo>
                  <a:pt x="905421" y="139700"/>
                </a:lnTo>
                <a:lnTo>
                  <a:pt x="904455" y="127000"/>
                </a:lnTo>
                <a:lnTo>
                  <a:pt x="903236" y="127000"/>
                </a:lnTo>
                <a:lnTo>
                  <a:pt x="901547" y="114300"/>
                </a:lnTo>
                <a:lnTo>
                  <a:pt x="915644" y="114300"/>
                </a:lnTo>
                <a:lnTo>
                  <a:pt x="917028" y="127000"/>
                </a:lnTo>
                <a:lnTo>
                  <a:pt x="918032" y="139700"/>
                </a:lnTo>
                <a:close/>
              </a:path>
              <a:path w="918844" h="1270000">
                <a:moveTo>
                  <a:pt x="12700" y="1117600"/>
                </a:moveTo>
                <a:lnTo>
                  <a:pt x="0" y="1117600"/>
                </a:lnTo>
                <a:lnTo>
                  <a:pt x="0" y="152400"/>
                </a:lnTo>
                <a:lnTo>
                  <a:pt x="203" y="139700"/>
                </a:lnTo>
                <a:lnTo>
                  <a:pt x="12890" y="139700"/>
                </a:lnTo>
                <a:lnTo>
                  <a:pt x="12700" y="152400"/>
                </a:lnTo>
                <a:lnTo>
                  <a:pt x="12700" y="1117600"/>
                </a:lnTo>
                <a:close/>
              </a:path>
              <a:path w="918844" h="1270000">
                <a:moveTo>
                  <a:pt x="918844" y="1117600"/>
                </a:moveTo>
                <a:lnTo>
                  <a:pt x="906144" y="1117600"/>
                </a:lnTo>
                <a:lnTo>
                  <a:pt x="906144" y="152400"/>
                </a:lnTo>
                <a:lnTo>
                  <a:pt x="905954" y="139700"/>
                </a:lnTo>
                <a:lnTo>
                  <a:pt x="918641" y="139700"/>
                </a:lnTo>
                <a:lnTo>
                  <a:pt x="918844" y="152400"/>
                </a:lnTo>
                <a:lnTo>
                  <a:pt x="918844" y="1117600"/>
                </a:lnTo>
                <a:close/>
              </a:path>
              <a:path w="918844" h="1270000">
                <a:moveTo>
                  <a:pt x="14389" y="1143000"/>
                </a:moveTo>
                <a:lnTo>
                  <a:pt x="1816" y="1143000"/>
                </a:lnTo>
                <a:lnTo>
                  <a:pt x="812" y="1130300"/>
                </a:lnTo>
                <a:lnTo>
                  <a:pt x="203" y="1117600"/>
                </a:lnTo>
                <a:lnTo>
                  <a:pt x="12877" y="1117600"/>
                </a:lnTo>
                <a:lnTo>
                  <a:pt x="13461" y="1130300"/>
                </a:lnTo>
                <a:lnTo>
                  <a:pt x="14389" y="1143000"/>
                </a:lnTo>
                <a:close/>
              </a:path>
              <a:path w="918844" h="1270000">
                <a:moveTo>
                  <a:pt x="917028" y="1143000"/>
                </a:moveTo>
                <a:lnTo>
                  <a:pt x="904455" y="1143000"/>
                </a:lnTo>
                <a:lnTo>
                  <a:pt x="905421" y="1130300"/>
                </a:lnTo>
                <a:lnTo>
                  <a:pt x="905967" y="1117600"/>
                </a:lnTo>
                <a:lnTo>
                  <a:pt x="918641" y="1117600"/>
                </a:lnTo>
                <a:lnTo>
                  <a:pt x="918032" y="1130300"/>
                </a:lnTo>
                <a:lnTo>
                  <a:pt x="917028" y="1143000"/>
                </a:lnTo>
                <a:close/>
              </a:path>
              <a:path w="918844" h="1270000">
                <a:moveTo>
                  <a:pt x="15671" y="1143000"/>
                </a:moveTo>
                <a:lnTo>
                  <a:pt x="14389" y="1143000"/>
                </a:lnTo>
                <a:lnTo>
                  <a:pt x="14338" y="1130300"/>
                </a:lnTo>
                <a:lnTo>
                  <a:pt x="15671" y="1143000"/>
                </a:lnTo>
                <a:close/>
              </a:path>
              <a:path w="918844" h="1270000">
                <a:moveTo>
                  <a:pt x="904455" y="1143000"/>
                </a:moveTo>
                <a:lnTo>
                  <a:pt x="903173" y="1143000"/>
                </a:lnTo>
                <a:lnTo>
                  <a:pt x="904506" y="1130300"/>
                </a:lnTo>
                <a:lnTo>
                  <a:pt x="904455" y="1143000"/>
                </a:lnTo>
                <a:close/>
              </a:path>
              <a:path w="918844" h="1270000">
                <a:moveTo>
                  <a:pt x="17297" y="1155700"/>
                </a:moveTo>
                <a:lnTo>
                  <a:pt x="4953" y="1155700"/>
                </a:lnTo>
                <a:lnTo>
                  <a:pt x="3200" y="1143000"/>
                </a:lnTo>
                <a:lnTo>
                  <a:pt x="15608" y="1143000"/>
                </a:lnTo>
                <a:lnTo>
                  <a:pt x="17297" y="1155700"/>
                </a:lnTo>
                <a:close/>
              </a:path>
              <a:path w="918844" h="1270000">
                <a:moveTo>
                  <a:pt x="913891" y="1155700"/>
                </a:moveTo>
                <a:lnTo>
                  <a:pt x="901547" y="1155700"/>
                </a:lnTo>
                <a:lnTo>
                  <a:pt x="903236" y="1143000"/>
                </a:lnTo>
                <a:lnTo>
                  <a:pt x="915644" y="1143000"/>
                </a:lnTo>
                <a:lnTo>
                  <a:pt x="913891" y="1155700"/>
                </a:lnTo>
                <a:close/>
              </a:path>
              <a:path w="918844" h="1270000">
                <a:moveTo>
                  <a:pt x="27025" y="1181100"/>
                </a:moveTo>
                <a:lnTo>
                  <a:pt x="12369" y="1181100"/>
                </a:lnTo>
                <a:lnTo>
                  <a:pt x="9550" y="1168400"/>
                </a:lnTo>
                <a:lnTo>
                  <a:pt x="7073" y="1155700"/>
                </a:lnTo>
                <a:lnTo>
                  <a:pt x="19151" y="1155700"/>
                </a:lnTo>
                <a:lnTo>
                  <a:pt x="21526" y="1168400"/>
                </a:lnTo>
                <a:lnTo>
                  <a:pt x="24003" y="1168400"/>
                </a:lnTo>
                <a:lnTo>
                  <a:pt x="27025" y="1181100"/>
                </a:lnTo>
                <a:close/>
              </a:path>
              <a:path w="918844" h="1270000">
                <a:moveTo>
                  <a:pt x="906475" y="1181100"/>
                </a:moveTo>
                <a:lnTo>
                  <a:pt x="891819" y="1181100"/>
                </a:lnTo>
                <a:lnTo>
                  <a:pt x="894841" y="1168400"/>
                </a:lnTo>
                <a:lnTo>
                  <a:pt x="897318" y="1168400"/>
                </a:lnTo>
                <a:lnTo>
                  <a:pt x="899693" y="1155700"/>
                </a:lnTo>
                <a:lnTo>
                  <a:pt x="911771" y="1155700"/>
                </a:lnTo>
                <a:lnTo>
                  <a:pt x="909294" y="1168400"/>
                </a:lnTo>
                <a:lnTo>
                  <a:pt x="906475" y="1181100"/>
                </a:lnTo>
                <a:close/>
              </a:path>
              <a:path w="918844" h="1270000">
                <a:moveTo>
                  <a:pt x="33718" y="1193800"/>
                </a:moveTo>
                <a:lnTo>
                  <a:pt x="18999" y="1193800"/>
                </a:lnTo>
                <a:lnTo>
                  <a:pt x="15519" y="1181100"/>
                </a:lnTo>
                <a:lnTo>
                  <a:pt x="30086" y="1181100"/>
                </a:lnTo>
                <a:lnTo>
                  <a:pt x="33718" y="1193800"/>
                </a:lnTo>
                <a:close/>
              </a:path>
              <a:path w="918844" h="1270000">
                <a:moveTo>
                  <a:pt x="899845" y="1193800"/>
                </a:moveTo>
                <a:lnTo>
                  <a:pt x="885126" y="1193800"/>
                </a:lnTo>
                <a:lnTo>
                  <a:pt x="888758" y="1181100"/>
                </a:lnTo>
                <a:lnTo>
                  <a:pt x="903325" y="1181100"/>
                </a:lnTo>
                <a:lnTo>
                  <a:pt x="899845" y="1193800"/>
                </a:lnTo>
                <a:close/>
              </a:path>
              <a:path w="918844" h="1270000">
                <a:moveTo>
                  <a:pt x="41529" y="1206500"/>
                </a:moveTo>
                <a:lnTo>
                  <a:pt x="26885" y="1206500"/>
                </a:lnTo>
                <a:lnTo>
                  <a:pt x="22783" y="1193800"/>
                </a:lnTo>
                <a:lnTo>
                  <a:pt x="37312" y="1193800"/>
                </a:lnTo>
                <a:lnTo>
                  <a:pt x="41529" y="1206500"/>
                </a:lnTo>
                <a:close/>
              </a:path>
              <a:path w="918844" h="1270000">
                <a:moveTo>
                  <a:pt x="891959" y="1206500"/>
                </a:moveTo>
                <a:lnTo>
                  <a:pt x="877316" y="1206500"/>
                </a:lnTo>
                <a:lnTo>
                  <a:pt x="881532" y="1193800"/>
                </a:lnTo>
                <a:lnTo>
                  <a:pt x="896061" y="1193800"/>
                </a:lnTo>
                <a:lnTo>
                  <a:pt x="891959" y="1206500"/>
                </a:lnTo>
                <a:close/>
              </a:path>
              <a:path w="918844" h="1270000">
                <a:moveTo>
                  <a:pt x="55181" y="1219200"/>
                </a:moveTo>
                <a:lnTo>
                  <a:pt x="35940" y="1219200"/>
                </a:lnTo>
                <a:lnTo>
                  <a:pt x="31267" y="1206500"/>
                </a:lnTo>
                <a:lnTo>
                  <a:pt x="50177" y="1206500"/>
                </a:lnTo>
                <a:lnTo>
                  <a:pt x="55181" y="1219200"/>
                </a:lnTo>
                <a:close/>
              </a:path>
              <a:path w="918844" h="1270000">
                <a:moveTo>
                  <a:pt x="882904" y="1219200"/>
                </a:moveTo>
                <a:lnTo>
                  <a:pt x="863663" y="1219200"/>
                </a:lnTo>
                <a:lnTo>
                  <a:pt x="868667" y="1206500"/>
                </a:lnTo>
                <a:lnTo>
                  <a:pt x="887577" y="1206500"/>
                </a:lnTo>
                <a:lnTo>
                  <a:pt x="882904" y="1219200"/>
                </a:lnTo>
                <a:close/>
              </a:path>
              <a:path w="918844" h="1270000">
                <a:moveTo>
                  <a:pt x="65468" y="1231900"/>
                </a:moveTo>
                <a:lnTo>
                  <a:pt x="46088" y="1231900"/>
                </a:lnTo>
                <a:lnTo>
                  <a:pt x="40881" y="1219200"/>
                </a:lnTo>
                <a:lnTo>
                  <a:pt x="59982" y="1219200"/>
                </a:lnTo>
                <a:lnTo>
                  <a:pt x="65468" y="1231900"/>
                </a:lnTo>
                <a:close/>
              </a:path>
              <a:path w="918844" h="1270000">
                <a:moveTo>
                  <a:pt x="872756" y="1231900"/>
                </a:moveTo>
                <a:lnTo>
                  <a:pt x="853376" y="1231900"/>
                </a:lnTo>
                <a:lnTo>
                  <a:pt x="858862" y="1219200"/>
                </a:lnTo>
                <a:lnTo>
                  <a:pt x="877963" y="1219200"/>
                </a:lnTo>
                <a:lnTo>
                  <a:pt x="872756" y="1231900"/>
                </a:lnTo>
                <a:close/>
              </a:path>
              <a:path w="918844" h="1270000">
                <a:moveTo>
                  <a:pt x="82486" y="1244600"/>
                </a:moveTo>
                <a:lnTo>
                  <a:pt x="63207" y="1244600"/>
                </a:lnTo>
                <a:lnTo>
                  <a:pt x="57264" y="1231900"/>
                </a:lnTo>
                <a:lnTo>
                  <a:pt x="76365" y="1231900"/>
                </a:lnTo>
                <a:lnTo>
                  <a:pt x="82486" y="1244600"/>
                </a:lnTo>
                <a:close/>
              </a:path>
              <a:path w="918844" h="1270000">
                <a:moveTo>
                  <a:pt x="88557" y="1244600"/>
                </a:moveTo>
                <a:lnTo>
                  <a:pt x="82486" y="1244600"/>
                </a:lnTo>
                <a:lnTo>
                  <a:pt x="82232" y="1231900"/>
                </a:lnTo>
                <a:lnTo>
                  <a:pt x="88557" y="1244600"/>
                </a:lnTo>
                <a:close/>
              </a:path>
              <a:path w="918844" h="1270000">
                <a:moveTo>
                  <a:pt x="836358" y="1244600"/>
                </a:moveTo>
                <a:lnTo>
                  <a:pt x="830287" y="1244600"/>
                </a:lnTo>
                <a:lnTo>
                  <a:pt x="836612" y="1231900"/>
                </a:lnTo>
                <a:lnTo>
                  <a:pt x="836358" y="1244600"/>
                </a:lnTo>
                <a:close/>
              </a:path>
              <a:path w="918844" h="1270000">
                <a:moveTo>
                  <a:pt x="855637" y="1244600"/>
                </a:moveTo>
                <a:lnTo>
                  <a:pt x="836358" y="1244600"/>
                </a:lnTo>
                <a:lnTo>
                  <a:pt x="842479" y="1231900"/>
                </a:lnTo>
                <a:lnTo>
                  <a:pt x="861580" y="1231900"/>
                </a:lnTo>
                <a:lnTo>
                  <a:pt x="855637" y="1244600"/>
                </a:lnTo>
                <a:close/>
              </a:path>
              <a:path w="918844" h="1270000">
                <a:moveTo>
                  <a:pt x="114503" y="1257300"/>
                </a:moveTo>
                <a:lnTo>
                  <a:pt x="82359" y="1257300"/>
                </a:lnTo>
                <a:lnTo>
                  <a:pt x="75768" y="1244600"/>
                </a:lnTo>
                <a:lnTo>
                  <a:pt x="107480" y="1244600"/>
                </a:lnTo>
                <a:lnTo>
                  <a:pt x="114503" y="1257300"/>
                </a:lnTo>
                <a:close/>
              </a:path>
              <a:path w="918844" h="1270000">
                <a:moveTo>
                  <a:pt x="836485" y="1257300"/>
                </a:moveTo>
                <a:lnTo>
                  <a:pt x="804341" y="1257300"/>
                </a:lnTo>
                <a:lnTo>
                  <a:pt x="811364" y="1244600"/>
                </a:lnTo>
                <a:lnTo>
                  <a:pt x="843076" y="1244600"/>
                </a:lnTo>
                <a:lnTo>
                  <a:pt x="836485" y="1257300"/>
                </a:lnTo>
                <a:close/>
              </a:path>
              <a:path w="918844" h="1270000">
                <a:moveTo>
                  <a:pt x="808266" y="1270000"/>
                </a:moveTo>
                <a:lnTo>
                  <a:pt x="110578" y="1270000"/>
                </a:lnTo>
                <a:lnTo>
                  <a:pt x="103263" y="1257300"/>
                </a:lnTo>
                <a:lnTo>
                  <a:pt x="815581" y="1257300"/>
                </a:lnTo>
                <a:lnTo>
                  <a:pt x="808266" y="12700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5564" y="3073818"/>
            <a:ext cx="6350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电子 绕核 运动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400" y="3688079"/>
            <a:ext cx="431800" cy="76200"/>
          </a:xfrm>
          <a:custGeom>
            <a:avLst/>
            <a:gdLst/>
            <a:ahLst/>
            <a:cxnLst/>
            <a:rect l="l" t="t" r="r" b="b"/>
            <a:pathLst>
              <a:path w="431800" h="76200">
                <a:moveTo>
                  <a:pt x="394716" y="76200"/>
                </a:moveTo>
                <a:lnTo>
                  <a:pt x="394716" y="57912"/>
                </a:lnTo>
                <a:lnTo>
                  <a:pt x="0" y="57912"/>
                </a:lnTo>
                <a:lnTo>
                  <a:pt x="0" y="19812"/>
                </a:lnTo>
                <a:lnTo>
                  <a:pt x="394716" y="19812"/>
                </a:lnTo>
                <a:lnTo>
                  <a:pt x="394716" y="0"/>
                </a:lnTo>
                <a:lnTo>
                  <a:pt x="431292" y="38100"/>
                </a:lnTo>
                <a:lnTo>
                  <a:pt x="394716" y="762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89050" y="3673386"/>
            <a:ext cx="447675" cy="106680"/>
          </a:xfrm>
          <a:custGeom>
            <a:avLst/>
            <a:gdLst/>
            <a:ahLst/>
            <a:cxnLst/>
            <a:rect l="l" t="t" r="r" b="b"/>
            <a:pathLst>
              <a:path w="447675" h="106679">
                <a:moveTo>
                  <a:pt x="394017" y="34226"/>
                </a:moveTo>
                <a:lnTo>
                  <a:pt x="394017" y="0"/>
                </a:lnTo>
                <a:lnTo>
                  <a:pt x="409346" y="15328"/>
                </a:lnTo>
                <a:lnTo>
                  <a:pt x="406717" y="15328"/>
                </a:lnTo>
                <a:lnTo>
                  <a:pt x="395871" y="19824"/>
                </a:lnTo>
                <a:lnTo>
                  <a:pt x="403923" y="27876"/>
                </a:lnTo>
                <a:lnTo>
                  <a:pt x="400367" y="27876"/>
                </a:lnTo>
                <a:lnTo>
                  <a:pt x="394017" y="34226"/>
                </a:lnTo>
                <a:close/>
              </a:path>
              <a:path w="447675" h="106679">
                <a:moveTo>
                  <a:pt x="406717" y="30670"/>
                </a:moveTo>
                <a:lnTo>
                  <a:pt x="395871" y="19824"/>
                </a:lnTo>
                <a:lnTo>
                  <a:pt x="406717" y="15328"/>
                </a:lnTo>
                <a:lnTo>
                  <a:pt x="406717" y="30670"/>
                </a:lnTo>
                <a:close/>
              </a:path>
              <a:path w="447675" h="106679">
                <a:moveTo>
                  <a:pt x="429158" y="53111"/>
                </a:moveTo>
                <a:lnTo>
                  <a:pt x="406717" y="30670"/>
                </a:lnTo>
                <a:lnTo>
                  <a:pt x="406717" y="15328"/>
                </a:lnTo>
                <a:lnTo>
                  <a:pt x="409346" y="15328"/>
                </a:lnTo>
                <a:lnTo>
                  <a:pt x="442633" y="48615"/>
                </a:lnTo>
                <a:lnTo>
                  <a:pt x="433654" y="48615"/>
                </a:lnTo>
                <a:lnTo>
                  <a:pt x="429158" y="53111"/>
                </a:lnTo>
                <a:close/>
              </a:path>
              <a:path w="447675" h="106679">
                <a:moveTo>
                  <a:pt x="394017" y="78359"/>
                </a:moveTo>
                <a:lnTo>
                  <a:pt x="0" y="78359"/>
                </a:lnTo>
                <a:lnTo>
                  <a:pt x="0" y="27876"/>
                </a:lnTo>
                <a:lnTo>
                  <a:pt x="394017" y="27876"/>
                </a:lnTo>
                <a:lnTo>
                  <a:pt x="394017" y="34226"/>
                </a:lnTo>
                <a:lnTo>
                  <a:pt x="12700" y="34226"/>
                </a:lnTo>
                <a:lnTo>
                  <a:pt x="6350" y="40576"/>
                </a:lnTo>
                <a:lnTo>
                  <a:pt x="12700" y="40576"/>
                </a:lnTo>
                <a:lnTo>
                  <a:pt x="12700" y="65659"/>
                </a:lnTo>
                <a:lnTo>
                  <a:pt x="6350" y="65659"/>
                </a:lnTo>
                <a:lnTo>
                  <a:pt x="12700" y="72009"/>
                </a:lnTo>
                <a:lnTo>
                  <a:pt x="394017" y="72009"/>
                </a:lnTo>
                <a:lnTo>
                  <a:pt x="394017" y="78359"/>
                </a:lnTo>
                <a:close/>
              </a:path>
              <a:path w="447675" h="106679">
                <a:moveTo>
                  <a:pt x="406717" y="40576"/>
                </a:moveTo>
                <a:lnTo>
                  <a:pt x="12700" y="40576"/>
                </a:lnTo>
                <a:lnTo>
                  <a:pt x="12700" y="34226"/>
                </a:lnTo>
                <a:lnTo>
                  <a:pt x="394017" y="34226"/>
                </a:lnTo>
                <a:lnTo>
                  <a:pt x="400367" y="27876"/>
                </a:lnTo>
                <a:lnTo>
                  <a:pt x="403923" y="27876"/>
                </a:lnTo>
                <a:lnTo>
                  <a:pt x="406717" y="30670"/>
                </a:lnTo>
                <a:lnTo>
                  <a:pt x="406717" y="40576"/>
                </a:lnTo>
                <a:close/>
              </a:path>
              <a:path w="447675" h="106679">
                <a:moveTo>
                  <a:pt x="12700" y="40576"/>
                </a:moveTo>
                <a:lnTo>
                  <a:pt x="6350" y="40576"/>
                </a:lnTo>
                <a:lnTo>
                  <a:pt x="12700" y="34226"/>
                </a:lnTo>
                <a:lnTo>
                  <a:pt x="12700" y="40576"/>
                </a:lnTo>
                <a:close/>
              </a:path>
              <a:path w="447675" h="106679">
                <a:moveTo>
                  <a:pt x="433654" y="57607"/>
                </a:moveTo>
                <a:lnTo>
                  <a:pt x="429158" y="53111"/>
                </a:lnTo>
                <a:lnTo>
                  <a:pt x="433654" y="48615"/>
                </a:lnTo>
                <a:lnTo>
                  <a:pt x="433654" y="57607"/>
                </a:lnTo>
                <a:close/>
              </a:path>
              <a:path w="447675" h="106679">
                <a:moveTo>
                  <a:pt x="442633" y="57607"/>
                </a:moveTo>
                <a:lnTo>
                  <a:pt x="433654" y="57607"/>
                </a:lnTo>
                <a:lnTo>
                  <a:pt x="433654" y="48615"/>
                </a:lnTo>
                <a:lnTo>
                  <a:pt x="442633" y="48615"/>
                </a:lnTo>
                <a:lnTo>
                  <a:pt x="447128" y="53111"/>
                </a:lnTo>
                <a:lnTo>
                  <a:pt x="442633" y="57607"/>
                </a:lnTo>
                <a:close/>
              </a:path>
              <a:path w="447675" h="106679">
                <a:moveTo>
                  <a:pt x="409346" y="90893"/>
                </a:moveTo>
                <a:lnTo>
                  <a:pt x="406717" y="90893"/>
                </a:lnTo>
                <a:lnTo>
                  <a:pt x="406717" y="75552"/>
                </a:lnTo>
                <a:lnTo>
                  <a:pt x="429158" y="53111"/>
                </a:lnTo>
                <a:lnTo>
                  <a:pt x="433654" y="57607"/>
                </a:lnTo>
                <a:lnTo>
                  <a:pt x="442633" y="57607"/>
                </a:lnTo>
                <a:lnTo>
                  <a:pt x="409346" y="90893"/>
                </a:lnTo>
                <a:close/>
              </a:path>
              <a:path w="447675" h="106679">
                <a:moveTo>
                  <a:pt x="12700" y="72009"/>
                </a:moveTo>
                <a:lnTo>
                  <a:pt x="6350" y="65659"/>
                </a:lnTo>
                <a:lnTo>
                  <a:pt x="12700" y="65659"/>
                </a:lnTo>
                <a:lnTo>
                  <a:pt x="12700" y="72009"/>
                </a:lnTo>
                <a:close/>
              </a:path>
              <a:path w="447675" h="106679">
                <a:moveTo>
                  <a:pt x="403910" y="78359"/>
                </a:moveTo>
                <a:lnTo>
                  <a:pt x="400367" y="78359"/>
                </a:lnTo>
                <a:lnTo>
                  <a:pt x="394017" y="72009"/>
                </a:lnTo>
                <a:lnTo>
                  <a:pt x="12700" y="72009"/>
                </a:lnTo>
                <a:lnTo>
                  <a:pt x="12700" y="65659"/>
                </a:lnTo>
                <a:lnTo>
                  <a:pt x="406717" y="65659"/>
                </a:lnTo>
                <a:lnTo>
                  <a:pt x="406717" y="75552"/>
                </a:lnTo>
                <a:lnTo>
                  <a:pt x="403910" y="78359"/>
                </a:lnTo>
                <a:close/>
              </a:path>
              <a:path w="447675" h="106679">
                <a:moveTo>
                  <a:pt x="394017" y="106222"/>
                </a:moveTo>
                <a:lnTo>
                  <a:pt x="394017" y="72009"/>
                </a:lnTo>
                <a:lnTo>
                  <a:pt x="400367" y="78359"/>
                </a:lnTo>
                <a:lnTo>
                  <a:pt x="403910" y="78359"/>
                </a:lnTo>
                <a:lnTo>
                  <a:pt x="395871" y="86398"/>
                </a:lnTo>
                <a:lnTo>
                  <a:pt x="406717" y="90893"/>
                </a:lnTo>
                <a:lnTo>
                  <a:pt x="409346" y="90893"/>
                </a:lnTo>
                <a:lnTo>
                  <a:pt x="394017" y="106222"/>
                </a:lnTo>
                <a:close/>
              </a:path>
              <a:path w="447675" h="106679">
                <a:moveTo>
                  <a:pt x="406717" y="90893"/>
                </a:moveTo>
                <a:lnTo>
                  <a:pt x="395871" y="86398"/>
                </a:lnTo>
                <a:lnTo>
                  <a:pt x="406717" y="75552"/>
                </a:lnTo>
                <a:lnTo>
                  <a:pt x="406717" y="90893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35835" y="1830323"/>
            <a:ext cx="433070" cy="3610610"/>
          </a:xfrm>
          <a:custGeom>
            <a:avLst/>
            <a:gdLst/>
            <a:ahLst/>
            <a:cxnLst/>
            <a:rect l="l" t="t" r="r" b="b"/>
            <a:pathLst>
              <a:path w="433069" h="3610610">
                <a:moveTo>
                  <a:pt x="361188" y="3610355"/>
                </a:moveTo>
                <a:lnTo>
                  <a:pt x="73151" y="3610355"/>
                </a:lnTo>
                <a:lnTo>
                  <a:pt x="44639" y="3605048"/>
                </a:lnTo>
                <a:lnTo>
                  <a:pt x="21455" y="3589758"/>
                </a:lnTo>
                <a:lnTo>
                  <a:pt x="5831" y="3566859"/>
                </a:lnTo>
                <a:lnTo>
                  <a:pt x="0" y="3538728"/>
                </a:lnTo>
                <a:lnTo>
                  <a:pt x="0" y="73151"/>
                </a:lnTo>
                <a:lnTo>
                  <a:pt x="5831" y="44710"/>
                </a:lnTo>
                <a:lnTo>
                  <a:pt x="21455" y="21550"/>
                </a:lnTo>
                <a:lnTo>
                  <a:pt x="44639" y="5902"/>
                </a:lnTo>
                <a:lnTo>
                  <a:pt x="73151" y="0"/>
                </a:lnTo>
                <a:lnTo>
                  <a:pt x="361188" y="0"/>
                </a:lnTo>
                <a:lnTo>
                  <a:pt x="389248" y="5902"/>
                </a:lnTo>
                <a:lnTo>
                  <a:pt x="412122" y="21550"/>
                </a:lnTo>
                <a:lnTo>
                  <a:pt x="427437" y="44710"/>
                </a:lnTo>
                <a:lnTo>
                  <a:pt x="432815" y="73151"/>
                </a:lnTo>
                <a:lnTo>
                  <a:pt x="432815" y="3538728"/>
                </a:lnTo>
                <a:lnTo>
                  <a:pt x="427437" y="3566859"/>
                </a:lnTo>
                <a:lnTo>
                  <a:pt x="412122" y="3589758"/>
                </a:lnTo>
                <a:lnTo>
                  <a:pt x="389248" y="3605048"/>
                </a:lnTo>
                <a:lnTo>
                  <a:pt x="361188" y="3610355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29739" y="1824354"/>
            <a:ext cx="445770" cy="3619500"/>
          </a:xfrm>
          <a:custGeom>
            <a:avLst/>
            <a:gdLst/>
            <a:ahLst/>
            <a:cxnLst/>
            <a:rect l="l" t="t" r="r" b="b"/>
            <a:pathLst>
              <a:path w="445769" h="3619500">
                <a:moveTo>
                  <a:pt x="411213" y="12700"/>
                </a:moveTo>
                <a:lnTo>
                  <a:pt x="34556" y="12700"/>
                </a:lnTo>
                <a:lnTo>
                  <a:pt x="37807" y="0"/>
                </a:lnTo>
                <a:lnTo>
                  <a:pt x="407962" y="0"/>
                </a:lnTo>
                <a:lnTo>
                  <a:pt x="411213" y="12700"/>
                </a:lnTo>
                <a:close/>
              </a:path>
              <a:path w="445769" h="3619500">
                <a:moveTo>
                  <a:pt x="36423" y="25400"/>
                </a:moveTo>
                <a:lnTo>
                  <a:pt x="17932" y="25400"/>
                </a:lnTo>
                <a:lnTo>
                  <a:pt x="22999" y="12700"/>
                </a:lnTo>
                <a:lnTo>
                  <a:pt x="41973" y="12700"/>
                </a:lnTo>
                <a:lnTo>
                  <a:pt x="36423" y="25400"/>
                </a:lnTo>
                <a:close/>
              </a:path>
              <a:path w="445769" h="3619500">
                <a:moveTo>
                  <a:pt x="427837" y="25400"/>
                </a:moveTo>
                <a:lnTo>
                  <a:pt x="409346" y="25400"/>
                </a:lnTo>
                <a:lnTo>
                  <a:pt x="403796" y="12700"/>
                </a:lnTo>
                <a:lnTo>
                  <a:pt x="422770" y="12700"/>
                </a:lnTo>
                <a:lnTo>
                  <a:pt x="427837" y="25400"/>
                </a:lnTo>
                <a:close/>
              </a:path>
              <a:path w="445769" h="3619500">
                <a:moveTo>
                  <a:pt x="23761" y="38100"/>
                </a:moveTo>
                <a:lnTo>
                  <a:pt x="9474" y="38100"/>
                </a:lnTo>
                <a:lnTo>
                  <a:pt x="11366" y="25400"/>
                </a:lnTo>
                <a:lnTo>
                  <a:pt x="27914" y="25400"/>
                </a:lnTo>
                <a:lnTo>
                  <a:pt x="23761" y="38100"/>
                </a:lnTo>
                <a:close/>
              </a:path>
              <a:path w="445769" h="3619500">
                <a:moveTo>
                  <a:pt x="436295" y="38100"/>
                </a:moveTo>
                <a:lnTo>
                  <a:pt x="422008" y="38100"/>
                </a:lnTo>
                <a:lnTo>
                  <a:pt x="417855" y="25400"/>
                </a:lnTo>
                <a:lnTo>
                  <a:pt x="434403" y="25400"/>
                </a:lnTo>
                <a:lnTo>
                  <a:pt x="436295" y="38100"/>
                </a:lnTo>
                <a:close/>
              </a:path>
              <a:path w="445769" h="3619500">
                <a:moveTo>
                  <a:pt x="17805" y="50800"/>
                </a:moveTo>
                <a:lnTo>
                  <a:pt x="4762" y="50800"/>
                </a:lnTo>
                <a:lnTo>
                  <a:pt x="6172" y="38100"/>
                </a:lnTo>
                <a:lnTo>
                  <a:pt x="19253" y="38100"/>
                </a:lnTo>
                <a:lnTo>
                  <a:pt x="17805" y="50800"/>
                </a:lnTo>
                <a:close/>
              </a:path>
              <a:path w="445769" h="3619500">
                <a:moveTo>
                  <a:pt x="441007" y="50800"/>
                </a:moveTo>
                <a:lnTo>
                  <a:pt x="427964" y="50800"/>
                </a:lnTo>
                <a:lnTo>
                  <a:pt x="426516" y="38100"/>
                </a:lnTo>
                <a:lnTo>
                  <a:pt x="439597" y="38100"/>
                </a:lnTo>
                <a:lnTo>
                  <a:pt x="441007" y="50800"/>
                </a:lnTo>
                <a:close/>
              </a:path>
              <a:path w="445769" h="3619500">
                <a:moveTo>
                  <a:pt x="14008" y="63500"/>
                </a:moveTo>
                <a:lnTo>
                  <a:pt x="901" y="63500"/>
                </a:lnTo>
                <a:lnTo>
                  <a:pt x="1587" y="50800"/>
                </a:lnTo>
                <a:lnTo>
                  <a:pt x="14808" y="50800"/>
                </a:lnTo>
                <a:lnTo>
                  <a:pt x="14008" y="63500"/>
                </a:lnTo>
                <a:close/>
              </a:path>
              <a:path w="445769" h="3619500">
                <a:moveTo>
                  <a:pt x="444868" y="63500"/>
                </a:moveTo>
                <a:lnTo>
                  <a:pt x="431761" y="63500"/>
                </a:lnTo>
                <a:lnTo>
                  <a:pt x="430961" y="50800"/>
                </a:lnTo>
                <a:lnTo>
                  <a:pt x="444182" y="50800"/>
                </a:lnTo>
                <a:lnTo>
                  <a:pt x="444868" y="63500"/>
                </a:lnTo>
                <a:close/>
              </a:path>
              <a:path w="445769" h="3619500">
                <a:moveTo>
                  <a:pt x="12700" y="3543300"/>
                </a:moveTo>
                <a:lnTo>
                  <a:pt x="0" y="3543300"/>
                </a:lnTo>
                <a:lnTo>
                  <a:pt x="101" y="63500"/>
                </a:lnTo>
                <a:lnTo>
                  <a:pt x="12788" y="63500"/>
                </a:lnTo>
                <a:lnTo>
                  <a:pt x="12700" y="3543300"/>
                </a:lnTo>
                <a:close/>
              </a:path>
              <a:path w="445769" h="3619500">
                <a:moveTo>
                  <a:pt x="445770" y="3543300"/>
                </a:moveTo>
                <a:lnTo>
                  <a:pt x="433070" y="3543300"/>
                </a:lnTo>
                <a:lnTo>
                  <a:pt x="432981" y="63500"/>
                </a:lnTo>
                <a:lnTo>
                  <a:pt x="445668" y="63500"/>
                </a:lnTo>
                <a:lnTo>
                  <a:pt x="445770" y="3543300"/>
                </a:lnTo>
                <a:close/>
              </a:path>
              <a:path w="445769" h="3619500">
                <a:moveTo>
                  <a:pt x="14071" y="3556000"/>
                </a:moveTo>
                <a:lnTo>
                  <a:pt x="901" y="3556000"/>
                </a:lnTo>
                <a:lnTo>
                  <a:pt x="406" y="3543300"/>
                </a:lnTo>
                <a:lnTo>
                  <a:pt x="13436" y="3543300"/>
                </a:lnTo>
                <a:lnTo>
                  <a:pt x="14071" y="3556000"/>
                </a:lnTo>
                <a:close/>
              </a:path>
              <a:path w="445769" h="3619500">
                <a:moveTo>
                  <a:pt x="444868" y="3556000"/>
                </a:moveTo>
                <a:lnTo>
                  <a:pt x="431698" y="3556000"/>
                </a:lnTo>
                <a:lnTo>
                  <a:pt x="432333" y="3543300"/>
                </a:lnTo>
                <a:lnTo>
                  <a:pt x="445363" y="3543300"/>
                </a:lnTo>
                <a:lnTo>
                  <a:pt x="444868" y="3556000"/>
                </a:lnTo>
                <a:close/>
              </a:path>
              <a:path w="445769" h="3619500">
                <a:moveTo>
                  <a:pt x="17932" y="3568700"/>
                </a:moveTo>
                <a:lnTo>
                  <a:pt x="4762" y="3568700"/>
                </a:lnTo>
                <a:lnTo>
                  <a:pt x="3530" y="3556000"/>
                </a:lnTo>
                <a:lnTo>
                  <a:pt x="16637" y="3556000"/>
                </a:lnTo>
                <a:lnTo>
                  <a:pt x="17932" y="3568700"/>
                </a:lnTo>
                <a:close/>
              </a:path>
              <a:path w="445769" h="3619500">
                <a:moveTo>
                  <a:pt x="441007" y="3568700"/>
                </a:moveTo>
                <a:lnTo>
                  <a:pt x="427837" y="3568700"/>
                </a:lnTo>
                <a:lnTo>
                  <a:pt x="429133" y="3556000"/>
                </a:lnTo>
                <a:lnTo>
                  <a:pt x="442239" y="3556000"/>
                </a:lnTo>
                <a:lnTo>
                  <a:pt x="441007" y="3568700"/>
                </a:lnTo>
                <a:close/>
              </a:path>
              <a:path w="445769" h="3619500">
                <a:moveTo>
                  <a:pt x="24028" y="3581400"/>
                </a:moveTo>
                <a:lnTo>
                  <a:pt x="9474" y="3581400"/>
                </a:lnTo>
                <a:lnTo>
                  <a:pt x="7747" y="3568700"/>
                </a:lnTo>
                <a:lnTo>
                  <a:pt x="22148" y="3568700"/>
                </a:lnTo>
                <a:lnTo>
                  <a:pt x="24028" y="3581400"/>
                </a:lnTo>
                <a:close/>
              </a:path>
              <a:path w="445769" h="3619500">
                <a:moveTo>
                  <a:pt x="27914" y="3581400"/>
                </a:moveTo>
                <a:lnTo>
                  <a:pt x="24028" y="3581400"/>
                </a:lnTo>
                <a:lnTo>
                  <a:pt x="23761" y="3568700"/>
                </a:lnTo>
                <a:lnTo>
                  <a:pt x="27914" y="3581400"/>
                </a:lnTo>
                <a:close/>
              </a:path>
              <a:path w="445769" h="3619500">
                <a:moveTo>
                  <a:pt x="421741" y="3581400"/>
                </a:moveTo>
                <a:lnTo>
                  <a:pt x="417855" y="3581400"/>
                </a:lnTo>
                <a:lnTo>
                  <a:pt x="422008" y="3568700"/>
                </a:lnTo>
                <a:lnTo>
                  <a:pt x="421741" y="3581400"/>
                </a:lnTo>
                <a:close/>
              </a:path>
              <a:path w="445769" h="3619500">
                <a:moveTo>
                  <a:pt x="436295" y="3581400"/>
                </a:moveTo>
                <a:lnTo>
                  <a:pt x="421741" y="3581400"/>
                </a:lnTo>
                <a:lnTo>
                  <a:pt x="423621" y="3568700"/>
                </a:lnTo>
                <a:lnTo>
                  <a:pt x="438023" y="3568700"/>
                </a:lnTo>
                <a:lnTo>
                  <a:pt x="436295" y="3581400"/>
                </a:lnTo>
                <a:close/>
              </a:path>
              <a:path w="445769" h="3619500">
                <a:moveTo>
                  <a:pt x="36893" y="3594100"/>
                </a:moveTo>
                <a:lnTo>
                  <a:pt x="17932" y="3594100"/>
                </a:lnTo>
                <a:lnTo>
                  <a:pt x="13449" y="3581400"/>
                </a:lnTo>
                <a:lnTo>
                  <a:pt x="31762" y="3581400"/>
                </a:lnTo>
                <a:lnTo>
                  <a:pt x="36893" y="3594100"/>
                </a:lnTo>
                <a:close/>
              </a:path>
              <a:path w="445769" h="3619500">
                <a:moveTo>
                  <a:pt x="427837" y="3594100"/>
                </a:moveTo>
                <a:lnTo>
                  <a:pt x="408876" y="3594100"/>
                </a:lnTo>
                <a:lnTo>
                  <a:pt x="414007" y="3581400"/>
                </a:lnTo>
                <a:lnTo>
                  <a:pt x="432320" y="3581400"/>
                </a:lnTo>
                <a:lnTo>
                  <a:pt x="427837" y="3594100"/>
                </a:lnTo>
                <a:close/>
              </a:path>
              <a:path w="445769" h="3619500">
                <a:moveTo>
                  <a:pt x="59105" y="3606800"/>
                </a:moveTo>
                <a:lnTo>
                  <a:pt x="34556" y="3606800"/>
                </a:lnTo>
                <a:lnTo>
                  <a:pt x="28575" y="3594100"/>
                </a:lnTo>
                <a:lnTo>
                  <a:pt x="55753" y="3594100"/>
                </a:lnTo>
                <a:lnTo>
                  <a:pt x="59105" y="3606800"/>
                </a:lnTo>
                <a:close/>
              </a:path>
              <a:path w="445769" h="3619500">
                <a:moveTo>
                  <a:pt x="411213" y="3606800"/>
                </a:moveTo>
                <a:lnTo>
                  <a:pt x="386664" y="3606800"/>
                </a:lnTo>
                <a:lnTo>
                  <a:pt x="390017" y="3594100"/>
                </a:lnTo>
                <a:lnTo>
                  <a:pt x="417195" y="3594100"/>
                </a:lnTo>
                <a:lnTo>
                  <a:pt x="411213" y="3606800"/>
                </a:lnTo>
                <a:close/>
              </a:path>
              <a:path w="445769" h="3619500">
                <a:moveTo>
                  <a:pt x="390588" y="3619500"/>
                </a:moveTo>
                <a:lnTo>
                  <a:pt x="55181" y="3619500"/>
                </a:lnTo>
                <a:lnTo>
                  <a:pt x="51523" y="3606800"/>
                </a:lnTo>
                <a:lnTo>
                  <a:pt x="394246" y="3606800"/>
                </a:lnTo>
                <a:lnTo>
                  <a:pt x="390588" y="36195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787080" y="1758505"/>
            <a:ext cx="33020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电 子 轨 道 半 径 连 续 减 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77795" y="2499360"/>
            <a:ext cx="2200656" cy="2284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68651" y="2115311"/>
            <a:ext cx="2560320" cy="76200"/>
          </a:xfrm>
          <a:custGeom>
            <a:avLst/>
            <a:gdLst/>
            <a:ahLst/>
            <a:cxnLst/>
            <a:rect l="l" t="t" r="r" b="b"/>
            <a:pathLst>
              <a:path w="2560320" h="76200">
                <a:moveTo>
                  <a:pt x="2522220" y="76200"/>
                </a:moveTo>
                <a:lnTo>
                  <a:pt x="2522220" y="57912"/>
                </a:lnTo>
                <a:lnTo>
                  <a:pt x="0" y="57912"/>
                </a:lnTo>
                <a:lnTo>
                  <a:pt x="0" y="19812"/>
                </a:lnTo>
                <a:lnTo>
                  <a:pt x="2522220" y="19812"/>
                </a:lnTo>
                <a:lnTo>
                  <a:pt x="2522220" y="0"/>
                </a:lnTo>
                <a:lnTo>
                  <a:pt x="2560320" y="38100"/>
                </a:lnTo>
                <a:lnTo>
                  <a:pt x="2522220" y="762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62810" y="2100491"/>
            <a:ext cx="2576195" cy="107314"/>
          </a:xfrm>
          <a:custGeom>
            <a:avLst/>
            <a:gdLst/>
            <a:ahLst/>
            <a:cxnLst/>
            <a:rect l="l" t="t" r="r" b="b"/>
            <a:pathLst>
              <a:path w="2576195" h="107314">
                <a:moveTo>
                  <a:pt x="2522219" y="34378"/>
                </a:moveTo>
                <a:lnTo>
                  <a:pt x="2522219" y="0"/>
                </a:lnTo>
                <a:lnTo>
                  <a:pt x="2537548" y="15328"/>
                </a:lnTo>
                <a:lnTo>
                  <a:pt x="2534919" y="15328"/>
                </a:lnTo>
                <a:lnTo>
                  <a:pt x="2524074" y="19824"/>
                </a:lnTo>
                <a:lnTo>
                  <a:pt x="2532278" y="28028"/>
                </a:lnTo>
                <a:lnTo>
                  <a:pt x="2528569" y="28028"/>
                </a:lnTo>
                <a:lnTo>
                  <a:pt x="2522219" y="34378"/>
                </a:lnTo>
                <a:close/>
              </a:path>
              <a:path w="2576195" h="107314">
                <a:moveTo>
                  <a:pt x="2534919" y="30670"/>
                </a:moveTo>
                <a:lnTo>
                  <a:pt x="2524074" y="19824"/>
                </a:lnTo>
                <a:lnTo>
                  <a:pt x="2534919" y="15328"/>
                </a:lnTo>
                <a:lnTo>
                  <a:pt x="2534919" y="30670"/>
                </a:lnTo>
                <a:close/>
              </a:path>
              <a:path w="2576195" h="107314">
                <a:moveTo>
                  <a:pt x="2557678" y="53428"/>
                </a:moveTo>
                <a:lnTo>
                  <a:pt x="2534919" y="30670"/>
                </a:lnTo>
                <a:lnTo>
                  <a:pt x="2534919" y="15328"/>
                </a:lnTo>
                <a:lnTo>
                  <a:pt x="2537548" y="15328"/>
                </a:lnTo>
                <a:lnTo>
                  <a:pt x="2571153" y="48933"/>
                </a:lnTo>
                <a:lnTo>
                  <a:pt x="2562174" y="48933"/>
                </a:lnTo>
                <a:lnTo>
                  <a:pt x="2557678" y="53428"/>
                </a:lnTo>
                <a:close/>
              </a:path>
              <a:path w="2576195" h="107314">
                <a:moveTo>
                  <a:pt x="2522219" y="78828"/>
                </a:moveTo>
                <a:lnTo>
                  <a:pt x="0" y="78828"/>
                </a:lnTo>
                <a:lnTo>
                  <a:pt x="0" y="28028"/>
                </a:lnTo>
                <a:lnTo>
                  <a:pt x="2522219" y="28028"/>
                </a:lnTo>
                <a:lnTo>
                  <a:pt x="2522219" y="34378"/>
                </a:lnTo>
                <a:lnTo>
                  <a:pt x="12700" y="34378"/>
                </a:lnTo>
                <a:lnTo>
                  <a:pt x="6350" y="40728"/>
                </a:lnTo>
                <a:lnTo>
                  <a:pt x="12700" y="40728"/>
                </a:lnTo>
                <a:lnTo>
                  <a:pt x="12700" y="66128"/>
                </a:lnTo>
                <a:lnTo>
                  <a:pt x="6350" y="66128"/>
                </a:lnTo>
                <a:lnTo>
                  <a:pt x="12700" y="72478"/>
                </a:lnTo>
                <a:lnTo>
                  <a:pt x="2522219" y="72478"/>
                </a:lnTo>
                <a:lnTo>
                  <a:pt x="2522219" y="78828"/>
                </a:lnTo>
                <a:close/>
              </a:path>
              <a:path w="2576195" h="107314">
                <a:moveTo>
                  <a:pt x="2534919" y="40728"/>
                </a:moveTo>
                <a:lnTo>
                  <a:pt x="12700" y="40728"/>
                </a:lnTo>
                <a:lnTo>
                  <a:pt x="12700" y="34378"/>
                </a:lnTo>
                <a:lnTo>
                  <a:pt x="2522219" y="34378"/>
                </a:lnTo>
                <a:lnTo>
                  <a:pt x="2528569" y="28028"/>
                </a:lnTo>
                <a:lnTo>
                  <a:pt x="2532278" y="28028"/>
                </a:lnTo>
                <a:lnTo>
                  <a:pt x="2534919" y="30670"/>
                </a:lnTo>
                <a:lnTo>
                  <a:pt x="2534919" y="40728"/>
                </a:lnTo>
                <a:close/>
              </a:path>
              <a:path w="2576195" h="107314">
                <a:moveTo>
                  <a:pt x="12700" y="40728"/>
                </a:moveTo>
                <a:lnTo>
                  <a:pt x="6350" y="40728"/>
                </a:lnTo>
                <a:lnTo>
                  <a:pt x="12700" y="34378"/>
                </a:lnTo>
                <a:lnTo>
                  <a:pt x="12700" y="40728"/>
                </a:lnTo>
                <a:close/>
              </a:path>
              <a:path w="2576195" h="107314">
                <a:moveTo>
                  <a:pt x="2562174" y="57924"/>
                </a:moveTo>
                <a:lnTo>
                  <a:pt x="2557678" y="53428"/>
                </a:lnTo>
                <a:lnTo>
                  <a:pt x="2562174" y="48933"/>
                </a:lnTo>
                <a:lnTo>
                  <a:pt x="2562174" y="57924"/>
                </a:lnTo>
                <a:close/>
              </a:path>
              <a:path w="2576195" h="107314">
                <a:moveTo>
                  <a:pt x="2571153" y="57924"/>
                </a:moveTo>
                <a:lnTo>
                  <a:pt x="2562174" y="57924"/>
                </a:lnTo>
                <a:lnTo>
                  <a:pt x="2562174" y="48933"/>
                </a:lnTo>
                <a:lnTo>
                  <a:pt x="2571153" y="48933"/>
                </a:lnTo>
                <a:lnTo>
                  <a:pt x="2575648" y="53428"/>
                </a:lnTo>
                <a:lnTo>
                  <a:pt x="2571153" y="57924"/>
                </a:lnTo>
                <a:close/>
              </a:path>
              <a:path w="2576195" h="107314">
                <a:moveTo>
                  <a:pt x="2537548" y="91528"/>
                </a:moveTo>
                <a:lnTo>
                  <a:pt x="2534919" y="91528"/>
                </a:lnTo>
                <a:lnTo>
                  <a:pt x="2534919" y="76187"/>
                </a:lnTo>
                <a:lnTo>
                  <a:pt x="2557678" y="53428"/>
                </a:lnTo>
                <a:lnTo>
                  <a:pt x="2562174" y="57924"/>
                </a:lnTo>
                <a:lnTo>
                  <a:pt x="2571153" y="57924"/>
                </a:lnTo>
                <a:lnTo>
                  <a:pt x="2537548" y="91528"/>
                </a:lnTo>
                <a:close/>
              </a:path>
              <a:path w="2576195" h="107314">
                <a:moveTo>
                  <a:pt x="12700" y="72478"/>
                </a:moveTo>
                <a:lnTo>
                  <a:pt x="6350" y="66128"/>
                </a:lnTo>
                <a:lnTo>
                  <a:pt x="12700" y="66128"/>
                </a:lnTo>
                <a:lnTo>
                  <a:pt x="12700" y="72478"/>
                </a:lnTo>
                <a:close/>
              </a:path>
              <a:path w="2576195" h="107314">
                <a:moveTo>
                  <a:pt x="2532278" y="78828"/>
                </a:moveTo>
                <a:lnTo>
                  <a:pt x="2528569" y="78828"/>
                </a:lnTo>
                <a:lnTo>
                  <a:pt x="2522219" y="72478"/>
                </a:lnTo>
                <a:lnTo>
                  <a:pt x="12700" y="72478"/>
                </a:lnTo>
                <a:lnTo>
                  <a:pt x="12700" y="66128"/>
                </a:lnTo>
                <a:lnTo>
                  <a:pt x="2534919" y="66128"/>
                </a:lnTo>
                <a:lnTo>
                  <a:pt x="2534919" y="76187"/>
                </a:lnTo>
                <a:lnTo>
                  <a:pt x="2532278" y="78828"/>
                </a:lnTo>
                <a:close/>
              </a:path>
              <a:path w="2576195" h="107314">
                <a:moveTo>
                  <a:pt x="2522219" y="106857"/>
                </a:moveTo>
                <a:lnTo>
                  <a:pt x="2522219" y="72478"/>
                </a:lnTo>
                <a:lnTo>
                  <a:pt x="2528569" y="78828"/>
                </a:lnTo>
                <a:lnTo>
                  <a:pt x="2532278" y="78828"/>
                </a:lnTo>
                <a:lnTo>
                  <a:pt x="2524074" y="87033"/>
                </a:lnTo>
                <a:lnTo>
                  <a:pt x="2534919" y="91528"/>
                </a:lnTo>
                <a:lnTo>
                  <a:pt x="2537548" y="91528"/>
                </a:lnTo>
                <a:lnTo>
                  <a:pt x="2522219" y="106857"/>
                </a:lnTo>
                <a:close/>
              </a:path>
              <a:path w="2576195" h="107314">
                <a:moveTo>
                  <a:pt x="2534919" y="91528"/>
                </a:moveTo>
                <a:lnTo>
                  <a:pt x="2524074" y="87033"/>
                </a:lnTo>
                <a:lnTo>
                  <a:pt x="2534919" y="76187"/>
                </a:lnTo>
                <a:lnTo>
                  <a:pt x="2534919" y="9152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28971" y="1520952"/>
            <a:ext cx="958850" cy="1266825"/>
          </a:xfrm>
          <a:custGeom>
            <a:avLst/>
            <a:gdLst/>
            <a:ahLst/>
            <a:cxnLst/>
            <a:rect l="l" t="t" r="r" b="b"/>
            <a:pathLst>
              <a:path w="958850" h="1266825">
                <a:moveTo>
                  <a:pt x="798576" y="1266444"/>
                </a:moveTo>
                <a:lnTo>
                  <a:pt x="160019" y="1266444"/>
                </a:lnTo>
                <a:lnTo>
                  <a:pt x="109610" y="1258426"/>
                </a:lnTo>
                <a:lnTo>
                  <a:pt x="65796" y="1235807"/>
                </a:lnTo>
                <a:lnTo>
                  <a:pt x="31184" y="1201196"/>
                </a:lnTo>
                <a:lnTo>
                  <a:pt x="8383" y="1157198"/>
                </a:lnTo>
                <a:lnTo>
                  <a:pt x="0" y="1106424"/>
                </a:lnTo>
                <a:lnTo>
                  <a:pt x="0" y="160020"/>
                </a:lnTo>
                <a:lnTo>
                  <a:pt x="8383" y="109610"/>
                </a:lnTo>
                <a:lnTo>
                  <a:pt x="31184" y="65796"/>
                </a:lnTo>
                <a:lnTo>
                  <a:pt x="65796" y="31184"/>
                </a:lnTo>
                <a:lnTo>
                  <a:pt x="109610" y="8383"/>
                </a:lnTo>
                <a:lnTo>
                  <a:pt x="160019" y="0"/>
                </a:lnTo>
                <a:lnTo>
                  <a:pt x="798576" y="0"/>
                </a:lnTo>
                <a:lnTo>
                  <a:pt x="848985" y="8383"/>
                </a:lnTo>
                <a:lnTo>
                  <a:pt x="892799" y="31184"/>
                </a:lnTo>
                <a:lnTo>
                  <a:pt x="927411" y="65796"/>
                </a:lnTo>
                <a:lnTo>
                  <a:pt x="950212" y="109610"/>
                </a:lnTo>
                <a:lnTo>
                  <a:pt x="958595" y="160020"/>
                </a:lnTo>
                <a:lnTo>
                  <a:pt x="958595" y="1106424"/>
                </a:lnTo>
                <a:lnTo>
                  <a:pt x="950212" y="1157198"/>
                </a:lnTo>
                <a:lnTo>
                  <a:pt x="927411" y="1201196"/>
                </a:lnTo>
                <a:lnTo>
                  <a:pt x="892799" y="1235807"/>
                </a:lnTo>
                <a:lnTo>
                  <a:pt x="848985" y="1258426"/>
                </a:lnTo>
                <a:lnTo>
                  <a:pt x="798576" y="126644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23129" y="1515110"/>
            <a:ext cx="970280" cy="1270000"/>
          </a:xfrm>
          <a:custGeom>
            <a:avLst/>
            <a:gdLst/>
            <a:ahLst/>
            <a:cxnLst/>
            <a:rect l="l" t="t" r="r" b="b"/>
            <a:pathLst>
              <a:path w="970279" h="1270000">
                <a:moveTo>
                  <a:pt x="868921" y="12699"/>
                </a:moveTo>
                <a:lnTo>
                  <a:pt x="101346" y="12699"/>
                </a:lnTo>
                <a:lnTo>
                  <a:pt x="108889" y="0"/>
                </a:lnTo>
                <a:lnTo>
                  <a:pt x="861390" y="0"/>
                </a:lnTo>
                <a:lnTo>
                  <a:pt x="868921" y="12699"/>
                </a:lnTo>
                <a:close/>
              </a:path>
              <a:path w="970279" h="1270000">
                <a:moveTo>
                  <a:pt x="99377" y="25399"/>
                </a:moveTo>
                <a:lnTo>
                  <a:pt x="73164" y="25399"/>
                </a:lnTo>
                <a:lnTo>
                  <a:pt x="79895" y="12699"/>
                </a:lnTo>
                <a:lnTo>
                  <a:pt x="106438" y="12699"/>
                </a:lnTo>
                <a:lnTo>
                  <a:pt x="99377" y="25399"/>
                </a:lnTo>
                <a:close/>
              </a:path>
              <a:path w="970279" h="1270000">
                <a:moveTo>
                  <a:pt x="897115" y="25399"/>
                </a:moveTo>
                <a:lnTo>
                  <a:pt x="870902" y="25399"/>
                </a:lnTo>
                <a:lnTo>
                  <a:pt x="863841" y="12699"/>
                </a:lnTo>
                <a:lnTo>
                  <a:pt x="890384" y="12699"/>
                </a:lnTo>
                <a:lnTo>
                  <a:pt x="897115" y="25399"/>
                </a:lnTo>
                <a:close/>
              </a:path>
              <a:path w="970279" h="1270000">
                <a:moveTo>
                  <a:pt x="80137" y="38099"/>
                </a:moveTo>
                <a:lnTo>
                  <a:pt x="54368" y="38099"/>
                </a:lnTo>
                <a:lnTo>
                  <a:pt x="60388" y="25399"/>
                </a:lnTo>
                <a:lnTo>
                  <a:pt x="86614" y="25399"/>
                </a:lnTo>
                <a:lnTo>
                  <a:pt x="80137" y="38099"/>
                </a:lnTo>
                <a:close/>
              </a:path>
              <a:path w="970279" h="1270000">
                <a:moveTo>
                  <a:pt x="915911" y="38099"/>
                </a:moveTo>
                <a:lnTo>
                  <a:pt x="890143" y="38099"/>
                </a:lnTo>
                <a:lnTo>
                  <a:pt x="883666" y="25399"/>
                </a:lnTo>
                <a:lnTo>
                  <a:pt x="909891" y="25399"/>
                </a:lnTo>
                <a:lnTo>
                  <a:pt x="915911" y="38099"/>
                </a:lnTo>
                <a:close/>
              </a:path>
              <a:path w="970279" h="1270000">
                <a:moveTo>
                  <a:pt x="62801" y="50799"/>
                </a:moveTo>
                <a:lnTo>
                  <a:pt x="43116" y="50799"/>
                </a:lnTo>
                <a:lnTo>
                  <a:pt x="48602" y="38099"/>
                </a:lnTo>
                <a:lnTo>
                  <a:pt x="68592" y="38099"/>
                </a:lnTo>
                <a:lnTo>
                  <a:pt x="62801" y="50799"/>
                </a:lnTo>
                <a:close/>
              </a:path>
              <a:path w="970279" h="1270000">
                <a:moveTo>
                  <a:pt x="927163" y="50799"/>
                </a:moveTo>
                <a:lnTo>
                  <a:pt x="907478" y="50799"/>
                </a:lnTo>
                <a:lnTo>
                  <a:pt x="901687" y="38099"/>
                </a:lnTo>
                <a:lnTo>
                  <a:pt x="921677" y="38099"/>
                </a:lnTo>
                <a:lnTo>
                  <a:pt x="927163" y="50799"/>
                </a:lnTo>
                <a:close/>
              </a:path>
              <a:path w="970279" h="1270000">
                <a:moveTo>
                  <a:pt x="47599" y="63499"/>
                </a:moveTo>
                <a:lnTo>
                  <a:pt x="32969" y="63499"/>
                </a:lnTo>
                <a:lnTo>
                  <a:pt x="37896" y="50799"/>
                </a:lnTo>
                <a:lnTo>
                  <a:pt x="52616" y="50799"/>
                </a:lnTo>
                <a:lnTo>
                  <a:pt x="47599" y="63499"/>
                </a:lnTo>
                <a:close/>
              </a:path>
              <a:path w="970279" h="1270000">
                <a:moveTo>
                  <a:pt x="937310" y="63499"/>
                </a:moveTo>
                <a:lnTo>
                  <a:pt x="922680" y="63499"/>
                </a:lnTo>
                <a:lnTo>
                  <a:pt x="917663" y="50799"/>
                </a:lnTo>
                <a:lnTo>
                  <a:pt x="932383" y="50799"/>
                </a:lnTo>
                <a:lnTo>
                  <a:pt x="937310" y="63499"/>
                </a:lnTo>
                <a:close/>
              </a:path>
              <a:path w="970279" h="1270000">
                <a:moveTo>
                  <a:pt x="38785" y="76199"/>
                </a:moveTo>
                <a:lnTo>
                  <a:pt x="24028" y="76199"/>
                </a:lnTo>
                <a:lnTo>
                  <a:pt x="28346" y="63499"/>
                </a:lnTo>
                <a:lnTo>
                  <a:pt x="43230" y="63499"/>
                </a:lnTo>
                <a:lnTo>
                  <a:pt x="38785" y="76199"/>
                </a:lnTo>
                <a:close/>
              </a:path>
              <a:path w="970279" h="1270000">
                <a:moveTo>
                  <a:pt x="946251" y="76199"/>
                </a:moveTo>
                <a:lnTo>
                  <a:pt x="931494" y="76199"/>
                </a:lnTo>
                <a:lnTo>
                  <a:pt x="927049" y="63499"/>
                </a:lnTo>
                <a:lnTo>
                  <a:pt x="941933" y="63499"/>
                </a:lnTo>
                <a:lnTo>
                  <a:pt x="946251" y="76199"/>
                </a:lnTo>
                <a:close/>
              </a:path>
              <a:path w="970279" h="1270000">
                <a:moveTo>
                  <a:pt x="31115" y="88899"/>
                </a:moveTo>
                <a:lnTo>
                  <a:pt x="16370" y="88899"/>
                </a:lnTo>
                <a:lnTo>
                  <a:pt x="20027" y="76199"/>
                </a:lnTo>
                <a:lnTo>
                  <a:pt x="34963" y="76199"/>
                </a:lnTo>
                <a:lnTo>
                  <a:pt x="31115" y="88899"/>
                </a:lnTo>
                <a:close/>
              </a:path>
              <a:path w="970279" h="1270000">
                <a:moveTo>
                  <a:pt x="953909" y="88899"/>
                </a:moveTo>
                <a:lnTo>
                  <a:pt x="939165" y="88899"/>
                </a:lnTo>
                <a:lnTo>
                  <a:pt x="935316" y="76199"/>
                </a:lnTo>
                <a:lnTo>
                  <a:pt x="950252" y="76199"/>
                </a:lnTo>
                <a:lnTo>
                  <a:pt x="953909" y="88899"/>
                </a:lnTo>
                <a:close/>
              </a:path>
              <a:path w="970279" h="1270000">
                <a:moveTo>
                  <a:pt x="19545" y="114300"/>
                </a:moveTo>
                <a:lnTo>
                  <a:pt x="7454" y="114300"/>
                </a:lnTo>
                <a:lnTo>
                  <a:pt x="10071" y="101599"/>
                </a:lnTo>
                <a:lnTo>
                  <a:pt x="13042" y="88899"/>
                </a:lnTo>
                <a:lnTo>
                  <a:pt x="27876" y="88899"/>
                </a:lnTo>
                <a:lnTo>
                  <a:pt x="24676" y="101599"/>
                </a:lnTo>
                <a:lnTo>
                  <a:pt x="22047" y="101599"/>
                </a:lnTo>
                <a:lnTo>
                  <a:pt x="19545" y="114300"/>
                </a:lnTo>
                <a:close/>
              </a:path>
              <a:path w="970279" h="1270000">
                <a:moveTo>
                  <a:pt x="962825" y="114300"/>
                </a:moveTo>
                <a:lnTo>
                  <a:pt x="950734" y="114300"/>
                </a:lnTo>
                <a:lnTo>
                  <a:pt x="948232" y="101599"/>
                </a:lnTo>
                <a:lnTo>
                  <a:pt x="945603" y="101599"/>
                </a:lnTo>
                <a:lnTo>
                  <a:pt x="942403" y="88899"/>
                </a:lnTo>
                <a:lnTo>
                  <a:pt x="957237" y="88899"/>
                </a:lnTo>
                <a:lnTo>
                  <a:pt x="960208" y="101599"/>
                </a:lnTo>
                <a:lnTo>
                  <a:pt x="962825" y="114300"/>
                </a:lnTo>
                <a:close/>
              </a:path>
              <a:path w="970279" h="1270000">
                <a:moveTo>
                  <a:pt x="14439" y="139700"/>
                </a:moveTo>
                <a:lnTo>
                  <a:pt x="1905" y="139700"/>
                </a:lnTo>
                <a:lnTo>
                  <a:pt x="3365" y="127000"/>
                </a:lnTo>
                <a:lnTo>
                  <a:pt x="5219" y="114300"/>
                </a:lnTo>
                <a:lnTo>
                  <a:pt x="19634" y="114300"/>
                </a:lnTo>
                <a:lnTo>
                  <a:pt x="17487" y="127000"/>
                </a:lnTo>
                <a:lnTo>
                  <a:pt x="15849" y="127000"/>
                </a:lnTo>
                <a:lnTo>
                  <a:pt x="14439" y="139700"/>
                </a:lnTo>
                <a:close/>
              </a:path>
              <a:path w="970279" h="1270000">
                <a:moveTo>
                  <a:pt x="968375" y="139700"/>
                </a:moveTo>
                <a:lnTo>
                  <a:pt x="955840" y="139700"/>
                </a:lnTo>
                <a:lnTo>
                  <a:pt x="954430" y="127000"/>
                </a:lnTo>
                <a:lnTo>
                  <a:pt x="952792" y="127000"/>
                </a:lnTo>
                <a:lnTo>
                  <a:pt x="950645" y="114300"/>
                </a:lnTo>
                <a:lnTo>
                  <a:pt x="965060" y="114300"/>
                </a:lnTo>
                <a:lnTo>
                  <a:pt x="966914" y="127000"/>
                </a:lnTo>
                <a:lnTo>
                  <a:pt x="968375" y="139700"/>
                </a:lnTo>
                <a:close/>
              </a:path>
              <a:path w="970279" h="1270000">
                <a:moveTo>
                  <a:pt x="12903" y="1117600"/>
                </a:moveTo>
                <a:lnTo>
                  <a:pt x="215" y="1117600"/>
                </a:lnTo>
                <a:lnTo>
                  <a:pt x="0" y="1104900"/>
                </a:lnTo>
                <a:lnTo>
                  <a:pt x="0" y="165100"/>
                </a:lnTo>
                <a:lnTo>
                  <a:pt x="215" y="152400"/>
                </a:lnTo>
                <a:lnTo>
                  <a:pt x="850" y="139700"/>
                </a:lnTo>
                <a:lnTo>
                  <a:pt x="13500" y="139700"/>
                </a:lnTo>
                <a:lnTo>
                  <a:pt x="12890" y="152400"/>
                </a:lnTo>
                <a:lnTo>
                  <a:pt x="12700" y="165100"/>
                </a:lnTo>
                <a:lnTo>
                  <a:pt x="12700" y="1104900"/>
                </a:lnTo>
                <a:lnTo>
                  <a:pt x="12903" y="1117600"/>
                </a:lnTo>
                <a:close/>
              </a:path>
              <a:path w="970279" h="1270000">
                <a:moveTo>
                  <a:pt x="970064" y="1117600"/>
                </a:moveTo>
                <a:lnTo>
                  <a:pt x="957376" y="1117600"/>
                </a:lnTo>
                <a:lnTo>
                  <a:pt x="957580" y="1104900"/>
                </a:lnTo>
                <a:lnTo>
                  <a:pt x="957580" y="165100"/>
                </a:lnTo>
                <a:lnTo>
                  <a:pt x="957376" y="152400"/>
                </a:lnTo>
                <a:lnTo>
                  <a:pt x="956779" y="139700"/>
                </a:lnTo>
                <a:lnTo>
                  <a:pt x="969429" y="139700"/>
                </a:lnTo>
                <a:lnTo>
                  <a:pt x="970064" y="152400"/>
                </a:lnTo>
                <a:lnTo>
                  <a:pt x="970280" y="165100"/>
                </a:lnTo>
                <a:lnTo>
                  <a:pt x="970280" y="1104900"/>
                </a:lnTo>
                <a:lnTo>
                  <a:pt x="970064" y="1117600"/>
                </a:lnTo>
                <a:close/>
              </a:path>
              <a:path w="970279" h="1270000">
                <a:moveTo>
                  <a:pt x="15849" y="1143000"/>
                </a:moveTo>
                <a:lnTo>
                  <a:pt x="3365" y="1143000"/>
                </a:lnTo>
                <a:lnTo>
                  <a:pt x="1905" y="1130300"/>
                </a:lnTo>
                <a:lnTo>
                  <a:pt x="850" y="1117600"/>
                </a:lnTo>
                <a:lnTo>
                  <a:pt x="13474" y="1117600"/>
                </a:lnTo>
                <a:lnTo>
                  <a:pt x="14490" y="1130300"/>
                </a:lnTo>
                <a:lnTo>
                  <a:pt x="15849" y="1143000"/>
                </a:lnTo>
                <a:close/>
              </a:path>
              <a:path w="970279" h="1270000">
                <a:moveTo>
                  <a:pt x="966914" y="1143000"/>
                </a:moveTo>
                <a:lnTo>
                  <a:pt x="954430" y="1143000"/>
                </a:lnTo>
                <a:lnTo>
                  <a:pt x="955840" y="1130300"/>
                </a:lnTo>
                <a:lnTo>
                  <a:pt x="956805" y="1117600"/>
                </a:lnTo>
                <a:lnTo>
                  <a:pt x="969429" y="1117600"/>
                </a:lnTo>
                <a:lnTo>
                  <a:pt x="968375" y="1130300"/>
                </a:lnTo>
                <a:lnTo>
                  <a:pt x="966914" y="1143000"/>
                </a:lnTo>
                <a:close/>
              </a:path>
              <a:path w="970279" h="1270000">
                <a:moveTo>
                  <a:pt x="24803" y="1168400"/>
                </a:moveTo>
                <a:lnTo>
                  <a:pt x="10071" y="1168400"/>
                </a:lnTo>
                <a:lnTo>
                  <a:pt x="7454" y="1155700"/>
                </a:lnTo>
                <a:lnTo>
                  <a:pt x="5219" y="1143000"/>
                </a:lnTo>
                <a:lnTo>
                  <a:pt x="17487" y="1143000"/>
                </a:lnTo>
                <a:lnTo>
                  <a:pt x="19634" y="1155700"/>
                </a:lnTo>
                <a:lnTo>
                  <a:pt x="21945" y="1155700"/>
                </a:lnTo>
                <a:lnTo>
                  <a:pt x="24803" y="1168400"/>
                </a:lnTo>
                <a:close/>
              </a:path>
              <a:path w="970279" h="1270000">
                <a:moveTo>
                  <a:pt x="960208" y="1168400"/>
                </a:moveTo>
                <a:lnTo>
                  <a:pt x="945476" y="1168400"/>
                </a:lnTo>
                <a:lnTo>
                  <a:pt x="948334" y="1155700"/>
                </a:lnTo>
                <a:lnTo>
                  <a:pt x="950645" y="1155700"/>
                </a:lnTo>
                <a:lnTo>
                  <a:pt x="952792" y="1143000"/>
                </a:lnTo>
                <a:lnTo>
                  <a:pt x="965060" y="1143000"/>
                </a:lnTo>
                <a:lnTo>
                  <a:pt x="962825" y="1155700"/>
                </a:lnTo>
                <a:lnTo>
                  <a:pt x="960208" y="1168400"/>
                </a:lnTo>
                <a:close/>
              </a:path>
              <a:path w="970279" h="1270000">
                <a:moveTo>
                  <a:pt x="31267" y="1181100"/>
                </a:moveTo>
                <a:lnTo>
                  <a:pt x="16370" y="1181100"/>
                </a:lnTo>
                <a:lnTo>
                  <a:pt x="13042" y="1168400"/>
                </a:lnTo>
                <a:lnTo>
                  <a:pt x="27736" y="1168400"/>
                </a:lnTo>
                <a:lnTo>
                  <a:pt x="31267" y="1181100"/>
                </a:lnTo>
                <a:close/>
              </a:path>
              <a:path w="970279" h="1270000">
                <a:moveTo>
                  <a:pt x="953909" y="1181100"/>
                </a:moveTo>
                <a:lnTo>
                  <a:pt x="939012" y="1181100"/>
                </a:lnTo>
                <a:lnTo>
                  <a:pt x="942543" y="1168400"/>
                </a:lnTo>
                <a:lnTo>
                  <a:pt x="957237" y="1168400"/>
                </a:lnTo>
                <a:lnTo>
                  <a:pt x="953909" y="1181100"/>
                </a:lnTo>
                <a:close/>
              </a:path>
              <a:path w="970279" h="1270000">
                <a:moveTo>
                  <a:pt x="38950" y="1193800"/>
                </a:moveTo>
                <a:lnTo>
                  <a:pt x="24028" y="1193800"/>
                </a:lnTo>
                <a:lnTo>
                  <a:pt x="20027" y="1181100"/>
                </a:lnTo>
                <a:lnTo>
                  <a:pt x="34798" y="1181100"/>
                </a:lnTo>
                <a:lnTo>
                  <a:pt x="38950" y="1193800"/>
                </a:lnTo>
                <a:close/>
              </a:path>
              <a:path w="970279" h="1270000">
                <a:moveTo>
                  <a:pt x="946251" y="1193800"/>
                </a:moveTo>
                <a:lnTo>
                  <a:pt x="931329" y="1193800"/>
                </a:lnTo>
                <a:lnTo>
                  <a:pt x="935482" y="1181100"/>
                </a:lnTo>
                <a:lnTo>
                  <a:pt x="950252" y="1181100"/>
                </a:lnTo>
                <a:lnTo>
                  <a:pt x="946251" y="1193800"/>
                </a:lnTo>
                <a:close/>
              </a:path>
              <a:path w="970279" h="1270000">
                <a:moveTo>
                  <a:pt x="47790" y="1206500"/>
                </a:moveTo>
                <a:lnTo>
                  <a:pt x="32969" y="1206500"/>
                </a:lnTo>
                <a:lnTo>
                  <a:pt x="28346" y="1193800"/>
                </a:lnTo>
                <a:lnTo>
                  <a:pt x="43053" y="1193800"/>
                </a:lnTo>
                <a:lnTo>
                  <a:pt x="47790" y="1206500"/>
                </a:lnTo>
                <a:close/>
              </a:path>
              <a:path w="970279" h="1270000">
                <a:moveTo>
                  <a:pt x="937310" y="1206500"/>
                </a:moveTo>
                <a:lnTo>
                  <a:pt x="922489" y="1206500"/>
                </a:lnTo>
                <a:lnTo>
                  <a:pt x="927227" y="1193800"/>
                </a:lnTo>
                <a:lnTo>
                  <a:pt x="941933" y="1193800"/>
                </a:lnTo>
                <a:lnTo>
                  <a:pt x="937310" y="1206500"/>
                </a:lnTo>
                <a:close/>
              </a:path>
              <a:path w="970279" h="1270000">
                <a:moveTo>
                  <a:pt x="57696" y="1219200"/>
                </a:moveTo>
                <a:lnTo>
                  <a:pt x="43116" y="1219200"/>
                </a:lnTo>
                <a:lnTo>
                  <a:pt x="37896" y="1206500"/>
                </a:lnTo>
                <a:lnTo>
                  <a:pt x="52412" y="1206500"/>
                </a:lnTo>
                <a:lnTo>
                  <a:pt x="57696" y="1219200"/>
                </a:lnTo>
                <a:close/>
              </a:path>
              <a:path w="970279" h="1270000">
                <a:moveTo>
                  <a:pt x="927163" y="1219200"/>
                </a:moveTo>
                <a:lnTo>
                  <a:pt x="912583" y="1219200"/>
                </a:lnTo>
                <a:lnTo>
                  <a:pt x="917867" y="1206500"/>
                </a:lnTo>
                <a:lnTo>
                  <a:pt x="932383" y="1206500"/>
                </a:lnTo>
                <a:lnTo>
                  <a:pt x="927163" y="1219200"/>
                </a:lnTo>
                <a:close/>
              </a:path>
              <a:path w="970279" h="1270000">
                <a:moveTo>
                  <a:pt x="74383" y="1231900"/>
                </a:moveTo>
                <a:lnTo>
                  <a:pt x="54368" y="1231900"/>
                </a:lnTo>
                <a:lnTo>
                  <a:pt x="48602" y="1219200"/>
                </a:lnTo>
                <a:lnTo>
                  <a:pt x="68351" y="1219200"/>
                </a:lnTo>
                <a:lnTo>
                  <a:pt x="74383" y="1231900"/>
                </a:lnTo>
                <a:close/>
              </a:path>
              <a:path w="970279" h="1270000">
                <a:moveTo>
                  <a:pt x="915911" y="1231900"/>
                </a:moveTo>
                <a:lnTo>
                  <a:pt x="895896" y="1231900"/>
                </a:lnTo>
                <a:lnTo>
                  <a:pt x="901928" y="1219200"/>
                </a:lnTo>
                <a:lnTo>
                  <a:pt x="921677" y="1219200"/>
                </a:lnTo>
                <a:lnTo>
                  <a:pt x="915911" y="1231900"/>
                </a:lnTo>
                <a:close/>
              </a:path>
              <a:path w="970279" h="1270000">
                <a:moveTo>
                  <a:pt x="93040" y="1244600"/>
                </a:moveTo>
                <a:lnTo>
                  <a:pt x="66649" y="1244600"/>
                </a:lnTo>
                <a:lnTo>
                  <a:pt x="60388" y="1231900"/>
                </a:lnTo>
                <a:lnTo>
                  <a:pt x="86360" y="1231900"/>
                </a:lnTo>
                <a:lnTo>
                  <a:pt x="93040" y="1244600"/>
                </a:lnTo>
                <a:close/>
              </a:path>
              <a:path w="970279" h="1270000">
                <a:moveTo>
                  <a:pt x="903630" y="1244600"/>
                </a:moveTo>
                <a:lnTo>
                  <a:pt x="877239" y="1244600"/>
                </a:lnTo>
                <a:lnTo>
                  <a:pt x="883920" y="1231900"/>
                </a:lnTo>
                <a:lnTo>
                  <a:pt x="909891" y="1231900"/>
                </a:lnTo>
                <a:lnTo>
                  <a:pt x="903630" y="1244600"/>
                </a:lnTo>
                <a:close/>
              </a:path>
              <a:path w="970279" h="1270000">
                <a:moveTo>
                  <a:pt x="120523" y="1257300"/>
                </a:moveTo>
                <a:lnTo>
                  <a:pt x="86842" y="1257300"/>
                </a:lnTo>
                <a:lnTo>
                  <a:pt x="79895" y="1244600"/>
                </a:lnTo>
                <a:lnTo>
                  <a:pt x="113106" y="1244600"/>
                </a:lnTo>
                <a:lnTo>
                  <a:pt x="120523" y="1257300"/>
                </a:lnTo>
                <a:close/>
              </a:path>
              <a:path w="970279" h="1270000">
                <a:moveTo>
                  <a:pt x="883437" y="1257300"/>
                </a:moveTo>
                <a:lnTo>
                  <a:pt x="849757" y="1257300"/>
                </a:lnTo>
                <a:lnTo>
                  <a:pt x="857173" y="1244600"/>
                </a:lnTo>
                <a:lnTo>
                  <a:pt x="890384" y="1244600"/>
                </a:lnTo>
                <a:lnTo>
                  <a:pt x="883437" y="1257300"/>
                </a:lnTo>
                <a:close/>
              </a:path>
              <a:path w="970279" h="1270000">
                <a:moveTo>
                  <a:pt x="853681" y="1270000"/>
                </a:moveTo>
                <a:lnTo>
                  <a:pt x="116598" y="1270000"/>
                </a:lnTo>
                <a:lnTo>
                  <a:pt x="108889" y="1257300"/>
                </a:lnTo>
                <a:lnTo>
                  <a:pt x="861390" y="1257300"/>
                </a:lnTo>
                <a:lnTo>
                  <a:pt x="853681" y="12700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90528" y="1557413"/>
            <a:ext cx="6350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原子 不稳 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28971" y="4524755"/>
            <a:ext cx="957580" cy="1005840"/>
          </a:xfrm>
          <a:custGeom>
            <a:avLst/>
            <a:gdLst/>
            <a:ahLst/>
            <a:cxnLst/>
            <a:rect l="l" t="t" r="r" b="b"/>
            <a:pathLst>
              <a:path w="957579" h="1005839">
                <a:moveTo>
                  <a:pt x="798576" y="1005840"/>
                </a:moveTo>
                <a:lnTo>
                  <a:pt x="160019" y="1005840"/>
                </a:lnTo>
                <a:lnTo>
                  <a:pt x="109596" y="997521"/>
                </a:lnTo>
                <a:lnTo>
                  <a:pt x="65780" y="974757"/>
                </a:lnTo>
                <a:lnTo>
                  <a:pt x="31173" y="940151"/>
                </a:lnTo>
                <a:lnTo>
                  <a:pt x="8379" y="896304"/>
                </a:lnTo>
                <a:lnTo>
                  <a:pt x="0" y="845820"/>
                </a:lnTo>
                <a:lnTo>
                  <a:pt x="0" y="160020"/>
                </a:lnTo>
                <a:lnTo>
                  <a:pt x="8379" y="109474"/>
                </a:lnTo>
                <a:lnTo>
                  <a:pt x="31173" y="65597"/>
                </a:lnTo>
                <a:lnTo>
                  <a:pt x="65780" y="30990"/>
                </a:lnTo>
                <a:lnTo>
                  <a:pt x="109596" y="8257"/>
                </a:lnTo>
                <a:lnTo>
                  <a:pt x="160019" y="0"/>
                </a:lnTo>
                <a:lnTo>
                  <a:pt x="798576" y="0"/>
                </a:lnTo>
                <a:lnTo>
                  <a:pt x="848682" y="8257"/>
                </a:lnTo>
                <a:lnTo>
                  <a:pt x="892261" y="30990"/>
                </a:lnTo>
                <a:lnTo>
                  <a:pt x="926635" y="65597"/>
                </a:lnTo>
                <a:lnTo>
                  <a:pt x="949131" y="109474"/>
                </a:lnTo>
                <a:lnTo>
                  <a:pt x="957072" y="160020"/>
                </a:lnTo>
                <a:lnTo>
                  <a:pt x="957072" y="845820"/>
                </a:lnTo>
                <a:lnTo>
                  <a:pt x="949131" y="896304"/>
                </a:lnTo>
                <a:lnTo>
                  <a:pt x="926635" y="940151"/>
                </a:lnTo>
                <a:lnTo>
                  <a:pt x="892261" y="974757"/>
                </a:lnTo>
                <a:lnTo>
                  <a:pt x="848682" y="997521"/>
                </a:lnTo>
                <a:lnTo>
                  <a:pt x="798576" y="100584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23129" y="4518659"/>
            <a:ext cx="969644" cy="1017269"/>
          </a:xfrm>
          <a:custGeom>
            <a:avLst/>
            <a:gdLst/>
            <a:ahLst/>
            <a:cxnLst/>
            <a:rect l="l" t="t" r="r" b="b"/>
            <a:pathLst>
              <a:path w="969645" h="1017270">
                <a:moveTo>
                  <a:pt x="829043" y="1016000"/>
                </a:moveTo>
                <a:lnTo>
                  <a:pt x="140601" y="1016000"/>
                </a:lnTo>
                <a:lnTo>
                  <a:pt x="132422" y="1013460"/>
                </a:lnTo>
                <a:lnTo>
                  <a:pt x="124396" y="1012189"/>
                </a:lnTo>
                <a:lnTo>
                  <a:pt x="86791" y="996950"/>
                </a:lnTo>
                <a:lnTo>
                  <a:pt x="54330" y="974089"/>
                </a:lnTo>
                <a:lnTo>
                  <a:pt x="37871" y="956310"/>
                </a:lnTo>
                <a:lnTo>
                  <a:pt x="32943" y="951230"/>
                </a:lnTo>
                <a:lnTo>
                  <a:pt x="28321" y="943610"/>
                </a:lnTo>
                <a:lnTo>
                  <a:pt x="24015" y="937260"/>
                </a:lnTo>
                <a:lnTo>
                  <a:pt x="20015" y="930910"/>
                </a:lnTo>
                <a:lnTo>
                  <a:pt x="5219" y="892810"/>
                </a:lnTo>
                <a:lnTo>
                  <a:pt x="0" y="850900"/>
                </a:lnTo>
                <a:lnTo>
                  <a:pt x="0" y="165100"/>
                </a:lnTo>
                <a:lnTo>
                  <a:pt x="5219" y="123189"/>
                </a:lnTo>
                <a:lnTo>
                  <a:pt x="20015" y="86360"/>
                </a:lnTo>
                <a:lnTo>
                  <a:pt x="24015" y="78739"/>
                </a:lnTo>
                <a:lnTo>
                  <a:pt x="48577" y="48260"/>
                </a:lnTo>
                <a:lnTo>
                  <a:pt x="54330" y="41910"/>
                </a:lnTo>
                <a:lnTo>
                  <a:pt x="60350" y="36829"/>
                </a:lnTo>
                <a:lnTo>
                  <a:pt x="66611" y="31750"/>
                </a:lnTo>
                <a:lnTo>
                  <a:pt x="73113" y="27939"/>
                </a:lnTo>
                <a:lnTo>
                  <a:pt x="79844" y="22860"/>
                </a:lnTo>
                <a:lnTo>
                  <a:pt x="86791" y="19050"/>
                </a:lnTo>
                <a:lnTo>
                  <a:pt x="93941" y="15239"/>
                </a:lnTo>
                <a:lnTo>
                  <a:pt x="101282" y="12700"/>
                </a:lnTo>
                <a:lnTo>
                  <a:pt x="108826" y="8889"/>
                </a:lnTo>
                <a:lnTo>
                  <a:pt x="116535" y="6350"/>
                </a:lnTo>
                <a:lnTo>
                  <a:pt x="124396" y="5079"/>
                </a:lnTo>
                <a:lnTo>
                  <a:pt x="132422" y="2539"/>
                </a:lnTo>
                <a:lnTo>
                  <a:pt x="148894" y="0"/>
                </a:lnTo>
                <a:lnTo>
                  <a:pt x="820750" y="0"/>
                </a:lnTo>
                <a:lnTo>
                  <a:pt x="837222" y="2539"/>
                </a:lnTo>
                <a:lnTo>
                  <a:pt x="845248" y="5079"/>
                </a:lnTo>
                <a:lnTo>
                  <a:pt x="853109" y="6350"/>
                </a:lnTo>
                <a:lnTo>
                  <a:pt x="860818" y="8889"/>
                </a:lnTo>
                <a:lnTo>
                  <a:pt x="868362" y="12700"/>
                </a:lnTo>
                <a:lnTo>
                  <a:pt x="150342" y="12700"/>
                </a:lnTo>
                <a:lnTo>
                  <a:pt x="142354" y="13970"/>
                </a:lnTo>
                <a:lnTo>
                  <a:pt x="142671" y="13970"/>
                </a:lnTo>
                <a:lnTo>
                  <a:pt x="134810" y="15239"/>
                </a:lnTo>
                <a:lnTo>
                  <a:pt x="135128" y="15239"/>
                </a:lnTo>
                <a:lnTo>
                  <a:pt x="127406" y="16510"/>
                </a:lnTo>
                <a:lnTo>
                  <a:pt x="127723" y="16510"/>
                </a:lnTo>
                <a:lnTo>
                  <a:pt x="120154" y="19050"/>
                </a:lnTo>
                <a:lnTo>
                  <a:pt x="120446" y="19050"/>
                </a:lnTo>
                <a:lnTo>
                  <a:pt x="113042" y="21589"/>
                </a:lnTo>
                <a:lnTo>
                  <a:pt x="113334" y="21589"/>
                </a:lnTo>
                <a:lnTo>
                  <a:pt x="106095" y="24129"/>
                </a:lnTo>
                <a:lnTo>
                  <a:pt x="106375" y="24129"/>
                </a:lnTo>
                <a:lnTo>
                  <a:pt x="99314" y="26670"/>
                </a:lnTo>
                <a:lnTo>
                  <a:pt x="99593" y="26670"/>
                </a:lnTo>
                <a:lnTo>
                  <a:pt x="92710" y="30479"/>
                </a:lnTo>
                <a:lnTo>
                  <a:pt x="92989" y="30479"/>
                </a:lnTo>
                <a:lnTo>
                  <a:pt x="86309" y="34289"/>
                </a:lnTo>
                <a:lnTo>
                  <a:pt x="86563" y="34289"/>
                </a:lnTo>
                <a:lnTo>
                  <a:pt x="80098" y="38100"/>
                </a:lnTo>
                <a:lnTo>
                  <a:pt x="80352" y="38100"/>
                </a:lnTo>
                <a:lnTo>
                  <a:pt x="75657" y="41910"/>
                </a:lnTo>
                <a:lnTo>
                  <a:pt x="74345" y="41910"/>
                </a:lnTo>
                <a:lnTo>
                  <a:pt x="68313" y="46989"/>
                </a:lnTo>
                <a:lnTo>
                  <a:pt x="68554" y="46989"/>
                </a:lnTo>
                <a:lnTo>
                  <a:pt x="62763" y="52070"/>
                </a:lnTo>
                <a:lnTo>
                  <a:pt x="62979" y="52070"/>
                </a:lnTo>
                <a:lnTo>
                  <a:pt x="57442" y="57150"/>
                </a:lnTo>
                <a:lnTo>
                  <a:pt x="57658" y="57150"/>
                </a:lnTo>
                <a:lnTo>
                  <a:pt x="52374" y="62229"/>
                </a:lnTo>
                <a:lnTo>
                  <a:pt x="52578" y="62229"/>
                </a:lnTo>
                <a:lnTo>
                  <a:pt x="47574" y="67310"/>
                </a:lnTo>
                <a:lnTo>
                  <a:pt x="47764" y="67310"/>
                </a:lnTo>
                <a:lnTo>
                  <a:pt x="43027" y="73660"/>
                </a:lnTo>
                <a:lnTo>
                  <a:pt x="43205" y="73660"/>
                </a:lnTo>
                <a:lnTo>
                  <a:pt x="38760" y="80010"/>
                </a:lnTo>
                <a:lnTo>
                  <a:pt x="38938" y="80010"/>
                </a:lnTo>
                <a:lnTo>
                  <a:pt x="35615" y="85089"/>
                </a:lnTo>
                <a:lnTo>
                  <a:pt x="34950" y="85089"/>
                </a:lnTo>
                <a:lnTo>
                  <a:pt x="31102" y="92710"/>
                </a:lnTo>
                <a:lnTo>
                  <a:pt x="31254" y="92710"/>
                </a:lnTo>
                <a:lnTo>
                  <a:pt x="27724" y="99060"/>
                </a:lnTo>
                <a:lnTo>
                  <a:pt x="27863" y="99060"/>
                </a:lnTo>
                <a:lnTo>
                  <a:pt x="24663" y="105410"/>
                </a:lnTo>
                <a:lnTo>
                  <a:pt x="21932" y="113029"/>
                </a:lnTo>
                <a:lnTo>
                  <a:pt x="19532" y="119379"/>
                </a:lnTo>
                <a:lnTo>
                  <a:pt x="17475" y="127000"/>
                </a:lnTo>
                <a:lnTo>
                  <a:pt x="15773" y="134620"/>
                </a:lnTo>
                <a:lnTo>
                  <a:pt x="14439" y="142239"/>
                </a:lnTo>
                <a:lnTo>
                  <a:pt x="13474" y="149860"/>
                </a:lnTo>
                <a:lnTo>
                  <a:pt x="12903" y="157479"/>
                </a:lnTo>
                <a:lnTo>
                  <a:pt x="12700" y="165100"/>
                </a:lnTo>
                <a:lnTo>
                  <a:pt x="12700" y="850900"/>
                </a:lnTo>
                <a:lnTo>
                  <a:pt x="12874" y="858519"/>
                </a:lnTo>
                <a:lnTo>
                  <a:pt x="12977" y="859789"/>
                </a:lnTo>
                <a:lnTo>
                  <a:pt x="13500" y="867410"/>
                </a:lnTo>
                <a:lnTo>
                  <a:pt x="14490" y="875030"/>
                </a:lnTo>
                <a:lnTo>
                  <a:pt x="15836" y="882650"/>
                </a:lnTo>
                <a:lnTo>
                  <a:pt x="17564" y="890269"/>
                </a:lnTo>
                <a:lnTo>
                  <a:pt x="17835" y="890269"/>
                </a:lnTo>
                <a:lnTo>
                  <a:pt x="19634" y="896619"/>
                </a:lnTo>
                <a:lnTo>
                  <a:pt x="22047" y="904239"/>
                </a:lnTo>
                <a:lnTo>
                  <a:pt x="24790" y="910589"/>
                </a:lnTo>
                <a:lnTo>
                  <a:pt x="27863" y="918210"/>
                </a:lnTo>
                <a:lnTo>
                  <a:pt x="27724" y="918210"/>
                </a:lnTo>
                <a:lnTo>
                  <a:pt x="31254" y="924560"/>
                </a:lnTo>
                <a:lnTo>
                  <a:pt x="31102" y="924560"/>
                </a:lnTo>
                <a:lnTo>
                  <a:pt x="34950" y="930910"/>
                </a:lnTo>
                <a:lnTo>
                  <a:pt x="34785" y="930910"/>
                </a:lnTo>
                <a:lnTo>
                  <a:pt x="38938" y="937260"/>
                </a:lnTo>
                <a:lnTo>
                  <a:pt x="38760" y="937260"/>
                </a:lnTo>
                <a:lnTo>
                  <a:pt x="43205" y="943610"/>
                </a:lnTo>
                <a:lnTo>
                  <a:pt x="43975" y="943610"/>
                </a:lnTo>
                <a:lnTo>
                  <a:pt x="47764" y="948689"/>
                </a:lnTo>
                <a:lnTo>
                  <a:pt x="47574" y="948689"/>
                </a:lnTo>
                <a:lnTo>
                  <a:pt x="52578" y="955039"/>
                </a:lnTo>
                <a:lnTo>
                  <a:pt x="53431" y="955039"/>
                </a:lnTo>
                <a:lnTo>
                  <a:pt x="57658" y="960119"/>
                </a:lnTo>
                <a:lnTo>
                  <a:pt x="57442" y="960119"/>
                </a:lnTo>
                <a:lnTo>
                  <a:pt x="62979" y="965200"/>
                </a:lnTo>
                <a:lnTo>
                  <a:pt x="62763" y="965200"/>
                </a:lnTo>
                <a:lnTo>
                  <a:pt x="68554" y="970280"/>
                </a:lnTo>
                <a:lnTo>
                  <a:pt x="69821" y="970280"/>
                </a:lnTo>
                <a:lnTo>
                  <a:pt x="74345" y="974089"/>
                </a:lnTo>
                <a:lnTo>
                  <a:pt x="74091" y="974089"/>
                </a:lnTo>
                <a:lnTo>
                  <a:pt x="80352" y="977900"/>
                </a:lnTo>
                <a:lnTo>
                  <a:pt x="80098" y="977900"/>
                </a:lnTo>
                <a:lnTo>
                  <a:pt x="86563" y="982980"/>
                </a:lnTo>
                <a:lnTo>
                  <a:pt x="87979" y="982980"/>
                </a:lnTo>
                <a:lnTo>
                  <a:pt x="92989" y="986789"/>
                </a:lnTo>
                <a:lnTo>
                  <a:pt x="95004" y="986789"/>
                </a:lnTo>
                <a:lnTo>
                  <a:pt x="99593" y="989330"/>
                </a:lnTo>
                <a:lnTo>
                  <a:pt x="99314" y="989330"/>
                </a:lnTo>
                <a:lnTo>
                  <a:pt x="106375" y="993139"/>
                </a:lnTo>
                <a:lnTo>
                  <a:pt x="108508" y="993139"/>
                </a:lnTo>
                <a:lnTo>
                  <a:pt x="113334" y="995680"/>
                </a:lnTo>
                <a:lnTo>
                  <a:pt x="113042" y="995680"/>
                </a:lnTo>
                <a:lnTo>
                  <a:pt x="120446" y="998219"/>
                </a:lnTo>
                <a:lnTo>
                  <a:pt x="120154" y="998219"/>
                </a:lnTo>
                <a:lnTo>
                  <a:pt x="127723" y="999489"/>
                </a:lnTo>
                <a:lnTo>
                  <a:pt x="127406" y="999489"/>
                </a:lnTo>
                <a:lnTo>
                  <a:pt x="135128" y="1002030"/>
                </a:lnTo>
                <a:lnTo>
                  <a:pt x="134810" y="1002030"/>
                </a:lnTo>
                <a:lnTo>
                  <a:pt x="142671" y="1003300"/>
                </a:lnTo>
                <a:lnTo>
                  <a:pt x="150012" y="1003300"/>
                </a:lnTo>
                <a:lnTo>
                  <a:pt x="158115" y="1004569"/>
                </a:lnTo>
                <a:lnTo>
                  <a:pt x="868362" y="1004569"/>
                </a:lnTo>
                <a:lnTo>
                  <a:pt x="845248" y="1012189"/>
                </a:lnTo>
                <a:lnTo>
                  <a:pt x="837222" y="1013460"/>
                </a:lnTo>
                <a:lnTo>
                  <a:pt x="829043" y="1016000"/>
                </a:lnTo>
                <a:close/>
              </a:path>
              <a:path w="969645" h="1017270">
                <a:moveTo>
                  <a:pt x="895553" y="43179"/>
                </a:moveTo>
                <a:lnTo>
                  <a:pt x="889292" y="38100"/>
                </a:lnTo>
                <a:lnTo>
                  <a:pt x="889546" y="38100"/>
                </a:lnTo>
                <a:lnTo>
                  <a:pt x="883081" y="34289"/>
                </a:lnTo>
                <a:lnTo>
                  <a:pt x="883335" y="34289"/>
                </a:lnTo>
                <a:lnTo>
                  <a:pt x="876655" y="30479"/>
                </a:lnTo>
                <a:lnTo>
                  <a:pt x="876935" y="30479"/>
                </a:lnTo>
                <a:lnTo>
                  <a:pt x="870051" y="26670"/>
                </a:lnTo>
                <a:lnTo>
                  <a:pt x="870331" y="26670"/>
                </a:lnTo>
                <a:lnTo>
                  <a:pt x="863269" y="24129"/>
                </a:lnTo>
                <a:lnTo>
                  <a:pt x="863549" y="24129"/>
                </a:lnTo>
                <a:lnTo>
                  <a:pt x="856310" y="21589"/>
                </a:lnTo>
                <a:lnTo>
                  <a:pt x="856602" y="21589"/>
                </a:lnTo>
                <a:lnTo>
                  <a:pt x="849198" y="19050"/>
                </a:lnTo>
                <a:lnTo>
                  <a:pt x="849490" y="19050"/>
                </a:lnTo>
                <a:lnTo>
                  <a:pt x="841921" y="16510"/>
                </a:lnTo>
                <a:lnTo>
                  <a:pt x="842238" y="16510"/>
                </a:lnTo>
                <a:lnTo>
                  <a:pt x="834517" y="15239"/>
                </a:lnTo>
                <a:lnTo>
                  <a:pt x="834821" y="15239"/>
                </a:lnTo>
                <a:lnTo>
                  <a:pt x="826973" y="13970"/>
                </a:lnTo>
                <a:lnTo>
                  <a:pt x="827290" y="13970"/>
                </a:lnTo>
                <a:lnTo>
                  <a:pt x="819302" y="12700"/>
                </a:lnTo>
                <a:lnTo>
                  <a:pt x="868362" y="12700"/>
                </a:lnTo>
                <a:lnTo>
                  <a:pt x="875703" y="15239"/>
                </a:lnTo>
                <a:lnTo>
                  <a:pt x="882853" y="19050"/>
                </a:lnTo>
                <a:lnTo>
                  <a:pt x="889800" y="22860"/>
                </a:lnTo>
                <a:lnTo>
                  <a:pt x="896531" y="27939"/>
                </a:lnTo>
                <a:lnTo>
                  <a:pt x="903033" y="31750"/>
                </a:lnTo>
                <a:lnTo>
                  <a:pt x="909294" y="36829"/>
                </a:lnTo>
                <a:lnTo>
                  <a:pt x="915314" y="41910"/>
                </a:lnTo>
                <a:lnTo>
                  <a:pt x="895299" y="41910"/>
                </a:lnTo>
                <a:lnTo>
                  <a:pt x="895553" y="43179"/>
                </a:lnTo>
                <a:close/>
              </a:path>
              <a:path w="969645" h="1017270">
                <a:moveTo>
                  <a:pt x="74091" y="43179"/>
                </a:moveTo>
                <a:lnTo>
                  <a:pt x="74345" y="41910"/>
                </a:lnTo>
                <a:lnTo>
                  <a:pt x="75657" y="41910"/>
                </a:lnTo>
                <a:lnTo>
                  <a:pt x="74091" y="43179"/>
                </a:lnTo>
                <a:close/>
              </a:path>
              <a:path w="969645" h="1017270">
                <a:moveTo>
                  <a:pt x="934859" y="86360"/>
                </a:moveTo>
                <a:lnTo>
                  <a:pt x="930706" y="80010"/>
                </a:lnTo>
                <a:lnTo>
                  <a:pt x="930884" y="80010"/>
                </a:lnTo>
                <a:lnTo>
                  <a:pt x="926439" y="73660"/>
                </a:lnTo>
                <a:lnTo>
                  <a:pt x="926617" y="73660"/>
                </a:lnTo>
                <a:lnTo>
                  <a:pt x="921880" y="67310"/>
                </a:lnTo>
                <a:lnTo>
                  <a:pt x="922070" y="67310"/>
                </a:lnTo>
                <a:lnTo>
                  <a:pt x="917067" y="62229"/>
                </a:lnTo>
                <a:lnTo>
                  <a:pt x="917270" y="62229"/>
                </a:lnTo>
                <a:lnTo>
                  <a:pt x="911987" y="57150"/>
                </a:lnTo>
                <a:lnTo>
                  <a:pt x="912202" y="57150"/>
                </a:lnTo>
                <a:lnTo>
                  <a:pt x="906653" y="52070"/>
                </a:lnTo>
                <a:lnTo>
                  <a:pt x="906881" y="52070"/>
                </a:lnTo>
                <a:lnTo>
                  <a:pt x="901090" y="46989"/>
                </a:lnTo>
                <a:lnTo>
                  <a:pt x="901331" y="46989"/>
                </a:lnTo>
                <a:lnTo>
                  <a:pt x="895299" y="41910"/>
                </a:lnTo>
                <a:lnTo>
                  <a:pt x="915314" y="41910"/>
                </a:lnTo>
                <a:lnTo>
                  <a:pt x="921067" y="48260"/>
                </a:lnTo>
                <a:lnTo>
                  <a:pt x="926566" y="53339"/>
                </a:lnTo>
                <a:lnTo>
                  <a:pt x="948963" y="85089"/>
                </a:lnTo>
                <a:lnTo>
                  <a:pt x="934694" y="85089"/>
                </a:lnTo>
                <a:lnTo>
                  <a:pt x="934859" y="86360"/>
                </a:lnTo>
                <a:close/>
              </a:path>
              <a:path w="969645" h="1017270">
                <a:moveTo>
                  <a:pt x="34785" y="86360"/>
                </a:moveTo>
                <a:lnTo>
                  <a:pt x="34950" y="85089"/>
                </a:lnTo>
                <a:lnTo>
                  <a:pt x="35615" y="85089"/>
                </a:lnTo>
                <a:lnTo>
                  <a:pt x="34785" y="86360"/>
                </a:lnTo>
                <a:close/>
              </a:path>
              <a:path w="969645" h="1017270">
                <a:moveTo>
                  <a:pt x="969429" y="859789"/>
                </a:moveTo>
                <a:lnTo>
                  <a:pt x="956741" y="859789"/>
                </a:lnTo>
                <a:lnTo>
                  <a:pt x="956945" y="850900"/>
                </a:lnTo>
                <a:lnTo>
                  <a:pt x="956945" y="165100"/>
                </a:lnTo>
                <a:lnTo>
                  <a:pt x="956741" y="157479"/>
                </a:lnTo>
                <a:lnTo>
                  <a:pt x="956144" y="149860"/>
                </a:lnTo>
                <a:lnTo>
                  <a:pt x="955154" y="142239"/>
                </a:lnTo>
                <a:lnTo>
                  <a:pt x="953808" y="134620"/>
                </a:lnTo>
                <a:lnTo>
                  <a:pt x="952080" y="127000"/>
                </a:lnTo>
                <a:lnTo>
                  <a:pt x="950010" y="119379"/>
                </a:lnTo>
                <a:lnTo>
                  <a:pt x="947597" y="113029"/>
                </a:lnTo>
                <a:lnTo>
                  <a:pt x="944854" y="105410"/>
                </a:lnTo>
                <a:lnTo>
                  <a:pt x="941781" y="99060"/>
                </a:lnTo>
                <a:lnTo>
                  <a:pt x="941920" y="99060"/>
                </a:lnTo>
                <a:lnTo>
                  <a:pt x="938390" y="92710"/>
                </a:lnTo>
                <a:lnTo>
                  <a:pt x="938542" y="92710"/>
                </a:lnTo>
                <a:lnTo>
                  <a:pt x="934694" y="85089"/>
                </a:lnTo>
                <a:lnTo>
                  <a:pt x="948963" y="85089"/>
                </a:lnTo>
                <a:lnTo>
                  <a:pt x="949629" y="86360"/>
                </a:lnTo>
                <a:lnTo>
                  <a:pt x="953287" y="92710"/>
                </a:lnTo>
                <a:lnTo>
                  <a:pt x="956614" y="100329"/>
                </a:lnTo>
                <a:lnTo>
                  <a:pt x="967740" y="139700"/>
                </a:lnTo>
                <a:lnTo>
                  <a:pt x="969645" y="165100"/>
                </a:lnTo>
                <a:lnTo>
                  <a:pt x="969645" y="850900"/>
                </a:lnTo>
                <a:lnTo>
                  <a:pt x="969429" y="859789"/>
                </a:lnTo>
                <a:close/>
              </a:path>
              <a:path w="969645" h="1017270">
                <a:moveTo>
                  <a:pt x="12977" y="859789"/>
                </a:moveTo>
                <a:lnTo>
                  <a:pt x="12890" y="858519"/>
                </a:lnTo>
                <a:lnTo>
                  <a:pt x="12977" y="859789"/>
                </a:lnTo>
                <a:close/>
              </a:path>
              <a:path w="969645" h="1017270">
                <a:moveTo>
                  <a:pt x="965043" y="890269"/>
                </a:moveTo>
                <a:lnTo>
                  <a:pt x="952080" y="890269"/>
                </a:lnTo>
                <a:lnTo>
                  <a:pt x="953871" y="882650"/>
                </a:lnTo>
                <a:lnTo>
                  <a:pt x="955205" y="875030"/>
                </a:lnTo>
                <a:lnTo>
                  <a:pt x="956170" y="867410"/>
                </a:lnTo>
                <a:lnTo>
                  <a:pt x="956754" y="858519"/>
                </a:lnTo>
                <a:lnTo>
                  <a:pt x="956741" y="859789"/>
                </a:lnTo>
                <a:lnTo>
                  <a:pt x="969429" y="859789"/>
                </a:lnTo>
                <a:lnTo>
                  <a:pt x="968794" y="868680"/>
                </a:lnTo>
                <a:lnTo>
                  <a:pt x="967740" y="876300"/>
                </a:lnTo>
                <a:lnTo>
                  <a:pt x="966279" y="885189"/>
                </a:lnTo>
                <a:lnTo>
                  <a:pt x="965043" y="890269"/>
                </a:lnTo>
                <a:close/>
              </a:path>
              <a:path w="969645" h="1017270">
                <a:moveTo>
                  <a:pt x="17835" y="890269"/>
                </a:moveTo>
                <a:lnTo>
                  <a:pt x="17564" y="890269"/>
                </a:lnTo>
                <a:lnTo>
                  <a:pt x="17475" y="889000"/>
                </a:lnTo>
                <a:lnTo>
                  <a:pt x="17835" y="890269"/>
                </a:lnTo>
                <a:close/>
              </a:path>
              <a:path w="969645" h="1017270">
                <a:moveTo>
                  <a:pt x="941324" y="943610"/>
                </a:moveTo>
                <a:lnTo>
                  <a:pt x="926439" y="943610"/>
                </a:lnTo>
                <a:lnTo>
                  <a:pt x="930884" y="937260"/>
                </a:lnTo>
                <a:lnTo>
                  <a:pt x="930706" y="937260"/>
                </a:lnTo>
                <a:lnTo>
                  <a:pt x="934859" y="930910"/>
                </a:lnTo>
                <a:lnTo>
                  <a:pt x="934694" y="930910"/>
                </a:lnTo>
                <a:lnTo>
                  <a:pt x="938542" y="924560"/>
                </a:lnTo>
                <a:lnTo>
                  <a:pt x="938390" y="924560"/>
                </a:lnTo>
                <a:lnTo>
                  <a:pt x="941920" y="918210"/>
                </a:lnTo>
                <a:lnTo>
                  <a:pt x="941781" y="918210"/>
                </a:lnTo>
                <a:lnTo>
                  <a:pt x="944968" y="910589"/>
                </a:lnTo>
                <a:lnTo>
                  <a:pt x="947712" y="904239"/>
                </a:lnTo>
                <a:lnTo>
                  <a:pt x="950112" y="896619"/>
                </a:lnTo>
                <a:lnTo>
                  <a:pt x="952169" y="889000"/>
                </a:lnTo>
                <a:lnTo>
                  <a:pt x="952080" y="890269"/>
                </a:lnTo>
                <a:lnTo>
                  <a:pt x="965043" y="890269"/>
                </a:lnTo>
                <a:lnTo>
                  <a:pt x="949629" y="930910"/>
                </a:lnTo>
                <a:lnTo>
                  <a:pt x="945629" y="937260"/>
                </a:lnTo>
                <a:lnTo>
                  <a:pt x="941324" y="943610"/>
                </a:lnTo>
                <a:close/>
              </a:path>
              <a:path w="969645" h="1017270">
                <a:moveTo>
                  <a:pt x="43975" y="943610"/>
                </a:moveTo>
                <a:lnTo>
                  <a:pt x="43205" y="943610"/>
                </a:lnTo>
                <a:lnTo>
                  <a:pt x="43027" y="942339"/>
                </a:lnTo>
                <a:lnTo>
                  <a:pt x="43975" y="943610"/>
                </a:lnTo>
                <a:close/>
              </a:path>
              <a:path w="969645" h="1017270">
                <a:moveTo>
                  <a:pt x="933005" y="955039"/>
                </a:moveTo>
                <a:lnTo>
                  <a:pt x="917067" y="955039"/>
                </a:lnTo>
                <a:lnTo>
                  <a:pt x="922070" y="948689"/>
                </a:lnTo>
                <a:lnTo>
                  <a:pt x="921880" y="948689"/>
                </a:lnTo>
                <a:lnTo>
                  <a:pt x="926617" y="942339"/>
                </a:lnTo>
                <a:lnTo>
                  <a:pt x="926439" y="943610"/>
                </a:lnTo>
                <a:lnTo>
                  <a:pt x="941324" y="943610"/>
                </a:lnTo>
                <a:lnTo>
                  <a:pt x="936701" y="951230"/>
                </a:lnTo>
                <a:lnTo>
                  <a:pt x="933005" y="955039"/>
                </a:lnTo>
                <a:close/>
              </a:path>
              <a:path w="969645" h="1017270">
                <a:moveTo>
                  <a:pt x="53431" y="955039"/>
                </a:moveTo>
                <a:lnTo>
                  <a:pt x="52578" y="955039"/>
                </a:lnTo>
                <a:lnTo>
                  <a:pt x="52374" y="953769"/>
                </a:lnTo>
                <a:lnTo>
                  <a:pt x="53431" y="955039"/>
                </a:lnTo>
                <a:close/>
              </a:path>
              <a:path w="969645" h="1017270">
                <a:moveTo>
                  <a:pt x="919629" y="970280"/>
                </a:moveTo>
                <a:lnTo>
                  <a:pt x="901090" y="970280"/>
                </a:lnTo>
                <a:lnTo>
                  <a:pt x="906881" y="965200"/>
                </a:lnTo>
                <a:lnTo>
                  <a:pt x="906653" y="965200"/>
                </a:lnTo>
                <a:lnTo>
                  <a:pt x="912202" y="960119"/>
                </a:lnTo>
                <a:lnTo>
                  <a:pt x="911987" y="960119"/>
                </a:lnTo>
                <a:lnTo>
                  <a:pt x="917270" y="953769"/>
                </a:lnTo>
                <a:lnTo>
                  <a:pt x="917067" y="955039"/>
                </a:lnTo>
                <a:lnTo>
                  <a:pt x="933005" y="955039"/>
                </a:lnTo>
                <a:lnTo>
                  <a:pt x="931773" y="956310"/>
                </a:lnTo>
                <a:lnTo>
                  <a:pt x="926566" y="962660"/>
                </a:lnTo>
                <a:lnTo>
                  <a:pt x="921067" y="969010"/>
                </a:lnTo>
                <a:lnTo>
                  <a:pt x="919629" y="970280"/>
                </a:lnTo>
                <a:close/>
              </a:path>
              <a:path w="969645" h="1017270">
                <a:moveTo>
                  <a:pt x="69821" y="970280"/>
                </a:moveTo>
                <a:lnTo>
                  <a:pt x="68554" y="970280"/>
                </a:lnTo>
                <a:lnTo>
                  <a:pt x="68313" y="969010"/>
                </a:lnTo>
                <a:lnTo>
                  <a:pt x="69821" y="970280"/>
                </a:lnTo>
                <a:close/>
              </a:path>
              <a:path w="969645" h="1017270">
                <a:moveTo>
                  <a:pt x="904598" y="982980"/>
                </a:moveTo>
                <a:lnTo>
                  <a:pt x="883081" y="982980"/>
                </a:lnTo>
                <a:lnTo>
                  <a:pt x="889546" y="977900"/>
                </a:lnTo>
                <a:lnTo>
                  <a:pt x="889292" y="977900"/>
                </a:lnTo>
                <a:lnTo>
                  <a:pt x="895553" y="974089"/>
                </a:lnTo>
                <a:lnTo>
                  <a:pt x="895299" y="974089"/>
                </a:lnTo>
                <a:lnTo>
                  <a:pt x="901331" y="969010"/>
                </a:lnTo>
                <a:lnTo>
                  <a:pt x="901090" y="970280"/>
                </a:lnTo>
                <a:lnTo>
                  <a:pt x="919629" y="970280"/>
                </a:lnTo>
                <a:lnTo>
                  <a:pt x="915314" y="974089"/>
                </a:lnTo>
                <a:lnTo>
                  <a:pt x="909294" y="979169"/>
                </a:lnTo>
                <a:lnTo>
                  <a:pt x="904598" y="982980"/>
                </a:lnTo>
                <a:close/>
              </a:path>
              <a:path w="969645" h="1017270">
                <a:moveTo>
                  <a:pt x="87979" y="982980"/>
                </a:moveTo>
                <a:lnTo>
                  <a:pt x="86563" y="982980"/>
                </a:lnTo>
                <a:lnTo>
                  <a:pt x="86309" y="981710"/>
                </a:lnTo>
                <a:lnTo>
                  <a:pt x="87979" y="982980"/>
                </a:lnTo>
                <a:close/>
              </a:path>
              <a:path w="969645" h="1017270">
                <a:moveTo>
                  <a:pt x="899782" y="986789"/>
                </a:moveTo>
                <a:lnTo>
                  <a:pt x="876655" y="986789"/>
                </a:lnTo>
                <a:lnTo>
                  <a:pt x="883335" y="981710"/>
                </a:lnTo>
                <a:lnTo>
                  <a:pt x="883081" y="982980"/>
                </a:lnTo>
                <a:lnTo>
                  <a:pt x="904598" y="982980"/>
                </a:lnTo>
                <a:lnTo>
                  <a:pt x="903033" y="984250"/>
                </a:lnTo>
                <a:lnTo>
                  <a:pt x="899782" y="986789"/>
                </a:lnTo>
                <a:close/>
              </a:path>
              <a:path w="969645" h="1017270">
                <a:moveTo>
                  <a:pt x="95004" y="986789"/>
                </a:moveTo>
                <a:lnTo>
                  <a:pt x="92989" y="986789"/>
                </a:lnTo>
                <a:lnTo>
                  <a:pt x="92710" y="985519"/>
                </a:lnTo>
                <a:lnTo>
                  <a:pt x="95004" y="986789"/>
                </a:lnTo>
                <a:close/>
              </a:path>
              <a:path w="969645" h="1017270">
                <a:moveTo>
                  <a:pt x="889800" y="993139"/>
                </a:moveTo>
                <a:lnTo>
                  <a:pt x="863269" y="993139"/>
                </a:lnTo>
                <a:lnTo>
                  <a:pt x="870331" y="989330"/>
                </a:lnTo>
                <a:lnTo>
                  <a:pt x="870051" y="989330"/>
                </a:lnTo>
                <a:lnTo>
                  <a:pt x="876935" y="985519"/>
                </a:lnTo>
                <a:lnTo>
                  <a:pt x="876655" y="986789"/>
                </a:lnTo>
                <a:lnTo>
                  <a:pt x="899782" y="986789"/>
                </a:lnTo>
                <a:lnTo>
                  <a:pt x="896531" y="989330"/>
                </a:lnTo>
                <a:lnTo>
                  <a:pt x="889800" y="993139"/>
                </a:lnTo>
                <a:close/>
              </a:path>
              <a:path w="969645" h="1017270">
                <a:moveTo>
                  <a:pt x="108508" y="993139"/>
                </a:moveTo>
                <a:lnTo>
                  <a:pt x="106375" y="993139"/>
                </a:lnTo>
                <a:lnTo>
                  <a:pt x="106095" y="991869"/>
                </a:lnTo>
                <a:lnTo>
                  <a:pt x="108508" y="993139"/>
                </a:lnTo>
                <a:close/>
              </a:path>
              <a:path w="969645" h="1017270">
                <a:moveTo>
                  <a:pt x="868362" y="1004569"/>
                </a:moveTo>
                <a:lnTo>
                  <a:pt x="811530" y="1004569"/>
                </a:lnTo>
                <a:lnTo>
                  <a:pt x="819632" y="1003300"/>
                </a:lnTo>
                <a:lnTo>
                  <a:pt x="826973" y="1003300"/>
                </a:lnTo>
                <a:lnTo>
                  <a:pt x="834821" y="1002030"/>
                </a:lnTo>
                <a:lnTo>
                  <a:pt x="834517" y="1002030"/>
                </a:lnTo>
                <a:lnTo>
                  <a:pt x="842238" y="999489"/>
                </a:lnTo>
                <a:lnTo>
                  <a:pt x="841921" y="999489"/>
                </a:lnTo>
                <a:lnTo>
                  <a:pt x="849490" y="998219"/>
                </a:lnTo>
                <a:lnTo>
                  <a:pt x="849198" y="998219"/>
                </a:lnTo>
                <a:lnTo>
                  <a:pt x="856602" y="995680"/>
                </a:lnTo>
                <a:lnTo>
                  <a:pt x="856310" y="995680"/>
                </a:lnTo>
                <a:lnTo>
                  <a:pt x="863549" y="991869"/>
                </a:lnTo>
                <a:lnTo>
                  <a:pt x="863269" y="993139"/>
                </a:lnTo>
                <a:lnTo>
                  <a:pt x="889800" y="993139"/>
                </a:lnTo>
                <a:lnTo>
                  <a:pt x="882853" y="996950"/>
                </a:lnTo>
                <a:lnTo>
                  <a:pt x="875703" y="1000760"/>
                </a:lnTo>
                <a:lnTo>
                  <a:pt x="868362" y="1004569"/>
                </a:lnTo>
                <a:close/>
              </a:path>
              <a:path w="969645" h="1017270">
                <a:moveTo>
                  <a:pt x="812330" y="1017269"/>
                </a:moveTo>
                <a:lnTo>
                  <a:pt x="157314" y="1017269"/>
                </a:lnTo>
                <a:lnTo>
                  <a:pt x="148894" y="1016000"/>
                </a:lnTo>
                <a:lnTo>
                  <a:pt x="820750" y="1016000"/>
                </a:lnTo>
                <a:lnTo>
                  <a:pt x="812330" y="101726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89855" y="4612360"/>
            <a:ext cx="6350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华文楷体"/>
                <a:cs typeface="华文楷体"/>
              </a:rPr>
              <a:t>连续 光谱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94911" y="3039110"/>
            <a:ext cx="3166110" cy="1282700"/>
          </a:xfrm>
          <a:custGeom>
            <a:avLst/>
            <a:gdLst/>
            <a:ahLst/>
            <a:cxnLst/>
            <a:rect l="l" t="t" r="r" b="b"/>
            <a:pathLst>
              <a:path w="3166109" h="1282700">
                <a:moveTo>
                  <a:pt x="3021380" y="12700"/>
                </a:moveTo>
                <a:lnTo>
                  <a:pt x="144576" y="12700"/>
                </a:lnTo>
                <a:lnTo>
                  <a:pt x="154825" y="0"/>
                </a:lnTo>
                <a:lnTo>
                  <a:pt x="3011131" y="0"/>
                </a:lnTo>
                <a:lnTo>
                  <a:pt x="3021380" y="12700"/>
                </a:lnTo>
                <a:close/>
              </a:path>
              <a:path w="3166109" h="1282700">
                <a:moveTo>
                  <a:pt x="160261" y="25400"/>
                </a:moveTo>
                <a:lnTo>
                  <a:pt x="115290" y="25400"/>
                </a:lnTo>
                <a:lnTo>
                  <a:pt x="124790" y="12700"/>
                </a:lnTo>
                <a:lnTo>
                  <a:pt x="170268" y="12700"/>
                </a:lnTo>
                <a:lnTo>
                  <a:pt x="160261" y="25400"/>
                </a:lnTo>
                <a:close/>
              </a:path>
              <a:path w="3166109" h="1282700">
                <a:moveTo>
                  <a:pt x="169811" y="25400"/>
                </a:moveTo>
                <a:lnTo>
                  <a:pt x="170268" y="12700"/>
                </a:lnTo>
                <a:lnTo>
                  <a:pt x="180009" y="12700"/>
                </a:lnTo>
                <a:lnTo>
                  <a:pt x="169811" y="25400"/>
                </a:lnTo>
                <a:close/>
              </a:path>
              <a:path w="3166109" h="1282700">
                <a:moveTo>
                  <a:pt x="2996145" y="25400"/>
                </a:moveTo>
                <a:lnTo>
                  <a:pt x="2985947" y="12700"/>
                </a:lnTo>
                <a:lnTo>
                  <a:pt x="2995688" y="12700"/>
                </a:lnTo>
                <a:lnTo>
                  <a:pt x="2996145" y="25400"/>
                </a:lnTo>
                <a:close/>
              </a:path>
              <a:path w="3166109" h="1282700">
                <a:moveTo>
                  <a:pt x="3050666" y="25400"/>
                </a:moveTo>
                <a:lnTo>
                  <a:pt x="3005696" y="25400"/>
                </a:lnTo>
                <a:lnTo>
                  <a:pt x="2995688" y="12700"/>
                </a:lnTo>
                <a:lnTo>
                  <a:pt x="3041154" y="12700"/>
                </a:lnTo>
                <a:lnTo>
                  <a:pt x="3050666" y="25400"/>
                </a:lnTo>
                <a:close/>
              </a:path>
              <a:path w="3166109" h="1282700">
                <a:moveTo>
                  <a:pt x="132854" y="38100"/>
                </a:moveTo>
                <a:lnTo>
                  <a:pt x="88468" y="38100"/>
                </a:lnTo>
                <a:lnTo>
                  <a:pt x="97116" y="25400"/>
                </a:lnTo>
                <a:lnTo>
                  <a:pt x="142201" y="25400"/>
                </a:lnTo>
                <a:lnTo>
                  <a:pt x="132854" y="38100"/>
                </a:lnTo>
                <a:close/>
              </a:path>
              <a:path w="3166109" h="1282700">
                <a:moveTo>
                  <a:pt x="3077489" y="38100"/>
                </a:moveTo>
                <a:lnTo>
                  <a:pt x="3033102" y="38100"/>
                </a:lnTo>
                <a:lnTo>
                  <a:pt x="3023755" y="25400"/>
                </a:lnTo>
                <a:lnTo>
                  <a:pt x="3068840" y="25400"/>
                </a:lnTo>
                <a:lnTo>
                  <a:pt x="3077489" y="38100"/>
                </a:lnTo>
                <a:close/>
              </a:path>
              <a:path w="3166109" h="1282700">
                <a:moveTo>
                  <a:pt x="92087" y="63500"/>
                </a:moveTo>
                <a:lnTo>
                  <a:pt x="64490" y="63500"/>
                </a:lnTo>
                <a:lnTo>
                  <a:pt x="72148" y="50800"/>
                </a:lnTo>
                <a:lnTo>
                  <a:pt x="80137" y="38100"/>
                </a:lnTo>
                <a:lnTo>
                  <a:pt x="116141" y="38100"/>
                </a:lnTo>
                <a:lnTo>
                  <a:pt x="107581" y="50800"/>
                </a:lnTo>
                <a:lnTo>
                  <a:pt x="100063" y="50800"/>
                </a:lnTo>
                <a:lnTo>
                  <a:pt x="92087" y="63500"/>
                </a:lnTo>
                <a:close/>
              </a:path>
              <a:path w="3166109" h="1282700">
                <a:moveTo>
                  <a:pt x="3101466" y="63500"/>
                </a:moveTo>
                <a:lnTo>
                  <a:pt x="3073869" y="63500"/>
                </a:lnTo>
                <a:lnTo>
                  <a:pt x="3065894" y="50800"/>
                </a:lnTo>
                <a:lnTo>
                  <a:pt x="3058375" y="50800"/>
                </a:lnTo>
                <a:lnTo>
                  <a:pt x="3049816" y="38100"/>
                </a:lnTo>
                <a:lnTo>
                  <a:pt x="3085807" y="38100"/>
                </a:lnTo>
                <a:lnTo>
                  <a:pt x="3093808" y="50800"/>
                </a:lnTo>
                <a:lnTo>
                  <a:pt x="3101466" y="63500"/>
                </a:lnTo>
                <a:close/>
              </a:path>
              <a:path w="3166109" h="1282700">
                <a:moveTo>
                  <a:pt x="77800" y="76200"/>
                </a:moveTo>
                <a:lnTo>
                  <a:pt x="50266" y="76200"/>
                </a:lnTo>
                <a:lnTo>
                  <a:pt x="57188" y="63500"/>
                </a:lnTo>
                <a:lnTo>
                  <a:pt x="85128" y="63500"/>
                </a:lnTo>
                <a:lnTo>
                  <a:pt x="77800" y="76200"/>
                </a:lnTo>
                <a:close/>
              </a:path>
              <a:path w="3166109" h="1282700">
                <a:moveTo>
                  <a:pt x="3115691" y="76200"/>
                </a:moveTo>
                <a:lnTo>
                  <a:pt x="3088157" y="76200"/>
                </a:lnTo>
                <a:lnTo>
                  <a:pt x="3080829" y="63500"/>
                </a:lnTo>
                <a:lnTo>
                  <a:pt x="3108769" y="63500"/>
                </a:lnTo>
                <a:lnTo>
                  <a:pt x="3115691" y="76200"/>
                </a:lnTo>
                <a:close/>
              </a:path>
              <a:path w="3166109" h="1282700">
                <a:moveTo>
                  <a:pt x="48006" y="114300"/>
                </a:moveTo>
                <a:lnTo>
                  <a:pt x="26530" y="114300"/>
                </a:lnTo>
                <a:lnTo>
                  <a:pt x="31838" y="101600"/>
                </a:lnTo>
                <a:lnTo>
                  <a:pt x="37579" y="88900"/>
                </a:lnTo>
                <a:lnTo>
                  <a:pt x="43726" y="76200"/>
                </a:lnTo>
                <a:lnTo>
                  <a:pt x="71450" y="76200"/>
                </a:lnTo>
                <a:lnTo>
                  <a:pt x="64808" y="88900"/>
                </a:lnTo>
                <a:lnTo>
                  <a:pt x="59118" y="88900"/>
                </a:lnTo>
                <a:lnTo>
                  <a:pt x="53238" y="101600"/>
                </a:lnTo>
                <a:lnTo>
                  <a:pt x="53492" y="101600"/>
                </a:lnTo>
                <a:lnTo>
                  <a:pt x="48006" y="114300"/>
                </a:lnTo>
                <a:close/>
              </a:path>
              <a:path w="3166109" h="1282700">
                <a:moveTo>
                  <a:pt x="3139427" y="114300"/>
                </a:moveTo>
                <a:lnTo>
                  <a:pt x="3117951" y="114300"/>
                </a:lnTo>
                <a:lnTo>
                  <a:pt x="3112465" y="101600"/>
                </a:lnTo>
                <a:lnTo>
                  <a:pt x="3112719" y="101600"/>
                </a:lnTo>
                <a:lnTo>
                  <a:pt x="3106839" y="88900"/>
                </a:lnTo>
                <a:lnTo>
                  <a:pt x="3101136" y="88900"/>
                </a:lnTo>
                <a:lnTo>
                  <a:pt x="3094507" y="76200"/>
                </a:lnTo>
                <a:lnTo>
                  <a:pt x="3122231" y="76200"/>
                </a:lnTo>
                <a:lnTo>
                  <a:pt x="3128378" y="88900"/>
                </a:lnTo>
                <a:lnTo>
                  <a:pt x="3134118" y="101600"/>
                </a:lnTo>
                <a:lnTo>
                  <a:pt x="3139427" y="114300"/>
                </a:lnTo>
                <a:close/>
              </a:path>
              <a:path w="3166109" h="1282700">
                <a:moveTo>
                  <a:pt x="25247" y="165100"/>
                </a:moveTo>
                <a:lnTo>
                  <a:pt x="6858" y="165100"/>
                </a:lnTo>
                <a:lnTo>
                  <a:pt x="9829" y="152400"/>
                </a:lnTo>
                <a:lnTo>
                  <a:pt x="13296" y="139700"/>
                </a:lnTo>
                <a:lnTo>
                  <a:pt x="17246" y="127000"/>
                </a:lnTo>
                <a:lnTo>
                  <a:pt x="21666" y="114300"/>
                </a:lnTo>
                <a:lnTo>
                  <a:pt x="43383" y="114300"/>
                </a:lnTo>
                <a:lnTo>
                  <a:pt x="38722" y="127000"/>
                </a:lnTo>
                <a:lnTo>
                  <a:pt x="38925" y="127000"/>
                </a:lnTo>
                <a:lnTo>
                  <a:pt x="34709" y="139700"/>
                </a:lnTo>
                <a:lnTo>
                  <a:pt x="31267" y="139700"/>
                </a:lnTo>
                <a:lnTo>
                  <a:pt x="27952" y="152400"/>
                </a:lnTo>
                <a:lnTo>
                  <a:pt x="28092" y="152400"/>
                </a:lnTo>
                <a:lnTo>
                  <a:pt x="25247" y="165100"/>
                </a:lnTo>
                <a:close/>
              </a:path>
              <a:path w="3166109" h="1282700">
                <a:moveTo>
                  <a:pt x="3159099" y="165100"/>
                </a:moveTo>
                <a:lnTo>
                  <a:pt x="3140710" y="165100"/>
                </a:lnTo>
                <a:lnTo>
                  <a:pt x="3137865" y="152400"/>
                </a:lnTo>
                <a:lnTo>
                  <a:pt x="3138004" y="152400"/>
                </a:lnTo>
                <a:lnTo>
                  <a:pt x="3134690" y="139700"/>
                </a:lnTo>
                <a:lnTo>
                  <a:pt x="3131248" y="139700"/>
                </a:lnTo>
                <a:lnTo>
                  <a:pt x="3127032" y="127000"/>
                </a:lnTo>
                <a:lnTo>
                  <a:pt x="3127235" y="127000"/>
                </a:lnTo>
                <a:lnTo>
                  <a:pt x="3122574" y="114300"/>
                </a:lnTo>
                <a:lnTo>
                  <a:pt x="3144291" y="114300"/>
                </a:lnTo>
                <a:lnTo>
                  <a:pt x="3148711" y="127000"/>
                </a:lnTo>
                <a:lnTo>
                  <a:pt x="3152660" y="139700"/>
                </a:lnTo>
                <a:lnTo>
                  <a:pt x="3156127" y="152400"/>
                </a:lnTo>
                <a:lnTo>
                  <a:pt x="3159099" y="165100"/>
                </a:lnTo>
                <a:close/>
              </a:path>
              <a:path w="3166109" h="1282700">
                <a:moveTo>
                  <a:pt x="20574" y="190500"/>
                </a:moveTo>
                <a:lnTo>
                  <a:pt x="1689" y="190500"/>
                </a:lnTo>
                <a:lnTo>
                  <a:pt x="2476" y="177800"/>
                </a:lnTo>
                <a:lnTo>
                  <a:pt x="4394" y="165100"/>
                </a:lnTo>
                <a:lnTo>
                  <a:pt x="25374" y="165100"/>
                </a:lnTo>
                <a:lnTo>
                  <a:pt x="23012" y="177800"/>
                </a:lnTo>
                <a:lnTo>
                  <a:pt x="21310" y="177800"/>
                </a:lnTo>
                <a:lnTo>
                  <a:pt x="20574" y="190500"/>
                </a:lnTo>
                <a:close/>
              </a:path>
              <a:path w="3166109" h="1282700">
                <a:moveTo>
                  <a:pt x="3164268" y="190500"/>
                </a:moveTo>
                <a:lnTo>
                  <a:pt x="3145383" y="190500"/>
                </a:lnTo>
                <a:lnTo>
                  <a:pt x="3144647" y="177800"/>
                </a:lnTo>
                <a:lnTo>
                  <a:pt x="3142945" y="177800"/>
                </a:lnTo>
                <a:lnTo>
                  <a:pt x="3140583" y="165100"/>
                </a:lnTo>
                <a:lnTo>
                  <a:pt x="3161563" y="165100"/>
                </a:lnTo>
                <a:lnTo>
                  <a:pt x="3163481" y="177800"/>
                </a:lnTo>
                <a:lnTo>
                  <a:pt x="3164268" y="190500"/>
                </a:lnTo>
                <a:close/>
              </a:path>
              <a:path w="3166109" h="1282700">
                <a:moveTo>
                  <a:pt x="19545" y="203200"/>
                </a:moveTo>
                <a:lnTo>
                  <a:pt x="571" y="203200"/>
                </a:lnTo>
                <a:lnTo>
                  <a:pt x="1066" y="190500"/>
                </a:lnTo>
                <a:lnTo>
                  <a:pt x="20027" y="190500"/>
                </a:lnTo>
                <a:lnTo>
                  <a:pt x="19545" y="203200"/>
                </a:lnTo>
                <a:close/>
              </a:path>
              <a:path w="3166109" h="1282700">
                <a:moveTo>
                  <a:pt x="3165386" y="203200"/>
                </a:moveTo>
                <a:lnTo>
                  <a:pt x="3146412" y="203200"/>
                </a:lnTo>
                <a:lnTo>
                  <a:pt x="3145929" y="190500"/>
                </a:lnTo>
                <a:lnTo>
                  <a:pt x="3164890" y="190500"/>
                </a:lnTo>
                <a:lnTo>
                  <a:pt x="3165386" y="203200"/>
                </a:lnTo>
                <a:close/>
              </a:path>
              <a:path w="3166109" h="1282700">
                <a:moveTo>
                  <a:pt x="19037" y="1066800"/>
                </a:moveTo>
                <a:lnTo>
                  <a:pt x="0" y="1066800"/>
                </a:lnTo>
                <a:lnTo>
                  <a:pt x="0" y="203200"/>
                </a:lnTo>
                <a:lnTo>
                  <a:pt x="19037" y="203200"/>
                </a:lnTo>
                <a:lnTo>
                  <a:pt x="19037" y="1066800"/>
                </a:lnTo>
                <a:close/>
              </a:path>
              <a:path w="3166109" h="1282700">
                <a:moveTo>
                  <a:pt x="3165957" y="1066800"/>
                </a:moveTo>
                <a:lnTo>
                  <a:pt x="3146920" y="1066800"/>
                </a:lnTo>
                <a:lnTo>
                  <a:pt x="3146920" y="203200"/>
                </a:lnTo>
                <a:lnTo>
                  <a:pt x="3165957" y="203200"/>
                </a:lnTo>
                <a:lnTo>
                  <a:pt x="3165957" y="1066800"/>
                </a:lnTo>
                <a:close/>
              </a:path>
              <a:path w="3166109" h="1282700">
                <a:moveTo>
                  <a:pt x="19570" y="1079500"/>
                </a:moveTo>
                <a:lnTo>
                  <a:pt x="571" y="1079500"/>
                </a:lnTo>
                <a:lnTo>
                  <a:pt x="215" y="1066800"/>
                </a:lnTo>
                <a:lnTo>
                  <a:pt x="19227" y="1066800"/>
                </a:lnTo>
                <a:lnTo>
                  <a:pt x="19570" y="1079500"/>
                </a:lnTo>
                <a:close/>
              </a:path>
              <a:path w="3166109" h="1282700">
                <a:moveTo>
                  <a:pt x="3165386" y="1079500"/>
                </a:moveTo>
                <a:lnTo>
                  <a:pt x="3146386" y="1079500"/>
                </a:lnTo>
                <a:lnTo>
                  <a:pt x="3146729" y="1066800"/>
                </a:lnTo>
                <a:lnTo>
                  <a:pt x="3165741" y="1066800"/>
                </a:lnTo>
                <a:lnTo>
                  <a:pt x="3165386" y="1079500"/>
                </a:lnTo>
                <a:close/>
              </a:path>
              <a:path w="3166109" h="1282700">
                <a:moveTo>
                  <a:pt x="21310" y="1092200"/>
                </a:moveTo>
                <a:lnTo>
                  <a:pt x="1689" y="1092200"/>
                </a:lnTo>
                <a:lnTo>
                  <a:pt x="1066" y="1079500"/>
                </a:lnTo>
                <a:lnTo>
                  <a:pt x="20574" y="1079500"/>
                </a:lnTo>
                <a:lnTo>
                  <a:pt x="21310" y="1092200"/>
                </a:lnTo>
                <a:close/>
              </a:path>
              <a:path w="3166109" h="1282700">
                <a:moveTo>
                  <a:pt x="3164268" y="1092200"/>
                </a:moveTo>
                <a:lnTo>
                  <a:pt x="3144647" y="1092200"/>
                </a:lnTo>
                <a:lnTo>
                  <a:pt x="3145383" y="1079500"/>
                </a:lnTo>
                <a:lnTo>
                  <a:pt x="3164890" y="1079500"/>
                </a:lnTo>
                <a:lnTo>
                  <a:pt x="3164268" y="1092200"/>
                </a:lnTo>
                <a:close/>
              </a:path>
              <a:path w="3166109" h="1282700">
                <a:moveTo>
                  <a:pt x="28092" y="1117600"/>
                </a:moveTo>
                <a:lnTo>
                  <a:pt x="6858" y="1117600"/>
                </a:lnTo>
                <a:lnTo>
                  <a:pt x="4394" y="1104900"/>
                </a:lnTo>
                <a:lnTo>
                  <a:pt x="2476" y="1092200"/>
                </a:lnTo>
                <a:lnTo>
                  <a:pt x="21259" y="1092200"/>
                </a:lnTo>
                <a:lnTo>
                  <a:pt x="23113" y="1104900"/>
                </a:lnTo>
                <a:lnTo>
                  <a:pt x="25247" y="1104900"/>
                </a:lnTo>
                <a:lnTo>
                  <a:pt x="28092" y="1117600"/>
                </a:lnTo>
                <a:close/>
              </a:path>
              <a:path w="3166109" h="1282700">
                <a:moveTo>
                  <a:pt x="25374" y="1104900"/>
                </a:moveTo>
                <a:lnTo>
                  <a:pt x="23113" y="1104900"/>
                </a:lnTo>
                <a:lnTo>
                  <a:pt x="23012" y="1092200"/>
                </a:lnTo>
                <a:lnTo>
                  <a:pt x="25374" y="1104900"/>
                </a:lnTo>
                <a:close/>
              </a:path>
              <a:path w="3166109" h="1282700">
                <a:moveTo>
                  <a:pt x="3142843" y="1104900"/>
                </a:moveTo>
                <a:lnTo>
                  <a:pt x="3140583" y="1104900"/>
                </a:lnTo>
                <a:lnTo>
                  <a:pt x="3142945" y="1092200"/>
                </a:lnTo>
                <a:lnTo>
                  <a:pt x="3142843" y="1104900"/>
                </a:lnTo>
                <a:close/>
              </a:path>
              <a:path w="3166109" h="1282700">
                <a:moveTo>
                  <a:pt x="3159099" y="1117600"/>
                </a:moveTo>
                <a:lnTo>
                  <a:pt x="3137865" y="1117600"/>
                </a:lnTo>
                <a:lnTo>
                  <a:pt x="3140710" y="1104900"/>
                </a:lnTo>
                <a:lnTo>
                  <a:pt x="3142843" y="1104900"/>
                </a:lnTo>
                <a:lnTo>
                  <a:pt x="3144697" y="1092200"/>
                </a:lnTo>
                <a:lnTo>
                  <a:pt x="3163481" y="1092200"/>
                </a:lnTo>
                <a:lnTo>
                  <a:pt x="3161563" y="1104900"/>
                </a:lnTo>
                <a:lnTo>
                  <a:pt x="3159099" y="1117600"/>
                </a:lnTo>
                <a:close/>
              </a:path>
              <a:path w="3166109" h="1282700">
                <a:moveTo>
                  <a:pt x="48247" y="1168400"/>
                </a:moveTo>
                <a:lnTo>
                  <a:pt x="26530" y="1168400"/>
                </a:lnTo>
                <a:lnTo>
                  <a:pt x="21666" y="1155700"/>
                </a:lnTo>
                <a:lnTo>
                  <a:pt x="17246" y="1143000"/>
                </a:lnTo>
                <a:lnTo>
                  <a:pt x="13296" y="1130300"/>
                </a:lnTo>
                <a:lnTo>
                  <a:pt x="9829" y="1117600"/>
                </a:lnTo>
                <a:lnTo>
                  <a:pt x="27952" y="1117600"/>
                </a:lnTo>
                <a:lnTo>
                  <a:pt x="31267" y="1130300"/>
                </a:lnTo>
                <a:lnTo>
                  <a:pt x="34709" y="1130300"/>
                </a:lnTo>
                <a:lnTo>
                  <a:pt x="38925" y="1143000"/>
                </a:lnTo>
                <a:lnTo>
                  <a:pt x="38722" y="1143000"/>
                </a:lnTo>
                <a:lnTo>
                  <a:pt x="43383" y="1155700"/>
                </a:lnTo>
                <a:lnTo>
                  <a:pt x="43167" y="1155700"/>
                </a:lnTo>
                <a:lnTo>
                  <a:pt x="48247" y="1168400"/>
                </a:lnTo>
                <a:close/>
              </a:path>
              <a:path w="3166109" h="1282700">
                <a:moveTo>
                  <a:pt x="3139427" y="1168400"/>
                </a:moveTo>
                <a:lnTo>
                  <a:pt x="3117710" y="1168400"/>
                </a:lnTo>
                <a:lnTo>
                  <a:pt x="3122790" y="1155700"/>
                </a:lnTo>
                <a:lnTo>
                  <a:pt x="3122574" y="1155700"/>
                </a:lnTo>
                <a:lnTo>
                  <a:pt x="3127235" y="1143000"/>
                </a:lnTo>
                <a:lnTo>
                  <a:pt x="3127032" y="1143000"/>
                </a:lnTo>
                <a:lnTo>
                  <a:pt x="3131248" y="1130300"/>
                </a:lnTo>
                <a:lnTo>
                  <a:pt x="3134690" y="1130300"/>
                </a:lnTo>
                <a:lnTo>
                  <a:pt x="3138004" y="1117600"/>
                </a:lnTo>
                <a:lnTo>
                  <a:pt x="3156127" y="1117600"/>
                </a:lnTo>
                <a:lnTo>
                  <a:pt x="3152660" y="1130300"/>
                </a:lnTo>
                <a:lnTo>
                  <a:pt x="3148711" y="1143000"/>
                </a:lnTo>
                <a:lnTo>
                  <a:pt x="3144291" y="1155700"/>
                </a:lnTo>
                <a:lnTo>
                  <a:pt x="3139427" y="1168400"/>
                </a:lnTo>
                <a:close/>
              </a:path>
              <a:path w="3166109" h="1282700">
                <a:moveTo>
                  <a:pt x="53492" y="1168400"/>
                </a:moveTo>
                <a:lnTo>
                  <a:pt x="48247" y="1168400"/>
                </a:lnTo>
                <a:lnTo>
                  <a:pt x="48006" y="1155700"/>
                </a:lnTo>
                <a:lnTo>
                  <a:pt x="53492" y="1168400"/>
                </a:lnTo>
                <a:close/>
              </a:path>
              <a:path w="3166109" h="1282700">
                <a:moveTo>
                  <a:pt x="3117710" y="1168400"/>
                </a:moveTo>
                <a:lnTo>
                  <a:pt x="3112465" y="1168400"/>
                </a:lnTo>
                <a:lnTo>
                  <a:pt x="3117951" y="1155700"/>
                </a:lnTo>
                <a:lnTo>
                  <a:pt x="3117710" y="1168400"/>
                </a:lnTo>
                <a:close/>
              </a:path>
              <a:path w="3166109" h="1282700">
                <a:moveTo>
                  <a:pt x="71450" y="1193800"/>
                </a:moveTo>
                <a:lnTo>
                  <a:pt x="43726" y="1193800"/>
                </a:lnTo>
                <a:lnTo>
                  <a:pt x="37579" y="1181100"/>
                </a:lnTo>
                <a:lnTo>
                  <a:pt x="31838" y="1168400"/>
                </a:lnTo>
                <a:lnTo>
                  <a:pt x="53238" y="1168400"/>
                </a:lnTo>
                <a:lnTo>
                  <a:pt x="59118" y="1181100"/>
                </a:lnTo>
                <a:lnTo>
                  <a:pt x="64808" y="1181100"/>
                </a:lnTo>
                <a:lnTo>
                  <a:pt x="71450" y="1193800"/>
                </a:lnTo>
                <a:close/>
              </a:path>
              <a:path w="3166109" h="1282700">
                <a:moveTo>
                  <a:pt x="3122231" y="1193800"/>
                </a:moveTo>
                <a:lnTo>
                  <a:pt x="3094507" y="1193800"/>
                </a:lnTo>
                <a:lnTo>
                  <a:pt x="3101136" y="1181100"/>
                </a:lnTo>
                <a:lnTo>
                  <a:pt x="3106839" y="1181100"/>
                </a:lnTo>
                <a:lnTo>
                  <a:pt x="3112719" y="1168400"/>
                </a:lnTo>
                <a:lnTo>
                  <a:pt x="3134118" y="1168400"/>
                </a:lnTo>
                <a:lnTo>
                  <a:pt x="3128378" y="1181100"/>
                </a:lnTo>
                <a:lnTo>
                  <a:pt x="3122231" y="1193800"/>
                </a:lnTo>
                <a:close/>
              </a:path>
              <a:path w="3166109" h="1282700">
                <a:moveTo>
                  <a:pt x="92443" y="1219200"/>
                </a:moveTo>
                <a:lnTo>
                  <a:pt x="64490" y="1219200"/>
                </a:lnTo>
                <a:lnTo>
                  <a:pt x="57188" y="1206500"/>
                </a:lnTo>
                <a:lnTo>
                  <a:pt x="50266" y="1193800"/>
                </a:lnTo>
                <a:lnTo>
                  <a:pt x="71132" y="1193800"/>
                </a:lnTo>
                <a:lnTo>
                  <a:pt x="78117" y="1206500"/>
                </a:lnTo>
                <a:lnTo>
                  <a:pt x="84785" y="1206500"/>
                </a:lnTo>
                <a:lnTo>
                  <a:pt x="92443" y="1219200"/>
                </a:lnTo>
                <a:close/>
              </a:path>
              <a:path w="3166109" h="1282700">
                <a:moveTo>
                  <a:pt x="85128" y="1206500"/>
                </a:moveTo>
                <a:lnTo>
                  <a:pt x="78117" y="1206500"/>
                </a:lnTo>
                <a:lnTo>
                  <a:pt x="77800" y="1193800"/>
                </a:lnTo>
                <a:lnTo>
                  <a:pt x="85128" y="1206500"/>
                </a:lnTo>
                <a:close/>
              </a:path>
              <a:path w="3166109" h="1282700">
                <a:moveTo>
                  <a:pt x="3087839" y="1206500"/>
                </a:moveTo>
                <a:lnTo>
                  <a:pt x="3080829" y="1206500"/>
                </a:lnTo>
                <a:lnTo>
                  <a:pt x="3088157" y="1193800"/>
                </a:lnTo>
                <a:lnTo>
                  <a:pt x="3087839" y="1206500"/>
                </a:lnTo>
                <a:close/>
              </a:path>
              <a:path w="3166109" h="1282700">
                <a:moveTo>
                  <a:pt x="3101466" y="1219200"/>
                </a:moveTo>
                <a:lnTo>
                  <a:pt x="3073514" y="1219200"/>
                </a:lnTo>
                <a:lnTo>
                  <a:pt x="3081172" y="1206500"/>
                </a:lnTo>
                <a:lnTo>
                  <a:pt x="3087839" y="1206500"/>
                </a:lnTo>
                <a:lnTo>
                  <a:pt x="3094824" y="1193800"/>
                </a:lnTo>
                <a:lnTo>
                  <a:pt x="3115691" y="1193800"/>
                </a:lnTo>
                <a:lnTo>
                  <a:pt x="3108769" y="1206500"/>
                </a:lnTo>
                <a:lnTo>
                  <a:pt x="3101466" y="1219200"/>
                </a:lnTo>
                <a:close/>
              </a:path>
              <a:path w="3166109" h="1282700">
                <a:moveTo>
                  <a:pt x="116141" y="1231900"/>
                </a:moveTo>
                <a:lnTo>
                  <a:pt x="80137" y="1231900"/>
                </a:lnTo>
                <a:lnTo>
                  <a:pt x="72148" y="1219200"/>
                </a:lnTo>
                <a:lnTo>
                  <a:pt x="107581" y="1219200"/>
                </a:lnTo>
                <a:lnTo>
                  <a:pt x="116141" y="1231900"/>
                </a:lnTo>
                <a:close/>
              </a:path>
              <a:path w="3166109" h="1282700">
                <a:moveTo>
                  <a:pt x="3085807" y="1231900"/>
                </a:moveTo>
                <a:lnTo>
                  <a:pt x="3049816" y="1231900"/>
                </a:lnTo>
                <a:lnTo>
                  <a:pt x="3058375" y="1219200"/>
                </a:lnTo>
                <a:lnTo>
                  <a:pt x="3093808" y="1219200"/>
                </a:lnTo>
                <a:lnTo>
                  <a:pt x="3085807" y="1231900"/>
                </a:lnTo>
                <a:close/>
              </a:path>
              <a:path w="3166109" h="1282700">
                <a:moveTo>
                  <a:pt x="133273" y="1244600"/>
                </a:moveTo>
                <a:lnTo>
                  <a:pt x="97116" y="1244600"/>
                </a:lnTo>
                <a:lnTo>
                  <a:pt x="88468" y="1231900"/>
                </a:lnTo>
                <a:lnTo>
                  <a:pt x="124180" y="1231900"/>
                </a:lnTo>
                <a:lnTo>
                  <a:pt x="133273" y="1244600"/>
                </a:lnTo>
                <a:close/>
              </a:path>
              <a:path w="3166109" h="1282700">
                <a:moveTo>
                  <a:pt x="3068840" y="1244600"/>
                </a:moveTo>
                <a:lnTo>
                  <a:pt x="3032683" y="1244600"/>
                </a:lnTo>
                <a:lnTo>
                  <a:pt x="3041777" y="1231900"/>
                </a:lnTo>
                <a:lnTo>
                  <a:pt x="3077489" y="1231900"/>
                </a:lnTo>
                <a:lnTo>
                  <a:pt x="3068840" y="1244600"/>
                </a:lnTo>
                <a:close/>
              </a:path>
              <a:path w="3166109" h="1282700">
                <a:moveTo>
                  <a:pt x="170268" y="1257300"/>
                </a:moveTo>
                <a:lnTo>
                  <a:pt x="115290" y="1257300"/>
                </a:lnTo>
                <a:lnTo>
                  <a:pt x="106057" y="1244600"/>
                </a:lnTo>
                <a:lnTo>
                  <a:pt x="160261" y="1244600"/>
                </a:lnTo>
                <a:lnTo>
                  <a:pt x="170268" y="1257300"/>
                </a:lnTo>
                <a:close/>
              </a:path>
              <a:path w="3166109" h="1282700">
                <a:moveTo>
                  <a:pt x="3050666" y="1257300"/>
                </a:moveTo>
                <a:lnTo>
                  <a:pt x="2995688" y="1257300"/>
                </a:lnTo>
                <a:lnTo>
                  <a:pt x="3005696" y="1244600"/>
                </a:lnTo>
                <a:lnTo>
                  <a:pt x="3059899" y="1244600"/>
                </a:lnTo>
                <a:lnTo>
                  <a:pt x="3050666" y="1257300"/>
                </a:lnTo>
                <a:close/>
              </a:path>
              <a:path w="3166109" h="1282700">
                <a:moveTo>
                  <a:pt x="3021380" y="1270000"/>
                </a:moveTo>
                <a:lnTo>
                  <a:pt x="144576" y="1270000"/>
                </a:lnTo>
                <a:lnTo>
                  <a:pt x="134569" y="1257300"/>
                </a:lnTo>
                <a:lnTo>
                  <a:pt x="3031388" y="1257300"/>
                </a:lnTo>
                <a:lnTo>
                  <a:pt x="3021380" y="1270000"/>
                </a:lnTo>
                <a:close/>
              </a:path>
              <a:path w="3166109" h="1282700">
                <a:moveTo>
                  <a:pt x="2973641" y="1282700"/>
                </a:moveTo>
                <a:lnTo>
                  <a:pt x="192316" y="1282700"/>
                </a:lnTo>
                <a:lnTo>
                  <a:pt x="186753" y="1270000"/>
                </a:lnTo>
                <a:lnTo>
                  <a:pt x="2979204" y="1270000"/>
                </a:lnTo>
                <a:lnTo>
                  <a:pt x="2973641" y="1282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593132" y="3266617"/>
            <a:ext cx="2768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原子的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稳定性</a:t>
            </a:r>
            <a:endParaRPr sz="24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原子光谱的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分立</a:t>
            </a:r>
            <a:r>
              <a:rPr dirty="0" sz="2400">
                <a:latin typeface="华文楷体"/>
                <a:cs typeface="华文楷体"/>
              </a:rPr>
              <a:t>特征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97964" y="5044440"/>
            <a:ext cx="2731135" cy="76200"/>
          </a:xfrm>
          <a:custGeom>
            <a:avLst/>
            <a:gdLst/>
            <a:ahLst/>
            <a:cxnLst/>
            <a:rect l="l" t="t" r="r" b="b"/>
            <a:pathLst>
              <a:path w="2731135" h="76200">
                <a:moveTo>
                  <a:pt x="2692908" y="76200"/>
                </a:moveTo>
                <a:lnTo>
                  <a:pt x="2692908" y="56387"/>
                </a:lnTo>
                <a:lnTo>
                  <a:pt x="0" y="56387"/>
                </a:lnTo>
                <a:lnTo>
                  <a:pt x="0" y="18287"/>
                </a:lnTo>
                <a:lnTo>
                  <a:pt x="2692908" y="18287"/>
                </a:lnTo>
                <a:lnTo>
                  <a:pt x="2692908" y="0"/>
                </a:lnTo>
                <a:lnTo>
                  <a:pt x="2731008" y="38100"/>
                </a:lnTo>
                <a:lnTo>
                  <a:pt x="2692908" y="762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91995" y="5028476"/>
            <a:ext cx="2747010" cy="107314"/>
          </a:xfrm>
          <a:custGeom>
            <a:avLst/>
            <a:gdLst/>
            <a:ahLst/>
            <a:cxnLst/>
            <a:rect l="l" t="t" r="r" b="b"/>
            <a:pathLst>
              <a:path w="2747010" h="107314">
                <a:moveTo>
                  <a:pt x="2693035" y="34378"/>
                </a:moveTo>
                <a:lnTo>
                  <a:pt x="2693035" y="0"/>
                </a:lnTo>
                <a:lnTo>
                  <a:pt x="2708363" y="15328"/>
                </a:lnTo>
                <a:lnTo>
                  <a:pt x="2705735" y="15328"/>
                </a:lnTo>
                <a:lnTo>
                  <a:pt x="2694889" y="19824"/>
                </a:lnTo>
                <a:lnTo>
                  <a:pt x="2703093" y="28028"/>
                </a:lnTo>
                <a:lnTo>
                  <a:pt x="2699385" y="28028"/>
                </a:lnTo>
                <a:lnTo>
                  <a:pt x="2693035" y="34378"/>
                </a:lnTo>
                <a:close/>
              </a:path>
              <a:path w="2747010" h="107314">
                <a:moveTo>
                  <a:pt x="2705735" y="30670"/>
                </a:moveTo>
                <a:lnTo>
                  <a:pt x="2694889" y="19824"/>
                </a:lnTo>
                <a:lnTo>
                  <a:pt x="2705735" y="15328"/>
                </a:lnTo>
                <a:lnTo>
                  <a:pt x="2705735" y="30670"/>
                </a:lnTo>
                <a:close/>
              </a:path>
              <a:path w="2747010" h="107314">
                <a:moveTo>
                  <a:pt x="2728493" y="53428"/>
                </a:moveTo>
                <a:lnTo>
                  <a:pt x="2705735" y="30670"/>
                </a:lnTo>
                <a:lnTo>
                  <a:pt x="2705735" y="15328"/>
                </a:lnTo>
                <a:lnTo>
                  <a:pt x="2708363" y="15328"/>
                </a:lnTo>
                <a:lnTo>
                  <a:pt x="2741968" y="48933"/>
                </a:lnTo>
                <a:lnTo>
                  <a:pt x="2732989" y="48933"/>
                </a:lnTo>
                <a:lnTo>
                  <a:pt x="2728493" y="53428"/>
                </a:lnTo>
                <a:close/>
              </a:path>
              <a:path w="2747010" h="107314">
                <a:moveTo>
                  <a:pt x="2693035" y="78828"/>
                </a:moveTo>
                <a:lnTo>
                  <a:pt x="0" y="78828"/>
                </a:lnTo>
                <a:lnTo>
                  <a:pt x="0" y="28028"/>
                </a:lnTo>
                <a:lnTo>
                  <a:pt x="2693035" y="28028"/>
                </a:lnTo>
                <a:lnTo>
                  <a:pt x="2693035" y="34378"/>
                </a:lnTo>
                <a:lnTo>
                  <a:pt x="12700" y="34378"/>
                </a:lnTo>
                <a:lnTo>
                  <a:pt x="6350" y="40728"/>
                </a:lnTo>
                <a:lnTo>
                  <a:pt x="12700" y="40728"/>
                </a:lnTo>
                <a:lnTo>
                  <a:pt x="12700" y="66128"/>
                </a:lnTo>
                <a:lnTo>
                  <a:pt x="6350" y="66128"/>
                </a:lnTo>
                <a:lnTo>
                  <a:pt x="12700" y="72478"/>
                </a:lnTo>
                <a:lnTo>
                  <a:pt x="2693035" y="72478"/>
                </a:lnTo>
                <a:lnTo>
                  <a:pt x="2693035" y="78828"/>
                </a:lnTo>
                <a:close/>
              </a:path>
              <a:path w="2747010" h="107314">
                <a:moveTo>
                  <a:pt x="2705735" y="40728"/>
                </a:moveTo>
                <a:lnTo>
                  <a:pt x="12700" y="40728"/>
                </a:lnTo>
                <a:lnTo>
                  <a:pt x="12700" y="34378"/>
                </a:lnTo>
                <a:lnTo>
                  <a:pt x="2693035" y="34378"/>
                </a:lnTo>
                <a:lnTo>
                  <a:pt x="2699385" y="28028"/>
                </a:lnTo>
                <a:lnTo>
                  <a:pt x="2703093" y="28028"/>
                </a:lnTo>
                <a:lnTo>
                  <a:pt x="2705735" y="30670"/>
                </a:lnTo>
                <a:lnTo>
                  <a:pt x="2705735" y="40728"/>
                </a:lnTo>
                <a:close/>
              </a:path>
              <a:path w="2747010" h="107314">
                <a:moveTo>
                  <a:pt x="12700" y="40728"/>
                </a:moveTo>
                <a:lnTo>
                  <a:pt x="6350" y="40728"/>
                </a:lnTo>
                <a:lnTo>
                  <a:pt x="12700" y="34378"/>
                </a:lnTo>
                <a:lnTo>
                  <a:pt x="12700" y="40728"/>
                </a:lnTo>
                <a:close/>
              </a:path>
              <a:path w="2747010" h="107314">
                <a:moveTo>
                  <a:pt x="2732989" y="57924"/>
                </a:moveTo>
                <a:lnTo>
                  <a:pt x="2728493" y="53428"/>
                </a:lnTo>
                <a:lnTo>
                  <a:pt x="2732989" y="48933"/>
                </a:lnTo>
                <a:lnTo>
                  <a:pt x="2732989" y="57924"/>
                </a:lnTo>
                <a:close/>
              </a:path>
              <a:path w="2747010" h="107314">
                <a:moveTo>
                  <a:pt x="2741968" y="57924"/>
                </a:moveTo>
                <a:lnTo>
                  <a:pt x="2732989" y="57924"/>
                </a:lnTo>
                <a:lnTo>
                  <a:pt x="2732989" y="48933"/>
                </a:lnTo>
                <a:lnTo>
                  <a:pt x="2741968" y="48933"/>
                </a:lnTo>
                <a:lnTo>
                  <a:pt x="2746463" y="53428"/>
                </a:lnTo>
                <a:lnTo>
                  <a:pt x="2741968" y="57924"/>
                </a:lnTo>
                <a:close/>
              </a:path>
              <a:path w="2747010" h="107314">
                <a:moveTo>
                  <a:pt x="2708363" y="91528"/>
                </a:moveTo>
                <a:lnTo>
                  <a:pt x="2705735" y="91528"/>
                </a:lnTo>
                <a:lnTo>
                  <a:pt x="2705735" y="76187"/>
                </a:lnTo>
                <a:lnTo>
                  <a:pt x="2728493" y="53428"/>
                </a:lnTo>
                <a:lnTo>
                  <a:pt x="2732989" y="57924"/>
                </a:lnTo>
                <a:lnTo>
                  <a:pt x="2741968" y="57924"/>
                </a:lnTo>
                <a:lnTo>
                  <a:pt x="2708363" y="91528"/>
                </a:lnTo>
                <a:close/>
              </a:path>
              <a:path w="2747010" h="107314">
                <a:moveTo>
                  <a:pt x="12700" y="72478"/>
                </a:moveTo>
                <a:lnTo>
                  <a:pt x="6350" y="66128"/>
                </a:lnTo>
                <a:lnTo>
                  <a:pt x="12700" y="66128"/>
                </a:lnTo>
                <a:lnTo>
                  <a:pt x="12700" y="72478"/>
                </a:lnTo>
                <a:close/>
              </a:path>
              <a:path w="2747010" h="107314">
                <a:moveTo>
                  <a:pt x="2703093" y="78828"/>
                </a:moveTo>
                <a:lnTo>
                  <a:pt x="2699385" y="78828"/>
                </a:lnTo>
                <a:lnTo>
                  <a:pt x="2693035" y="72478"/>
                </a:lnTo>
                <a:lnTo>
                  <a:pt x="12700" y="72478"/>
                </a:lnTo>
                <a:lnTo>
                  <a:pt x="12700" y="66128"/>
                </a:lnTo>
                <a:lnTo>
                  <a:pt x="2705735" y="66128"/>
                </a:lnTo>
                <a:lnTo>
                  <a:pt x="2705735" y="76187"/>
                </a:lnTo>
                <a:lnTo>
                  <a:pt x="2703093" y="78828"/>
                </a:lnTo>
                <a:close/>
              </a:path>
              <a:path w="2747010" h="107314">
                <a:moveTo>
                  <a:pt x="2693035" y="106857"/>
                </a:moveTo>
                <a:lnTo>
                  <a:pt x="2693035" y="72478"/>
                </a:lnTo>
                <a:lnTo>
                  <a:pt x="2699385" y="78828"/>
                </a:lnTo>
                <a:lnTo>
                  <a:pt x="2703093" y="78828"/>
                </a:lnTo>
                <a:lnTo>
                  <a:pt x="2694889" y="87033"/>
                </a:lnTo>
                <a:lnTo>
                  <a:pt x="2705735" y="91528"/>
                </a:lnTo>
                <a:lnTo>
                  <a:pt x="2708363" y="91528"/>
                </a:lnTo>
                <a:lnTo>
                  <a:pt x="2693035" y="106857"/>
                </a:lnTo>
                <a:close/>
              </a:path>
              <a:path w="2747010" h="107314">
                <a:moveTo>
                  <a:pt x="2705735" y="91528"/>
                </a:moveTo>
                <a:lnTo>
                  <a:pt x="2694889" y="87033"/>
                </a:lnTo>
                <a:lnTo>
                  <a:pt x="2705735" y="76187"/>
                </a:lnTo>
                <a:lnTo>
                  <a:pt x="2705735" y="9152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359660" y="4645025"/>
            <a:ext cx="2103755" cy="75057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800">
                <a:latin typeface="华文楷体"/>
                <a:cs typeface="华文楷体"/>
              </a:rPr>
              <a:t>辐射电磁波的频</a:t>
            </a:r>
            <a:r>
              <a:rPr dirty="0" sz="1800" spc="165">
                <a:latin typeface="华文楷体"/>
                <a:cs typeface="华文楷体"/>
              </a:rPr>
              <a:t>率</a:t>
            </a:r>
            <a:r>
              <a:rPr dirty="0" baseline="-4629" sz="2700" b="1">
                <a:solidFill>
                  <a:srgbClr val="0505EE"/>
                </a:solidFill>
                <a:latin typeface="微软雅黑"/>
                <a:cs typeface="微软雅黑"/>
              </a:rPr>
              <a:t>↗</a:t>
            </a:r>
            <a:endParaRPr baseline="-4629" sz="2700">
              <a:latin typeface="微软雅黑"/>
              <a:cs typeface="微软雅黑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华文楷体"/>
                <a:cs typeface="华文楷体"/>
              </a:rPr>
              <a:t>绕核转动的频</a:t>
            </a:r>
            <a:r>
              <a:rPr dirty="0" sz="1800" spc="5">
                <a:latin typeface="华文楷体"/>
                <a:cs typeface="华文楷体"/>
              </a:rPr>
              <a:t>率</a:t>
            </a:r>
            <a:r>
              <a:rPr dirty="0" baseline="-10802" sz="2700" b="1">
                <a:solidFill>
                  <a:srgbClr val="0505EE"/>
                </a:solidFill>
                <a:latin typeface="微软雅黑"/>
                <a:cs typeface="微软雅黑"/>
              </a:rPr>
              <a:t>↗</a:t>
            </a:r>
            <a:endParaRPr baseline="-10802" sz="2700">
              <a:latin typeface="微软雅黑"/>
              <a:cs typeface="微软雅黑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19728" y="5637276"/>
            <a:ext cx="2737104" cy="316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四、玻尔原子理论的基本假</a:t>
            </a:r>
            <a:r>
              <a:rPr dirty="0" u="none" spc="-20" b="1">
                <a:latin typeface="黑体"/>
                <a:cs typeface="黑体"/>
              </a:rPr>
              <a:t>设</a:t>
            </a:r>
          </a:p>
        </p:txBody>
      </p:sp>
      <p:sp>
        <p:nvSpPr>
          <p:cNvPr id="6" name="object 6"/>
          <p:cNvSpPr/>
          <p:nvPr/>
        </p:nvSpPr>
        <p:spPr>
          <a:xfrm>
            <a:off x="518159" y="1731264"/>
            <a:ext cx="1086612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5339" y="3270884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玻尔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1227" y="4044696"/>
            <a:ext cx="1258823" cy="1577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2652" y="4016121"/>
            <a:ext cx="1316355" cy="1634489"/>
          </a:xfrm>
          <a:custGeom>
            <a:avLst/>
            <a:gdLst/>
            <a:ahLst/>
            <a:cxnLst/>
            <a:rect l="l" t="t" r="r" b="b"/>
            <a:pathLst>
              <a:path w="1316355" h="1634489">
                <a:moveTo>
                  <a:pt x="1301686" y="1634489"/>
                </a:moveTo>
                <a:lnTo>
                  <a:pt x="14287" y="1634489"/>
                </a:lnTo>
                <a:lnTo>
                  <a:pt x="11506" y="1634210"/>
                </a:lnTo>
                <a:lnTo>
                  <a:pt x="0" y="1620202"/>
                </a:lnTo>
                <a:lnTo>
                  <a:pt x="0" y="14287"/>
                </a:lnTo>
                <a:lnTo>
                  <a:pt x="14287" y="0"/>
                </a:lnTo>
                <a:lnTo>
                  <a:pt x="1301686" y="0"/>
                </a:lnTo>
                <a:lnTo>
                  <a:pt x="131597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605914"/>
                </a:lnTo>
                <a:lnTo>
                  <a:pt x="14287" y="1605914"/>
                </a:lnTo>
                <a:lnTo>
                  <a:pt x="28575" y="1620202"/>
                </a:lnTo>
                <a:lnTo>
                  <a:pt x="1315973" y="1620202"/>
                </a:lnTo>
                <a:lnTo>
                  <a:pt x="1315694" y="1622983"/>
                </a:lnTo>
                <a:lnTo>
                  <a:pt x="1304467" y="1634210"/>
                </a:lnTo>
                <a:lnTo>
                  <a:pt x="1301686" y="1634489"/>
                </a:lnTo>
                <a:close/>
              </a:path>
              <a:path w="1316355" h="163448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16355" h="1634489">
                <a:moveTo>
                  <a:pt x="128739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287398" y="14287"/>
                </a:lnTo>
                <a:lnTo>
                  <a:pt x="1287398" y="28575"/>
                </a:lnTo>
                <a:close/>
              </a:path>
              <a:path w="1316355" h="1634489">
                <a:moveTo>
                  <a:pt x="1287398" y="1620202"/>
                </a:moveTo>
                <a:lnTo>
                  <a:pt x="1287398" y="14287"/>
                </a:lnTo>
                <a:lnTo>
                  <a:pt x="1301686" y="28575"/>
                </a:lnTo>
                <a:lnTo>
                  <a:pt x="1315973" y="28575"/>
                </a:lnTo>
                <a:lnTo>
                  <a:pt x="1315973" y="1605914"/>
                </a:lnTo>
                <a:lnTo>
                  <a:pt x="1301686" y="1605914"/>
                </a:lnTo>
                <a:lnTo>
                  <a:pt x="1287398" y="1620202"/>
                </a:lnTo>
                <a:close/>
              </a:path>
              <a:path w="1316355" h="1634489">
                <a:moveTo>
                  <a:pt x="1315973" y="28575"/>
                </a:moveTo>
                <a:lnTo>
                  <a:pt x="1301686" y="28575"/>
                </a:lnTo>
                <a:lnTo>
                  <a:pt x="1287398" y="14287"/>
                </a:lnTo>
                <a:lnTo>
                  <a:pt x="1315973" y="14287"/>
                </a:lnTo>
                <a:lnTo>
                  <a:pt x="1315973" y="28575"/>
                </a:lnTo>
                <a:close/>
              </a:path>
              <a:path w="1316355" h="1634489">
                <a:moveTo>
                  <a:pt x="28575" y="1620202"/>
                </a:moveTo>
                <a:lnTo>
                  <a:pt x="14287" y="1605914"/>
                </a:lnTo>
                <a:lnTo>
                  <a:pt x="28575" y="1605914"/>
                </a:lnTo>
                <a:lnTo>
                  <a:pt x="28575" y="1620202"/>
                </a:lnTo>
                <a:close/>
              </a:path>
              <a:path w="1316355" h="1634489">
                <a:moveTo>
                  <a:pt x="1287398" y="1620202"/>
                </a:moveTo>
                <a:lnTo>
                  <a:pt x="28575" y="1620202"/>
                </a:lnTo>
                <a:lnTo>
                  <a:pt x="28575" y="1605914"/>
                </a:lnTo>
                <a:lnTo>
                  <a:pt x="1287398" y="1605914"/>
                </a:lnTo>
                <a:lnTo>
                  <a:pt x="1287398" y="1620202"/>
                </a:lnTo>
                <a:close/>
              </a:path>
              <a:path w="1316355" h="1634489">
                <a:moveTo>
                  <a:pt x="1315973" y="1620202"/>
                </a:moveTo>
                <a:lnTo>
                  <a:pt x="1287398" y="1620202"/>
                </a:lnTo>
                <a:lnTo>
                  <a:pt x="1301686" y="1605914"/>
                </a:lnTo>
                <a:lnTo>
                  <a:pt x="1315973" y="1605914"/>
                </a:lnTo>
                <a:lnTo>
                  <a:pt x="1315973" y="162020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9459" y="5648959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普朗克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8029" y="3943737"/>
            <a:ext cx="1549400" cy="190817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能量子假说</a:t>
            </a:r>
            <a:endParaRPr sz="2400">
              <a:latin typeface="华文楷体"/>
              <a:cs typeface="华文楷体"/>
            </a:endParaRPr>
          </a:p>
          <a:p>
            <a:pPr marL="99060">
              <a:lnSpc>
                <a:spcPct val="100000"/>
              </a:lnSpc>
              <a:spcBef>
                <a:spcPts val="755"/>
              </a:spcBef>
            </a:pPr>
            <a:r>
              <a:rPr dirty="0" sz="2400" spc="10" i="1">
                <a:latin typeface="Times New Roman"/>
                <a:cs typeface="Times New Roman"/>
              </a:rPr>
              <a:t>E 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-125">
                <a:latin typeface="Times New Roman"/>
                <a:cs typeface="Times New Roman"/>
              </a:rPr>
              <a:t> </a:t>
            </a:r>
            <a:r>
              <a:rPr dirty="0" sz="2400" spc="-105" i="1">
                <a:latin typeface="Times New Roman"/>
                <a:cs typeface="Times New Roman"/>
              </a:rPr>
              <a:t>n</a:t>
            </a:r>
            <a:r>
              <a:rPr dirty="0" sz="2500" spc="-105" i="1"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  <a:p>
            <a:pPr marL="53340">
              <a:lnSpc>
                <a:spcPct val="100000"/>
              </a:lnSpc>
              <a:spcBef>
                <a:spcPts val="425"/>
              </a:spcBef>
            </a:pPr>
            <a:r>
              <a:rPr dirty="0" sz="2650" spc="15" i="1">
                <a:latin typeface="Symbol"/>
                <a:cs typeface="Symbol"/>
              </a:rPr>
              <a:t></a:t>
            </a:r>
            <a:r>
              <a:rPr dirty="0" sz="2500" spc="15">
                <a:latin typeface="Symbol"/>
                <a:cs typeface="Symbol"/>
              </a:rPr>
              <a:t></a:t>
            </a:r>
            <a:r>
              <a:rPr dirty="0" sz="2500" spc="-150">
                <a:latin typeface="Times New Roman"/>
                <a:cs typeface="Times New Roman"/>
              </a:rPr>
              <a:t> </a:t>
            </a:r>
            <a:r>
              <a:rPr dirty="0" sz="2500" spc="-110" i="1">
                <a:latin typeface="Times New Roman"/>
                <a:cs typeface="Times New Roman"/>
              </a:rPr>
              <a:t>h</a:t>
            </a:r>
            <a:r>
              <a:rPr dirty="0" sz="2650" spc="-110" i="1">
                <a:latin typeface="Symbol"/>
                <a:cs typeface="Symbol"/>
              </a:rPr>
              <a:t></a:t>
            </a:r>
            <a:endParaRPr sz="2650">
              <a:latin typeface="Symbol"/>
              <a:cs typeface="Symbol"/>
            </a:endParaRPr>
          </a:p>
          <a:p>
            <a:pPr marL="90170">
              <a:lnSpc>
                <a:spcPct val="100000"/>
              </a:lnSpc>
              <a:spcBef>
                <a:spcPts val="910"/>
              </a:spcBef>
            </a:pPr>
            <a:r>
              <a:rPr dirty="0" sz="2500" spc="-5" i="1">
                <a:latin typeface="Times New Roman"/>
                <a:cs typeface="Times New Roman"/>
              </a:rPr>
              <a:t>n 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480">
                <a:latin typeface="Times New Roman"/>
                <a:cs typeface="Times New Roman"/>
              </a:rPr>
              <a:t> </a:t>
            </a:r>
            <a:r>
              <a:rPr dirty="0" sz="2500" spc="-844">
                <a:latin typeface="Times New Roman"/>
                <a:cs typeface="Times New Roman"/>
              </a:rPr>
              <a:t>1</a:t>
            </a:r>
            <a:r>
              <a:rPr dirty="0" sz="2500" spc="-844">
                <a:latin typeface="宋体"/>
                <a:cs typeface="宋体"/>
              </a:rPr>
              <a:t>，</a:t>
            </a:r>
            <a:r>
              <a:rPr dirty="0" sz="2500" spc="-844">
                <a:latin typeface="Times New Roman"/>
                <a:cs typeface="Times New Roman"/>
              </a:rPr>
              <a:t>2</a:t>
            </a:r>
            <a:r>
              <a:rPr dirty="0" sz="2500" spc="-844">
                <a:latin typeface="宋体"/>
                <a:cs typeface="宋体"/>
              </a:rPr>
              <a:t>，</a:t>
            </a:r>
            <a:r>
              <a:rPr dirty="0" sz="2500" spc="-844">
                <a:latin typeface="Times New Roman"/>
                <a:cs typeface="Times New Roman"/>
              </a:rPr>
              <a:t>3</a:t>
            </a:r>
            <a:r>
              <a:rPr dirty="0" sz="2500" spc="-844">
                <a:latin typeface="宋体"/>
                <a:cs typeface="宋体"/>
              </a:rPr>
              <a:t>，</a:t>
            </a:r>
            <a:r>
              <a:rPr dirty="0" sz="2500" spc="-844">
                <a:latin typeface="Symbol"/>
                <a:cs typeface="Symbol"/>
              </a:rPr>
              <a:t>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36947" y="4107179"/>
            <a:ext cx="1728216" cy="1216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08372" y="4078604"/>
            <a:ext cx="1785620" cy="1273810"/>
          </a:xfrm>
          <a:custGeom>
            <a:avLst/>
            <a:gdLst/>
            <a:ahLst/>
            <a:cxnLst/>
            <a:rect l="l" t="t" r="r" b="b"/>
            <a:pathLst>
              <a:path w="1785620" h="1273810">
                <a:moveTo>
                  <a:pt x="1771078" y="1273302"/>
                </a:moveTo>
                <a:lnTo>
                  <a:pt x="14287" y="1273302"/>
                </a:lnTo>
                <a:lnTo>
                  <a:pt x="11506" y="1273022"/>
                </a:lnTo>
                <a:lnTo>
                  <a:pt x="0" y="1259014"/>
                </a:lnTo>
                <a:lnTo>
                  <a:pt x="0" y="14287"/>
                </a:lnTo>
                <a:lnTo>
                  <a:pt x="14287" y="0"/>
                </a:lnTo>
                <a:lnTo>
                  <a:pt x="1771078" y="0"/>
                </a:lnTo>
                <a:lnTo>
                  <a:pt x="178536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44727"/>
                </a:lnTo>
                <a:lnTo>
                  <a:pt x="14287" y="1244727"/>
                </a:lnTo>
                <a:lnTo>
                  <a:pt x="28575" y="1259014"/>
                </a:lnTo>
                <a:lnTo>
                  <a:pt x="1785365" y="1259014"/>
                </a:lnTo>
                <a:lnTo>
                  <a:pt x="1785086" y="1261795"/>
                </a:lnTo>
                <a:lnTo>
                  <a:pt x="1773859" y="1273022"/>
                </a:lnTo>
                <a:lnTo>
                  <a:pt x="1771078" y="1273302"/>
                </a:lnTo>
                <a:close/>
              </a:path>
              <a:path w="1785620" h="12738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85620" h="1273810">
                <a:moveTo>
                  <a:pt x="175679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56790" y="14287"/>
                </a:lnTo>
                <a:lnTo>
                  <a:pt x="1756790" y="28575"/>
                </a:lnTo>
                <a:close/>
              </a:path>
              <a:path w="1785620" h="1273810">
                <a:moveTo>
                  <a:pt x="1756790" y="1259014"/>
                </a:moveTo>
                <a:lnTo>
                  <a:pt x="1756790" y="14287"/>
                </a:lnTo>
                <a:lnTo>
                  <a:pt x="1771078" y="28575"/>
                </a:lnTo>
                <a:lnTo>
                  <a:pt x="1785365" y="28575"/>
                </a:lnTo>
                <a:lnTo>
                  <a:pt x="1785365" y="1244727"/>
                </a:lnTo>
                <a:lnTo>
                  <a:pt x="1771078" y="1244727"/>
                </a:lnTo>
                <a:lnTo>
                  <a:pt x="1756790" y="1259014"/>
                </a:lnTo>
                <a:close/>
              </a:path>
              <a:path w="1785620" h="1273810">
                <a:moveTo>
                  <a:pt x="1785365" y="28575"/>
                </a:moveTo>
                <a:lnTo>
                  <a:pt x="1771078" y="28575"/>
                </a:lnTo>
                <a:lnTo>
                  <a:pt x="1756790" y="14287"/>
                </a:lnTo>
                <a:lnTo>
                  <a:pt x="1785365" y="14287"/>
                </a:lnTo>
                <a:lnTo>
                  <a:pt x="1785365" y="28575"/>
                </a:lnTo>
                <a:close/>
              </a:path>
              <a:path w="1785620" h="1273810">
                <a:moveTo>
                  <a:pt x="28575" y="1259014"/>
                </a:moveTo>
                <a:lnTo>
                  <a:pt x="14287" y="1244727"/>
                </a:lnTo>
                <a:lnTo>
                  <a:pt x="28575" y="1244727"/>
                </a:lnTo>
                <a:lnTo>
                  <a:pt x="28575" y="1259014"/>
                </a:lnTo>
                <a:close/>
              </a:path>
              <a:path w="1785620" h="1273810">
                <a:moveTo>
                  <a:pt x="1756790" y="1259014"/>
                </a:moveTo>
                <a:lnTo>
                  <a:pt x="28575" y="1259014"/>
                </a:lnTo>
                <a:lnTo>
                  <a:pt x="28575" y="1244727"/>
                </a:lnTo>
                <a:lnTo>
                  <a:pt x="1756790" y="1244727"/>
                </a:lnTo>
                <a:lnTo>
                  <a:pt x="1756790" y="1259014"/>
                </a:lnTo>
                <a:close/>
              </a:path>
              <a:path w="1785620" h="1273810">
                <a:moveTo>
                  <a:pt x="1785365" y="1259014"/>
                </a:moveTo>
                <a:lnTo>
                  <a:pt x="1756790" y="1259014"/>
                </a:lnTo>
                <a:lnTo>
                  <a:pt x="1771078" y="1244727"/>
                </a:lnTo>
                <a:lnTo>
                  <a:pt x="1785365" y="1244727"/>
                </a:lnTo>
                <a:lnTo>
                  <a:pt x="1785365" y="125901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11979" y="5320029"/>
            <a:ext cx="3073400" cy="744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爱因斯坦：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光量子假定</a:t>
            </a:r>
            <a:endParaRPr sz="2400">
              <a:latin typeface="华文楷体"/>
              <a:cs typeface="华文楷体"/>
            </a:endParaRPr>
          </a:p>
          <a:p>
            <a:pPr marL="605790">
              <a:lnSpc>
                <a:spcPct val="100000"/>
              </a:lnSpc>
              <a:spcBef>
                <a:spcPts val="80"/>
              </a:spcBef>
            </a:pPr>
            <a:r>
              <a:rPr dirty="0" sz="2150" spc="5" i="1">
                <a:latin typeface="Times New Roman"/>
                <a:cs typeface="Times New Roman"/>
              </a:rPr>
              <a:t>E</a:t>
            </a:r>
            <a:r>
              <a:rPr dirty="0" baseline="-24444" sz="1875" spc="7" i="1">
                <a:latin typeface="Times New Roman"/>
                <a:cs typeface="Times New Roman"/>
              </a:rPr>
              <a:t>k </a:t>
            </a:r>
            <a:r>
              <a:rPr dirty="0" sz="2150">
                <a:latin typeface="Symbol"/>
                <a:cs typeface="Symbol"/>
              </a:rPr>
              <a:t></a:t>
            </a:r>
            <a:r>
              <a:rPr dirty="0" sz="2150">
                <a:latin typeface="Times New Roman"/>
                <a:cs typeface="Times New Roman"/>
              </a:rPr>
              <a:t> </a:t>
            </a:r>
            <a:r>
              <a:rPr dirty="0" sz="2150" spc="-60" i="1">
                <a:latin typeface="Times New Roman"/>
                <a:cs typeface="Times New Roman"/>
              </a:rPr>
              <a:t>h</a:t>
            </a:r>
            <a:r>
              <a:rPr dirty="0" sz="2250" spc="-60" i="1">
                <a:latin typeface="Symbol"/>
                <a:cs typeface="Symbol"/>
              </a:rPr>
              <a:t></a:t>
            </a:r>
            <a:r>
              <a:rPr dirty="0" sz="2150" spc="-60">
                <a:latin typeface="Symbol"/>
                <a:cs typeface="Symbol"/>
              </a:rPr>
              <a:t></a:t>
            </a:r>
            <a:r>
              <a:rPr dirty="0" sz="2150" spc="-265">
                <a:latin typeface="Times New Roman"/>
                <a:cs typeface="Times New Roman"/>
              </a:rPr>
              <a:t> </a:t>
            </a:r>
            <a:r>
              <a:rPr dirty="0" sz="2150" spc="-40" i="1">
                <a:latin typeface="Times New Roman"/>
                <a:cs typeface="Times New Roman"/>
              </a:rPr>
              <a:t>W</a:t>
            </a:r>
            <a:r>
              <a:rPr dirty="0" baseline="-24444" sz="1875" spc="-60">
                <a:latin typeface="Times New Roman"/>
                <a:cs typeface="Times New Roman"/>
              </a:rPr>
              <a:t>0</a:t>
            </a:r>
            <a:endParaRPr baseline="-24444" sz="18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56759" y="1673351"/>
            <a:ext cx="1251203" cy="1737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528184" y="1644776"/>
            <a:ext cx="1308735" cy="1794510"/>
          </a:xfrm>
          <a:custGeom>
            <a:avLst/>
            <a:gdLst/>
            <a:ahLst/>
            <a:cxnLst/>
            <a:rect l="l" t="t" r="r" b="b"/>
            <a:pathLst>
              <a:path w="1308735" h="1794510">
                <a:moveTo>
                  <a:pt x="1294066" y="1794510"/>
                </a:moveTo>
                <a:lnTo>
                  <a:pt x="14287" y="1794510"/>
                </a:lnTo>
                <a:lnTo>
                  <a:pt x="11506" y="1794230"/>
                </a:lnTo>
                <a:lnTo>
                  <a:pt x="0" y="1780222"/>
                </a:lnTo>
                <a:lnTo>
                  <a:pt x="0" y="14287"/>
                </a:lnTo>
                <a:lnTo>
                  <a:pt x="14287" y="0"/>
                </a:lnTo>
                <a:lnTo>
                  <a:pt x="1294066" y="0"/>
                </a:lnTo>
                <a:lnTo>
                  <a:pt x="130835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765935"/>
                </a:lnTo>
                <a:lnTo>
                  <a:pt x="14287" y="1765935"/>
                </a:lnTo>
                <a:lnTo>
                  <a:pt x="28575" y="1780222"/>
                </a:lnTo>
                <a:lnTo>
                  <a:pt x="1308353" y="1780222"/>
                </a:lnTo>
                <a:lnTo>
                  <a:pt x="1308074" y="1783003"/>
                </a:lnTo>
                <a:lnTo>
                  <a:pt x="1296847" y="1794230"/>
                </a:lnTo>
                <a:lnTo>
                  <a:pt x="1294066" y="1794510"/>
                </a:lnTo>
                <a:close/>
              </a:path>
              <a:path w="1308735" h="17945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08735" h="1794510">
                <a:moveTo>
                  <a:pt x="127977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279778" y="14287"/>
                </a:lnTo>
                <a:lnTo>
                  <a:pt x="1279778" y="28575"/>
                </a:lnTo>
                <a:close/>
              </a:path>
              <a:path w="1308735" h="1794510">
                <a:moveTo>
                  <a:pt x="1279778" y="1780222"/>
                </a:moveTo>
                <a:lnTo>
                  <a:pt x="1279778" y="14287"/>
                </a:lnTo>
                <a:lnTo>
                  <a:pt x="1294066" y="28575"/>
                </a:lnTo>
                <a:lnTo>
                  <a:pt x="1308353" y="28575"/>
                </a:lnTo>
                <a:lnTo>
                  <a:pt x="1308353" y="1765935"/>
                </a:lnTo>
                <a:lnTo>
                  <a:pt x="1294066" y="1765935"/>
                </a:lnTo>
                <a:lnTo>
                  <a:pt x="1279778" y="1780222"/>
                </a:lnTo>
                <a:close/>
              </a:path>
              <a:path w="1308735" h="1794510">
                <a:moveTo>
                  <a:pt x="1308353" y="28575"/>
                </a:moveTo>
                <a:lnTo>
                  <a:pt x="1294066" y="28575"/>
                </a:lnTo>
                <a:lnTo>
                  <a:pt x="1279778" y="14287"/>
                </a:lnTo>
                <a:lnTo>
                  <a:pt x="1308353" y="14287"/>
                </a:lnTo>
                <a:lnTo>
                  <a:pt x="1308353" y="28575"/>
                </a:lnTo>
                <a:close/>
              </a:path>
              <a:path w="1308735" h="1794510">
                <a:moveTo>
                  <a:pt x="28575" y="1780222"/>
                </a:moveTo>
                <a:lnTo>
                  <a:pt x="14287" y="1765935"/>
                </a:lnTo>
                <a:lnTo>
                  <a:pt x="28575" y="1765935"/>
                </a:lnTo>
                <a:lnTo>
                  <a:pt x="28575" y="1780222"/>
                </a:lnTo>
                <a:close/>
              </a:path>
              <a:path w="1308735" h="1794510">
                <a:moveTo>
                  <a:pt x="1279778" y="1780222"/>
                </a:moveTo>
                <a:lnTo>
                  <a:pt x="28575" y="1780222"/>
                </a:lnTo>
                <a:lnTo>
                  <a:pt x="28575" y="1765935"/>
                </a:lnTo>
                <a:lnTo>
                  <a:pt x="1279778" y="1765935"/>
                </a:lnTo>
                <a:lnTo>
                  <a:pt x="1279778" y="1780222"/>
                </a:lnTo>
                <a:close/>
              </a:path>
              <a:path w="1308735" h="1794510">
                <a:moveTo>
                  <a:pt x="1308353" y="1780222"/>
                </a:moveTo>
                <a:lnTo>
                  <a:pt x="1279778" y="1780222"/>
                </a:lnTo>
                <a:lnTo>
                  <a:pt x="1294066" y="1765935"/>
                </a:lnTo>
                <a:lnTo>
                  <a:pt x="1308353" y="1765935"/>
                </a:lnTo>
                <a:lnTo>
                  <a:pt x="1308353" y="178022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636134" y="3375659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巴耳末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67425" y="169227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巴耳末公式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33465" y="2562542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 h="0">
                <a:moveTo>
                  <a:pt x="0" y="0"/>
                </a:moveTo>
                <a:lnTo>
                  <a:pt x="188988" y="0"/>
                </a:lnTo>
              </a:path>
            </a:pathLst>
          </a:custGeom>
          <a:ln w="11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27367" y="2562542"/>
            <a:ext cx="271780" cy="0"/>
          </a:xfrm>
          <a:custGeom>
            <a:avLst/>
            <a:gdLst/>
            <a:ahLst/>
            <a:cxnLst/>
            <a:rect l="l" t="t" r="r" b="b"/>
            <a:pathLst>
              <a:path w="271779" h="0">
                <a:moveTo>
                  <a:pt x="0" y="0"/>
                </a:moveTo>
                <a:lnTo>
                  <a:pt x="271754" y="0"/>
                </a:lnTo>
              </a:path>
            </a:pathLst>
          </a:custGeom>
          <a:ln w="11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52956" y="2562542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 h="0">
                <a:moveTo>
                  <a:pt x="0" y="0"/>
                </a:moveTo>
                <a:lnTo>
                  <a:pt x="275894" y="0"/>
                </a:lnTo>
              </a:path>
            </a:pathLst>
          </a:custGeom>
          <a:ln w="110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749260" y="258960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78104" y="2378329"/>
            <a:ext cx="1097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83615" algn="l"/>
              </a:tabLst>
            </a:pPr>
            <a:r>
              <a:rPr dirty="0" sz="2050" spc="5">
                <a:latin typeface="Symbol"/>
                <a:cs typeface="Symbol"/>
              </a:rPr>
              <a:t>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-330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78104" y="2589606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41528" y="2529484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02334" y="254881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72617" y="2548813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32600" y="2557843"/>
            <a:ext cx="68326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7845" algn="l"/>
              </a:tabLst>
            </a:pPr>
            <a:r>
              <a:rPr dirty="0" sz="2050" spc="10">
                <a:latin typeface="Times New Roman"/>
                <a:cs typeface="Times New Roman"/>
              </a:rPr>
              <a:t>2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49048" y="2189137"/>
            <a:ext cx="182689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1680" algn="l"/>
              </a:tabLst>
            </a:pPr>
            <a:r>
              <a:rPr dirty="0" sz="2050" spc="10">
                <a:latin typeface="Times New Roman"/>
                <a:cs typeface="Times New Roman"/>
              </a:rPr>
              <a:t>1</a:t>
            </a:r>
            <a:r>
              <a:rPr dirty="0" sz="2050" spc="245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7">
                <a:latin typeface="Times New Roman"/>
                <a:cs typeface="Times New Roman"/>
              </a:rPr>
              <a:t> </a:t>
            </a:r>
            <a:r>
              <a:rPr dirty="0" baseline="-35230" sz="3075" spc="15" i="1">
                <a:latin typeface="Times New Roman"/>
                <a:cs typeface="Times New Roman"/>
              </a:rPr>
              <a:t>R	</a:t>
            </a:r>
            <a:r>
              <a:rPr dirty="0" baseline="-4065" sz="3075" spc="7">
                <a:latin typeface="Symbol"/>
                <a:cs typeface="Symbol"/>
              </a:rPr>
              <a:t></a:t>
            </a:r>
            <a:r>
              <a:rPr dirty="0" baseline="-4065" sz="3075" spc="7">
                <a:latin typeface="Times New Roman"/>
                <a:cs typeface="Times New Roman"/>
              </a:rPr>
              <a:t> </a:t>
            </a:r>
            <a:r>
              <a:rPr dirty="0" sz="2050" spc="10">
                <a:latin typeface="Times New Roman"/>
                <a:cs typeface="Times New Roman"/>
              </a:rPr>
              <a:t>1 </a:t>
            </a: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sz="2050" spc="10">
                <a:latin typeface="Times New Roman"/>
                <a:cs typeface="Times New Roman"/>
              </a:rPr>
              <a:t>1</a:t>
            </a:r>
            <a:r>
              <a:rPr dirty="0" sz="2050" spc="-95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15269" y="2543598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70028" y="2968752"/>
            <a:ext cx="129286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54">
                <a:latin typeface="Times New Roman"/>
                <a:cs typeface="Times New Roman"/>
              </a:rPr>
              <a:t> </a:t>
            </a:r>
            <a:r>
              <a:rPr dirty="0" sz="2100" spc="-680">
                <a:latin typeface="Times New Roman"/>
                <a:cs typeface="Times New Roman"/>
              </a:rPr>
              <a:t>3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4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5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26589" y="1718310"/>
            <a:ext cx="2050414" cy="1765300"/>
          </a:xfrm>
          <a:custGeom>
            <a:avLst/>
            <a:gdLst/>
            <a:ahLst/>
            <a:cxnLst/>
            <a:rect l="l" t="t" r="r" b="b"/>
            <a:pathLst>
              <a:path w="2050414" h="1765300">
                <a:moveTo>
                  <a:pt x="1836762" y="12700"/>
                </a:moveTo>
                <a:lnTo>
                  <a:pt x="213652" y="12700"/>
                </a:lnTo>
                <a:lnTo>
                  <a:pt x="220827" y="0"/>
                </a:lnTo>
                <a:lnTo>
                  <a:pt x="1829587" y="0"/>
                </a:lnTo>
                <a:lnTo>
                  <a:pt x="1836762" y="12700"/>
                </a:lnTo>
                <a:close/>
              </a:path>
              <a:path w="2050414" h="1765300">
                <a:moveTo>
                  <a:pt x="1871484" y="25400"/>
                </a:moveTo>
                <a:lnTo>
                  <a:pt x="178930" y="25400"/>
                </a:lnTo>
                <a:lnTo>
                  <a:pt x="185699" y="12700"/>
                </a:lnTo>
                <a:lnTo>
                  <a:pt x="1864715" y="12700"/>
                </a:lnTo>
                <a:lnTo>
                  <a:pt x="1871484" y="25400"/>
                </a:lnTo>
                <a:close/>
              </a:path>
              <a:path w="2050414" h="1765300">
                <a:moveTo>
                  <a:pt x="214541" y="38100"/>
                </a:moveTo>
                <a:lnTo>
                  <a:pt x="152704" y="38100"/>
                </a:lnTo>
                <a:lnTo>
                  <a:pt x="159118" y="25400"/>
                </a:lnTo>
                <a:lnTo>
                  <a:pt x="221348" y="25400"/>
                </a:lnTo>
                <a:lnTo>
                  <a:pt x="214541" y="38100"/>
                </a:lnTo>
                <a:close/>
              </a:path>
              <a:path w="2050414" h="1765300">
                <a:moveTo>
                  <a:pt x="1897710" y="38100"/>
                </a:moveTo>
                <a:lnTo>
                  <a:pt x="1835873" y="38100"/>
                </a:lnTo>
                <a:lnTo>
                  <a:pt x="1829066" y="25400"/>
                </a:lnTo>
                <a:lnTo>
                  <a:pt x="1891296" y="25400"/>
                </a:lnTo>
                <a:lnTo>
                  <a:pt x="1897710" y="38100"/>
                </a:lnTo>
                <a:close/>
              </a:path>
              <a:path w="2050414" h="1765300">
                <a:moveTo>
                  <a:pt x="183121" y="50800"/>
                </a:moveTo>
                <a:lnTo>
                  <a:pt x="134048" y="50800"/>
                </a:lnTo>
                <a:lnTo>
                  <a:pt x="140169" y="38100"/>
                </a:lnTo>
                <a:lnTo>
                  <a:pt x="189534" y="38100"/>
                </a:lnTo>
                <a:lnTo>
                  <a:pt x="183121" y="50800"/>
                </a:lnTo>
                <a:close/>
              </a:path>
              <a:path w="2050414" h="1765300">
                <a:moveTo>
                  <a:pt x="1916366" y="50800"/>
                </a:moveTo>
                <a:lnTo>
                  <a:pt x="1867293" y="50800"/>
                </a:lnTo>
                <a:lnTo>
                  <a:pt x="1860880" y="38100"/>
                </a:lnTo>
                <a:lnTo>
                  <a:pt x="1910245" y="38100"/>
                </a:lnTo>
                <a:lnTo>
                  <a:pt x="1916366" y="50800"/>
                </a:lnTo>
                <a:close/>
              </a:path>
              <a:path w="2050414" h="1765300">
                <a:moveTo>
                  <a:pt x="159448" y="63500"/>
                </a:moveTo>
                <a:lnTo>
                  <a:pt x="116332" y="63500"/>
                </a:lnTo>
                <a:lnTo>
                  <a:pt x="122135" y="50800"/>
                </a:lnTo>
                <a:lnTo>
                  <a:pt x="165493" y="50800"/>
                </a:lnTo>
                <a:lnTo>
                  <a:pt x="159448" y="63500"/>
                </a:lnTo>
                <a:close/>
              </a:path>
              <a:path w="2050414" h="1765300">
                <a:moveTo>
                  <a:pt x="1934083" y="63500"/>
                </a:moveTo>
                <a:lnTo>
                  <a:pt x="1890966" y="63500"/>
                </a:lnTo>
                <a:lnTo>
                  <a:pt x="1884921" y="50800"/>
                </a:lnTo>
                <a:lnTo>
                  <a:pt x="1928279" y="50800"/>
                </a:lnTo>
                <a:lnTo>
                  <a:pt x="1934083" y="63500"/>
                </a:lnTo>
                <a:close/>
              </a:path>
              <a:path w="2050414" h="1765300">
                <a:moveTo>
                  <a:pt x="116471" y="88900"/>
                </a:moveTo>
                <a:lnTo>
                  <a:pt x="89052" y="88900"/>
                </a:lnTo>
                <a:lnTo>
                  <a:pt x="99618" y="76200"/>
                </a:lnTo>
                <a:lnTo>
                  <a:pt x="110591" y="63500"/>
                </a:lnTo>
                <a:lnTo>
                  <a:pt x="148399" y="63500"/>
                </a:lnTo>
                <a:lnTo>
                  <a:pt x="142633" y="76200"/>
                </a:lnTo>
                <a:lnTo>
                  <a:pt x="127050" y="76200"/>
                </a:lnTo>
                <a:lnTo>
                  <a:pt x="116471" y="88900"/>
                </a:lnTo>
                <a:close/>
              </a:path>
              <a:path w="2050414" h="1765300">
                <a:moveTo>
                  <a:pt x="1961362" y="88900"/>
                </a:moveTo>
                <a:lnTo>
                  <a:pt x="1933943" y="88900"/>
                </a:lnTo>
                <a:lnTo>
                  <a:pt x="1923364" y="76200"/>
                </a:lnTo>
                <a:lnTo>
                  <a:pt x="1907781" y="76200"/>
                </a:lnTo>
                <a:lnTo>
                  <a:pt x="1902015" y="63500"/>
                </a:lnTo>
                <a:lnTo>
                  <a:pt x="1939823" y="63500"/>
                </a:lnTo>
                <a:lnTo>
                  <a:pt x="1950796" y="76200"/>
                </a:lnTo>
                <a:lnTo>
                  <a:pt x="1961362" y="88900"/>
                </a:lnTo>
                <a:close/>
              </a:path>
              <a:path w="2050414" h="1765300">
                <a:moveTo>
                  <a:pt x="126695" y="88900"/>
                </a:moveTo>
                <a:lnTo>
                  <a:pt x="127050" y="76200"/>
                </a:lnTo>
                <a:lnTo>
                  <a:pt x="132143" y="76200"/>
                </a:lnTo>
                <a:lnTo>
                  <a:pt x="126695" y="88900"/>
                </a:lnTo>
                <a:close/>
              </a:path>
              <a:path w="2050414" h="1765300">
                <a:moveTo>
                  <a:pt x="1923719" y="88900"/>
                </a:moveTo>
                <a:lnTo>
                  <a:pt x="1918271" y="76200"/>
                </a:lnTo>
                <a:lnTo>
                  <a:pt x="1923364" y="76200"/>
                </a:lnTo>
                <a:lnTo>
                  <a:pt x="1923719" y="88900"/>
                </a:lnTo>
                <a:close/>
              </a:path>
              <a:path w="2050414" h="1765300">
                <a:moveTo>
                  <a:pt x="97586" y="114300"/>
                </a:moveTo>
                <a:lnTo>
                  <a:pt x="64858" y="114300"/>
                </a:lnTo>
                <a:lnTo>
                  <a:pt x="69481" y="101600"/>
                </a:lnTo>
                <a:lnTo>
                  <a:pt x="78993" y="88900"/>
                </a:lnTo>
                <a:lnTo>
                  <a:pt x="116916" y="88900"/>
                </a:lnTo>
                <a:lnTo>
                  <a:pt x="106807" y="101600"/>
                </a:lnTo>
                <a:lnTo>
                  <a:pt x="107226" y="101600"/>
                </a:lnTo>
                <a:lnTo>
                  <a:pt x="97586" y="114300"/>
                </a:lnTo>
                <a:close/>
              </a:path>
              <a:path w="2050414" h="1765300">
                <a:moveTo>
                  <a:pt x="1985556" y="114300"/>
                </a:moveTo>
                <a:lnTo>
                  <a:pt x="1952828" y="114300"/>
                </a:lnTo>
                <a:lnTo>
                  <a:pt x="1943188" y="101600"/>
                </a:lnTo>
                <a:lnTo>
                  <a:pt x="1943608" y="101600"/>
                </a:lnTo>
                <a:lnTo>
                  <a:pt x="1933498" y="88900"/>
                </a:lnTo>
                <a:lnTo>
                  <a:pt x="1971421" y="88900"/>
                </a:lnTo>
                <a:lnTo>
                  <a:pt x="1980933" y="101600"/>
                </a:lnTo>
                <a:lnTo>
                  <a:pt x="1985556" y="114300"/>
                </a:lnTo>
                <a:close/>
              </a:path>
              <a:path w="2050414" h="1765300">
                <a:moveTo>
                  <a:pt x="84734" y="127000"/>
                </a:moveTo>
                <a:lnTo>
                  <a:pt x="56108" y="127000"/>
                </a:lnTo>
                <a:lnTo>
                  <a:pt x="60413" y="114300"/>
                </a:lnTo>
                <a:lnTo>
                  <a:pt x="89128" y="114300"/>
                </a:lnTo>
                <a:lnTo>
                  <a:pt x="84734" y="127000"/>
                </a:lnTo>
                <a:close/>
              </a:path>
              <a:path w="2050414" h="1765300">
                <a:moveTo>
                  <a:pt x="88836" y="127000"/>
                </a:moveTo>
                <a:lnTo>
                  <a:pt x="89128" y="114300"/>
                </a:lnTo>
                <a:lnTo>
                  <a:pt x="97993" y="114300"/>
                </a:lnTo>
                <a:lnTo>
                  <a:pt x="88836" y="127000"/>
                </a:lnTo>
                <a:close/>
              </a:path>
              <a:path w="2050414" h="1765300">
                <a:moveTo>
                  <a:pt x="1961578" y="127000"/>
                </a:moveTo>
                <a:lnTo>
                  <a:pt x="1952421" y="114300"/>
                </a:lnTo>
                <a:lnTo>
                  <a:pt x="1961286" y="114300"/>
                </a:lnTo>
                <a:lnTo>
                  <a:pt x="1961578" y="127000"/>
                </a:lnTo>
                <a:close/>
              </a:path>
              <a:path w="2050414" h="1765300">
                <a:moveTo>
                  <a:pt x="1994306" y="127000"/>
                </a:moveTo>
                <a:lnTo>
                  <a:pt x="1965680" y="127000"/>
                </a:lnTo>
                <a:lnTo>
                  <a:pt x="1961286" y="114300"/>
                </a:lnTo>
                <a:lnTo>
                  <a:pt x="1990001" y="114300"/>
                </a:lnTo>
                <a:lnTo>
                  <a:pt x="1994306" y="127000"/>
                </a:lnTo>
                <a:close/>
              </a:path>
              <a:path w="2050414" h="1765300">
                <a:moveTo>
                  <a:pt x="76720" y="139700"/>
                </a:moveTo>
                <a:lnTo>
                  <a:pt x="47904" y="139700"/>
                </a:lnTo>
                <a:lnTo>
                  <a:pt x="51930" y="127000"/>
                </a:lnTo>
                <a:lnTo>
                  <a:pt x="80848" y="127000"/>
                </a:lnTo>
                <a:lnTo>
                  <a:pt x="76720" y="139700"/>
                </a:lnTo>
                <a:close/>
              </a:path>
              <a:path w="2050414" h="1765300">
                <a:moveTo>
                  <a:pt x="2002510" y="139700"/>
                </a:moveTo>
                <a:lnTo>
                  <a:pt x="1973694" y="139700"/>
                </a:lnTo>
                <a:lnTo>
                  <a:pt x="1969566" y="127000"/>
                </a:lnTo>
                <a:lnTo>
                  <a:pt x="1998484" y="127000"/>
                </a:lnTo>
                <a:lnTo>
                  <a:pt x="2002510" y="139700"/>
                </a:lnTo>
                <a:close/>
              </a:path>
              <a:path w="2050414" h="1765300">
                <a:moveTo>
                  <a:pt x="69215" y="152400"/>
                </a:moveTo>
                <a:lnTo>
                  <a:pt x="40297" y="152400"/>
                </a:lnTo>
                <a:lnTo>
                  <a:pt x="44030" y="139700"/>
                </a:lnTo>
                <a:lnTo>
                  <a:pt x="73063" y="139700"/>
                </a:lnTo>
                <a:lnTo>
                  <a:pt x="69215" y="152400"/>
                </a:lnTo>
                <a:close/>
              </a:path>
              <a:path w="2050414" h="1765300">
                <a:moveTo>
                  <a:pt x="2010117" y="152400"/>
                </a:moveTo>
                <a:lnTo>
                  <a:pt x="1981200" y="152400"/>
                </a:lnTo>
                <a:lnTo>
                  <a:pt x="1977351" y="139700"/>
                </a:lnTo>
                <a:lnTo>
                  <a:pt x="2006384" y="139700"/>
                </a:lnTo>
                <a:lnTo>
                  <a:pt x="2010117" y="152400"/>
                </a:lnTo>
                <a:close/>
              </a:path>
              <a:path w="2050414" h="1765300">
                <a:moveTo>
                  <a:pt x="62230" y="165100"/>
                </a:moveTo>
                <a:lnTo>
                  <a:pt x="33274" y="165100"/>
                </a:lnTo>
                <a:lnTo>
                  <a:pt x="36703" y="152400"/>
                </a:lnTo>
                <a:lnTo>
                  <a:pt x="65811" y="152400"/>
                </a:lnTo>
                <a:lnTo>
                  <a:pt x="62230" y="165100"/>
                </a:lnTo>
                <a:close/>
              </a:path>
              <a:path w="2050414" h="1765300">
                <a:moveTo>
                  <a:pt x="2017140" y="165100"/>
                </a:moveTo>
                <a:lnTo>
                  <a:pt x="1988185" y="165100"/>
                </a:lnTo>
                <a:lnTo>
                  <a:pt x="1984603" y="152400"/>
                </a:lnTo>
                <a:lnTo>
                  <a:pt x="2013712" y="152400"/>
                </a:lnTo>
                <a:lnTo>
                  <a:pt x="2017140" y="165100"/>
                </a:lnTo>
                <a:close/>
              </a:path>
              <a:path w="2050414" h="1765300">
                <a:moveTo>
                  <a:pt x="52806" y="177800"/>
                </a:moveTo>
                <a:lnTo>
                  <a:pt x="26860" y="177800"/>
                </a:lnTo>
                <a:lnTo>
                  <a:pt x="29984" y="165100"/>
                </a:lnTo>
                <a:lnTo>
                  <a:pt x="55943" y="165100"/>
                </a:lnTo>
                <a:lnTo>
                  <a:pt x="52806" y="177800"/>
                </a:lnTo>
                <a:close/>
              </a:path>
              <a:path w="2050414" h="1765300">
                <a:moveTo>
                  <a:pt x="2023554" y="177800"/>
                </a:moveTo>
                <a:lnTo>
                  <a:pt x="1997608" y="177800"/>
                </a:lnTo>
                <a:lnTo>
                  <a:pt x="1994471" y="165100"/>
                </a:lnTo>
                <a:lnTo>
                  <a:pt x="2020430" y="165100"/>
                </a:lnTo>
                <a:lnTo>
                  <a:pt x="2023554" y="177800"/>
                </a:lnTo>
                <a:close/>
              </a:path>
              <a:path w="2050414" h="1765300">
                <a:moveTo>
                  <a:pt x="47231" y="190500"/>
                </a:moveTo>
                <a:lnTo>
                  <a:pt x="21094" y="190500"/>
                </a:lnTo>
                <a:lnTo>
                  <a:pt x="23901" y="177800"/>
                </a:lnTo>
                <a:lnTo>
                  <a:pt x="50076" y="177800"/>
                </a:lnTo>
                <a:lnTo>
                  <a:pt x="47231" y="190500"/>
                </a:lnTo>
                <a:close/>
              </a:path>
              <a:path w="2050414" h="1765300">
                <a:moveTo>
                  <a:pt x="2029320" y="190500"/>
                </a:moveTo>
                <a:lnTo>
                  <a:pt x="2003183" y="190500"/>
                </a:lnTo>
                <a:lnTo>
                  <a:pt x="2000338" y="177800"/>
                </a:lnTo>
                <a:lnTo>
                  <a:pt x="2026513" y="177800"/>
                </a:lnTo>
                <a:lnTo>
                  <a:pt x="2029320" y="190500"/>
                </a:lnTo>
                <a:close/>
              </a:path>
              <a:path w="2050414" h="1765300">
                <a:moveTo>
                  <a:pt x="42252" y="203200"/>
                </a:moveTo>
                <a:lnTo>
                  <a:pt x="15976" y="203200"/>
                </a:lnTo>
                <a:lnTo>
                  <a:pt x="18453" y="190500"/>
                </a:lnTo>
                <a:lnTo>
                  <a:pt x="44780" y="190500"/>
                </a:lnTo>
                <a:lnTo>
                  <a:pt x="42252" y="203200"/>
                </a:lnTo>
                <a:close/>
              </a:path>
              <a:path w="2050414" h="1765300">
                <a:moveTo>
                  <a:pt x="2034438" y="203200"/>
                </a:moveTo>
                <a:lnTo>
                  <a:pt x="2008162" y="203200"/>
                </a:lnTo>
                <a:lnTo>
                  <a:pt x="2005634" y="190500"/>
                </a:lnTo>
                <a:lnTo>
                  <a:pt x="2031961" y="190500"/>
                </a:lnTo>
                <a:lnTo>
                  <a:pt x="2034438" y="203200"/>
                </a:lnTo>
                <a:close/>
              </a:path>
              <a:path w="2050414" h="1765300">
                <a:moveTo>
                  <a:pt x="37884" y="215900"/>
                </a:moveTo>
                <a:lnTo>
                  <a:pt x="11531" y="215900"/>
                </a:lnTo>
                <a:lnTo>
                  <a:pt x="13665" y="203200"/>
                </a:lnTo>
                <a:lnTo>
                  <a:pt x="40093" y="203200"/>
                </a:lnTo>
                <a:lnTo>
                  <a:pt x="37884" y="215900"/>
                </a:lnTo>
                <a:close/>
              </a:path>
              <a:path w="2050414" h="1765300">
                <a:moveTo>
                  <a:pt x="2038883" y="215900"/>
                </a:moveTo>
                <a:lnTo>
                  <a:pt x="2012530" y="215900"/>
                </a:lnTo>
                <a:lnTo>
                  <a:pt x="2010321" y="203200"/>
                </a:lnTo>
                <a:lnTo>
                  <a:pt x="2036749" y="203200"/>
                </a:lnTo>
                <a:lnTo>
                  <a:pt x="2038883" y="215900"/>
                </a:lnTo>
                <a:close/>
              </a:path>
              <a:path w="2050414" h="1765300">
                <a:moveTo>
                  <a:pt x="31026" y="241300"/>
                </a:moveTo>
                <a:lnTo>
                  <a:pt x="6172" y="241300"/>
                </a:lnTo>
                <a:lnTo>
                  <a:pt x="7785" y="228600"/>
                </a:lnTo>
                <a:lnTo>
                  <a:pt x="9575" y="215900"/>
                </a:lnTo>
                <a:lnTo>
                  <a:pt x="36017" y="215900"/>
                </a:lnTo>
                <a:lnTo>
                  <a:pt x="34137" y="228600"/>
                </a:lnTo>
                <a:lnTo>
                  <a:pt x="32575" y="228600"/>
                </a:lnTo>
                <a:lnTo>
                  <a:pt x="31026" y="241300"/>
                </a:lnTo>
                <a:close/>
              </a:path>
              <a:path w="2050414" h="1765300">
                <a:moveTo>
                  <a:pt x="2044242" y="241300"/>
                </a:moveTo>
                <a:lnTo>
                  <a:pt x="2019388" y="241300"/>
                </a:lnTo>
                <a:lnTo>
                  <a:pt x="2017839" y="228600"/>
                </a:lnTo>
                <a:lnTo>
                  <a:pt x="2016277" y="228600"/>
                </a:lnTo>
                <a:lnTo>
                  <a:pt x="2014397" y="215900"/>
                </a:lnTo>
                <a:lnTo>
                  <a:pt x="2040839" y="215900"/>
                </a:lnTo>
                <a:lnTo>
                  <a:pt x="2042629" y="228600"/>
                </a:lnTo>
                <a:lnTo>
                  <a:pt x="2044242" y="241300"/>
                </a:lnTo>
                <a:close/>
              </a:path>
              <a:path w="2050414" h="1765300">
                <a:moveTo>
                  <a:pt x="29718" y="254000"/>
                </a:moveTo>
                <a:lnTo>
                  <a:pt x="3505" y="254000"/>
                </a:lnTo>
                <a:lnTo>
                  <a:pt x="4749" y="241300"/>
                </a:lnTo>
                <a:lnTo>
                  <a:pt x="31089" y="241300"/>
                </a:lnTo>
                <a:lnTo>
                  <a:pt x="29718" y="254000"/>
                </a:lnTo>
                <a:close/>
              </a:path>
              <a:path w="2050414" h="1765300">
                <a:moveTo>
                  <a:pt x="2046909" y="254000"/>
                </a:moveTo>
                <a:lnTo>
                  <a:pt x="2020697" y="254000"/>
                </a:lnTo>
                <a:lnTo>
                  <a:pt x="2019325" y="241300"/>
                </a:lnTo>
                <a:lnTo>
                  <a:pt x="2045665" y="241300"/>
                </a:lnTo>
                <a:lnTo>
                  <a:pt x="2046909" y="254000"/>
                </a:lnTo>
                <a:close/>
              </a:path>
              <a:path w="2050414" h="1765300">
                <a:moveTo>
                  <a:pt x="26200" y="279400"/>
                </a:moveTo>
                <a:lnTo>
                  <a:pt x="889" y="279400"/>
                </a:lnTo>
                <a:lnTo>
                  <a:pt x="1562" y="266700"/>
                </a:lnTo>
                <a:lnTo>
                  <a:pt x="2438" y="254000"/>
                </a:lnTo>
                <a:lnTo>
                  <a:pt x="28638" y="254000"/>
                </a:lnTo>
                <a:lnTo>
                  <a:pt x="27622" y="266700"/>
                </a:lnTo>
                <a:lnTo>
                  <a:pt x="26860" y="266700"/>
                </a:lnTo>
                <a:lnTo>
                  <a:pt x="26200" y="279400"/>
                </a:lnTo>
                <a:close/>
              </a:path>
              <a:path w="2050414" h="1765300">
                <a:moveTo>
                  <a:pt x="2049526" y="279400"/>
                </a:moveTo>
                <a:lnTo>
                  <a:pt x="2024214" y="279400"/>
                </a:lnTo>
                <a:lnTo>
                  <a:pt x="2023554" y="266700"/>
                </a:lnTo>
                <a:lnTo>
                  <a:pt x="2022792" y="266700"/>
                </a:lnTo>
                <a:lnTo>
                  <a:pt x="2021776" y="254000"/>
                </a:lnTo>
                <a:lnTo>
                  <a:pt x="2047976" y="254000"/>
                </a:lnTo>
                <a:lnTo>
                  <a:pt x="2048840" y="266700"/>
                </a:lnTo>
                <a:lnTo>
                  <a:pt x="2049526" y="279400"/>
                </a:lnTo>
                <a:close/>
              </a:path>
              <a:path w="2050414" h="1765300">
                <a:moveTo>
                  <a:pt x="25488" y="292100"/>
                </a:moveTo>
                <a:lnTo>
                  <a:pt x="101" y="292100"/>
                </a:lnTo>
                <a:lnTo>
                  <a:pt x="393" y="279400"/>
                </a:lnTo>
                <a:lnTo>
                  <a:pt x="25768" y="279400"/>
                </a:lnTo>
                <a:lnTo>
                  <a:pt x="25488" y="292100"/>
                </a:lnTo>
                <a:close/>
              </a:path>
              <a:path w="2050414" h="1765300">
                <a:moveTo>
                  <a:pt x="2050313" y="292100"/>
                </a:moveTo>
                <a:lnTo>
                  <a:pt x="2024926" y="292100"/>
                </a:lnTo>
                <a:lnTo>
                  <a:pt x="2024646" y="279400"/>
                </a:lnTo>
                <a:lnTo>
                  <a:pt x="2050021" y="279400"/>
                </a:lnTo>
                <a:lnTo>
                  <a:pt x="2050313" y="292100"/>
                </a:lnTo>
                <a:close/>
              </a:path>
              <a:path w="2050414" h="1765300">
                <a:moveTo>
                  <a:pt x="25488" y="1473200"/>
                </a:moveTo>
                <a:lnTo>
                  <a:pt x="101" y="1473200"/>
                </a:lnTo>
                <a:lnTo>
                  <a:pt x="0" y="292100"/>
                </a:lnTo>
                <a:lnTo>
                  <a:pt x="25400" y="292100"/>
                </a:lnTo>
                <a:lnTo>
                  <a:pt x="25488" y="1473200"/>
                </a:lnTo>
                <a:close/>
              </a:path>
              <a:path w="2050414" h="1765300">
                <a:moveTo>
                  <a:pt x="2050313" y="1473200"/>
                </a:moveTo>
                <a:lnTo>
                  <a:pt x="2024926" y="1473200"/>
                </a:lnTo>
                <a:lnTo>
                  <a:pt x="2025014" y="292100"/>
                </a:lnTo>
                <a:lnTo>
                  <a:pt x="2050414" y="292100"/>
                </a:lnTo>
                <a:lnTo>
                  <a:pt x="2050313" y="1473200"/>
                </a:lnTo>
                <a:close/>
              </a:path>
              <a:path w="2050414" h="1765300">
                <a:moveTo>
                  <a:pt x="27660" y="1498600"/>
                </a:moveTo>
                <a:lnTo>
                  <a:pt x="1562" y="1498600"/>
                </a:lnTo>
                <a:lnTo>
                  <a:pt x="889" y="1485900"/>
                </a:lnTo>
                <a:lnTo>
                  <a:pt x="393" y="1473200"/>
                </a:lnTo>
                <a:lnTo>
                  <a:pt x="25755" y="1473200"/>
                </a:lnTo>
                <a:lnTo>
                  <a:pt x="26225" y="1485900"/>
                </a:lnTo>
                <a:lnTo>
                  <a:pt x="26822" y="1485900"/>
                </a:lnTo>
                <a:lnTo>
                  <a:pt x="27660" y="1498600"/>
                </a:lnTo>
                <a:close/>
              </a:path>
              <a:path w="2050414" h="1765300">
                <a:moveTo>
                  <a:pt x="2048840" y="1498600"/>
                </a:moveTo>
                <a:lnTo>
                  <a:pt x="2022754" y="1498600"/>
                </a:lnTo>
                <a:lnTo>
                  <a:pt x="2023592" y="1485900"/>
                </a:lnTo>
                <a:lnTo>
                  <a:pt x="2024189" y="1485900"/>
                </a:lnTo>
                <a:lnTo>
                  <a:pt x="2024659" y="1473200"/>
                </a:lnTo>
                <a:lnTo>
                  <a:pt x="2050021" y="1473200"/>
                </a:lnTo>
                <a:lnTo>
                  <a:pt x="2049526" y="1485900"/>
                </a:lnTo>
                <a:lnTo>
                  <a:pt x="2048840" y="1498600"/>
                </a:lnTo>
                <a:close/>
              </a:path>
              <a:path w="2050414" h="1765300">
                <a:moveTo>
                  <a:pt x="28638" y="1511300"/>
                </a:moveTo>
                <a:lnTo>
                  <a:pt x="3505" y="1511300"/>
                </a:lnTo>
                <a:lnTo>
                  <a:pt x="2438" y="1498600"/>
                </a:lnTo>
                <a:lnTo>
                  <a:pt x="27622" y="1498600"/>
                </a:lnTo>
                <a:lnTo>
                  <a:pt x="28638" y="1511300"/>
                </a:lnTo>
                <a:close/>
              </a:path>
              <a:path w="2050414" h="1765300">
                <a:moveTo>
                  <a:pt x="2046909" y="1511300"/>
                </a:moveTo>
                <a:lnTo>
                  <a:pt x="2021776" y="1511300"/>
                </a:lnTo>
                <a:lnTo>
                  <a:pt x="2022792" y="1498600"/>
                </a:lnTo>
                <a:lnTo>
                  <a:pt x="2047976" y="1498600"/>
                </a:lnTo>
                <a:lnTo>
                  <a:pt x="2046909" y="1511300"/>
                </a:lnTo>
                <a:close/>
              </a:path>
              <a:path w="2050414" h="1765300">
                <a:moveTo>
                  <a:pt x="34213" y="1536700"/>
                </a:moveTo>
                <a:lnTo>
                  <a:pt x="7785" y="1536700"/>
                </a:lnTo>
                <a:lnTo>
                  <a:pt x="6172" y="1524000"/>
                </a:lnTo>
                <a:lnTo>
                  <a:pt x="4749" y="1511300"/>
                </a:lnTo>
                <a:lnTo>
                  <a:pt x="29718" y="1511300"/>
                </a:lnTo>
                <a:lnTo>
                  <a:pt x="31089" y="1524000"/>
                </a:lnTo>
                <a:lnTo>
                  <a:pt x="32499" y="1524000"/>
                </a:lnTo>
                <a:lnTo>
                  <a:pt x="34213" y="1536700"/>
                </a:lnTo>
                <a:close/>
              </a:path>
              <a:path w="2050414" h="1765300">
                <a:moveTo>
                  <a:pt x="2042629" y="1536700"/>
                </a:moveTo>
                <a:lnTo>
                  <a:pt x="2016201" y="1536700"/>
                </a:lnTo>
                <a:lnTo>
                  <a:pt x="2017915" y="1524000"/>
                </a:lnTo>
                <a:lnTo>
                  <a:pt x="2019325" y="1524000"/>
                </a:lnTo>
                <a:lnTo>
                  <a:pt x="2020697" y="1511300"/>
                </a:lnTo>
                <a:lnTo>
                  <a:pt x="2045665" y="1511300"/>
                </a:lnTo>
                <a:lnTo>
                  <a:pt x="2044242" y="1524000"/>
                </a:lnTo>
                <a:lnTo>
                  <a:pt x="2042629" y="1536700"/>
                </a:lnTo>
                <a:close/>
              </a:path>
              <a:path w="2050414" h="1765300">
                <a:moveTo>
                  <a:pt x="37973" y="1549400"/>
                </a:moveTo>
                <a:lnTo>
                  <a:pt x="11531" y="1549400"/>
                </a:lnTo>
                <a:lnTo>
                  <a:pt x="9575" y="1536700"/>
                </a:lnTo>
                <a:lnTo>
                  <a:pt x="35928" y="1536700"/>
                </a:lnTo>
                <a:lnTo>
                  <a:pt x="37973" y="1549400"/>
                </a:lnTo>
                <a:close/>
              </a:path>
              <a:path w="2050414" h="1765300">
                <a:moveTo>
                  <a:pt x="2038883" y="1549400"/>
                </a:moveTo>
                <a:lnTo>
                  <a:pt x="2012442" y="1549400"/>
                </a:lnTo>
                <a:lnTo>
                  <a:pt x="2014486" y="1536700"/>
                </a:lnTo>
                <a:lnTo>
                  <a:pt x="2040839" y="1536700"/>
                </a:lnTo>
                <a:lnTo>
                  <a:pt x="2038883" y="1549400"/>
                </a:lnTo>
                <a:close/>
              </a:path>
              <a:path w="2050414" h="1765300">
                <a:moveTo>
                  <a:pt x="42354" y="1562100"/>
                </a:moveTo>
                <a:lnTo>
                  <a:pt x="15976" y="1562100"/>
                </a:lnTo>
                <a:lnTo>
                  <a:pt x="13665" y="1549400"/>
                </a:lnTo>
                <a:lnTo>
                  <a:pt x="39992" y="1549400"/>
                </a:lnTo>
                <a:lnTo>
                  <a:pt x="42354" y="1562100"/>
                </a:lnTo>
                <a:close/>
              </a:path>
              <a:path w="2050414" h="1765300">
                <a:moveTo>
                  <a:pt x="2034438" y="1562100"/>
                </a:moveTo>
                <a:lnTo>
                  <a:pt x="2008060" y="1562100"/>
                </a:lnTo>
                <a:lnTo>
                  <a:pt x="2010422" y="1549400"/>
                </a:lnTo>
                <a:lnTo>
                  <a:pt x="2036749" y="1549400"/>
                </a:lnTo>
                <a:lnTo>
                  <a:pt x="2034438" y="1562100"/>
                </a:lnTo>
                <a:close/>
              </a:path>
              <a:path w="2050414" h="1765300">
                <a:moveTo>
                  <a:pt x="52933" y="1587500"/>
                </a:moveTo>
                <a:lnTo>
                  <a:pt x="23901" y="1587500"/>
                </a:lnTo>
                <a:lnTo>
                  <a:pt x="21094" y="1574800"/>
                </a:lnTo>
                <a:lnTo>
                  <a:pt x="18453" y="1562100"/>
                </a:lnTo>
                <a:lnTo>
                  <a:pt x="44665" y="1562100"/>
                </a:lnTo>
                <a:lnTo>
                  <a:pt x="47358" y="1574800"/>
                </a:lnTo>
                <a:lnTo>
                  <a:pt x="49949" y="1574800"/>
                </a:lnTo>
                <a:lnTo>
                  <a:pt x="52933" y="1587500"/>
                </a:lnTo>
                <a:close/>
              </a:path>
              <a:path w="2050414" h="1765300">
                <a:moveTo>
                  <a:pt x="2026513" y="1587500"/>
                </a:moveTo>
                <a:lnTo>
                  <a:pt x="1997481" y="1587500"/>
                </a:lnTo>
                <a:lnTo>
                  <a:pt x="2000465" y="1574800"/>
                </a:lnTo>
                <a:lnTo>
                  <a:pt x="2003056" y="1574800"/>
                </a:lnTo>
                <a:lnTo>
                  <a:pt x="2005749" y="1562100"/>
                </a:lnTo>
                <a:lnTo>
                  <a:pt x="2031961" y="1562100"/>
                </a:lnTo>
                <a:lnTo>
                  <a:pt x="2029320" y="1574800"/>
                </a:lnTo>
                <a:lnTo>
                  <a:pt x="2026513" y="1587500"/>
                </a:lnTo>
                <a:close/>
              </a:path>
              <a:path w="2050414" h="1765300">
                <a:moveTo>
                  <a:pt x="59093" y="1600200"/>
                </a:moveTo>
                <a:lnTo>
                  <a:pt x="29984" y="1600200"/>
                </a:lnTo>
                <a:lnTo>
                  <a:pt x="26860" y="1587500"/>
                </a:lnTo>
                <a:lnTo>
                  <a:pt x="55803" y="1587500"/>
                </a:lnTo>
                <a:lnTo>
                  <a:pt x="59093" y="1600200"/>
                </a:lnTo>
                <a:close/>
              </a:path>
              <a:path w="2050414" h="1765300">
                <a:moveTo>
                  <a:pt x="2020430" y="1600200"/>
                </a:moveTo>
                <a:lnTo>
                  <a:pt x="1991321" y="1600200"/>
                </a:lnTo>
                <a:lnTo>
                  <a:pt x="1994611" y="1587500"/>
                </a:lnTo>
                <a:lnTo>
                  <a:pt x="2023554" y="1587500"/>
                </a:lnTo>
                <a:lnTo>
                  <a:pt x="2020430" y="1600200"/>
                </a:lnTo>
                <a:close/>
              </a:path>
              <a:path w="2050414" h="1765300">
                <a:moveTo>
                  <a:pt x="65811" y="1612900"/>
                </a:moveTo>
                <a:lnTo>
                  <a:pt x="36703" y="1612900"/>
                </a:lnTo>
                <a:lnTo>
                  <a:pt x="33274" y="1600200"/>
                </a:lnTo>
                <a:lnTo>
                  <a:pt x="62230" y="1600200"/>
                </a:lnTo>
                <a:lnTo>
                  <a:pt x="65811" y="1612900"/>
                </a:lnTo>
                <a:close/>
              </a:path>
              <a:path w="2050414" h="1765300">
                <a:moveTo>
                  <a:pt x="2013712" y="1612900"/>
                </a:moveTo>
                <a:lnTo>
                  <a:pt x="1984603" y="1612900"/>
                </a:lnTo>
                <a:lnTo>
                  <a:pt x="1988185" y="1600200"/>
                </a:lnTo>
                <a:lnTo>
                  <a:pt x="2017140" y="1600200"/>
                </a:lnTo>
                <a:lnTo>
                  <a:pt x="2013712" y="1612900"/>
                </a:lnTo>
                <a:close/>
              </a:path>
              <a:path w="2050414" h="1765300">
                <a:moveTo>
                  <a:pt x="76898" y="1625600"/>
                </a:moveTo>
                <a:lnTo>
                  <a:pt x="44030" y="1625600"/>
                </a:lnTo>
                <a:lnTo>
                  <a:pt x="40297" y="1612900"/>
                </a:lnTo>
                <a:lnTo>
                  <a:pt x="72898" y="1612900"/>
                </a:lnTo>
                <a:lnTo>
                  <a:pt x="76898" y="1625600"/>
                </a:lnTo>
                <a:close/>
              </a:path>
              <a:path w="2050414" h="1765300">
                <a:moveTo>
                  <a:pt x="2006384" y="1625600"/>
                </a:moveTo>
                <a:lnTo>
                  <a:pt x="1973516" y="1625600"/>
                </a:lnTo>
                <a:lnTo>
                  <a:pt x="1977517" y="1612900"/>
                </a:lnTo>
                <a:lnTo>
                  <a:pt x="2010117" y="1612900"/>
                </a:lnTo>
                <a:lnTo>
                  <a:pt x="2006384" y="1625600"/>
                </a:lnTo>
                <a:close/>
              </a:path>
              <a:path w="2050414" h="1765300">
                <a:moveTo>
                  <a:pt x="84924" y="1638300"/>
                </a:moveTo>
                <a:lnTo>
                  <a:pt x="51930" y="1638300"/>
                </a:lnTo>
                <a:lnTo>
                  <a:pt x="47904" y="1625600"/>
                </a:lnTo>
                <a:lnTo>
                  <a:pt x="80657" y="1625600"/>
                </a:lnTo>
                <a:lnTo>
                  <a:pt x="84924" y="1638300"/>
                </a:lnTo>
                <a:close/>
              </a:path>
              <a:path w="2050414" h="1765300">
                <a:moveTo>
                  <a:pt x="1998484" y="1638300"/>
                </a:moveTo>
                <a:lnTo>
                  <a:pt x="1965490" y="1638300"/>
                </a:lnTo>
                <a:lnTo>
                  <a:pt x="1969757" y="1625600"/>
                </a:lnTo>
                <a:lnTo>
                  <a:pt x="2002510" y="1625600"/>
                </a:lnTo>
                <a:lnTo>
                  <a:pt x="1998484" y="1638300"/>
                </a:lnTo>
                <a:close/>
              </a:path>
              <a:path w="2050414" h="1765300">
                <a:moveTo>
                  <a:pt x="97993" y="1651000"/>
                </a:moveTo>
                <a:lnTo>
                  <a:pt x="60413" y="1651000"/>
                </a:lnTo>
                <a:lnTo>
                  <a:pt x="56108" y="1638300"/>
                </a:lnTo>
                <a:lnTo>
                  <a:pt x="88836" y="1638300"/>
                </a:lnTo>
                <a:lnTo>
                  <a:pt x="97993" y="1651000"/>
                </a:lnTo>
                <a:close/>
              </a:path>
              <a:path w="2050414" h="1765300">
                <a:moveTo>
                  <a:pt x="1990001" y="1651000"/>
                </a:moveTo>
                <a:lnTo>
                  <a:pt x="1952421" y="1651000"/>
                </a:lnTo>
                <a:lnTo>
                  <a:pt x="1961578" y="1638300"/>
                </a:lnTo>
                <a:lnTo>
                  <a:pt x="1994306" y="1638300"/>
                </a:lnTo>
                <a:lnTo>
                  <a:pt x="1990001" y="1651000"/>
                </a:lnTo>
                <a:close/>
              </a:path>
              <a:path w="2050414" h="1765300">
                <a:moveTo>
                  <a:pt x="154000" y="1701800"/>
                </a:moveTo>
                <a:lnTo>
                  <a:pt x="110591" y="1701800"/>
                </a:lnTo>
                <a:lnTo>
                  <a:pt x="99618" y="1689100"/>
                </a:lnTo>
                <a:lnTo>
                  <a:pt x="89052" y="1676400"/>
                </a:lnTo>
                <a:lnTo>
                  <a:pt x="78993" y="1663700"/>
                </a:lnTo>
                <a:lnTo>
                  <a:pt x="69481" y="1651000"/>
                </a:lnTo>
                <a:lnTo>
                  <a:pt x="97586" y="1651000"/>
                </a:lnTo>
                <a:lnTo>
                  <a:pt x="107226" y="1663700"/>
                </a:lnTo>
                <a:lnTo>
                  <a:pt x="116471" y="1663700"/>
                </a:lnTo>
                <a:lnTo>
                  <a:pt x="127050" y="1676400"/>
                </a:lnTo>
                <a:lnTo>
                  <a:pt x="131902" y="1676400"/>
                </a:lnTo>
                <a:lnTo>
                  <a:pt x="137464" y="1689100"/>
                </a:lnTo>
                <a:lnTo>
                  <a:pt x="148145" y="1689100"/>
                </a:lnTo>
                <a:lnTo>
                  <a:pt x="154000" y="1701800"/>
                </a:lnTo>
                <a:close/>
              </a:path>
              <a:path w="2050414" h="1765300">
                <a:moveTo>
                  <a:pt x="1939823" y="1701800"/>
                </a:moveTo>
                <a:lnTo>
                  <a:pt x="1896414" y="1701800"/>
                </a:lnTo>
                <a:lnTo>
                  <a:pt x="1902269" y="1689100"/>
                </a:lnTo>
                <a:lnTo>
                  <a:pt x="1912950" y="1689100"/>
                </a:lnTo>
                <a:lnTo>
                  <a:pt x="1918512" y="1676400"/>
                </a:lnTo>
                <a:lnTo>
                  <a:pt x="1923364" y="1676400"/>
                </a:lnTo>
                <a:lnTo>
                  <a:pt x="1933943" y="1663700"/>
                </a:lnTo>
                <a:lnTo>
                  <a:pt x="1943188" y="1663700"/>
                </a:lnTo>
                <a:lnTo>
                  <a:pt x="1952828" y="1651000"/>
                </a:lnTo>
                <a:lnTo>
                  <a:pt x="1980933" y="1651000"/>
                </a:lnTo>
                <a:lnTo>
                  <a:pt x="1971421" y="1663700"/>
                </a:lnTo>
                <a:lnTo>
                  <a:pt x="1961362" y="1676400"/>
                </a:lnTo>
                <a:lnTo>
                  <a:pt x="1950796" y="1689100"/>
                </a:lnTo>
                <a:lnTo>
                  <a:pt x="1939823" y="1701800"/>
                </a:lnTo>
                <a:close/>
              </a:path>
              <a:path w="2050414" h="1765300">
                <a:moveTo>
                  <a:pt x="171373" y="1714500"/>
                </a:moveTo>
                <a:lnTo>
                  <a:pt x="128041" y="1714500"/>
                </a:lnTo>
                <a:lnTo>
                  <a:pt x="122135" y="1701800"/>
                </a:lnTo>
                <a:lnTo>
                  <a:pt x="165227" y="1701800"/>
                </a:lnTo>
                <a:lnTo>
                  <a:pt x="171373" y="1714500"/>
                </a:lnTo>
                <a:close/>
              </a:path>
              <a:path w="2050414" h="1765300">
                <a:moveTo>
                  <a:pt x="177342" y="1714500"/>
                </a:moveTo>
                <a:lnTo>
                  <a:pt x="171373" y="1714500"/>
                </a:lnTo>
                <a:lnTo>
                  <a:pt x="171107" y="1701800"/>
                </a:lnTo>
                <a:lnTo>
                  <a:pt x="177342" y="1714500"/>
                </a:lnTo>
                <a:close/>
              </a:path>
              <a:path w="2050414" h="1765300">
                <a:moveTo>
                  <a:pt x="1879028" y="1714500"/>
                </a:moveTo>
                <a:lnTo>
                  <a:pt x="1873072" y="1714500"/>
                </a:lnTo>
                <a:lnTo>
                  <a:pt x="1879307" y="1701800"/>
                </a:lnTo>
                <a:lnTo>
                  <a:pt x="1879028" y="1714500"/>
                </a:lnTo>
                <a:close/>
              </a:path>
              <a:path w="2050414" h="1765300">
                <a:moveTo>
                  <a:pt x="1922373" y="1714500"/>
                </a:moveTo>
                <a:lnTo>
                  <a:pt x="1879028" y="1714500"/>
                </a:lnTo>
                <a:lnTo>
                  <a:pt x="1885188" y="1701800"/>
                </a:lnTo>
                <a:lnTo>
                  <a:pt x="1928279" y="1701800"/>
                </a:lnTo>
                <a:lnTo>
                  <a:pt x="1922373" y="1714500"/>
                </a:lnTo>
                <a:close/>
              </a:path>
              <a:path w="2050414" h="1765300">
                <a:moveTo>
                  <a:pt x="202031" y="1727200"/>
                </a:moveTo>
                <a:lnTo>
                  <a:pt x="146392" y="1727200"/>
                </a:lnTo>
                <a:lnTo>
                  <a:pt x="140169" y="1714500"/>
                </a:lnTo>
                <a:lnTo>
                  <a:pt x="195453" y="1714500"/>
                </a:lnTo>
                <a:lnTo>
                  <a:pt x="202031" y="1727200"/>
                </a:lnTo>
                <a:close/>
              </a:path>
              <a:path w="2050414" h="1765300">
                <a:moveTo>
                  <a:pt x="1904022" y="1727200"/>
                </a:moveTo>
                <a:lnTo>
                  <a:pt x="1848383" y="1727200"/>
                </a:lnTo>
                <a:lnTo>
                  <a:pt x="1854962" y="1714500"/>
                </a:lnTo>
                <a:lnTo>
                  <a:pt x="1910245" y="1714500"/>
                </a:lnTo>
                <a:lnTo>
                  <a:pt x="1904022" y="1727200"/>
                </a:lnTo>
                <a:close/>
              </a:path>
              <a:path w="2050414" h="1765300">
                <a:moveTo>
                  <a:pt x="241274" y="1739900"/>
                </a:moveTo>
                <a:lnTo>
                  <a:pt x="165633" y="1739900"/>
                </a:lnTo>
                <a:lnTo>
                  <a:pt x="159118" y="1727200"/>
                </a:lnTo>
                <a:lnTo>
                  <a:pt x="234264" y="1727200"/>
                </a:lnTo>
                <a:lnTo>
                  <a:pt x="241274" y="1739900"/>
                </a:lnTo>
                <a:close/>
              </a:path>
              <a:path w="2050414" h="1765300">
                <a:moveTo>
                  <a:pt x="1884781" y="1739900"/>
                </a:moveTo>
                <a:lnTo>
                  <a:pt x="1809140" y="1739900"/>
                </a:lnTo>
                <a:lnTo>
                  <a:pt x="1816150" y="1727200"/>
                </a:lnTo>
                <a:lnTo>
                  <a:pt x="1891296" y="1727200"/>
                </a:lnTo>
                <a:lnTo>
                  <a:pt x="1884781" y="1739900"/>
                </a:lnTo>
                <a:close/>
              </a:path>
              <a:path w="2050414" h="1765300">
                <a:moveTo>
                  <a:pt x="1850898" y="1752600"/>
                </a:moveTo>
                <a:lnTo>
                  <a:pt x="199517" y="1752600"/>
                </a:lnTo>
                <a:lnTo>
                  <a:pt x="192570" y="1739900"/>
                </a:lnTo>
                <a:lnTo>
                  <a:pt x="1857844" y="1739900"/>
                </a:lnTo>
                <a:lnTo>
                  <a:pt x="1850898" y="1752600"/>
                </a:lnTo>
                <a:close/>
              </a:path>
              <a:path w="2050414" h="1765300">
                <a:moveTo>
                  <a:pt x="1815007" y="1765300"/>
                </a:moveTo>
                <a:lnTo>
                  <a:pt x="235407" y="1765300"/>
                </a:lnTo>
                <a:lnTo>
                  <a:pt x="228079" y="1752600"/>
                </a:lnTo>
                <a:lnTo>
                  <a:pt x="1822335" y="1752600"/>
                </a:lnTo>
                <a:lnTo>
                  <a:pt x="1815007" y="1765300"/>
                </a:lnTo>
                <a:close/>
              </a:path>
            </a:pathLst>
          </a:custGeom>
          <a:solidFill>
            <a:srgbClr val="0505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103361" y="1824596"/>
            <a:ext cx="155194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367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解释原</a:t>
            </a:r>
            <a:r>
              <a:rPr dirty="0" sz="2400" spc="-5" b="1">
                <a:solidFill>
                  <a:srgbClr val="0505EE"/>
                </a:solidFill>
                <a:latin typeface="华文楷体"/>
                <a:cs typeface="华文楷体"/>
              </a:rPr>
              <a:t>子 </a:t>
            </a: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稳定性</a:t>
            </a:r>
            <a:r>
              <a:rPr dirty="0" sz="2400" spc="-5" b="1">
                <a:solidFill>
                  <a:srgbClr val="0505EE"/>
                </a:solidFill>
                <a:latin typeface="华文楷体"/>
                <a:cs typeface="华文楷体"/>
              </a:rPr>
              <a:t>和 </a:t>
            </a: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原子光谱</a:t>
            </a:r>
            <a:r>
              <a:rPr dirty="0" sz="2400" spc="-5" b="1">
                <a:solidFill>
                  <a:srgbClr val="0505EE"/>
                </a:solidFill>
                <a:latin typeface="华文楷体"/>
                <a:cs typeface="华文楷体"/>
              </a:rPr>
              <a:t>的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分立</a:t>
            </a: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特</a:t>
            </a:r>
            <a:r>
              <a:rPr dirty="0" sz="2400" spc="-5" b="1">
                <a:solidFill>
                  <a:srgbClr val="0505EE"/>
                </a:solidFill>
                <a:latin typeface="华文楷体"/>
                <a:cs typeface="华文楷体"/>
              </a:rPr>
              <a:t>征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四、玻尔原子理论的基本假</a:t>
            </a:r>
            <a:r>
              <a:rPr dirty="0" u="none" spc="-20" b="1">
                <a:latin typeface="黑体"/>
                <a:cs typeface="黑体"/>
              </a:rPr>
              <a:t>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075" y="1750059"/>
            <a:ext cx="2673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假说</a:t>
            </a:r>
            <a:r>
              <a:rPr dirty="0" sz="2400" spc="-5">
                <a:latin typeface="华文楷体"/>
                <a:cs typeface="华文楷体"/>
              </a:rPr>
              <a:t>1.</a:t>
            </a:r>
            <a:r>
              <a:rPr dirty="0" sz="2400">
                <a:latin typeface="华文楷体"/>
                <a:cs typeface="华文楷体"/>
              </a:rPr>
              <a:t>轨道量子化：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991" y="2385060"/>
            <a:ext cx="3328416" cy="3307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49934" y="5720079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原子轨道示意图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2095" y="2741295"/>
            <a:ext cx="2159000" cy="1053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分立的轨道半径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400">
                <a:latin typeface="华文楷体"/>
                <a:cs typeface="华文楷体"/>
              </a:rPr>
              <a:t>稳定旋转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20540" y="1700529"/>
            <a:ext cx="3602990" cy="504825"/>
          </a:xfrm>
          <a:custGeom>
            <a:avLst/>
            <a:gdLst/>
            <a:ahLst/>
            <a:cxnLst/>
            <a:rect l="l" t="t" r="r" b="b"/>
            <a:pathLst>
              <a:path w="3602990" h="504825">
                <a:moveTo>
                  <a:pt x="3580765" y="504825"/>
                </a:moveTo>
                <a:lnTo>
                  <a:pt x="22225" y="504825"/>
                </a:lnTo>
                <a:lnTo>
                  <a:pt x="18745" y="504545"/>
                </a:lnTo>
                <a:lnTo>
                  <a:pt x="0" y="482600"/>
                </a:lnTo>
                <a:lnTo>
                  <a:pt x="0" y="22225"/>
                </a:lnTo>
                <a:lnTo>
                  <a:pt x="22225" y="0"/>
                </a:lnTo>
                <a:lnTo>
                  <a:pt x="3580765" y="0"/>
                </a:lnTo>
                <a:lnTo>
                  <a:pt x="3602990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460375"/>
                </a:lnTo>
                <a:lnTo>
                  <a:pt x="22225" y="460375"/>
                </a:lnTo>
                <a:lnTo>
                  <a:pt x="44450" y="482600"/>
                </a:lnTo>
                <a:lnTo>
                  <a:pt x="3602990" y="482600"/>
                </a:lnTo>
                <a:lnTo>
                  <a:pt x="3602710" y="486079"/>
                </a:lnTo>
                <a:lnTo>
                  <a:pt x="3584244" y="504545"/>
                </a:lnTo>
                <a:lnTo>
                  <a:pt x="3580765" y="504825"/>
                </a:lnTo>
                <a:close/>
              </a:path>
              <a:path w="3602990" h="50482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3602990" h="504825">
                <a:moveTo>
                  <a:pt x="3558540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3558540" y="22225"/>
                </a:lnTo>
                <a:lnTo>
                  <a:pt x="3558540" y="44450"/>
                </a:lnTo>
                <a:close/>
              </a:path>
              <a:path w="3602990" h="504825">
                <a:moveTo>
                  <a:pt x="3558540" y="482600"/>
                </a:moveTo>
                <a:lnTo>
                  <a:pt x="3558540" y="22225"/>
                </a:lnTo>
                <a:lnTo>
                  <a:pt x="3580765" y="44450"/>
                </a:lnTo>
                <a:lnTo>
                  <a:pt x="3602990" y="44450"/>
                </a:lnTo>
                <a:lnTo>
                  <a:pt x="3602990" y="460375"/>
                </a:lnTo>
                <a:lnTo>
                  <a:pt x="3580765" y="460375"/>
                </a:lnTo>
                <a:lnTo>
                  <a:pt x="3558540" y="482600"/>
                </a:lnTo>
                <a:close/>
              </a:path>
              <a:path w="3602990" h="504825">
                <a:moveTo>
                  <a:pt x="3602990" y="44450"/>
                </a:moveTo>
                <a:lnTo>
                  <a:pt x="3580765" y="44450"/>
                </a:lnTo>
                <a:lnTo>
                  <a:pt x="3558540" y="22225"/>
                </a:lnTo>
                <a:lnTo>
                  <a:pt x="3602990" y="22225"/>
                </a:lnTo>
                <a:lnTo>
                  <a:pt x="3602990" y="44450"/>
                </a:lnTo>
                <a:close/>
              </a:path>
              <a:path w="3602990" h="504825">
                <a:moveTo>
                  <a:pt x="44450" y="482600"/>
                </a:moveTo>
                <a:lnTo>
                  <a:pt x="22225" y="460375"/>
                </a:lnTo>
                <a:lnTo>
                  <a:pt x="44450" y="460375"/>
                </a:lnTo>
                <a:lnTo>
                  <a:pt x="44450" y="482600"/>
                </a:lnTo>
                <a:close/>
              </a:path>
              <a:path w="3602990" h="504825">
                <a:moveTo>
                  <a:pt x="3558540" y="482600"/>
                </a:moveTo>
                <a:lnTo>
                  <a:pt x="44450" y="482600"/>
                </a:lnTo>
                <a:lnTo>
                  <a:pt x="44450" y="460375"/>
                </a:lnTo>
                <a:lnTo>
                  <a:pt x="3558540" y="460375"/>
                </a:lnTo>
                <a:lnTo>
                  <a:pt x="3558540" y="482600"/>
                </a:lnTo>
                <a:close/>
              </a:path>
              <a:path w="3602990" h="504825">
                <a:moveTo>
                  <a:pt x="3602990" y="482600"/>
                </a:moveTo>
                <a:lnTo>
                  <a:pt x="3558540" y="482600"/>
                </a:lnTo>
                <a:lnTo>
                  <a:pt x="3580765" y="460375"/>
                </a:lnTo>
                <a:lnTo>
                  <a:pt x="3602990" y="460375"/>
                </a:lnTo>
                <a:lnTo>
                  <a:pt x="3602990" y="4826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421504" y="1719579"/>
            <a:ext cx="3378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“规定”了原子的稳定性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17570" y="1865325"/>
            <a:ext cx="899160" cy="200025"/>
          </a:xfrm>
          <a:custGeom>
            <a:avLst/>
            <a:gdLst/>
            <a:ahLst/>
            <a:cxnLst/>
            <a:rect l="l" t="t" r="r" b="b"/>
            <a:pathLst>
              <a:path w="899160" h="200025">
                <a:moveTo>
                  <a:pt x="810933" y="99999"/>
                </a:moveTo>
                <a:lnTo>
                  <a:pt x="710501" y="41414"/>
                </a:lnTo>
                <a:lnTo>
                  <a:pt x="699503" y="23342"/>
                </a:lnTo>
                <a:lnTo>
                  <a:pt x="699617" y="19672"/>
                </a:lnTo>
                <a:lnTo>
                  <a:pt x="722414" y="0"/>
                </a:lnTo>
                <a:lnTo>
                  <a:pt x="726058" y="419"/>
                </a:lnTo>
                <a:lnTo>
                  <a:pt x="729589" y="1435"/>
                </a:lnTo>
                <a:lnTo>
                  <a:pt x="732904" y="3009"/>
                </a:lnTo>
                <a:lnTo>
                  <a:pt x="861062" y="77774"/>
                </a:lnTo>
                <a:lnTo>
                  <a:pt x="855052" y="77774"/>
                </a:lnTo>
                <a:lnTo>
                  <a:pt x="855052" y="80797"/>
                </a:lnTo>
                <a:lnTo>
                  <a:pt x="843851" y="80797"/>
                </a:lnTo>
                <a:lnTo>
                  <a:pt x="810933" y="99999"/>
                </a:lnTo>
                <a:close/>
              </a:path>
              <a:path w="899160" h="200025">
                <a:moveTo>
                  <a:pt x="772833" y="122224"/>
                </a:moveTo>
                <a:lnTo>
                  <a:pt x="0" y="122224"/>
                </a:lnTo>
                <a:lnTo>
                  <a:pt x="0" y="77774"/>
                </a:lnTo>
                <a:lnTo>
                  <a:pt x="772833" y="77774"/>
                </a:lnTo>
                <a:lnTo>
                  <a:pt x="810933" y="99999"/>
                </a:lnTo>
                <a:lnTo>
                  <a:pt x="772833" y="122224"/>
                </a:lnTo>
                <a:close/>
              </a:path>
              <a:path w="899160" h="200025">
                <a:moveTo>
                  <a:pt x="861062" y="122224"/>
                </a:moveTo>
                <a:lnTo>
                  <a:pt x="855052" y="122224"/>
                </a:lnTo>
                <a:lnTo>
                  <a:pt x="855052" y="77774"/>
                </a:lnTo>
                <a:lnTo>
                  <a:pt x="861062" y="77774"/>
                </a:lnTo>
                <a:lnTo>
                  <a:pt x="899159" y="99999"/>
                </a:lnTo>
                <a:lnTo>
                  <a:pt x="861062" y="122224"/>
                </a:lnTo>
                <a:close/>
              </a:path>
              <a:path w="899160" h="200025">
                <a:moveTo>
                  <a:pt x="843851" y="119202"/>
                </a:moveTo>
                <a:lnTo>
                  <a:pt x="810933" y="99999"/>
                </a:lnTo>
                <a:lnTo>
                  <a:pt x="843851" y="80797"/>
                </a:lnTo>
                <a:lnTo>
                  <a:pt x="843851" y="119202"/>
                </a:lnTo>
                <a:close/>
              </a:path>
              <a:path w="899160" h="200025">
                <a:moveTo>
                  <a:pt x="855052" y="119202"/>
                </a:moveTo>
                <a:lnTo>
                  <a:pt x="843851" y="119202"/>
                </a:lnTo>
                <a:lnTo>
                  <a:pt x="843851" y="80797"/>
                </a:lnTo>
                <a:lnTo>
                  <a:pt x="855052" y="80797"/>
                </a:lnTo>
                <a:lnTo>
                  <a:pt x="855052" y="119202"/>
                </a:lnTo>
                <a:close/>
              </a:path>
              <a:path w="899160" h="200025">
                <a:moveTo>
                  <a:pt x="722414" y="199999"/>
                </a:moveTo>
                <a:lnTo>
                  <a:pt x="699503" y="176657"/>
                </a:lnTo>
                <a:lnTo>
                  <a:pt x="699998" y="173024"/>
                </a:lnTo>
                <a:lnTo>
                  <a:pt x="810933" y="99999"/>
                </a:lnTo>
                <a:lnTo>
                  <a:pt x="843851" y="119202"/>
                </a:lnTo>
                <a:lnTo>
                  <a:pt x="855052" y="119202"/>
                </a:lnTo>
                <a:lnTo>
                  <a:pt x="855052" y="122224"/>
                </a:lnTo>
                <a:lnTo>
                  <a:pt x="861062" y="122224"/>
                </a:lnTo>
                <a:lnTo>
                  <a:pt x="732904" y="196989"/>
                </a:lnTo>
                <a:lnTo>
                  <a:pt x="729589" y="198564"/>
                </a:lnTo>
                <a:lnTo>
                  <a:pt x="726058" y="199580"/>
                </a:lnTo>
                <a:lnTo>
                  <a:pt x="722414" y="19999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四、玻尔原子理论的基本假</a:t>
            </a:r>
            <a:r>
              <a:rPr dirty="0" u="none" spc="-20" b="1">
                <a:latin typeface="黑体"/>
                <a:cs typeface="黑体"/>
              </a:rPr>
              <a:t>设</a:t>
            </a:r>
          </a:p>
        </p:txBody>
      </p:sp>
      <p:sp>
        <p:nvSpPr>
          <p:cNvPr id="6" name="object 6"/>
          <p:cNvSpPr/>
          <p:nvPr/>
        </p:nvSpPr>
        <p:spPr>
          <a:xfrm>
            <a:off x="316991" y="2385060"/>
            <a:ext cx="3328416" cy="3307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9934" y="5720079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原子轨道示意图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075" y="1541144"/>
            <a:ext cx="7018020" cy="2294255"/>
          </a:xfrm>
          <a:prstGeom prst="rect">
            <a:avLst/>
          </a:prstGeom>
        </p:spPr>
        <p:txBody>
          <a:bodyPr wrap="square" lIns="0" tIns="221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2400">
                <a:latin typeface="华文楷体"/>
                <a:cs typeface="华文楷体"/>
              </a:rPr>
              <a:t>假说</a:t>
            </a:r>
            <a:r>
              <a:rPr dirty="0" sz="2400" spc="-5">
                <a:latin typeface="华文楷体"/>
                <a:cs typeface="华文楷体"/>
              </a:rPr>
              <a:t>2.</a:t>
            </a:r>
            <a:r>
              <a:rPr dirty="0" sz="2400">
                <a:latin typeface="华文楷体"/>
                <a:cs typeface="华文楷体"/>
              </a:rPr>
              <a:t>能量量子化（定态）：</a:t>
            </a:r>
            <a:endParaRPr sz="2400">
              <a:latin typeface="华文楷体"/>
              <a:cs typeface="华文楷体"/>
            </a:endParaRPr>
          </a:p>
          <a:p>
            <a:pPr marL="3347720">
              <a:lnSpc>
                <a:spcPct val="100000"/>
              </a:lnSpc>
              <a:spcBef>
                <a:spcPts val="1645"/>
              </a:spcBef>
            </a:pPr>
            <a:r>
              <a:rPr dirty="0" sz="2400">
                <a:latin typeface="华文楷体"/>
                <a:cs typeface="华文楷体"/>
              </a:rPr>
              <a:t>能级：量子化的能量值</a:t>
            </a:r>
            <a:endParaRPr sz="2400">
              <a:latin typeface="华文楷体"/>
              <a:cs typeface="华文楷体"/>
            </a:endParaRPr>
          </a:p>
          <a:p>
            <a:pPr marL="4262120" marR="5080" indent="-914400">
              <a:lnSpc>
                <a:spcPct val="125000"/>
              </a:lnSpc>
              <a:spcBef>
                <a:spcPts val="1614"/>
              </a:spcBef>
            </a:pPr>
            <a:r>
              <a:rPr dirty="0" sz="2400">
                <a:latin typeface="华文楷体"/>
                <a:cs typeface="华文楷体"/>
              </a:rPr>
              <a:t>定态：原子中具有确定能量 的稳定状态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2095" y="4191000"/>
            <a:ext cx="3078480" cy="143383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820"/>
              </a:spcBef>
            </a:pPr>
            <a:r>
              <a:rPr dirty="0" sz="2400">
                <a:latin typeface="华文楷体"/>
                <a:cs typeface="华文楷体"/>
              </a:rPr>
              <a:t>基态：能量最低的状态</a:t>
            </a:r>
            <a:endParaRPr sz="2400">
              <a:latin typeface="华文楷体"/>
              <a:cs typeface="华文楷体"/>
            </a:endParaRPr>
          </a:p>
          <a:p>
            <a:pPr marL="12700" marR="315595" indent="767080">
              <a:lnSpc>
                <a:spcPts val="3890"/>
              </a:lnSpc>
              <a:spcBef>
                <a:spcPts val="5"/>
              </a:spcBef>
            </a:pPr>
            <a:r>
              <a:rPr dirty="0" sz="2400">
                <a:latin typeface="华文楷体"/>
                <a:cs typeface="华文楷体"/>
              </a:rPr>
              <a:t>（离核最近）  激发态：其他的状态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808" y="4066837"/>
            <a:ext cx="1539240" cy="953769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390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r>
              <a:rPr dirty="0" sz="1650" spc="-75" i="1">
                <a:latin typeface="Times New Roman"/>
                <a:cs typeface="Times New Roman"/>
              </a:rPr>
              <a:t> </a:t>
            </a:r>
            <a:r>
              <a:rPr dirty="0" sz="1650" spc="-495">
                <a:latin typeface="Symbol"/>
                <a:cs typeface="Symbol"/>
              </a:rPr>
              <a:t></a:t>
            </a:r>
            <a:r>
              <a:rPr dirty="0" sz="1650" spc="-495">
                <a:latin typeface="宋体"/>
                <a:cs typeface="宋体"/>
              </a:rPr>
              <a:t>（</a:t>
            </a:r>
            <a:r>
              <a:rPr dirty="0" sz="1650" spc="-495">
                <a:latin typeface="Times New Roman"/>
                <a:cs typeface="Times New Roman"/>
              </a:rPr>
              <a:t>1</a:t>
            </a:r>
            <a:r>
              <a:rPr dirty="0" sz="1650" spc="165">
                <a:latin typeface="Times New Roman"/>
                <a:cs typeface="Times New Roman"/>
              </a:rPr>
              <a:t> </a:t>
            </a:r>
            <a:r>
              <a:rPr dirty="0" sz="1650">
                <a:latin typeface="宋体"/>
                <a:cs typeface="宋体"/>
              </a:rPr>
              <a:t>基态）</a:t>
            </a:r>
            <a:endParaRPr sz="1650">
              <a:latin typeface="宋体"/>
              <a:cs typeface="宋体"/>
            </a:endParaRPr>
          </a:p>
          <a:p>
            <a:pPr marL="174625">
              <a:lnSpc>
                <a:spcPct val="100000"/>
              </a:lnSpc>
              <a:spcBef>
                <a:spcPts val="295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r>
              <a:rPr dirty="0" sz="1650" spc="-70" i="1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</a:t>
            </a:r>
            <a:r>
              <a:rPr dirty="0" sz="1650" spc="-140">
                <a:latin typeface="Times New Roman"/>
                <a:cs typeface="Times New Roman"/>
              </a:rPr>
              <a:t> </a:t>
            </a:r>
            <a:r>
              <a:rPr dirty="0" sz="1650" spc="-790">
                <a:latin typeface="宋体"/>
                <a:cs typeface="宋体"/>
              </a:rPr>
              <a:t>（</a:t>
            </a:r>
            <a:r>
              <a:rPr dirty="0" sz="1650" spc="-790">
                <a:latin typeface="Times New Roman"/>
                <a:cs typeface="Times New Roman"/>
              </a:rPr>
              <a:t>2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宋体"/>
                <a:cs typeface="宋体"/>
              </a:rPr>
              <a:t>激发态）</a:t>
            </a:r>
            <a:endParaRPr sz="1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r>
              <a:rPr dirty="0" sz="1650" spc="-60" i="1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</a:t>
            </a:r>
            <a:r>
              <a:rPr dirty="0" sz="1650" spc="-235">
                <a:latin typeface="Times New Roman"/>
                <a:cs typeface="Times New Roman"/>
              </a:rPr>
              <a:t> </a:t>
            </a:r>
            <a:r>
              <a:rPr dirty="0" sz="1650" spc="-765">
                <a:latin typeface="宋体"/>
                <a:cs typeface="宋体"/>
              </a:rPr>
              <a:t>（</a:t>
            </a:r>
            <a:r>
              <a:rPr dirty="0" sz="1650" spc="-765">
                <a:latin typeface="Times New Roman"/>
                <a:cs typeface="Times New Roman"/>
              </a:rPr>
              <a:t>3</a:t>
            </a:r>
            <a:r>
              <a:rPr dirty="0" sz="1650" spc="260">
                <a:latin typeface="Times New Roman"/>
                <a:cs typeface="Times New Roman"/>
              </a:rPr>
              <a:t> </a:t>
            </a:r>
            <a:r>
              <a:rPr dirty="0" sz="1650">
                <a:latin typeface="宋体"/>
                <a:cs typeface="宋体"/>
              </a:rPr>
              <a:t>激发态）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2210" y="3870947"/>
            <a:ext cx="20193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5" i="1">
                <a:latin typeface="Times New Roman"/>
                <a:cs typeface="Times New Roman"/>
              </a:rPr>
              <a:t>E</a:t>
            </a:r>
            <a:r>
              <a:rPr dirty="0" baseline="-23391" sz="1425" spc="7">
                <a:latin typeface="Times New Roman"/>
                <a:cs typeface="Times New Roman"/>
              </a:rPr>
              <a:t>1</a:t>
            </a:r>
            <a:endParaRPr baseline="-23391" sz="142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8975" y="4086961"/>
            <a:ext cx="86995" cy="1727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99410" y="3947147"/>
            <a:ext cx="15367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i="1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3590" y="4234103"/>
            <a:ext cx="86995" cy="1727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7860" y="4094454"/>
            <a:ext cx="15367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i="1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四、玻尔原子理论的基本假</a:t>
            </a:r>
            <a:r>
              <a:rPr dirty="0" u="none" spc="-20" b="1">
                <a:latin typeface="黑体"/>
                <a:cs typeface="黑体"/>
              </a:rPr>
              <a:t>设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22595" y="5084445"/>
            <a:ext cx="116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原子能级图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075" y="1750059"/>
            <a:ext cx="3892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假说</a:t>
            </a:r>
            <a:r>
              <a:rPr dirty="0" sz="2400" spc="-5">
                <a:latin typeface="华文楷体"/>
                <a:cs typeface="华文楷体"/>
              </a:rPr>
              <a:t>2.</a:t>
            </a:r>
            <a:r>
              <a:rPr dirty="0" sz="2400">
                <a:latin typeface="华文楷体"/>
                <a:cs typeface="华文楷体"/>
              </a:rPr>
              <a:t>能量量子化（定态）：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991" y="2385060"/>
            <a:ext cx="3328416" cy="3307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49934" y="5720079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原子轨道示意图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808" y="4066837"/>
            <a:ext cx="1539240" cy="953769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88620">
              <a:lnSpc>
                <a:spcPct val="100000"/>
              </a:lnSpc>
              <a:spcBef>
                <a:spcPts val="390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r>
              <a:rPr dirty="0" sz="1650" spc="-75" i="1">
                <a:latin typeface="Times New Roman"/>
                <a:cs typeface="Times New Roman"/>
              </a:rPr>
              <a:t> </a:t>
            </a:r>
            <a:r>
              <a:rPr dirty="0" sz="1650" spc="-495">
                <a:latin typeface="Symbol"/>
                <a:cs typeface="Symbol"/>
              </a:rPr>
              <a:t></a:t>
            </a:r>
            <a:r>
              <a:rPr dirty="0" sz="1650" spc="-495">
                <a:latin typeface="宋体"/>
                <a:cs typeface="宋体"/>
              </a:rPr>
              <a:t>（</a:t>
            </a:r>
            <a:r>
              <a:rPr dirty="0" sz="1650" spc="-495">
                <a:latin typeface="Times New Roman"/>
                <a:cs typeface="Times New Roman"/>
              </a:rPr>
              <a:t>1</a:t>
            </a:r>
            <a:r>
              <a:rPr dirty="0" sz="1650" spc="165">
                <a:latin typeface="Times New Roman"/>
                <a:cs typeface="Times New Roman"/>
              </a:rPr>
              <a:t> </a:t>
            </a:r>
            <a:r>
              <a:rPr dirty="0" sz="1650">
                <a:latin typeface="宋体"/>
                <a:cs typeface="宋体"/>
              </a:rPr>
              <a:t>基态）</a:t>
            </a:r>
            <a:endParaRPr sz="1650">
              <a:latin typeface="宋体"/>
              <a:cs typeface="宋体"/>
            </a:endParaRPr>
          </a:p>
          <a:p>
            <a:pPr marL="174625">
              <a:lnSpc>
                <a:spcPct val="100000"/>
              </a:lnSpc>
              <a:spcBef>
                <a:spcPts val="295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r>
              <a:rPr dirty="0" sz="1650" spc="-70" i="1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</a:t>
            </a:r>
            <a:r>
              <a:rPr dirty="0" sz="1650" spc="-140">
                <a:latin typeface="Times New Roman"/>
                <a:cs typeface="Times New Roman"/>
              </a:rPr>
              <a:t> </a:t>
            </a:r>
            <a:r>
              <a:rPr dirty="0" sz="1650" spc="-790">
                <a:latin typeface="宋体"/>
                <a:cs typeface="宋体"/>
              </a:rPr>
              <a:t>（</a:t>
            </a:r>
            <a:r>
              <a:rPr dirty="0" sz="1650" spc="-790">
                <a:latin typeface="Times New Roman"/>
                <a:cs typeface="Times New Roman"/>
              </a:rPr>
              <a:t>2</a:t>
            </a:r>
            <a:r>
              <a:rPr dirty="0" sz="1650" spc="290">
                <a:latin typeface="Times New Roman"/>
                <a:cs typeface="Times New Roman"/>
              </a:rPr>
              <a:t> </a:t>
            </a:r>
            <a:r>
              <a:rPr dirty="0" sz="1650">
                <a:latin typeface="宋体"/>
                <a:cs typeface="宋体"/>
              </a:rPr>
              <a:t>激发态）</a:t>
            </a:r>
            <a:endParaRPr sz="1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650" i="1">
                <a:latin typeface="Times New Roman"/>
                <a:cs typeface="Times New Roman"/>
              </a:rPr>
              <a:t>n</a:t>
            </a:r>
            <a:r>
              <a:rPr dirty="0" sz="1650" spc="-60" i="1">
                <a:latin typeface="Times New Roman"/>
                <a:cs typeface="Times New Roman"/>
              </a:rPr>
              <a:t> </a:t>
            </a:r>
            <a:r>
              <a:rPr dirty="0" sz="1650">
                <a:latin typeface="Symbol"/>
                <a:cs typeface="Symbol"/>
              </a:rPr>
              <a:t></a:t>
            </a:r>
            <a:r>
              <a:rPr dirty="0" sz="1650" spc="-235">
                <a:latin typeface="Times New Roman"/>
                <a:cs typeface="Times New Roman"/>
              </a:rPr>
              <a:t> </a:t>
            </a:r>
            <a:r>
              <a:rPr dirty="0" sz="1650" spc="-765">
                <a:latin typeface="宋体"/>
                <a:cs typeface="宋体"/>
              </a:rPr>
              <a:t>（</a:t>
            </a:r>
            <a:r>
              <a:rPr dirty="0" sz="1650" spc="-765">
                <a:latin typeface="Times New Roman"/>
                <a:cs typeface="Times New Roman"/>
              </a:rPr>
              <a:t>3</a:t>
            </a:r>
            <a:r>
              <a:rPr dirty="0" sz="1650" spc="260">
                <a:latin typeface="Times New Roman"/>
                <a:cs typeface="Times New Roman"/>
              </a:rPr>
              <a:t> </a:t>
            </a:r>
            <a:r>
              <a:rPr dirty="0" sz="1650">
                <a:latin typeface="宋体"/>
                <a:cs typeface="宋体"/>
              </a:rPr>
              <a:t>激发态）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2210" y="3870947"/>
            <a:ext cx="20193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5" i="1">
                <a:latin typeface="Times New Roman"/>
                <a:cs typeface="Times New Roman"/>
              </a:rPr>
              <a:t>E</a:t>
            </a:r>
            <a:r>
              <a:rPr dirty="0" baseline="-23391" sz="1425" spc="7">
                <a:latin typeface="Times New Roman"/>
                <a:cs typeface="Times New Roman"/>
              </a:rPr>
              <a:t>1</a:t>
            </a:r>
            <a:endParaRPr baseline="-23391" sz="142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8975" y="4086961"/>
            <a:ext cx="86995" cy="1727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99410" y="3947147"/>
            <a:ext cx="15367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i="1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3590" y="4234103"/>
            <a:ext cx="86995" cy="1727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latin typeface="Times New Roman"/>
                <a:cs typeface="Times New Roman"/>
              </a:rPr>
              <a:t>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7860" y="4094454"/>
            <a:ext cx="15367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i="1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20767" y="2634995"/>
            <a:ext cx="3230880" cy="2581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45991" y="4178808"/>
            <a:ext cx="422275" cy="76200"/>
          </a:xfrm>
          <a:custGeom>
            <a:avLst/>
            <a:gdLst/>
            <a:ahLst/>
            <a:cxnLst/>
            <a:rect l="l" t="t" r="r" b="b"/>
            <a:pathLst>
              <a:path w="422275" h="76200">
                <a:moveTo>
                  <a:pt x="384048" y="76200"/>
                </a:moveTo>
                <a:lnTo>
                  <a:pt x="384048" y="57912"/>
                </a:lnTo>
                <a:lnTo>
                  <a:pt x="0" y="57912"/>
                </a:lnTo>
                <a:lnTo>
                  <a:pt x="0" y="19812"/>
                </a:lnTo>
                <a:lnTo>
                  <a:pt x="384048" y="19812"/>
                </a:lnTo>
                <a:lnTo>
                  <a:pt x="384048" y="0"/>
                </a:lnTo>
                <a:lnTo>
                  <a:pt x="422148" y="38100"/>
                </a:lnTo>
                <a:lnTo>
                  <a:pt x="384048" y="76200"/>
                </a:lnTo>
                <a:close/>
              </a:path>
            </a:pathLst>
          </a:custGeom>
          <a:solidFill>
            <a:srgbClr val="0505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40150" y="4163605"/>
            <a:ext cx="436880" cy="107314"/>
          </a:xfrm>
          <a:custGeom>
            <a:avLst/>
            <a:gdLst/>
            <a:ahLst/>
            <a:cxnLst/>
            <a:rect l="l" t="t" r="r" b="b"/>
            <a:pathLst>
              <a:path w="436879" h="107314">
                <a:moveTo>
                  <a:pt x="382904" y="34378"/>
                </a:moveTo>
                <a:lnTo>
                  <a:pt x="382904" y="0"/>
                </a:lnTo>
                <a:lnTo>
                  <a:pt x="398233" y="15328"/>
                </a:lnTo>
                <a:lnTo>
                  <a:pt x="395604" y="15328"/>
                </a:lnTo>
                <a:lnTo>
                  <a:pt x="384759" y="19824"/>
                </a:lnTo>
                <a:lnTo>
                  <a:pt x="392963" y="28028"/>
                </a:lnTo>
                <a:lnTo>
                  <a:pt x="389254" y="28028"/>
                </a:lnTo>
                <a:lnTo>
                  <a:pt x="382904" y="34378"/>
                </a:lnTo>
                <a:close/>
              </a:path>
              <a:path w="436879" h="107314">
                <a:moveTo>
                  <a:pt x="395604" y="30670"/>
                </a:moveTo>
                <a:lnTo>
                  <a:pt x="384759" y="19824"/>
                </a:lnTo>
                <a:lnTo>
                  <a:pt x="395604" y="15328"/>
                </a:lnTo>
                <a:lnTo>
                  <a:pt x="395604" y="30670"/>
                </a:lnTo>
                <a:close/>
              </a:path>
              <a:path w="436879" h="107314">
                <a:moveTo>
                  <a:pt x="418363" y="53428"/>
                </a:moveTo>
                <a:lnTo>
                  <a:pt x="395604" y="30670"/>
                </a:lnTo>
                <a:lnTo>
                  <a:pt x="395604" y="15328"/>
                </a:lnTo>
                <a:lnTo>
                  <a:pt x="398233" y="15328"/>
                </a:lnTo>
                <a:lnTo>
                  <a:pt x="431838" y="48933"/>
                </a:lnTo>
                <a:lnTo>
                  <a:pt x="422859" y="48933"/>
                </a:lnTo>
                <a:lnTo>
                  <a:pt x="418363" y="53428"/>
                </a:lnTo>
                <a:close/>
              </a:path>
              <a:path w="436879" h="107314">
                <a:moveTo>
                  <a:pt x="382904" y="78828"/>
                </a:moveTo>
                <a:lnTo>
                  <a:pt x="0" y="78828"/>
                </a:lnTo>
                <a:lnTo>
                  <a:pt x="0" y="28028"/>
                </a:lnTo>
                <a:lnTo>
                  <a:pt x="382904" y="28028"/>
                </a:lnTo>
                <a:lnTo>
                  <a:pt x="382904" y="34378"/>
                </a:lnTo>
                <a:lnTo>
                  <a:pt x="12700" y="34378"/>
                </a:lnTo>
                <a:lnTo>
                  <a:pt x="6350" y="40728"/>
                </a:lnTo>
                <a:lnTo>
                  <a:pt x="12700" y="40728"/>
                </a:lnTo>
                <a:lnTo>
                  <a:pt x="12700" y="66128"/>
                </a:lnTo>
                <a:lnTo>
                  <a:pt x="6350" y="66128"/>
                </a:lnTo>
                <a:lnTo>
                  <a:pt x="12700" y="72478"/>
                </a:lnTo>
                <a:lnTo>
                  <a:pt x="382904" y="72478"/>
                </a:lnTo>
                <a:lnTo>
                  <a:pt x="382904" y="78828"/>
                </a:lnTo>
                <a:close/>
              </a:path>
              <a:path w="436879" h="107314">
                <a:moveTo>
                  <a:pt x="395604" y="40728"/>
                </a:moveTo>
                <a:lnTo>
                  <a:pt x="12700" y="40728"/>
                </a:lnTo>
                <a:lnTo>
                  <a:pt x="12700" y="34378"/>
                </a:lnTo>
                <a:lnTo>
                  <a:pt x="382904" y="34378"/>
                </a:lnTo>
                <a:lnTo>
                  <a:pt x="389254" y="28028"/>
                </a:lnTo>
                <a:lnTo>
                  <a:pt x="392963" y="28028"/>
                </a:lnTo>
                <a:lnTo>
                  <a:pt x="395604" y="30670"/>
                </a:lnTo>
                <a:lnTo>
                  <a:pt x="395604" y="40728"/>
                </a:lnTo>
                <a:close/>
              </a:path>
              <a:path w="436879" h="107314">
                <a:moveTo>
                  <a:pt x="12700" y="40728"/>
                </a:moveTo>
                <a:lnTo>
                  <a:pt x="6350" y="40728"/>
                </a:lnTo>
                <a:lnTo>
                  <a:pt x="12700" y="34378"/>
                </a:lnTo>
                <a:lnTo>
                  <a:pt x="12700" y="40728"/>
                </a:lnTo>
                <a:close/>
              </a:path>
              <a:path w="436879" h="107314">
                <a:moveTo>
                  <a:pt x="422859" y="57924"/>
                </a:moveTo>
                <a:lnTo>
                  <a:pt x="418363" y="53428"/>
                </a:lnTo>
                <a:lnTo>
                  <a:pt x="422859" y="48933"/>
                </a:lnTo>
                <a:lnTo>
                  <a:pt x="422859" y="57924"/>
                </a:lnTo>
                <a:close/>
              </a:path>
              <a:path w="436879" h="107314">
                <a:moveTo>
                  <a:pt x="431838" y="57924"/>
                </a:moveTo>
                <a:lnTo>
                  <a:pt x="422859" y="57924"/>
                </a:lnTo>
                <a:lnTo>
                  <a:pt x="422859" y="48933"/>
                </a:lnTo>
                <a:lnTo>
                  <a:pt x="431838" y="48933"/>
                </a:lnTo>
                <a:lnTo>
                  <a:pt x="436333" y="53428"/>
                </a:lnTo>
                <a:lnTo>
                  <a:pt x="431838" y="57924"/>
                </a:lnTo>
                <a:close/>
              </a:path>
              <a:path w="436879" h="107314">
                <a:moveTo>
                  <a:pt x="398233" y="91528"/>
                </a:moveTo>
                <a:lnTo>
                  <a:pt x="395604" y="91528"/>
                </a:lnTo>
                <a:lnTo>
                  <a:pt x="395604" y="76187"/>
                </a:lnTo>
                <a:lnTo>
                  <a:pt x="418363" y="53428"/>
                </a:lnTo>
                <a:lnTo>
                  <a:pt x="422859" y="57924"/>
                </a:lnTo>
                <a:lnTo>
                  <a:pt x="431838" y="57924"/>
                </a:lnTo>
                <a:lnTo>
                  <a:pt x="398233" y="91528"/>
                </a:lnTo>
                <a:close/>
              </a:path>
              <a:path w="436879" h="107314">
                <a:moveTo>
                  <a:pt x="12700" y="72478"/>
                </a:moveTo>
                <a:lnTo>
                  <a:pt x="6350" y="66128"/>
                </a:lnTo>
                <a:lnTo>
                  <a:pt x="12700" y="66128"/>
                </a:lnTo>
                <a:lnTo>
                  <a:pt x="12700" y="72478"/>
                </a:lnTo>
                <a:close/>
              </a:path>
              <a:path w="436879" h="107314">
                <a:moveTo>
                  <a:pt x="392963" y="78828"/>
                </a:moveTo>
                <a:lnTo>
                  <a:pt x="389254" y="78828"/>
                </a:lnTo>
                <a:lnTo>
                  <a:pt x="382904" y="72478"/>
                </a:lnTo>
                <a:lnTo>
                  <a:pt x="12700" y="72478"/>
                </a:lnTo>
                <a:lnTo>
                  <a:pt x="12700" y="66128"/>
                </a:lnTo>
                <a:lnTo>
                  <a:pt x="395604" y="66128"/>
                </a:lnTo>
                <a:lnTo>
                  <a:pt x="395604" y="76187"/>
                </a:lnTo>
                <a:lnTo>
                  <a:pt x="392963" y="78828"/>
                </a:lnTo>
                <a:close/>
              </a:path>
              <a:path w="436879" h="107314">
                <a:moveTo>
                  <a:pt x="382904" y="106857"/>
                </a:moveTo>
                <a:lnTo>
                  <a:pt x="382904" y="72478"/>
                </a:lnTo>
                <a:lnTo>
                  <a:pt x="389254" y="78828"/>
                </a:lnTo>
                <a:lnTo>
                  <a:pt x="392963" y="78828"/>
                </a:lnTo>
                <a:lnTo>
                  <a:pt x="384759" y="87033"/>
                </a:lnTo>
                <a:lnTo>
                  <a:pt x="395604" y="91528"/>
                </a:lnTo>
                <a:lnTo>
                  <a:pt x="398233" y="91528"/>
                </a:lnTo>
                <a:lnTo>
                  <a:pt x="382904" y="106857"/>
                </a:lnTo>
                <a:close/>
              </a:path>
              <a:path w="436879" h="107314">
                <a:moveTo>
                  <a:pt x="395604" y="91528"/>
                </a:moveTo>
                <a:lnTo>
                  <a:pt x="384759" y="87033"/>
                </a:lnTo>
                <a:lnTo>
                  <a:pt x="395604" y="76187"/>
                </a:lnTo>
                <a:lnTo>
                  <a:pt x="395604" y="91528"/>
                </a:lnTo>
                <a:close/>
              </a:path>
            </a:pathLst>
          </a:custGeom>
          <a:solidFill>
            <a:srgbClr val="0505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00257" y="2620962"/>
            <a:ext cx="429894" cy="24574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25017" y="2646362"/>
            <a:ext cx="429895" cy="2457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四、玻尔原子理论的基本假</a:t>
            </a:r>
            <a:r>
              <a:rPr dirty="0" u="none" spc="-20" b="1">
                <a:latin typeface="黑体"/>
                <a:cs typeface="黑体"/>
              </a:rPr>
              <a:t>设</a:t>
            </a:r>
          </a:p>
        </p:txBody>
      </p:sp>
      <p:sp>
        <p:nvSpPr>
          <p:cNvPr id="6" name="object 6"/>
          <p:cNvSpPr/>
          <p:nvPr/>
        </p:nvSpPr>
        <p:spPr>
          <a:xfrm>
            <a:off x="1068705" y="4626609"/>
            <a:ext cx="1456055" cy="1243330"/>
          </a:xfrm>
          <a:custGeom>
            <a:avLst/>
            <a:gdLst/>
            <a:ahLst/>
            <a:cxnLst/>
            <a:rect l="l" t="t" r="r" b="b"/>
            <a:pathLst>
              <a:path w="1456055" h="1243329">
                <a:moveTo>
                  <a:pt x="1433830" y="1243329"/>
                </a:moveTo>
                <a:lnTo>
                  <a:pt x="22225" y="1243329"/>
                </a:lnTo>
                <a:lnTo>
                  <a:pt x="18745" y="1243050"/>
                </a:lnTo>
                <a:lnTo>
                  <a:pt x="0" y="1221104"/>
                </a:lnTo>
                <a:lnTo>
                  <a:pt x="0" y="22225"/>
                </a:lnTo>
                <a:lnTo>
                  <a:pt x="22225" y="0"/>
                </a:lnTo>
                <a:lnTo>
                  <a:pt x="1433830" y="0"/>
                </a:lnTo>
                <a:lnTo>
                  <a:pt x="145605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1198879"/>
                </a:lnTo>
                <a:lnTo>
                  <a:pt x="22225" y="1198879"/>
                </a:lnTo>
                <a:lnTo>
                  <a:pt x="44450" y="1221104"/>
                </a:lnTo>
                <a:lnTo>
                  <a:pt x="1456055" y="1221104"/>
                </a:lnTo>
                <a:lnTo>
                  <a:pt x="1455775" y="1224584"/>
                </a:lnTo>
                <a:lnTo>
                  <a:pt x="1437309" y="1243050"/>
                </a:lnTo>
                <a:lnTo>
                  <a:pt x="1433830" y="1243329"/>
                </a:lnTo>
                <a:close/>
              </a:path>
              <a:path w="1456055" h="1243329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456055" h="1243329">
                <a:moveTo>
                  <a:pt x="141160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411605" y="22225"/>
                </a:lnTo>
                <a:lnTo>
                  <a:pt x="1411605" y="44450"/>
                </a:lnTo>
                <a:close/>
              </a:path>
              <a:path w="1456055" h="1243329">
                <a:moveTo>
                  <a:pt x="1411605" y="1221104"/>
                </a:moveTo>
                <a:lnTo>
                  <a:pt x="1411605" y="22225"/>
                </a:lnTo>
                <a:lnTo>
                  <a:pt x="1433830" y="44450"/>
                </a:lnTo>
                <a:lnTo>
                  <a:pt x="1456055" y="44450"/>
                </a:lnTo>
                <a:lnTo>
                  <a:pt x="1456055" y="1198879"/>
                </a:lnTo>
                <a:lnTo>
                  <a:pt x="1433830" y="1198879"/>
                </a:lnTo>
                <a:lnTo>
                  <a:pt x="1411605" y="1221104"/>
                </a:lnTo>
                <a:close/>
              </a:path>
              <a:path w="1456055" h="1243329">
                <a:moveTo>
                  <a:pt x="1456055" y="44450"/>
                </a:moveTo>
                <a:lnTo>
                  <a:pt x="1433830" y="44450"/>
                </a:lnTo>
                <a:lnTo>
                  <a:pt x="1411605" y="22225"/>
                </a:lnTo>
                <a:lnTo>
                  <a:pt x="1456055" y="22225"/>
                </a:lnTo>
                <a:lnTo>
                  <a:pt x="1456055" y="44450"/>
                </a:lnTo>
                <a:close/>
              </a:path>
              <a:path w="1456055" h="1243329">
                <a:moveTo>
                  <a:pt x="44450" y="1221104"/>
                </a:moveTo>
                <a:lnTo>
                  <a:pt x="22225" y="1198879"/>
                </a:lnTo>
                <a:lnTo>
                  <a:pt x="44450" y="1198879"/>
                </a:lnTo>
                <a:lnTo>
                  <a:pt x="44450" y="1221104"/>
                </a:lnTo>
                <a:close/>
              </a:path>
              <a:path w="1456055" h="1243329">
                <a:moveTo>
                  <a:pt x="1411605" y="1221104"/>
                </a:moveTo>
                <a:lnTo>
                  <a:pt x="44450" y="1221104"/>
                </a:lnTo>
                <a:lnTo>
                  <a:pt x="44450" y="1198879"/>
                </a:lnTo>
                <a:lnTo>
                  <a:pt x="1411605" y="1198879"/>
                </a:lnTo>
                <a:lnTo>
                  <a:pt x="1411605" y="1221104"/>
                </a:lnTo>
                <a:close/>
              </a:path>
              <a:path w="1456055" h="1243329">
                <a:moveTo>
                  <a:pt x="1456055" y="1221104"/>
                </a:moveTo>
                <a:lnTo>
                  <a:pt x="1411605" y="1221104"/>
                </a:lnTo>
                <a:lnTo>
                  <a:pt x="1433830" y="1198879"/>
                </a:lnTo>
                <a:lnTo>
                  <a:pt x="1456055" y="1198879"/>
                </a:lnTo>
                <a:lnTo>
                  <a:pt x="1456055" y="122110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69669" y="4645659"/>
            <a:ext cx="1244600" cy="11277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00699"/>
              </a:lnSpc>
              <a:spcBef>
                <a:spcPts val="80"/>
              </a:spcBef>
            </a:pPr>
            <a:r>
              <a:rPr dirty="0" sz="2400">
                <a:latin typeface="华文楷体"/>
                <a:cs typeface="华文楷体"/>
              </a:rPr>
              <a:t>能量较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高 </a:t>
            </a:r>
            <a:r>
              <a:rPr dirty="0" sz="2400">
                <a:latin typeface="华文楷体"/>
                <a:cs typeface="华文楷体"/>
              </a:rPr>
              <a:t>的定态轨 道</a:t>
            </a: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 i="1">
                <a:latin typeface="Times New Roman"/>
                <a:cs typeface="Times New Roman"/>
              </a:rPr>
              <a:t>n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67225" y="4626609"/>
            <a:ext cx="1456055" cy="1243330"/>
          </a:xfrm>
          <a:custGeom>
            <a:avLst/>
            <a:gdLst/>
            <a:ahLst/>
            <a:cxnLst/>
            <a:rect l="l" t="t" r="r" b="b"/>
            <a:pathLst>
              <a:path w="1456054" h="1243329">
                <a:moveTo>
                  <a:pt x="1433829" y="1243329"/>
                </a:moveTo>
                <a:lnTo>
                  <a:pt x="22225" y="1243329"/>
                </a:lnTo>
                <a:lnTo>
                  <a:pt x="18745" y="1243050"/>
                </a:lnTo>
                <a:lnTo>
                  <a:pt x="0" y="1221104"/>
                </a:lnTo>
                <a:lnTo>
                  <a:pt x="0" y="22225"/>
                </a:lnTo>
                <a:lnTo>
                  <a:pt x="22225" y="0"/>
                </a:lnTo>
                <a:lnTo>
                  <a:pt x="1433829" y="0"/>
                </a:lnTo>
                <a:lnTo>
                  <a:pt x="1456054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1198879"/>
                </a:lnTo>
                <a:lnTo>
                  <a:pt x="22225" y="1198879"/>
                </a:lnTo>
                <a:lnTo>
                  <a:pt x="44450" y="1221104"/>
                </a:lnTo>
                <a:lnTo>
                  <a:pt x="1456054" y="1221104"/>
                </a:lnTo>
                <a:lnTo>
                  <a:pt x="1455775" y="1224584"/>
                </a:lnTo>
                <a:lnTo>
                  <a:pt x="1437309" y="1243050"/>
                </a:lnTo>
                <a:lnTo>
                  <a:pt x="1433829" y="1243329"/>
                </a:lnTo>
                <a:close/>
              </a:path>
              <a:path w="1456054" h="1243329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456054" h="1243329">
                <a:moveTo>
                  <a:pt x="1411604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411604" y="22225"/>
                </a:lnTo>
                <a:lnTo>
                  <a:pt x="1411604" y="44450"/>
                </a:lnTo>
                <a:close/>
              </a:path>
              <a:path w="1456054" h="1243329">
                <a:moveTo>
                  <a:pt x="1411604" y="1221104"/>
                </a:moveTo>
                <a:lnTo>
                  <a:pt x="1411604" y="22225"/>
                </a:lnTo>
                <a:lnTo>
                  <a:pt x="1433829" y="44450"/>
                </a:lnTo>
                <a:lnTo>
                  <a:pt x="1456054" y="44450"/>
                </a:lnTo>
                <a:lnTo>
                  <a:pt x="1456054" y="1198879"/>
                </a:lnTo>
                <a:lnTo>
                  <a:pt x="1433829" y="1198879"/>
                </a:lnTo>
                <a:lnTo>
                  <a:pt x="1411604" y="1221104"/>
                </a:lnTo>
                <a:close/>
              </a:path>
              <a:path w="1456054" h="1243329">
                <a:moveTo>
                  <a:pt x="1456054" y="44450"/>
                </a:moveTo>
                <a:lnTo>
                  <a:pt x="1433829" y="44450"/>
                </a:lnTo>
                <a:lnTo>
                  <a:pt x="1411604" y="22225"/>
                </a:lnTo>
                <a:lnTo>
                  <a:pt x="1456054" y="22225"/>
                </a:lnTo>
                <a:lnTo>
                  <a:pt x="1456054" y="44450"/>
                </a:lnTo>
                <a:close/>
              </a:path>
              <a:path w="1456054" h="1243329">
                <a:moveTo>
                  <a:pt x="44450" y="1221104"/>
                </a:moveTo>
                <a:lnTo>
                  <a:pt x="22225" y="1198879"/>
                </a:lnTo>
                <a:lnTo>
                  <a:pt x="44450" y="1198879"/>
                </a:lnTo>
                <a:lnTo>
                  <a:pt x="44450" y="1221104"/>
                </a:lnTo>
                <a:close/>
              </a:path>
              <a:path w="1456054" h="1243329">
                <a:moveTo>
                  <a:pt x="1411604" y="1221104"/>
                </a:moveTo>
                <a:lnTo>
                  <a:pt x="44450" y="1221104"/>
                </a:lnTo>
                <a:lnTo>
                  <a:pt x="44450" y="1198879"/>
                </a:lnTo>
                <a:lnTo>
                  <a:pt x="1411604" y="1198879"/>
                </a:lnTo>
                <a:lnTo>
                  <a:pt x="1411604" y="1221104"/>
                </a:lnTo>
                <a:close/>
              </a:path>
              <a:path w="1456054" h="1243329">
                <a:moveTo>
                  <a:pt x="1456054" y="1221104"/>
                </a:moveTo>
                <a:lnTo>
                  <a:pt x="1411604" y="1221104"/>
                </a:lnTo>
                <a:lnTo>
                  <a:pt x="1433829" y="1198879"/>
                </a:lnTo>
                <a:lnTo>
                  <a:pt x="1456054" y="1198879"/>
                </a:lnTo>
                <a:lnTo>
                  <a:pt x="1456054" y="122110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568190" y="4645659"/>
            <a:ext cx="1244600" cy="11277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ct val="100699"/>
              </a:lnSpc>
              <a:spcBef>
                <a:spcPts val="80"/>
              </a:spcBef>
            </a:pPr>
            <a:r>
              <a:rPr dirty="0" sz="2400">
                <a:latin typeface="华文楷体"/>
                <a:cs typeface="华文楷体"/>
              </a:rPr>
              <a:t>能量较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低 </a:t>
            </a:r>
            <a:r>
              <a:rPr dirty="0" sz="2400">
                <a:latin typeface="华文楷体"/>
                <a:cs typeface="华文楷体"/>
              </a:rPr>
              <a:t>的定态轨 道</a:t>
            </a: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 i="1">
                <a:latin typeface="Times New Roman"/>
                <a:cs typeface="Times New Roman"/>
              </a:rPr>
              <a:t>m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94279" y="4897463"/>
            <a:ext cx="1985645" cy="142875"/>
          </a:xfrm>
          <a:custGeom>
            <a:avLst/>
            <a:gdLst/>
            <a:ahLst/>
            <a:cxnLst/>
            <a:rect l="l" t="t" r="r" b="b"/>
            <a:pathLst>
              <a:path w="1985645" h="142875">
                <a:moveTo>
                  <a:pt x="1922622" y="71412"/>
                </a:moveTo>
                <a:lnTo>
                  <a:pt x="1850885" y="29565"/>
                </a:lnTo>
                <a:lnTo>
                  <a:pt x="1843049" y="16814"/>
                </a:lnTo>
                <a:lnTo>
                  <a:pt x="1843163" y="13703"/>
                </a:lnTo>
                <a:lnTo>
                  <a:pt x="1857921" y="0"/>
                </a:lnTo>
                <a:lnTo>
                  <a:pt x="1861032" y="114"/>
                </a:lnTo>
                <a:lnTo>
                  <a:pt x="1864055" y="838"/>
                </a:lnTo>
                <a:lnTo>
                  <a:pt x="1866887" y="2133"/>
                </a:lnTo>
                <a:lnTo>
                  <a:pt x="1958431" y="55537"/>
                </a:lnTo>
                <a:lnTo>
                  <a:pt x="1954136" y="55537"/>
                </a:lnTo>
                <a:lnTo>
                  <a:pt x="1954136" y="57696"/>
                </a:lnTo>
                <a:lnTo>
                  <a:pt x="1946135" y="57696"/>
                </a:lnTo>
                <a:lnTo>
                  <a:pt x="1922622" y="71412"/>
                </a:lnTo>
                <a:close/>
              </a:path>
              <a:path w="1985645" h="142875">
                <a:moveTo>
                  <a:pt x="1895407" y="87287"/>
                </a:moveTo>
                <a:lnTo>
                  <a:pt x="0" y="87287"/>
                </a:lnTo>
                <a:lnTo>
                  <a:pt x="0" y="55537"/>
                </a:lnTo>
                <a:lnTo>
                  <a:pt x="1895407" y="55537"/>
                </a:lnTo>
                <a:lnTo>
                  <a:pt x="1922622" y="71412"/>
                </a:lnTo>
                <a:lnTo>
                  <a:pt x="1895407" y="87287"/>
                </a:lnTo>
                <a:close/>
              </a:path>
              <a:path w="1985645" h="142875">
                <a:moveTo>
                  <a:pt x="1958431" y="87287"/>
                </a:moveTo>
                <a:lnTo>
                  <a:pt x="1954136" y="87287"/>
                </a:lnTo>
                <a:lnTo>
                  <a:pt x="1954136" y="55537"/>
                </a:lnTo>
                <a:lnTo>
                  <a:pt x="1958431" y="55537"/>
                </a:lnTo>
                <a:lnTo>
                  <a:pt x="1985645" y="71412"/>
                </a:lnTo>
                <a:lnTo>
                  <a:pt x="1958431" y="87287"/>
                </a:lnTo>
                <a:close/>
              </a:path>
              <a:path w="1985645" h="142875">
                <a:moveTo>
                  <a:pt x="1946135" y="85128"/>
                </a:moveTo>
                <a:lnTo>
                  <a:pt x="1922622" y="71412"/>
                </a:lnTo>
                <a:lnTo>
                  <a:pt x="1946135" y="57696"/>
                </a:lnTo>
                <a:lnTo>
                  <a:pt x="1946135" y="85128"/>
                </a:lnTo>
                <a:close/>
              </a:path>
              <a:path w="1985645" h="142875">
                <a:moveTo>
                  <a:pt x="1954136" y="85128"/>
                </a:moveTo>
                <a:lnTo>
                  <a:pt x="1946135" y="85128"/>
                </a:lnTo>
                <a:lnTo>
                  <a:pt x="1946135" y="57696"/>
                </a:lnTo>
                <a:lnTo>
                  <a:pt x="1954136" y="57696"/>
                </a:lnTo>
                <a:lnTo>
                  <a:pt x="1954136" y="85128"/>
                </a:lnTo>
                <a:close/>
              </a:path>
              <a:path w="1985645" h="142875">
                <a:moveTo>
                  <a:pt x="1857921" y="142824"/>
                </a:moveTo>
                <a:lnTo>
                  <a:pt x="1843049" y="126009"/>
                </a:lnTo>
                <a:lnTo>
                  <a:pt x="1843532" y="122936"/>
                </a:lnTo>
                <a:lnTo>
                  <a:pt x="1922622" y="71412"/>
                </a:lnTo>
                <a:lnTo>
                  <a:pt x="1946135" y="85128"/>
                </a:lnTo>
                <a:lnTo>
                  <a:pt x="1954136" y="85128"/>
                </a:lnTo>
                <a:lnTo>
                  <a:pt x="1954136" y="87287"/>
                </a:lnTo>
                <a:lnTo>
                  <a:pt x="1958431" y="87287"/>
                </a:lnTo>
                <a:lnTo>
                  <a:pt x="1866887" y="140690"/>
                </a:lnTo>
                <a:lnTo>
                  <a:pt x="1864055" y="141986"/>
                </a:lnTo>
                <a:lnTo>
                  <a:pt x="1861032" y="142709"/>
                </a:lnTo>
                <a:lnTo>
                  <a:pt x="1857921" y="1428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82264" y="4577079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辐射光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子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84120" y="5451805"/>
            <a:ext cx="2016760" cy="142875"/>
          </a:xfrm>
          <a:custGeom>
            <a:avLst/>
            <a:gdLst/>
            <a:ahLst/>
            <a:cxnLst/>
            <a:rect l="l" t="t" r="r" b="b"/>
            <a:pathLst>
              <a:path w="2016760" h="142875">
                <a:moveTo>
                  <a:pt x="128435" y="142811"/>
                </a:moveTo>
                <a:lnTo>
                  <a:pt x="125323" y="142722"/>
                </a:lnTo>
                <a:lnTo>
                  <a:pt x="122288" y="142036"/>
                </a:lnTo>
                <a:lnTo>
                  <a:pt x="119443" y="140766"/>
                </a:lnTo>
                <a:lnTo>
                  <a:pt x="0" y="72694"/>
                </a:lnTo>
                <a:lnTo>
                  <a:pt x="118059" y="2222"/>
                </a:lnTo>
                <a:lnTo>
                  <a:pt x="120865" y="901"/>
                </a:lnTo>
                <a:lnTo>
                  <a:pt x="123888" y="152"/>
                </a:lnTo>
                <a:lnTo>
                  <a:pt x="127000" y="0"/>
                </a:lnTo>
                <a:lnTo>
                  <a:pt x="130073" y="469"/>
                </a:lnTo>
                <a:lnTo>
                  <a:pt x="142049" y="16662"/>
                </a:lnTo>
                <a:lnTo>
                  <a:pt x="141579" y="19748"/>
                </a:lnTo>
                <a:lnTo>
                  <a:pt x="90059" y="55910"/>
                </a:lnTo>
                <a:lnTo>
                  <a:pt x="31343" y="56502"/>
                </a:lnTo>
                <a:lnTo>
                  <a:pt x="31661" y="88252"/>
                </a:lnTo>
                <a:lnTo>
                  <a:pt x="91423" y="88252"/>
                </a:lnTo>
                <a:lnTo>
                  <a:pt x="135166" y="113182"/>
                </a:lnTo>
                <a:lnTo>
                  <a:pt x="143141" y="125844"/>
                </a:lnTo>
                <a:lnTo>
                  <a:pt x="143065" y="128955"/>
                </a:lnTo>
                <a:lnTo>
                  <a:pt x="131508" y="142290"/>
                </a:lnTo>
                <a:lnTo>
                  <a:pt x="128435" y="142811"/>
                </a:lnTo>
                <a:close/>
              </a:path>
              <a:path w="2016760" h="142875">
                <a:moveTo>
                  <a:pt x="90385" y="87660"/>
                </a:moveTo>
                <a:lnTo>
                  <a:pt x="63006" y="72056"/>
                </a:lnTo>
                <a:lnTo>
                  <a:pt x="90059" y="55910"/>
                </a:lnTo>
                <a:lnTo>
                  <a:pt x="2015959" y="36499"/>
                </a:lnTo>
                <a:lnTo>
                  <a:pt x="2016290" y="68249"/>
                </a:lnTo>
                <a:lnTo>
                  <a:pt x="90385" y="87660"/>
                </a:lnTo>
                <a:close/>
              </a:path>
              <a:path w="2016760" h="142875">
                <a:moveTo>
                  <a:pt x="31661" y="88252"/>
                </a:moveTo>
                <a:lnTo>
                  <a:pt x="31343" y="56502"/>
                </a:lnTo>
                <a:lnTo>
                  <a:pt x="90059" y="55910"/>
                </a:lnTo>
                <a:lnTo>
                  <a:pt x="85577" y="58585"/>
                </a:lnTo>
                <a:lnTo>
                  <a:pt x="39369" y="58585"/>
                </a:lnTo>
                <a:lnTo>
                  <a:pt x="39636" y="86004"/>
                </a:lnTo>
                <a:lnTo>
                  <a:pt x="87479" y="86004"/>
                </a:lnTo>
                <a:lnTo>
                  <a:pt x="90385" y="87660"/>
                </a:lnTo>
                <a:lnTo>
                  <a:pt x="31661" y="88252"/>
                </a:lnTo>
                <a:close/>
              </a:path>
              <a:path w="2016760" h="142875">
                <a:moveTo>
                  <a:pt x="39636" y="86004"/>
                </a:moveTo>
                <a:lnTo>
                  <a:pt x="39369" y="58585"/>
                </a:lnTo>
                <a:lnTo>
                  <a:pt x="63006" y="72056"/>
                </a:lnTo>
                <a:lnTo>
                  <a:pt x="39636" y="86004"/>
                </a:lnTo>
                <a:close/>
              </a:path>
              <a:path w="2016760" h="142875">
                <a:moveTo>
                  <a:pt x="63006" y="72056"/>
                </a:moveTo>
                <a:lnTo>
                  <a:pt x="39369" y="58585"/>
                </a:lnTo>
                <a:lnTo>
                  <a:pt x="85577" y="58585"/>
                </a:lnTo>
                <a:lnTo>
                  <a:pt x="63006" y="72056"/>
                </a:lnTo>
                <a:close/>
              </a:path>
              <a:path w="2016760" h="142875">
                <a:moveTo>
                  <a:pt x="87479" y="86004"/>
                </a:moveTo>
                <a:lnTo>
                  <a:pt x="39636" y="86004"/>
                </a:lnTo>
                <a:lnTo>
                  <a:pt x="63006" y="72056"/>
                </a:lnTo>
                <a:lnTo>
                  <a:pt x="87479" y="86004"/>
                </a:lnTo>
                <a:close/>
              </a:path>
              <a:path w="2016760" h="142875">
                <a:moveTo>
                  <a:pt x="91423" y="88252"/>
                </a:moveTo>
                <a:lnTo>
                  <a:pt x="31661" y="88252"/>
                </a:lnTo>
                <a:lnTo>
                  <a:pt x="90385" y="87660"/>
                </a:lnTo>
                <a:lnTo>
                  <a:pt x="91423" y="8825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886710" y="5476240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吸收光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子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7075" y="1750059"/>
            <a:ext cx="4525645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假说</a:t>
            </a:r>
            <a:r>
              <a:rPr dirty="0" sz="2400" spc="-5">
                <a:latin typeface="华文楷体"/>
                <a:cs typeface="华文楷体"/>
              </a:rPr>
              <a:t>3.</a:t>
            </a:r>
            <a:r>
              <a:rPr dirty="0" sz="2400">
                <a:latin typeface="华文楷体"/>
                <a:cs typeface="华文楷体"/>
              </a:rPr>
              <a:t>频率条件（跃迁假说）：</a:t>
            </a:r>
            <a:endParaRPr sz="2400">
              <a:latin typeface="华文楷体"/>
              <a:cs typeface="华文楷体"/>
            </a:endParaRPr>
          </a:p>
          <a:p>
            <a:pPr algn="r" marR="5080">
              <a:lnSpc>
                <a:spcPct val="100000"/>
              </a:lnSpc>
              <a:spcBef>
                <a:spcPts val="2030"/>
              </a:spcBef>
            </a:pPr>
            <a:r>
              <a:rPr dirty="0" sz="2250">
                <a:latin typeface="Symbol"/>
                <a:cs typeface="Symbol"/>
              </a:rPr>
              <a:t></a:t>
            </a:r>
            <a:r>
              <a:rPr dirty="0" sz="2250" i="1">
                <a:latin typeface="Times New Roman"/>
                <a:cs typeface="Times New Roman"/>
              </a:rPr>
              <a:t>E </a:t>
            </a:r>
            <a:r>
              <a:rPr dirty="0" sz="2250" spc="5">
                <a:latin typeface="Symbol"/>
                <a:cs typeface="Symbol"/>
              </a:rPr>
              <a:t></a:t>
            </a:r>
            <a:r>
              <a:rPr dirty="0" sz="2250" spc="5">
                <a:latin typeface="Times New Roman"/>
                <a:cs typeface="Times New Roman"/>
              </a:rPr>
              <a:t> </a:t>
            </a:r>
            <a:r>
              <a:rPr dirty="0" sz="2250" spc="10" i="1">
                <a:latin typeface="Times New Roman"/>
                <a:cs typeface="Times New Roman"/>
              </a:rPr>
              <a:t>E</a:t>
            </a:r>
            <a:r>
              <a:rPr dirty="0" baseline="-23504" sz="1950" spc="15" i="1">
                <a:latin typeface="Times New Roman"/>
                <a:cs typeface="Times New Roman"/>
              </a:rPr>
              <a:t>n </a:t>
            </a:r>
            <a:r>
              <a:rPr dirty="0" sz="2250" spc="5">
                <a:latin typeface="Symbol"/>
                <a:cs typeface="Symbol"/>
              </a:rPr>
              <a:t></a:t>
            </a:r>
            <a:r>
              <a:rPr dirty="0" sz="2250" spc="-185">
                <a:latin typeface="Times New Roman"/>
                <a:cs typeface="Times New Roman"/>
              </a:rPr>
              <a:t> </a:t>
            </a:r>
            <a:r>
              <a:rPr dirty="0" sz="2250" spc="10" i="1">
                <a:latin typeface="Times New Roman"/>
                <a:cs typeface="Times New Roman"/>
              </a:rPr>
              <a:t>E</a:t>
            </a:r>
            <a:r>
              <a:rPr dirty="0" baseline="-23504" sz="1950" spc="15" i="1">
                <a:latin typeface="Times New Roman"/>
                <a:cs typeface="Times New Roman"/>
              </a:rPr>
              <a:t>m</a:t>
            </a:r>
            <a:endParaRPr baseline="-23504" sz="1950">
              <a:latin typeface="Times New Roman"/>
              <a:cs typeface="Times New Roman"/>
            </a:endParaRPr>
          </a:p>
          <a:p>
            <a:pPr algn="r" marR="464184">
              <a:lnSpc>
                <a:spcPct val="100000"/>
              </a:lnSpc>
              <a:spcBef>
                <a:spcPts val="1980"/>
              </a:spcBef>
            </a:pPr>
            <a:r>
              <a:rPr dirty="0" sz="2250">
                <a:latin typeface="Symbol"/>
                <a:cs typeface="Symbol"/>
              </a:rPr>
              <a:t></a:t>
            </a:r>
            <a:r>
              <a:rPr dirty="0" sz="2250" i="1">
                <a:latin typeface="Times New Roman"/>
                <a:cs typeface="Times New Roman"/>
              </a:rPr>
              <a:t>E </a:t>
            </a:r>
            <a:r>
              <a:rPr dirty="0" sz="2250" spc="5">
                <a:latin typeface="Symbol"/>
                <a:cs typeface="Symbol"/>
              </a:rPr>
              <a:t></a:t>
            </a:r>
            <a:r>
              <a:rPr dirty="0" sz="2250" spc="-125">
                <a:latin typeface="Times New Roman"/>
                <a:cs typeface="Times New Roman"/>
              </a:rPr>
              <a:t> </a:t>
            </a:r>
            <a:r>
              <a:rPr dirty="0" sz="2250" spc="-105" i="1">
                <a:latin typeface="Times New Roman"/>
                <a:cs typeface="Times New Roman"/>
              </a:rPr>
              <a:t>h</a:t>
            </a:r>
            <a:r>
              <a:rPr dirty="0" sz="2350" spc="-105" i="1">
                <a:latin typeface="Symbol"/>
                <a:cs typeface="Symbol"/>
              </a:rPr>
              <a:t></a:t>
            </a:r>
            <a:endParaRPr sz="2350">
              <a:latin typeface="Symbol"/>
              <a:cs typeface="Symbol"/>
            </a:endParaRPr>
          </a:p>
          <a:p>
            <a:pPr algn="r" marR="6350">
              <a:lnSpc>
                <a:spcPct val="100000"/>
              </a:lnSpc>
              <a:spcBef>
                <a:spcPts val="2200"/>
              </a:spcBef>
            </a:pPr>
            <a:r>
              <a:rPr dirty="0" sz="2250" spc="-30" i="1">
                <a:latin typeface="Times New Roman"/>
                <a:cs typeface="Times New Roman"/>
              </a:rPr>
              <a:t>h</a:t>
            </a:r>
            <a:r>
              <a:rPr dirty="0" sz="2350" spc="-30" i="1">
                <a:latin typeface="Symbol"/>
                <a:cs typeface="Symbol"/>
              </a:rPr>
              <a:t></a:t>
            </a:r>
            <a:r>
              <a:rPr dirty="0" sz="2250" spc="-30">
                <a:latin typeface="Symbol"/>
                <a:cs typeface="Symbol"/>
              </a:rPr>
              <a:t></a:t>
            </a:r>
            <a:r>
              <a:rPr dirty="0" sz="2250" spc="-30">
                <a:latin typeface="Times New Roman"/>
                <a:cs typeface="Times New Roman"/>
              </a:rPr>
              <a:t> </a:t>
            </a:r>
            <a:r>
              <a:rPr dirty="0" sz="2250" spc="10" i="1">
                <a:latin typeface="Times New Roman"/>
                <a:cs typeface="Times New Roman"/>
              </a:rPr>
              <a:t>E</a:t>
            </a:r>
            <a:r>
              <a:rPr dirty="0" baseline="-23504" sz="1950" spc="15" i="1">
                <a:latin typeface="Times New Roman"/>
                <a:cs typeface="Times New Roman"/>
              </a:rPr>
              <a:t>n </a:t>
            </a:r>
            <a:r>
              <a:rPr dirty="0" sz="2250" spc="5">
                <a:latin typeface="Symbol"/>
                <a:cs typeface="Symbol"/>
              </a:rPr>
              <a:t></a:t>
            </a:r>
            <a:r>
              <a:rPr dirty="0" sz="2250" spc="-190">
                <a:latin typeface="Times New Roman"/>
                <a:cs typeface="Times New Roman"/>
              </a:rPr>
              <a:t> </a:t>
            </a:r>
            <a:r>
              <a:rPr dirty="0" sz="2250" spc="10" i="1">
                <a:latin typeface="Times New Roman"/>
                <a:cs typeface="Times New Roman"/>
              </a:rPr>
              <a:t>E</a:t>
            </a:r>
            <a:r>
              <a:rPr dirty="0" baseline="-23504" sz="1950" spc="15" i="1">
                <a:latin typeface="Times New Roman"/>
                <a:cs typeface="Times New Roman"/>
              </a:rPr>
              <a:t>m</a:t>
            </a:r>
            <a:endParaRPr baseline="-23504"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51333" y="3543300"/>
            <a:ext cx="1729105" cy="617220"/>
          </a:xfrm>
          <a:custGeom>
            <a:avLst/>
            <a:gdLst/>
            <a:ahLst/>
            <a:cxnLst/>
            <a:rect l="l" t="t" r="r" b="b"/>
            <a:pathLst>
              <a:path w="1729104" h="617220">
                <a:moveTo>
                  <a:pt x="1632640" y="1270"/>
                </a:moveTo>
                <a:lnTo>
                  <a:pt x="96296" y="1270"/>
                </a:lnTo>
                <a:lnTo>
                  <a:pt x="101986" y="0"/>
                </a:lnTo>
                <a:lnTo>
                  <a:pt x="1626951" y="0"/>
                </a:lnTo>
                <a:lnTo>
                  <a:pt x="1632640" y="1270"/>
                </a:lnTo>
                <a:close/>
              </a:path>
              <a:path w="1729104" h="617220">
                <a:moveTo>
                  <a:pt x="1638241" y="615950"/>
                </a:moveTo>
                <a:lnTo>
                  <a:pt x="90695" y="615950"/>
                </a:lnTo>
                <a:lnTo>
                  <a:pt x="85183" y="614679"/>
                </a:lnTo>
                <a:lnTo>
                  <a:pt x="79786" y="612139"/>
                </a:lnTo>
                <a:lnTo>
                  <a:pt x="74503" y="610870"/>
                </a:lnTo>
                <a:lnTo>
                  <a:pt x="69334" y="608329"/>
                </a:lnTo>
                <a:lnTo>
                  <a:pt x="64292" y="607060"/>
                </a:lnTo>
                <a:lnTo>
                  <a:pt x="59390" y="604520"/>
                </a:lnTo>
                <a:lnTo>
                  <a:pt x="54627" y="601979"/>
                </a:lnTo>
                <a:lnTo>
                  <a:pt x="50017" y="598170"/>
                </a:lnTo>
                <a:lnTo>
                  <a:pt x="45559" y="595629"/>
                </a:lnTo>
                <a:lnTo>
                  <a:pt x="19334" y="567689"/>
                </a:lnTo>
                <a:lnTo>
                  <a:pt x="16375" y="562610"/>
                </a:lnTo>
                <a:lnTo>
                  <a:pt x="13644" y="558800"/>
                </a:lnTo>
                <a:lnTo>
                  <a:pt x="3484" y="532129"/>
                </a:lnTo>
                <a:lnTo>
                  <a:pt x="2214" y="527050"/>
                </a:lnTo>
                <a:lnTo>
                  <a:pt x="1224" y="521970"/>
                </a:lnTo>
                <a:lnTo>
                  <a:pt x="500" y="515620"/>
                </a:lnTo>
                <a:lnTo>
                  <a:pt x="55" y="510539"/>
                </a:lnTo>
                <a:lnTo>
                  <a:pt x="0" y="109220"/>
                </a:lnTo>
                <a:lnTo>
                  <a:pt x="55" y="106679"/>
                </a:lnTo>
                <a:lnTo>
                  <a:pt x="500" y="101600"/>
                </a:lnTo>
                <a:lnTo>
                  <a:pt x="1224" y="95250"/>
                </a:lnTo>
                <a:lnTo>
                  <a:pt x="2214" y="90170"/>
                </a:lnTo>
                <a:lnTo>
                  <a:pt x="3484" y="85089"/>
                </a:lnTo>
                <a:lnTo>
                  <a:pt x="5021" y="78739"/>
                </a:lnTo>
                <a:lnTo>
                  <a:pt x="16375" y="54610"/>
                </a:lnTo>
                <a:lnTo>
                  <a:pt x="19334" y="49529"/>
                </a:lnTo>
                <a:lnTo>
                  <a:pt x="45559" y="21589"/>
                </a:lnTo>
                <a:lnTo>
                  <a:pt x="50017" y="19050"/>
                </a:lnTo>
                <a:lnTo>
                  <a:pt x="54627" y="15239"/>
                </a:lnTo>
                <a:lnTo>
                  <a:pt x="59390" y="12700"/>
                </a:lnTo>
                <a:lnTo>
                  <a:pt x="64292" y="10160"/>
                </a:lnTo>
                <a:lnTo>
                  <a:pt x="69334" y="8889"/>
                </a:lnTo>
                <a:lnTo>
                  <a:pt x="74503" y="6350"/>
                </a:lnTo>
                <a:lnTo>
                  <a:pt x="79786" y="5079"/>
                </a:lnTo>
                <a:lnTo>
                  <a:pt x="85183" y="2539"/>
                </a:lnTo>
                <a:lnTo>
                  <a:pt x="90695" y="1270"/>
                </a:lnTo>
                <a:lnTo>
                  <a:pt x="1638241" y="1270"/>
                </a:lnTo>
                <a:lnTo>
                  <a:pt x="1643753" y="2539"/>
                </a:lnTo>
                <a:lnTo>
                  <a:pt x="1649150" y="5079"/>
                </a:lnTo>
                <a:lnTo>
                  <a:pt x="1654434" y="6350"/>
                </a:lnTo>
                <a:lnTo>
                  <a:pt x="1659602" y="8889"/>
                </a:lnTo>
                <a:lnTo>
                  <a:pt x="1664644" y="10160"/>
                </a:lnTo>
                <a:lnTo>
                  <a:pt x="1669547" y="12700"/>
                </a:lnTo>
                <a:lnTo>
                  <a:pt x="1674309" y="15239"/>
                </a:lnTo>
                <a:lnTo>
                  <a:pt x="1678919" y="19050"/>
                </a:lnTo>
                <a:lnTo>
                  <a:pt x="1683377" y="21589"/>
                </a:lnTo>
                <a:lnTo>
                  <a:pt x="1687669" y="25400"/>
                </a:lnTo>
                <a:lnTo>
                  <a:pt x="1691784" y="29210"/>
                </a:lnTo>
                <a:lnTo>
                  <a:pt x="1694417" y="31750"/>
                </a:lnTo>
                <a:lnTo>
                  <a:pt x="101478" y="31750"/>
                </a:lnTo>
                <a:lnTo>
                  <a:pt x="96664" y="33020"/>
                </a:lnTo>
                <a:lnTo>
                  <a:pt x="93477" y="33020"/>
                </a:lnTo>
                <a:lnTo>
                  <a:pt x="88841" y="34289"/>
                </a:lnTo>
                <a:lnTo>
                  <a:pt x="89590" y="34289"/>
                </a:lnTo>
                <a:lnTo>
                  <a:pt x="87317" y="35560"/>
                </a:lnTo>
                <a:lnTo>
                  <a:pt x="85780" y="35560"/>
                </a:lnTo>
                <a:lnTo>
                  <a:pt x="83558" y="36829"/>
                </a:lnTo>
                <a:lnTo>
                  <a:pt x="82059" y="36829"/>
                </a:lnTo>
                <a:lnTo>
                  <a:pt x="77729" y="39370"/>
                </a:lnTo>
                <a:lnTo>
                  <a:pt x="78427" y="39370"/>
                </a:lnTo>
                <a:lnTo>
                  <a:pt x="74211" y="40639"/>
                </a:lnTo>
                <a:lnTo>
                  <a:pt x="74884" y="40639"/>
                </a:lnTo>
                <a:lnTo>
                  <a:pt x="70782" y="43179"/>
                </a:lnTo>
                <a:lnTo>
                  <a:pt x="71442" y="43179"/>
                </a:lnTo>
                <a:lnTo>
                  <a:pt x="69461" y="44450"/>
                </a:lnTo>
                <a:lnTo>
                  <a:pt x="68102" y="44450"/>
                </a:lnTo>
                <a:lnTo>
                  <a:pt x="64267" y="46989"/>
                </a:lnTo>
                <a:lnTo>
                  <a:pt x="64876" y="46989"/>
                </a:lnTo>
                <a:lnTo>
                  <a:pt x="61180" y="49529"/>
                </a:lnTo>
                <a:lnTo>
                  <a:pt x="61777" y="49529"/>
                </a:lnTo>
                <a:lnTo>
                  <a:pt x="58221" y="52070"/>
                </a:lnTo>
                <a:lnTo>
                  <a:pt x="58780" y="52070"/>
                </a:lnTo>
                <a:lnTo>
                  <a:pt x="56520" y="54610"/>
                </a:lnTo>
                <a:lnTo>
                  <a:pt x="55923" y="54610"/>
                </a:lnTo>
                <a:lnTo>
                  <a:pt x="53764" y="57150"/>
                </a:lnTo>
                <a:lnTo>
                  <a:pt x="53192" y="57150"/>
                </a:lnTo>
                <a:lnTo>
                  <a:pt x="50119" y="60960"/>
                </a:lnTo>
                <a:lnTo>
                  <a:pt x="50601" y="60960"/>
                </a:lnTo>
                <a:lnTo>
                  <a:pt x="48671" y="63500"/>
                </a:lnTo>
                <a:lnTo>
                  <a:pt x="48150" y="63500"/>
                </a:lnTo>
                <a:lnTo>
                  <a:pt x="45432" y="67310"/>
                </a:lnTo>
                <a:lnTo>
                  <a:pt x="45852" y="67310"/>
                </a:lnTo>
                <a:lnTo>
                  <a:pt x="44158" y="69850"/>
                </a:lnTo>
                <a:lnTo>
                  <a:pt x="43705" y="69850"/>
                </a:lnTo>
                <a:lnTo>
                  <a:pt x="41943" y="73660"/>
                </a:lnTo>
                <a:lnTo>
                  <a:pt x="41724" y="73660"/>
                </a:lnTo>
                <a:lnTo>
                  <a:pt x="39565" y="77470"/>
                </a:lnTo>
                <a:lnTo>
                  <a:pt x="39895" y="77470"/>
                </a:lnTo>
                <a:lnTo>
                  <a:pt x="37939" y="81279"/>
                </a:lnTo>
                <a:lnTo>
                  <a:pt x="38244" y="81279"/>
                </a:lnTo>
                <a:lnTo>
                  <a:pt x="36492" y="85089"/>
                </a:lnTo>
                <a:lnTo>
                  <a:pt x="36758" y="85089"/>
                </a:lnTo>
                <a:lnTo>
                  <a:pt x="35222" y="88900"/>
                </a:lnTo>
                <a:lnTo>
                  <a:pt x="35463" y="88900"/>
                </a:lnTo>
                <a:lnTo>
                  <a:pt x="34142" y="92710"/>
                </a:lnTo>
                <a:lnTo>
                  <a:pt x="34333" y="92710"/>
                </a:lnTo>
                <a:lnTo>
                  <a:pt x="33240" y="96520"/>
                </a:lnTo>
                <a:lnTo>
                  <a:pt x="33406" y="96520"/>
                </a:lnTo>
                <a:lnTo>
                  <a:pt x="32542" y="100329"/>
                </a:lnTo>
                <a:lnTo>
                  <a:pt x="32202" y="104139"/>
                </a:lnTo>
                <a:lnTo>
                  <a:pt x="31837" y="107950"/>
                </a:lnTo>
                <a:lnTo>
                  <a:pt x="31761" y="109220"/>
                </a:lnTo>
                <a:lnTo>
                  <a:pt x="31742" y="508000"/>
                </a:lnTo>
                <a:lnTo>
                  <a:pt x="32123" y="513079"/>
                </a:lnTo>
                <a:lnTo>
                  <a:pt x="32669" y="516889"/>
                </a:lnTo>
                <a:lnTo>
                  <a:pt x="33406" y="520700"/>
                </a:lnTo>
                <a:lnTo>
                  <a:pt x="33240" y="520700"/>
                </a:lnTo>
                <a:lnTo>
                  <a:pt x="34333" y="524510"/>
                </a:lnTo>
                <a:lnTo>
                  <a:pt x="34142" y="524510"/>
                </a:lnTo>
                <a:lnTo>
                  <a:pt x="35463" y="528320"/>
                </a:lnTo>
                <a:lnTo>
                  <a:pt x="35222" y="528320"/>
                </a:lnTo>
                <a:lnTo>
                  <a:pt x="36758" y="532129"/>
                </a:lnTo>
                <a:lnTo>
                  <a:pt x="36492" y="532129"/>
                </a:lnTo>
                <a:lnTo>
                  <a:pt x="38244" y="535939"/>
                </a:lnTo>
                <a:lnTo>
                  <a:pt x="37939" y="535939"/>
                </a:lnTo>
                <a:lnTo>
                  <a:pt x="39895" y="539750"/>
                </a:lnTo>
                <a:lnTo>
                  <a:pt x="39565" y="539750"/>
                </a:lnTo>
                <a:lnTo>
                  <a:pt x="41724" y="543560"/>
                </a:lnTo>
                <a:lnTo>
                  <a:pt x="41943" y="543560"/>
                </a:lnTo>
                <a:lnTo>
                  <a:pt x="43705" y="547370"/>
                </a:lnTo>
                <a:lnTo>
                  <a:pt x="44158" y="547370"/>
                </a:lnTo>
                <a:lnTo>
                  <a:pt x="45852" y="549910"/>
                </a:lnTo>
                <a:lnTo>
                  <a:pt x="45432" y="549910"/>
                </a:lnTo>
                <a:lnTo>
                  <a:pt x="48150" y="553720"/>
                </a:lnTo>
                <a:lnTo>
                  <a:pt x="48671" y="553720"/>
                </a:lnTo>
                <a:lnTo>
                  <a:pt x="50601" y="556260"/>
                </a:lnTo>
                <a:lnTo>
                  <a:pt x="50119" y="556260"/>
                </a:lnTo>
                <a:lnTo>
                  <a:pt x="53192" y="560070"/>
                </a:lnTo>
                <a:lnTo>
                  <a:pt x="53764" y="560070"/>
                </a:lnTo>
                <a:lnTo>
                  <a:pt x="55923" y="562610"/>
                </a:lnTo>
                <a:lnTo>
                  <a:pt x="56520" y="562610"/>
                </a:lnTo>
                <a:lnTo>
                  <a:pt x="58780" y="565150"/>
                </a:lnTo>
                <a:lnTo>
                  <a:pt x="58221" y="565150"/>
                </a:lnTo>
                <a:lnTo>
                  <a:pt x="61777" y="567689"/>
                </a:lnTo>
                <a:lnTo>
                  <a:pt x="61180" y="567689"/>
                </a:lnTo>
                <a:lnTo>
                  <a:pt x="64876" y="570229"/>
                </a:lnTo>
                <a:lnTo>
                  <a:pt x="64267" y="570229"/>
                </a:lnTo>
                <a:lnTo>
                  <a:pt x="68102" y="572770"/>
                </a:lnTo>
                <a:lnTo>
                  <a:pt x="69461" y="572770"/>
                </a:lnTo>
                <a:lnTo>
                  <a:pt x="71442" y="574039"/>
                </a:lnTo>
                <a:lnTo>
                  <a:pt x="70782" y="574039"/>
                </a:lnTo>
                <a:lnTo>
                  <a:pt x="74884" y="576579"/>
                </a:lnTo>
                <a:lnTo>
                  <a:pt x="74211" y="576579"/>
                </a:lnTo>
                <a:lnTo>
                  <a:pt x="78427" y="577850"/>
                </a:lnTo>
                <a:lnTo>
                  <a:pt x="77729" y="577850"/>
                </a:lnTo>
                <a:lnTo>
                  <a:pt x="82059" y="580389"/>
                </a:lnTo>
                <a:lnTo>
                  <a:pt x="83558" y="580389"/>
                </a:lnTo>
                <a:lnTo>
                  <a:pt x="85780" y="581660"/>
                </a:lnTo>
                <a:lnTo>
                  <a:pt x="87317" y="581660"/>
                </a:lnTo>
                <a:lnTo>
                  <a:pt x="89590" y="582929"/>
                </a:lnTo>
                <a:lnTo>
                  <a:pt x="88841" y="582929"/>
                </a:lnTo>
                <a:lnTo>
                  <a:pt x="93477" y="584200"/>
                </a:lnTo>
                <a:lnTo>
                  <a:pt x="96664" y="584200"/>
                </a:lnTo>
                <a:lnTo>
                  <a:pt x="101478" y="585470"/>
                </a:lnTo>
                <a:lnTo>
                  <a:pt x="1694417" y="585470"/>
                </a:lnTo>
                <a:lnTo>
                  <a:pt x="1691784" y="588010"/>
                </a:lnTo>
                <a:lnTo>
                  <a:pt x="1687669" y="591820"/>
                </a:lnTo>
                <a:lnTo>
                  <a:pt x="1683377" y="595629"/>
                </a:lnTo>
                <a:lnTo>
                  <a:pt x="1678919" y="598170"/>
                </a:lnTo>
                <a:lnTo>
                  <a:pt x="1674309" y="601979"/>
                </a:lnTo>
                <a:lnTo>
                  <a:pt x="1669547" y="604520"/>
                </a:lnTo>
                <a:lnTo>
                  <a:pt x="1664644" y="607060"/>
                </a:lnTo>
                <a:lnTo>
                  <a:pt x="1659602" y="608329"/>
                </a:lnTo>
                <a:lnTo>
                  <a:pt x="1654434" y="610870"/>
                </a:lnTo>
                <a:lnTo>
                  <a:pt x="1649150" y="612139"/>
                </a:lnTo>
                <a:lnTo>
                  <a:pt x="1643753" y="614679"/>
                </a:lnTo>
                <a:lnTo>
                  <a:pt x="1638241" y="615950"/>
                </a:lnTo>
                <a:close/>
              </a:path>
              <a:path w="1729104" h="617220">
                <a:moveTo>
                  <a:pt x="1643893" y="36829"/>
                </a:moveTo>
                <a:lnTo>
                  <a:pt x="1639346" y="34289"/>
                </a:lnTo>
                <a:lnTo>
                  <a:pt x="1640095" y="34289"/>
                </a:lnTo>
                <a:lnTo>
                  <a:pt x="1635460" y="33020"/>
                </a:lnTo>
                <a:lnTo>
                  <a:pt x="1632272" y="33020"/>
                </a:lnTo>
                <a:lnTo>
                  <a:pt x="1627459" y="31750"/>
                </a:lnTo>
                <a:lnTo>
                  <a:pt x="1694417" y="31750"/>
                </a:lnTo>
                <a:lnTo>
                  <a:pt x="1695734" y="33020"/>
                </a:lnTo>
                <a:lnTo>
                  <a:pt x="1698240" y="35560"/>
                </a:lnTo>
                <a:lnTo>
                  <a:pt x="1643156" y="35560"/>
                </a:lnTo>
                <a:lnTo>
                  <a:pt x="1643893" y="36829"/>
                </a:lnTo>
                <a:close/>
              </a:path>
              <a:path w="1729104" h="617220">
                <a:moveTo>
                  <a:pt x="92715" y="34289"/>
                </a:moveTo>
                <a:lnTo>
                  <a:pt x="93477" y="33020"/>
                </a:lnTo>
                <a:lnTo>
                  <a:pt x="97439" y="33020"/>
                </a:lnTo>
                <a:lnTo>
                  <a:pt x="92715" y="34289"/>
                </a:lnTo>
                <a:close/>
              </a:path>
              <a:path w="1729104" h="617220">
                <a:moveTo>
                  <a:pt x="1636222" y="34289"/>
                </a:moveTo>
                <a:lnTo>
                  <a:pt x="1631497" y="33020"/>
                </a:lnTo>
                <a:lnTo>
                  <a:pt x="1635460" y="33020"/>
                </a:lnTo>
                <a:lnTo>
                  <a:pt x="1636222" y="34289"/>
                </a:lnTo>
                <a:close/>
              </a:path>
              <a:path w="1729104" h="617220">
                <a:moveTo>
                  <a:pt x="85044" y="36829"/>
                </a:moveTo>
                <a:lnTo>
                  <a:pt x="85780" y="35560"/>
                </a:lnTo>
                <a:lnTo>
                  <a:pt x="87317" y="35560"/>
                </a:lnTo>
                <a:lnTo>
                  <a:pt x="85044" y="36829"/>
                </a:lnTo>
                <a:close/>
              </a:path>
              <a:path w="1729104" h="617220">
                <a:moveTo>
                  <a:pt x="1647601" y="38100"/>
                </a:moveTo>
                <a:lnTo>
                  <a:pt x="1643156" y="35560"/>
                </a:lnTo>
                <a:lnTo>
                  <a:pt x="1698240" y="35560"/>
                </a:lnTo>
                <a:lnTo>
                  <a:pt x="1699493" y="36829"/>
                </a:lnTo>
                <a:lnTo>
                  <a:pt x="1646877" y="36829"/>
                </a:lnTo>
                <a:lnTo>
                  <a:pt x="1647601" y="38100"/>
                </a:lnTo>
                <a:close/>
              </a:path>
              <a:path w="1729104" h="617220">
                <a:moveTo>
                  <a:pt x="81335" y="38100"/>
                </a:moveTo>
                <a:lnTo>
                  <a:pt x="82059" y="36829"/>
                </a:lnTo>
                <a:lnTo>
                  <a:pt x="83558" y="36829"/>
                </a:lnTo>
                <a:lnTo>
                  <a:pt x="81335" y="38100"/>
                </a:lnTo>
                <a:close/>
              </a:path>
              <a:path w="1729104" h="617220">
                <a:moveTo>
                  <a:pt x="1661457" y="45720"/>
                </a:moveTo>
                <a:lnTo>
                  <a:pt x="1657494" y="43179"/>
                </a:lnTo>
                <a:lnTo>
                  <a:pt x="1658155" y="43179"/>
                </a:lnTo>
                <a:lnTo>
                  <a:pt x="1654053" y="40639"/>
                </a:lnTo>
                <a:lnTo>
                  <a:pt x="1654726" y="40639"/>
                </a:lnTo>
                <a:lnTo>
                  <a:pt x="1650509" y="39370"/>
                </a:lnTo>
                <a:lnTo>
                  <a:pt x="1651208" y="39370"/>
                </a:lnTo>
                <a:lnTo>
                  <a:pt x="1646877" y="36829"/>
                </a:lnTo>
                <a:lnTo>
                  <a:pt x="1699493" y="36829"/>
                </a:lnTo>
                <a:lnTo>
                  <a:pt x="1703062" y="40639"/>
                </a:lnTo>
                <a:lnTo>
                  <a:pt x="1706440" y="44450"/>
                </a:lnTo>
                <a:lnTo>
                  <a:pt x="1660834" y="44450"/>
                </a:lnTo>
                <a:lnTo>
                  <a:pt x="1661457" y="45720"/>
                </a:lnTo>
                <a:close/>
              </a:path>
              <a:path w="1729104" h="617220">
                <a:moveTo>
                  <a:pt x="67480" y="45720"/>
                </a:moveTo>
                <a:lnTo>
                  <a:pt x="68102" y="44450"/>
                </a:lnTo>
                <a:lnTo>
                  <a:pt x="69461" y="44450"/>
                </a:lnTo>
                <a:lnTo>
                  <a:pt x="67480" y="45720"/>
                </a:lnTo>
                <a:close/>
              </a:path>
              <a:path w="1729104" h="617220">
                <a:moveTo>
                  <a:pt x="1673547" y="55879"/>
                </a:moveTo>
                <a:lnTo>
                  <a:pt x="1670156" y="52070"/>
                </a:lnTo>
                <a:lnTo>
                  <a:pt x="1670715" y="52070"/>
                </a:lnTo>
                <a:lnTo>
                  <a:pt x="1667159" y="49529"/>
                </a:lnTo>
                <a:lnTo>
                  <a:pt x="1667756" y="49529"/>
                </a:lnTo>
                <a:lnTo>
                  <a:pt x="1664060" y="46989"/>
                </a:lnTo>
                <a:lnTo>
                  <a:pt x="1664670" y="46989"/>
                </a:lnTo>
                <a:lnTo>
                  <a:pt x="1660834" y="44450"/>
                </a:lnTo>
                <a:lnTo>
                  <a:pt x="1706440" y="44450"/>
                </a:lnTo>
                <a:lnTo>
                  <a:pt x="1709602" y="49529"/>
                </a:lnTo>
                <a:lnTo>
                  <a:pt x="1712561" y="54610"/>
                </a:lnTo>
                <a:lnTo>
                  <a:pt x="1673014" y="54610"/>
                </a:lnTo>
                <a:lnTo>
                  <a:pt x="1673547" y="55879"/>
                </a:lnTo>
                <a:close/>
              </a:path>
              <a:path w="1729104" h="617220">
                <a:moveTo>
                  <a:pt x="55389" y="55879"/>
                </a:moveTo>
                <a:lnTo>
                  <a:pt x="55923" y="54610"/>
                </a:lnTo>
                <a:lnTo>
                  <a:pt x="56520" y="54610"/>
                </a:lnTo>
                <a:lnTo>
                  <a:pt x="55389" y="55879"/>
                </a:lnTo>
                <a:close/>
              </a:path>
              <a:path w="1729104" h="617220">
                <a:moveTo>
                  <a:pt x="1676252" y="58420"/>
                </a:moveTo>
                <a:lnTo>
                  <a:pt x="1673014" y="54610"/>
                </a:lnTo>
                <a:lnTo>
                  <a:pt x="1712561" y="54610"/>
                </a:lnTo>
                <a:lnTo>
                  <a:pt x="1714382" y="57150"/>
                </a:lnTo>
                <a:lnTo>
                  <a:pt x="1675744" y="57150"/>
                </a:lnTo>
                <a:lnTo>
                  <a:pt x="1676252" y="58420"/>
                </a:lnTo>
                <a:close/>
              </a:path>
              <a:path w="1729104" h="617220">
                <a:moveTo>
                  <a:pt x="52684" y="58420"/>
                </a:moveTo>
                <a:lnTo>
                  <a:pt x="53192" y="57150"/>
                </a:lnTo>
                <a:lnTo>
                  <a:pt x="53764" y="57150"/>
                </a:lnTo>
                <a:lnTo>
                  <a:pt x="52684" y="58420"/>
                </a:lnTo>
                <a:close/>
              </a:path>
              <a:path w="1729104" h="617220">
                <a:moveTo>
                  <a:pt x="1681231" y="64770"/>
                </a:moveTo>
                <a:lnTo>
                  <a:pt x="1678335" y="60960"/>
                </a:lnTo>
                <a:lnTo>
                  <a:pt x="1678818" y="60960"/>
                </a:lnTo>
                <a:lnTo>
                  <a:pt x="1675744" y="57150"/>
                </a:lnTo>
                <a:lnTo>
                  <a:pt x="1714382" y="57150"/>
                </a:lnTo>
                <a:lnTo>
                  <a:pt x="1715292" y="58420"/>
                </a:lnTo>
                <a:lnTo>
                  <a:pt x="1717807" y="63500"/>
                </a:lnTo>
                <a:lnTo>
                  <a:pt x="1680786" y="63500"/>
                </a:lnTo>
                <a:lnTo>
                  <a:pt x="1681231" y="64770"/>
                </a:lnTo>
                <a:close/>
              </a:path>
              <a:path w="1729104" h="617220">
                <a:moveTo>
                  <a:pt x="47706" y="64770"/>
                </a:moveTo>
                <a:lnTo>
                  <a:pt x="48150" y="63500"/>
                </a:lnTo>
                <a:lnTo>
                  <a:pt x="48671" y="63500"/>
                </a:lnTo>
                <a:lnTo>
                  <a:pt x="47706" y="64770"/>
                </a:lnTo>
                <a:close/>
              </a:path>
              <a:path w="1729104" h="617220">
                <a:moveTo>
                  <a:pt x="1685625" y="71120"/>
                </a:moveTo>
                <a:lnTo>
                  <a:pt x="1683085" y="67310"/>
                </a:lnTo>
                <a:lnTo>
                  <a:pt x="1683504" y="67310"/>
                </a:lnTo>
                <a:lnTo>
                  <a:pt x="1680786" y="63500"/>
                </a:lnTo>
                <a:lnTo>
                  <a:pt x="1717807" y="63500"/>
                </a:lnTo>
                <a:lnTo>
                  <a:pt x="1720093" y="68579"/>
                </a:lnTo>
                <a:lnTo>
                  <a:pt x="1720601" y="69850"/>
                </a:lnTo>
                <a:lnTo>
                  <a:pt x="1685231" y="69850"/>
                </a:lnTo>
                <a:lnTo>
                  <a:pt x="1685625" y="71120"/>
                </a:lnTo>
                <a:close/>
              </a:path>
              <a:path w="1729104" h="617220">
                <a:moveTo>
                  <a:pt x="43312" y="71120"/>
                </a:moveTo>
                <a:lnTo>
                  <a:pt x="43705" y="69850"/>
                </a:lnTo>
                <a:lnTo>
                  <a:pt x="44158" y="69850"/>
                </a:lnTo>
                <a:lnTo>
                  <a:pt x="43312" y="71120"/>
                </a:lnTo>
                <a:close/>
              </a:path>
              <a:path w="1729104" h="617220">
                <a:moveTo>
                  <a:pt x="1687581" y="74929"/>
                </a:moveTo>
                <a:lnTo>
                  <a:pt x="1685231" y="69850"/>
                </a:lnTo>
                <a:lnTo>
                  <a:pt x="1720601" y="69850"/>
                </a:lnTo>
                <a:lnTo>
                  <a:pt x="1722125" y="73660"/>
                </a:lnTo>
                <a:lnTo>
                  <a:pt x="1687212" y="73660"/>
                </a:lnTo>
                <a:lnTo>
                  <a:pt x="1687581" y="74929"/>
                </a:lnTo>
                <a:close/>
              </a:path>
              <a:path w="1729104" h="617220">
                <a:moveTo>
                  <a:pt x="41356" y="74929"/>
                </a:moveTo>
                <a:lnTo>
                  <a:pt x="41724" y="73660"/>
                </a:lnTo>
                <a:lnTo>
                  <a:pt x="41943" y="73660"/>
                </a:lnTo>
                <a:lnTo>
                  <a:pt x="41356" y="74929"/>
                </a:lnTo>
                <a:close/>
              </a:path>
              <a:path w="1729104" h="617220">
                <a:moveTo>
                  <a:pt x="1728937" y="109220"/>
                </a:moveTo>
                <a:lnTo>
                  <a:pt x="1697194" y="109220"/>
                </a:lnTo>
                <a:lnTo>
                  <a:pt x="1697144" y="107950"/>
                </a:lnTo>
                <a:lnTo>
                  <a:pt x="1696813" y="104139"/>
                </a:lnTo>
                <a:lnTo>
                  <a:pt x="1696267" y="100329"/>
                </a:lnTo>
                <a:lnTo>
                  <a:pt x="1695531" y="96520"/>
                </a:lnTo>
                <a:lnTo>
                  <a:pt x="1695696" y="96520"/>
                </a:lnTo>
                <a:lnTo>
                  <a:pt x="1694604" y="92710"/>
                </a:lnTo>
                <a:lnTo>
                  <a:pt x="1694794" y="92710"/>
                </a:lnTo>
                <a:lnTo>
                  <a:pt x="1693473" y="88900"/>
                </a:lnTo>
                <a:lnTo>
                  <a:pt x="1693715" y="88900"/>
                </a:lnTo>
                <a:lnTo>
                  <a:pt x="1692178" y="85089"/>
                </a:lnTo>
                <a:lnTo>
                  <a:pt x="1692445" y="85089"/>
                </a:lnTo>
                <a:lnTo>
                  <a:pt x="1690692" y="81279"/>
                </a:lnTo>
                <a:lnTo>
                  <a:pt x="1690997" y="81279"/>
                </a:lnTo>
                <a:lnTo>
                  <a:pt x="1689041" y="77470"/>
                </a:lnTo>
                <a:lnTo>
                  <a:pt x="1689371" y="77470"/>
                </a:lnTo>
                <a:lnTo>
                  <a:pt x="1687212" y="73660"/>
                </a:lnTo>
                <a:lnTo>
                  <a:pt x="1722125" y="73660"/>
                </a:lnTo>
                <a:lnTo>
                  <a:pt x="1723915" y="78739"/>
                </a:lnTo>
                <a:lnTo>
                  <a:pt x="1725452" y="85089"/>
                </a:lnTo>
                <a:lnTo>
                  <a:pt x="1726722" y="90170"/>
                </a:lnTo>
                <a:lnTo>
                  <a:pt x="1727713" y="95250"/>
                </a:lnTo>
                <a:lnTo>
                  <a:pt x="1728436" y="101600"/>
                </a:lnTo>
                <a:lnTo>
                  <a:pt x="1728881" y="106679"/>
                </a:lnTo>
                <a:lnTo>
                  <a:pt x="1728937" y="109220"/>
                </a:lnTo>
                <a:close/>
              </a:path>
              <a:path w="1729104" h="617220">
                <a:moveTo>
                  <a:pt x="32047" y="105410"/>
                </a:moveTo>
                <a:lnTo>
                  <a:pt x="32123" y="104139"/>
                </a:lnTo>
                <a:lnTo>
                  <a:pt x="32047" y="105410"/>
                </a:lnTo>
                <a:close/>
              </a:path>
              <a:path w="1729104" h="617220">
                <a:moveTo>
                  <a:pt x="1696890" y="105410"/>
                </a:moveTo>
                <a:lnTo>
                  <a:pt x="1696734" y="104139"/>
                </a:lnTo>
                <a:lnTo>
                  <a:pt x="1696890" y="105410"/>
                </a:lnTo>
                <a:close/>
              </a:path>
              <a:path w="1729104" h="617220">
                <a:moveTo>
                  <a:pt x="31770" y="108838"/>
                </a:moveTo>
                <a:lnTo>
                  <a:pt x="31793" y="107950"/>
                </a:lnTo>
                <a:lnTo>
                  <a:pt x="31770" y="108838"/>
                </a:lnTo>
                <a:close/>
              </a:path>
              <a:path w="1729104" h="617220">
                <a:moveTo>
                  <a:pt x="1697166" y="108838"/>
                </a:moveTo>
                <a:lnTo>
                  <a:pt x="1697099" y="107950"/>
                </a:lnTo>
                <a:lnTo>
                  <a:pt x="1697166" y="108838"/>
                </a:lnTo>
                <a:close/>
              </a:path>
              <a:path w="1729104" h="617220">
                <a:moveTo>
                  <a:pt x="31761" y="109220"/>
                </a:moveTo>
                <a:lnTo>
                  <a:pt x="31770" y="108838"/>
                </a:lnTo>
                <a:lnTo>
                  <a:pt x="31761" y="109220"/>
                </a:lnTo>
                <a:close/>
              </a:path>
              <a:path w="1729104" h="617220">
                <a:moveTo>
                  <a:pt x="1728909" y="509270"/>
                </a:moveTo>
                <a:lnTo>
                  <a:pt x="1697144" y="509270"/>
                </a:lnTo>
                <a:lnTo>
                  <a:pt x="1697194" y="508000"/>
                </a:lnTo>
                <a:lnTo>
                  <a:pt x="1697166" y="108838"/>
                </a:lnTo>
                <a:lnTo>
                  <a:pt x="1697194" y="109220"/>
                </a:lnTo>
                <a:lnTo>
                  <a:pt x="1728937" y="109220"/>
                </a:lnTo>
                <a:lnTo>
                  <a:pt x="1728909" y="509270"/>
                </a:lnTo>
                <a:close/>
              </a:path>
              <a:path w="1729104" h="617220">
                <a:moveTo>
                  <a:pt x="31770" y="508381"/>
                </a:moveTo>
                <a:lnTo>
                  <a:pt x="31742" y="508000"/>
                </a:lnTo>
                <a:lnTo>
                  <a:pt x="31770" y="508381"/>
                </a:lnTo>
                <a:close/>
              </a:path>
              <a:path w="1729104" h="617220">
                <a:moveTo>
                  <a:pt x="1697166" y="508381"/>
                </a:moveTo>
                <a:lnTo>
                  <a:pt x="1697175" y="508000"/>
                </a:lnTo>
                <a:lnTo>
                  <a:pt x="1697166" y="508381"/>
                </a:lnTo>
                <a:close/>
              </a:path>
              <a:path w="1729104" h="617220">
                <a:moveTo>
                  <a:pt x="31837" y="509270"/>
                </a:moveTo>
                <a:lnTo>
                  <a:pt x="31770" y="508381"/>
                </a:lnTo>
                <a:lnTo>
                  <a:pt x="31837" y="509270"/>
                </a:lnTo>
                <a:close/>
              </a:path>
              <a:path w="1729104" h="617220">
                <a:moveTo>
                  <a:pt x="1728659" y="513079"/>
                </a:moveTo>
                <a:lnTo>
                  <a:pt x="1696813" y="513079"/>
                </a:lnTo>
                <a:lnTo>
                  <a:pt x="1697166" y="508381"/>
                </a:lnTo>
                <a:lnTo>
                  <a:pt x="1697144" y="509270"/>
                </a:lnTo>
                <a:lnTo>
                  <a:pt x="1728909" y="509270"/>
                </a:lnTo>
                <a:lnTo>
                  <a:pt x="1728881" y="510539"/>
                </a:lnTo>
                <a:lnTo>
                  <a:pt x="1728659" y="513079"/>
                </a:lnTo>
                <a:close/>
              </a:path>
              <a:path w="1729104" h="617220">
                <a:moveTo>
                  <a:pt x="32202" y="513079"/>
                </a:moveTo>
                <a:lnTo>
                  <a:pt x="32047" y="511810"/>
                </a:lnTo>
                <a:lnTo>
                  <a:pt x="32202" y="513079"/>
                </a:lnTo>
                <a:close/>
              </a:path>
              <a:path w="1729104" h="617220">
                <a:moveTo>
                  <a:pt x="1722125" y="543560"/>
                </a:moveTo>
                <a:lnTo>
                  <a:pt x="1687212" y="543560"/>
                </a:lnTo>
                <a:lnTo>
                  <a:pt x="1689371" y="539750"/>
                </a:lnTo>
                <a:lnTo>
                  <a:pt x="1689041" y="539750"/>
                </a:lnTo>
                <a:lnTo>
                  <a:pt x="1690997" y="535939"/>
                </a:lnTo>
                <a:lnTo>
                  <a:pt x="1690692" y="535939"/>
                </a:lnTo>
                <a:lnTo>
                  <a:pt x="1692445" y="532129"/>
                </a:lnTo>
                <a:lnTo>
                  <a:pt x="1692178" y="532129"/>
                </a:lnTo>
                <a:lnTo>
                  <a:pt x="1693715" y="528320"/>
                </a:lnTo>
                <a:lnTo>
                  <a:pt x="1693473" y="528320"/>
                </a:lnTo>
                <a:lnTo>
                  <a:pt x="1694794" y="524510"/>
                </a:lnTo>
                <a:lnTo>
                  <a:pt x="1694604" y="524510"/>
                </a:lnTo>
                <a:lnTo>
                  <a:pt x="1695696" y="520700"/>
                </a:lnTo>
                <a:lnTo>
                  <a:pt x="1695531" y="520700"/>
                </a:lnTo>
                <a:lnTo>
                  <a:pt x="1696394" y="516889"/>
                </a:lnTo>
                <a:lnTo>
                  <a:pt x="1696890" y="511810"/>
                </a:lnTo>
                <a:lnTo>
                  <a:pt x="1696813" y="513079"/>
                </a:lnTo>
                <a:lnTo>
                  <a:pt x="1728659" y="513079"/>
                </a:lnTo>
                <a:lnTo>
                  <a:pt x="1728436" y="515620"/>
                </a:lnTo>
                <a:lnTo>
                  <a:pt x="1727713" y="521970"/>
                </a:lnTo>
                <a:lnTo>
                  <a:pt x="1726722" y="527050"/>
                </a:lnTo>
                <a:lnTo>
                  <a:pt x="1725452" y="532129"/>
                </a:lnTo>
                <a:lnTo>
                  <a:pt x="1723915" y="538479"/>
                </a:lnTo>
                <a:lnTo>
                  <a:pt x="1722125" y="543560"/>
                </a:lnTo>
                <a:close/>
              </a:path>
              <a:path w="1729104" h="617220">
                <a:moveTo>
                  <a:pt x="41943" y="543560"/>
                </a:moveTo>
                <a:lnTo>
                  <a:pt x="41724" y="543560"/>
                </a:lnTo>
                <a:lnTo>
                  <a:pt x="41356" y="542289"/>
                </a:lnTo>
                <a:lnTo>
                  <a:pt x="41943" y="543560"/>
                </a:lnTo>
                <a:close/>
              </a:path>
              <a:path w="1729104" h="617220">
                <a:moveTo>
                  <a:pt x="1720601" y="547370"/>
                </a:moveTo>
                <a:lnTo>
                  <a:pt x="1685231" y="547370"/>
                </a:lnTo>
                <a:lnTo>
                  <a:pt x="1687581" y="542289"/>
                </a:lnTo>
                <a:lnTo>
                  <a:pt x="1687212" y="543560"/>
                </a:lnTo>
                <a:lnTo>
                  <a:pt x="1722125" y="543560"/>
                </a:lnTo>
                <a:lnTo>
                  <a:pt x="1720601" y="547370"/>
                </a:lnTo>
                <a:close/>
              </a:path>
              <a:path w="1729104" h="617220">
                <a:moveTo>
                  <a:pt x="44158" y="547370"/>
                </a:moveTo>
                <a:lnTo>
                  <a:pt x="43705" y="547370"/>
                </a:lnTo>
                <a:lnTo>
                  <a:pt x="43312" y="546100"/>
                </a:lnTo>
                <a:lnTo>
                  <a:pt x="44158" y="547370"/>
                </a:lnTo>
                <a:close/>
              </a:path>
              <a:path w="1729104" h="617220">
                <a:moveTo>
                  <a:pt x="1717807" y="553720"/>
                </a:moveTo>
                <a:lnTo>
                  <a:pt x="1680786" y="553720"/>
                </a:lnTo>
                <a:lnTo>
                  <a:pt x="1683504" y="549910"/>
                </a:lnTo>
                <a:lnTo>
                  <a:pt x="1683085" y="549910"/>
                </a:lnTo>
                <a:lnTo>
                  <a:pt x="1685625" y="546100"/>
                </a:lnTo>
                <a:lnTo>
                  <a:pt x="1685231" y="547370"/>
                </a:lnTo>
                <a:lnTo>
                  <a:pt x="1720601" y="547370"/>
                </a:lnTo>
                <a:lnTo>
                  <a:pt x="1720093" y="548639"/>
                </a:lnTo>
                <a:lnTo>
                  <a:pt x="1717807" y="553720"/>
                </a:lnTo>
                <a:close/>
              </a:path>
              <a:path w="1729104" h="617220">
                <a:moveTo>
                  <a:pt x="48671" y="553720"/>
                </a:moveTo>
                <a:lnTo>
                  <a:pt x="48150" y="553720"/>
                </a:lnTo>
                <a:lnTo>
                  <a:pt x="47706" y="552450"/>
                </a:lnTo>
                <a:lnTo>
                  <a:pt x="48671" y="553720"/>
                </a:lnTo>
                <a:close/>
              </a:path>
              <a:path w="1729104" h="617220">
                <a:moveTo>
                  <a:pt x="1714382" y="560070"/>
                </a:moveTo>
                <a:lnTo>
                  <a:pt x="1675744" y="560070"/>
                </a:lnTo>
                <a:lnTo>
                  <a:pt x="1678818" y="556260"/>
                </a:lnTo>
                <a:lnTo>
                  <a:pt x="1678335" y="556260"/>
                </a:lnTo>
                <a:lnTo>
                  <a:pt x="1681231" y="552450"/>
                </a:lnTo>
                <a:lnTo>
                  <a:pt x="1680786" y="553720"/>
                </a:lnTo>
                <a:lnTo>
                  <a:pt x="1717807" y="553720"/>
                </a:lnTo>
                <a:lnTo>
                  <a:pt x="1715292" y="558800"/>
                </a:lnTo>
                <a:lnTo>
                  <a:pt x="1714382" y="560070"/>
                </a:lnTo>
                <a:close/>
              </a:path>
              <a:path w="1729104" h="617220">
                <a:moveTo>
                  <a:pt x="53764" y="560070"/>
                </a:moveTo>
                <a:lnTo>
                  <a:pt x="53192" y="560070"/>
                </a:lnTo>
                <a:lnTo>
                  <a:pt x="52684" y="558800"/>
                </a:lnTo>
                <a:lnTo>
                  <a:pt x="53764" y="560070"/>
                </a:lnTo>
                <a:close/>
              </a:path>
              <a:path w="1729104" h="617220">
                <a:moveTo>
                  <a:pt x="1712561" y="562610"/>
                </a:moveTo>
                <a:lnTo>
                  <a:pt x="1673014" y="562610"/>
                </a:lnTo>
                <a:lnTo>
                  <a:pt x="1676252" y="558800"/>
                </a:lnTo>
                <a:lnTo>
                  <a:pt x="1675744" y="560070"/>
                </a:lnTo>
                <a:lnTo>
                  <a:pt x="1714382" y="560070"/>
                </a:lnTo>
                <a:lnTo>
                  <a:pt x="1712561" y="562610"/>
                </a:lnTo>
                <a:close/>
              </a:path>
              <a:path w="1729104" h="617220">
                <a:moveTo>
                  <a:pt x="56520" y="562610"/>
                </a:moveTo>
                <a:lnTo>
                  <a:pt x="55923" y="562610"/>
                </a:lnTo>
                <a:lnTo>
                  <a:pt x="55389" y="561339"/>
                </a:lnTo>
                <a:lnTo>
                  <a:pt x="56520" y="562610"/>
                </a:lnTo>
                <a:close/>
              </a:path>
              <a:path w="1729104" h="617220">
                <a:moveTo>
                  <a:pt x="1706440" y="572770"/>
                </a:moveTo>
                <a:lnTo>
                  <a:pt x="1660834" y="572770"/>
                </a:lnTo>
                <a:lnTo>
                  <a:pt x="1664670" y="570229"/>
                </a:lnTo>
                <a:lnTo>
                  <a:pt x="1664060" y="570229"/>
                </a:lnTo>
                <a:lnTo>
                  <a:pt x="1667756" y="567689"/>
                </a:lnTo>
                <a:lnTo>
                  <a:pt x="1667159" y="567689"/>
                </a:lnTo>
                <a:lnTo>
                  <a:pt x="1670715" y="565150"/>
                </a:lnTo>
                <a:lnTo>
                  <a:pt x="1670156" y="565150"/>
                </a:lnTo>
                <a:lnTo>
                  <a:pt x="1673547" y="561339"/>
                </a:lnTo>
                <a:lnTo>
                  <a:pt x="1673014" y="562610"/>
                </a:lnTo>
                <a:lnTo>
                  <a:pt x="1712561" y="562610"/>
                </a:lnTo>
                <a:lnTo>
                  <a:pt x="1709602" y="567689"/>
                </a:lnTo>
                <a:lnTo>
                  <a:pt x="1706440" y="572770"/>
                </a:lnTo>
                <a:close/>
              </a:path>
              <a:path w="1729104" h="617220">
                <a:moveTo>
                  <a:pt x="69461" y="572770"/>
                </a:moveTo>
                <a:lnTo>
                  <a:pt x="68102" y="572770"/>
                </a:lnTo>
                <a:lnTo>
                  <a:pt x="67480" y="571500"/>
                </a:lnTo>
                <a:lnTo>
                  <a:pt x="69461" y="572770"/>
                </a:lnTo>
                <a:close/>
              </a:path>
              <a:path w="1729104" h="617220">
                <a:moveTo>
                  <a:pt x="1699493" y="580389"/>
                </a:moveTo>
                <a:lnTo>
                  <a:pt x="1646877" y="580389"/>
                </a:lnTo>
                <a:lnTo>
                  <a:pt x="1651208" y="577850"/>
                </a:lnTo>
                <a:lnTo>
                  <a:pt x="1650509" y="577850"/>
                </a:lnTo>
                <a:lnTo>
                  <a:pt x="1654726" y="576579"/>
                </a:lnTo>
                <a:lnTo>
                  <a:pt x="1654053" y="576579"/>
                </a:lnTo>
                <a:lnTo>
                  <a:pt x="1658155" y="574039"/>
                </a:lnTo>
                <a:lnTo>
                  <a:pt x="1657494" y="574039"/>
                </a:lnTo>
                <a:lnTo>
                  <a:pt x="1661457" y="571500"/>
                </a:lnTo>
                <a:lnTo>
                  <a:pt x="1660834" y="572770"/>
                </a:lnTo>
                <a:lnTo>
                  <a:pt x="1706440" y="572770"/>
                </a:lnTo>
                <a:lnTo>
                  <a:pt x="1703062" y="576579"/>
                </a:lnTo>
                <a:lnTo>
                  <a:pt x="1699493" y="580389"/>
                </a:lnTo>
                <a:close/>
              </a:path>
              <a:path w="1729104" h="617220">
                <a:moveTo>
                  <a:pt x="83558" y="580389"/>
                </a:moveTo>
                <a:lnTo>
                  <a:pt x="82059" y="580389"/>
                </a:lnTo>
                <a:lnTo>
                  <a:pt x="81335" y="579120"/>
                </a:lnTo>
                <a:lnTo>
                  <a:pt x="83558" y="580389"/>
                </a:lnTo>
                <a:close/>
              </a:path>
              <a:path w="1729104" h="617220">
                <a:moveTo>
                  <a:pt x="1698240" y="581660"/>
                </a:moveTo>
                <a:lnTo>
                  <a:pt x="1643156" y="581660"/>
                </a:lnTo>
                <a:lnTo>
                  <a:pt x="1647601" y="579120"/>
                </a:lnTo>
                <a:lnTo>
                  <a:pt x="1646877" y="580389"/>
                </a:lnTo>
                <a:lnTo>
                  <a:pt x="1699493" y="580389"/>
                </a:lnTo>
                <a:lnTo>
                  <a:pt x="1698240" y="581660"/>
                </a:lnTo>
                <a:close/>
              </a:path>
              <a:path w="1729104" h="617220">
                <a:moveTo>
                  <a:pt x="87317" y="581660"/>
                </a:moveTo>
                <a:lnTo>
                  <a:pt x="85780" y="581660"/>
                </a:lnTo>
                <a:lnTo>
                  <a:pt x="85044" y="580389"/>
                </a:lnTo>
                <a:lnTo>
                  <a:pt x="87317" y="581660"/>
                </a:lnTo>
                <a:close/>
              </a:path>
              <a:path w="1729104" h="617220">
                <a:moveTo>
                  <a:pt x="1694417" y="585470"/>
                </a:moveTo>
                <a:lnTo>
                  <a:pt x="1627459" y="585470"/>
                </a:lnTo>
                <a:lnTo>
                  <a:pt x="1632272" y="584200"/>
                </a:lnTo>
                <a:lnTo>
                  <a:pt x="1635460" y="584200"/>
                </a:lnTo>
                <a:lnTo>
                  <a:pt x="1640095" y="582929"/>
                </a:lnTo>
                <a:lnTo>
                  <a:pt x="1639346" y="582929"/>
                </a:lnTo>
                <a:lnTo>
                  <a:pt x="1643893" y="580389"/>
                </a:lnTo>
                <a:lnTo>
                  <a:pt x="1643156" y="581660"/>
                </a:lnTo>
                <a:lnTo>
                  <a:pt x="1698240" y="581660"/>
                </a:lnTo>
                <a:lnTo>
                  <a:pt x="1695734" y="584200"/>
                </a:lnTo>
                <a:lnTo>
                  <a:pt x="1694417" y="585470"/>
                </a:lnTo>
                <a:close/>
              </a:path>
              <a:path w="1729104" h="617220">
                <a:moveTo>
                  <a:pt x="97439" y="584200"/>
                </a:moveTo>
                <a:lnTo>
                  <a:pt x="93477" y="584200"/>
                </a:lnTo>
                <a:lnTo>
                  <a:pt x="92715" y="582929"/>
                </a:lnTo>
                <a:lnTo>
                  <a:pt x="97439" y="584200"/>
                </a:lnTo>
                <a:close/>
              </a:path>
              <a:path w="1729104" h="617220">
                <a:moveTo>
                  <a:pt x="1635460" y="584200"/>
                </a:moveTo>
                <a:lnTo>
                  <a:pt x="1631497" y="584200"/>
                </a:lnTo>
                <a:lnTo>
                  <a:pt x="1636222" y="582929"/>
                </a:lnTo>
                <a:lnTo>
                  <a:pt x="1635460" y="584200"/>
                </a:lnTo>
                <a:close/>
              </a:path>
              <a:path w="1729104" h="617220">
                <a:moveTo>
                  <a:pt x="1626951" y="617220"/>
                </a:moveTo>
                <a:lnTo>
                  <a:pt x="101986" y="617220"/>
                </a:lnTo>
                <a:lnTo>
                  <a:pt x="96296" y="615950"/>
                </a:lnTo>
                <a:lnTo>
                  <a:pt x="1632640" y="615950"/>
                </a:lnTo>
                <a:lnTo>
                  <a:pt x="1626951" y="6172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22376" y="2269235"/>
            <a:ext cx="2208276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81979" y="1545589"/>
            <a:ext cx="2238375" cy="874394"/>
          </a:xfrm>
          <a:custGeom>
            <a:avLst/>
            <a:gdLst/>
            <a:ahLst/>
            <a:cxnLst/>
            <a:rect l="l" t="t" r="r" b="b"/>
            <a:pathLst>
              <a:path w="2238375" h="874394">
                <a:moveTo>
                  <a:pt x="2216150" y="874395"/>
                </a:moveTo>
                <a:lnTo>
                  <a:pt x="22225" y="874395"/>
                </a:lnTo>
                <a:lnTo>
                  <a:pt x="18745" y="874115"/>
                </a:lnTo>
                <a:lnTo>
                  <a:pt x="0" y="852170"/>
                </a:lnTo>
                <a:lnTo>
                  <a:pt x="0" y="22225"/>
                </a:lnTo>
                <a:lnTo>
                  <a:pt x="22225" y="0"/>
                </a:lnTo>
                <a:lnTo>
                  <a:pt x="2216150" y="0"/>
                </a:lnTo>
                <a:lnTo>
                  <a:pt x="223837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829945"/>
                </a:lnTo>
                <a:lnTo>
                  <a:pt x="22225" y="829945"/>
                </a:lnTo>
                <a:lnTo>
                  <a:pt x="44450" y="852170"/>
                </a:lnTo>
                <a:lnTo>
                  <a:pt x="2238375" y="852170"/>
                </a:lnTo>
                <a:lnTo>
                  <a:pt x="2238095" y="855649"/>
                </a:lnTo>
                <a:lnTo>
                  <a:pt x="2219629" y="874115"/>
                </a:lnTo>
                <a:lnTo>
                  <a:pt x="2216150" y="874395"/>
                </a:lnTo>
                <a:close/>
              </a:path>
              <a:path w="2238375" h="874394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2238375" h="874394">
                <a:moveTo>
                  <a:pt x="219392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2193925" y="22225"/>
                </a:lnTo>
                <a:lnTo>
                  <a:pt x="2193925" y="44450"/>
                </a:lnTo>
                <a:close/>
              </a:path>
              <a:path w="2238375" h="874394">
                <a:moveTo>
                  <a:pt x="2193925" y="852170"/>
                </a:moveTo>
                <a:lnTo>
                  <a:pt x="2193925" y="22225"/>
                </a:lnTo>
                <a:lnTo>
                  <a:pt x="2216150" y="44450"/>
                </a:lnTo>
                <a:lnTo>
                  <a:pt x="2238375" y="44450"/>
                </a:lnTo>
                <a:lnTo>
                  <a:pt x="2238375" y="829945"/>
                </a:lnTo>
                <a:lnTo>
                  <a:pt x="2216150" y="829945"/>
                </a:lnTo>
                <a:lnTo>
                  <a:pt x="2193925" y="852170"/>
                </a:lnTo>
                <a:close/>
              </a:path>
              <a:path w="2238375" h="874394">
                <a:moveTo>
                  <a:pt x="2238375" y="44450"/>
                </a:moveTo>
                <a:lnTo>
                  <a:pt x="2216150" y="44450"/>
                </a:lnTo>
                <a:lnTo>
                  <a:pt x="2193925" y="22225"/>
                </a:lnTo>
                <a:lnTo>
                  <a:pt x="2238375" y="22225"/>
                </a:lnTo>
                <a:lnTo>
                  <a:pt x="2238375" y="44450"/>
                </a:lnTo>
                <a:close/>
              </a:path>
              <a:path w="2238375" h="874394">
                <a:moveTo>
                  <a:pt x="44450" y="852170"/>
                </a:moveTo>
                <a:lnTo>
                  <a:pt x="22225" y="829945"/>
                </a:lnTo>
                <a:lnTo>
                  <a:pt x="44450" y="829945"/>
                </a:lnTo>
                <a:lnTo>
                  <a:pt x="44450" y="852170"/>
                </a:lnTo>
                <a:close/>
              </a:path>
              <a:path w="2238375" h="874394">
                <a:moveTo>
                  <a:pt x="2193925" y="852170"/>
                </a:moveTo>
                <a:lnTo>
                  <a:pt x="44450" y="852170"/>
                </a:lnTo>
                <a:lnTo>
                  <a:pt x="44450" y="829945"/>
                </a:lnTo>
                <a:lnTo>
                  <a:pt x="2193925" y="829945"/>
                </a:lnTo>
                <a:lnTo>
                  <a:pt x="2193925" y="852170"/>
                </a:lnTo>
                <a:close/>
              </a:path>
              <a:path w="2238375" h="874394">
                <a:moveTo>
                  <a:pt x="2238375" y="852170"/>
                </a:moveTo>
                <a:lnTo>
                  <a:pt x="2193925" y="852170"/>
                </a:lnTo>
                <a:lnTo>
                  <a:pt x="2216150" y="829945"/>
                </a:lnTo>
                <a:lnTo>
                  <a:pt x="2238375" y="829945"/>
                </a:lnTo>
                <a:lnTo>
                  <a:pt x="2238375" y="85217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782945" y="1564640"/>
            <a:ext cx="18542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解释了原子光 谱的分立特征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79009" y="1895805"/>
            <a:ext cx="899160" cy="200025"/>
          </a:xfrm>
          <a:custGeom>
            <a:avLst/>
            <a:gdLst/>
            <a:ahLst/>
            <a:cxnLst/>
            <a:rect l="l" t="t" r="r" b="b"/>
            <a:pathLst>
              <a:path w="899160" h="200025">
                <a:moveTo>
                  <a:pt x="810933" y="99999"/>
                </a:moveTo>
                <a:lnTo>
                  <a:pt x="710501" y="41414"/>
                </a:lnTo>
                <a:lnTo>
                  <a:pt x="699503" y="23342"/>
                </a:lnTo>
                <a:lnTo>
                  <a:pt x="699617" y="19672"/>
                </a:lnTo>
                <a:lnTo>
                  <a:pt x="722414" y="0"/>
                </a:lnTo>
                <a:lnTo>
                  <a:pt x="726059" y="419"/>
                </a:lnTo>
                <a:lnTo>
                  <a:pt x="729589" y="1435"/>
                </a:lnTo>
                <a:lnTo>
                  <a:pt x="732904" y="3009"/>
                </a:lnTo>
                <a:lnTo>
                  <a:pt x="861062" y="77774"/>
                </a:lnTo>
                <a:lnTo>
                  <a:pt x="855052" y="77774"/>
                </a:lnTo>
                <a:lnTo>
                  <a:pt x="855052" y="80797"/>
                </a:lnTo>
                <a:lnTo>
                  <a:pt x="843851" y="80797"/>
                </a:lnTo>
                <a:lnTo>
                  <a:pt x="810933" y="99999"/>
                </a:lnTo>
                <a:close/>
              </a:path>
              <a:path w="899160" h="200025">
                <a:moveTo>
                  <a:pt x="772833" y="122224"/>
                </a:moveTo>
                <a:lnTo>
                  <a:pt x="0" y="122224"/>
                </a:lnTo>
                <a:lnTo>
                  <a:pt x="0" y="77774"/>
                </a:lnTo>
                <a:lnTo>
                  <a:pt x="772833" y="77774"/>
                </a:lnTo>
                <a:lnTo>
                  <a:pt x="810933" y="99999"/>
                </a:lnTo>
                <a:lnTo>
                  <a:pt x="772833" y="122224"/>
                </a:lnTo>
                <a:close/>
              </a:path>
              <a:path w="899160" h="200025">
                <a:moveTo>
                  <a:pt x="861062" y="122224"/>
                </a:moveTo>
                <a:lnTo>
                  <a:pt x="855052" y="122224"/>
                </a:lnTo>
                <a:lnTo>
                  <a:pt x="855052" y="77774"/>
                </a:lnTo>
                <a:lnTo>
                  <a:pt x="861062" y="77774"/>
                </a:lnTo>
                <a:lnTo>
                  <a:pt x="899160" y="99999"/>
                </a:lnTo>
                <a:lnTo>
                  <a:pt x="861062" y="122224"/>
                </a:lnTo>
                <a:close/>
              </a:path>
              <a:path w="899160" h="200025">
                <a:moveTo>
                  <a:pt x="843851" y="119202"/>
                </a:moveTo>
                <a:lnTo>
                  <a:pt x="810933" y="99999"/>
                </a:lnTo>
                <a:lnTo>
                  <a:pt x="843851" y="80797"/>
                </a:lnTo>
                <a:lnTo>
                  <a:pt x="843851" y="119202"/>
                </a:lnTo>
                <a:close/>
              </a:path>
              <a:path w="899160" h="200025">
                <a:moveTo>
                  <a:pt x="855052" y="119202"/>
                </a:moveTo>
                <a:lnTo>
                  <a:pt x="843851" y="119202"/>
                </a:lnTo>
                <a:lnTo>
                  <a:pt x="843851" y="80797"/>
                </a:lnTo>
                <a:lnTo>
                  <a:pt x="855052" y="80797"/>
                </a:lnTo>
                <a:lnTo>
                  <a:pt x="855052" y="119202"/>
                </a:lnTo>
                <a:close/>
              </a:path>
              <a:path w="899160" h="200025">
                <a:moveTo>
                  <a:pt x="722414" y="199999"/>
                </a:moveTo>
                <a:lnTo>
                  <a:pt x="699503" y="176656"/>
                </a:lnTo>
                <a:lnTo>
                  <a:pt x="699998" y="173024"/>
                </a:lnTo>
                <a:lnTo>
                  <a:pt x="810933" y="99999"/>
                </a:lnTo>
                <a:lnTo>
                  <a:pt x="843851" y="119202"/>
                </a:lnTo>
                <a:lnTo>
                  <a:pt x="855052" y="119202"/>
                </a:lnTo>
                <a:lnTo>
                  <a:pt x="855052" y="122224"/>
                </a:lnTo>
                <a:lnTo>
                  <a:pt x="861062" y="122224"/>
                </a:lnTo>
                <a:lnTo>
                  <a:pt x="732904" y="196989"/>
                </a:lnTo>
                <a:lnTo>
                  <a:pt x="729589" y="198564"/>
                </a:lnTo>
                <a:lnTo>
                  <a:pt x="726059" y="199580"/>
                </a:lnTo>
                <a:lnTo>
                  <a:pt x="722414" y="19999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五、玻尔理论对氢光谱的解</a:t>
            </a:r>
            <a:r>
              <a:rPr dirty="0" u="none" spc="-20" b="1">
                <a:latin typeface="黑体"/>
                <a:cs typeface="黑体"/>
              </a:rPr>
              <a:t>释</a:t>
            </a:r>
          </a:p>
        </p:txBody>
      </p:sp>
      <p:sp>
        <p:nvSpPr>
          <p:cNvPr id="6" name="object 6"/>
          <p:cNvSpPr/>
          <p:nvPr/>
        </p:nvSpPr>
        <p:spPr>
          <a:xfrm>
            <a:off x="492251" y="1728216"/>
            <a:ext cx="5253228" cy="1249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96460" y="3432251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5304" y="3220973"/>
            <a:ext cx="1097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83615" algn="l"/>
              </a:tabLst>
            </a:pPr>
            <a:r>
              <a:rPr dirty="0" sz="2050" spc="5">
                <a:latin typeface="Symbol"/>
                <a:cs typeface="Symbol"/>
              </a:rPr>
              <a:t></a:t>
            </a:r>
            <a:r>
              <a:rPr dirty="0" sz="2050" spc="5">
                <a:latin typeface="Times New Roman"/>
                <a:cs typeface="Times New Roman"/>
              </a:rPr>
              <a:t>	</a:t>
            </a:r>
            <a:r>
              <a:rPr dirty="0" sz="2050" spc="-330">
                <a:latin typeface="Symbol"/>
                <a:cs typeface="Symbol"/>
              </a:rPr>
              <a:t>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5304" y="3432251"/>
            <a:ext cx="12700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5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8728" y="3372129"/>
            <a:ext cx="1352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5">
                <a:latin typeface="Symbol"/>
                <a:cs typeface="Symbol"/>
              </a:rPr>
              <a:t>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9534" y="3391458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9817" y="3391458"/>
            <a:ext cx="1022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9799" y="3400488"/>
            <a:ext cx="68326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7845" algn="l"/>
              </a:tabLst>
            </a:pPr>
            <a:r>
              <a:rPr dirty="0" sz="2050" spc="10">
                <a:latin typeface="Times New Roman"/>
                <a:cs typeface="Times New Roman"/>
              </a:rPr>
              <a:t>2</a:t>
            </a:r>
            <a:r>
              <a:rPr dirty="0" sz="2050" spc="10">
                <a:latin typeface="Times New Roman"/>
                <a:cs typeface="Times New Roman"/>
              </a:rPr>
              <a:t>	</a:t>
            </a:r>
            <a:r>
              <a:rPr dirty="0" sz="2050" spc="10" i="1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6248" y="3031782"/>
            <a:ext cx="182689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1680" algn="l"/>
              </a:tabLst>
            </a:pP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245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</a:t>
            </a:r>
            <a:r>
              <a:rPr dirty="0" baseline="-35230" sz="3075" spc="37">
                <a:latin typeface="Times New Roman"/>
                <a:cs typeface="Times New Roman"/>
              </a:rPr>
              <a:t> </a:t>
            </a:r>
            <a:r>
              <a:rPr dirty="0" baseline="-35230" sz="3075" spc="15" i="1">
                <a:latin typeface="Times New Roman"/>
                <a:cs typeface="Times New Roman"/>
              </a:rPr>
              <a:t>R	</a:t>
            </a:r>
            <a:r>
              <a:rPr dirty="0" baseline="-4065" sz="3075" spc="7">
                <a:latin typeface="Symbol"/>
                <a:cs typeface="Symbol"/>
              </a:rPr>
              <a:t></a:t>
            </a:r>
            <a:r>
              <a:rPr dirty="0" baseline="-4065" sz="3075" spc="7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baseline="-35230" sz="3075" spc="15">
                <a:latin typeface="Symbol"/>
                <a:cs typeface="Symbol"/>
              </a:rPr>
              <a:t></a:t>
            </a:r>
            <a:r>
              <a:rPr dirty="0" baseline="-35230" sz="3075" spc="15">
                <a:latin typeface="Times New Roman"/>
                <a:cs typeface="Times New Roman"/>
              </a:rPr>
              <a:t> </a:t>
            </a:r>
            <a:r>
              <a:rPr dirty="0" u="sng" sz="20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050" spc="-95">
                <a:latin typeface="Times New Roman"/>
                <a:cs typeface="Times New Roman"/>
              </a:rPr>
              <a:t> </a:t>
            </a:r>
            <a:r>
              <a:rPr dirty="0" baseline="-4065" sz="3075" spc="7">
                <a:latin typeface="Symbol"/>
                <a:cs typeface="Symbol"/>
              </a:rPr>
              <a:t></a:t>
            </a:r>
            <a:endParaRPr baseline="-4065" sz="3075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62469" y="3386243"/>
            <a:ext cx="27749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45" i="1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9408" y="3271647"/>
            <a:ext cx="129286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25" i="1">
                <a:latin typeface="Times New Roman"/>
                <a:cs typeface="Times New Roman"/>
              </a:rPr>
              <a:t>n </a:t>
            </a:r>
            <a:r>
              <a:rPr dirty="0" sz="2100" spc="25">
                <a:latin typeface="Symbol"/>
                <a:cs typeface="Symbol"/>
              </a:rPr>
              <a:t></a:t>
            </a:r>
            <a:r>
              <a:rPr dirty="0" sz="2100" spc="-254">
                <a:latin typeface="Times New Roman"/>
                <a:cs typeface="Times New Roman"/>
              </a:rPr>
              <a:t> </a:t>
            </a:r>
            <a:r>
              <a:rPr dirty="0" sz="2100" spc="-680">
                <a:latin typeface="Times New Roman"/>
                <a:cs typeface="Times New Roman"/>
              </a:rPr>
              <a:t>3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4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Times New Roman"/>
                <a:cs typeface="Times New Roman"/>
              </a:rPr>
              <a:t>5</a:t>
            </a:r>
            <a:r>
              <a:rPr dirty="0" sz="2100" spc="-680">
                <a:latin typeface="宋体"/>
                <a:cs typeface="宋体"/>
              </a:rPr>
              <a:t>，</a:t>
            </a:r>
            <a:r>
              <a:rPr dirty="0" sz="2100" spc="-680">
                <a:latin typeface="Symbol"/>
                <a:cs typeface="Symbol"/>
              </a:rPr>
              <a:t>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8325" y="3169920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巴耳末公式：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994" y="3985259"/>
            <a:ext cx="6744334" cy="1209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5565">
              <a:lnSpc>
                <a:spcPct val="100000"/>
              </a:lnSpc>
              <a:spcBef>
                <a:spcPts val="100"/>
              </a:spcBef>
              <a:tabLst>
                <a:tab pos="2612390" algn="l"/>
              </a:tabLst>
            </a:pPr>
            <a:r>
              <a:rPr dirty="0" sz="2400" spc="-5" i="1">
                <a:latin typeface="Times New Roman"/>
                <a:cs typeface="Times New Roman"/>
              </a:rPr>
              <a:t>R</a:t>
            </a:r>
            <a:r>
              <a:rPr dirty="0" baseline="-17921" sz="2325" spc="-7">
                <a:latin typeface="Times New Roman"/>
                <a:cs typeface="Times New Roman"/>
              </a:rPr>
              <a:t>∞</a:t>
            </a:r>
            <a:r>
              <a:rPr dirty="0" sz="2400" spc="-5">
                <a:latin typeface="华文楷体"/>
                <a:cs typeface="华文楷体"/>
              </a:rPr>
              <a:t>：</a:t>
            </a:r>
            <a:r>
              <a:rPr dirty="0" sz="2400">
                <a:latin typeface="华文楷体"/>
                <a:cs typeface="华文楷体"/>
              </a:rPr>
              <a:t>里德伯常量	</a:t>
            </a: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baseline="-17921" sz="2325">
                <a:latin typeface="Times New Roman"/>
                <a:cs typeface="Times New Roman"/>
              </a:rPr>
              <a:t>∞</a:t>
            </a:r>
            <a:r>
              <a:rPr dirty="0" sz="2400">
                <a:latin typeface="华文楷体"/>
                <a:cs typeface="华文楷体"/>
              </a:rPr>
              <a:t>=</a:t>
            </a:r>
            <a:r>
              <a:rPr dirty="0" sz="2400">
                <a:latin typeface="Times New Roman"/>
                <a:cs typeface="Times New Roman"/>
              </a:rPr>
              <a:t>1.10</a:t>
            </a:r>
            <a:r>
              <a:rPr dirty="0" sz="2400">
                <a:latin typeface="华文楷体"/>
                <a:cs typeface="华文楷体"/>
              </a:rPr>
              <a:t>×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7</a:t>
            </a:r>
            <a:r>
              <a:rPr dirty="0" sz="2400">
                <a:latin typeface="Times New Roman"/>
                <a:cs typeface="Times New Roman"/>
              </a:rPr>
              <a:t>m</a:t>
            </a:r>
            <a:r>
              <a:rPr dirty="0" baseline="21505" sz="2325">
                <a:latin typeface="Times New Roman"/>
                <a:cs typeface="Times New Roman"/>
              </a:rPr>
              <a:t>-1</a:t>
            </a:r>
            <a:endParaRPr baseline="21505" sz="23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问题：</a:t>
            </a:r>
            <a:r>
              <a:rPr dirty="0" sz="2400" b="1">
                <a:latin typeface="华文楷体"/>
                <a:cs typeface="华文楷体"/>
              </a:rPr>
              <a:t>这组谱线可能是在</a:t>
            </a: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哪些能级间跃迁</a:t>
            </a:r>
            <a:r>
              <a:rPr dirty="0" sz="2400" b="1">
                <a:latin typeface="华文楷体"/>
                <a:cs typeface="华文楷体"/>
              </a:rPr>
              <a:t>形成的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五、玻尔理论对氢光谱的解</a:t>
            </a:r>
            <a:r>
              <a:rPr dirty="0" u="none" spc="-20" b="1">
                <a:latin typeface="黑体"/>
                <a:cs typeface="黑体"/>
              </a:rPr>
              <a:t>释</a:t>
            </a:r>
          </a:p>
        </p:txBody>
      </p:sp>
      <p:sp>
        <p:nvSpPr>
          <p:cNvPr id="6" name="object 6"/>
          <p:cNvSpPr/>
          <p:nvPr/>
        </p:nvSpPr>
        <p:spPr>
          <a:xfrm>
            <a:off x="3634740" y="1770888"/>
            <a:ext cx="3810000" cy="3563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5591" y="1770888"/>
            <a:ext cx="2727960" cy="3677920"/>
          </a:xfrm>
          <a:custGeom>
            <a:avLst/>
            <a:gdLst/>
            <a:ahLst/>
            <a:cxnLst/>
            <a:rect l="l" t="t" r="r" b="b"/>
            <a:pathLst>
              <a:path w="2727960" h="3677920">
                <a:moveTo>
                  <a:pt x="0" y="0"/>
                </a:moveTo>
                <a:lnTo>
                  <a:pt x="2727960" y="0"/>
                </a:lnTo>
                <a:lnTo>
                  <a:pt x="2727960" y="3677412"/>
                </a:lnTo>
                <a:lnTo>
                  <a:pt x="0" y="36774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1177" y="1756727"/>
            <a:ext cx="2757170" cy="3706495"/>
          </a:xfrm>
          <a:custGeom>
            <a:avLst/>
            <a:gdLst/>
            <a:ahLst/>
            <a:cxnLst/>
            <a:rect l="l" t="t" r="r" b="b"/>
            <a:pathLst>
              <a:path w="2757170" h="3706495">
                <a:moveTo>
                  <a:pt x="2757170" y="3706495"/>
                </a:moveTo>
                <a:lnTo>
                  <a:pt x="0" y="3706495"/>
                </a:lnTo>
                <a:lnTo>
                  <a:pt x="0" y="0"/>
                </a:lnTo>
                <a:lnTo>
                  <a:pt x="2757170" y="0"/>
                </a:lnTo>
                <a:lnTo>
                  <a:pt x="275717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677919"/>
                </a:lnTo>
                <a:lnTo>
                  <a:pt x="14287" y="3677919"/>
                </a:lnTo>
                <a:lnTo>
                  <a:pt x="28575" y="3692207"/>
                </a:lnTo>
                <a:lnTo>
                  <a:pt x="2757170" y="3692207"/>
                </a:lnTo>
                <a:lnTo>
                  <a:pt x="2757170" y="3706495"/>
                </a:lnTo>
                <a:close/>
              </a:path>
              <a:path w="2757170" h="370649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757170" h="3706495">
                <a:moveTo>
                  <a:pt x="272859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728595" y="14287"/>
                </a:lnTo>
                <a:lnTo>
                  <a:pt x="2728595" y="28575"/>
                </a:lnTo>
                <a:close/>
              </a:path>
              <a:path w="2757170" h="3706495">
                <a:moveTo>
                  <a:pt x="2728595" y="3692207"/>
                </a:moveTo>
                <a:lnTo>
                  <a:pt x="2728595" y="14287"/>
                </a:lnTo>
                <a:lnTo>
                  <a:pt x="2742882" y="28575"/>
                </a:lnTo>
                <a:lnTo>
                  <a:pt x="2757170" y="28575"/>
                </a:lnTo>
                <a:lnTo>
                  <a:pt x="2757170" y="3677919"/>
                </a:lnTo>
                <a:lnTo>
                  <a:pt x="2742882" y="3677919"/>
                </a:lnTo>
                <a:lnTo>
                  <a:pt x="2728595" y="3692207"/>
                </a:lnTo>
                <a:close/>
              </a:path>
              <a:path w="2757170" h="3706495">
                <a:moveTo>
                  <a:pt x="2757170" y="28575"/>
                </a:moveTo>
                <a:lnTo>
                  <a:pt x="2742882" y="28575"/>
                </a:lnTo>
                <a:lnTo>
                  <a:pt x="2728595" y="14287"/>
                </a:lnTo>
                <a:lnTo>
                  <a:pt x="2757170" y="14287"/>
                </a:lnTo>
                <a:lnTo>
                  <a:pt x="2757170" y="28575"/>
                </a:lnTo>
                <a:close/>
              </a:path>
              <a:path w="2757170" h="3706495">
                <a:moveTo>
                  <a:pt x="28575" y="3692207"/>
                </a:moveTo>
                <a:lnTo>
                  <a:pt x="14287" y="3677919"/>
                </a:lnTo>
                <a:lnTo>
                  <a:pt x="28575" y="3677919"/>
                </a:lnTo>
                <a:lnTo>
                  <a:pt x="28575" y="3692207"/>
                </a:lnTo>
                <a:close/>
              </a:path>
              <a:path w="2757170" h="3706495">
                <a:moveTo>
                  <a:pt x="2728595" y="3692207"/>
                </a:moveTo>
                <a:lnTo>
                  <a:pt x="28575" y="3692207"/>
                </a:lnTo>
                <a:lnTo>
                  <a:pt x="28575" y="3677919"/>
                </a:lnTo>
                <a:lnTo>
                  <a:pt x="2728595" y="3677919"/>
                </a:lnTo>
                <a:lnTo>
                  <a:pt x="2728595" y="3692207"/>
                </a:lnTo>
                <a:close/>
              </a:path>
              <a:path w="2757170" h="3706495">
                <a:moveTo>
                  <a:pt x="2757170" y="3692207"/>
                </a:moveTo>
                <a:lnTo>
                  <a:pt x="2728595" y="3692207"/>
                </a:lnTo>
                <a:lnTo>
                  <a:pt x="2742882" y="3677919"/>
                </a:lnTo>
                <a:lnTo>
                  <a:pt x="2757170" y="3677919"/>
                </a:lnTo>
                <a:lnTo>
                  <a:pt x="2757170" y="369220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90841" y="2044483"/>
            <a:ext cx="1871345" cy="1010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ts val="2665"/>
              </a:lnSpc>
              <a:spcBef>
                <a:spcPts val="90"/>
              </a:spcBef>
              <a:tabLst>
                <a:tab pos="336550" algn="l"/>
              </a:tabLst>
            </a:pPr>
            <a:r>
              <a:rPr dirty="0" sz="2850" spc="-5" i="1">
                <a:latin typeface="Times New Roman"/>
                <a:cs typeface="Times New Roman"/>
              </a:rPr>
              <a:t>r	</a:t>
            </a:r>
            <a:r>
              <a:rPr dirty="0" sz="2850" spc="-5">
                <a:latin typeface="Symbol"/>
                <a:cs typeface="Symbol"/>
              </a:rPr>
              <a:t></a:t>
            </a:r>
            <a:r>
              <a:rPr dirty="0" sz="2850" spc="-40">
                <a:latin typeface="Times New Roman"/>
                <a:cs typeface="Times New Roman"/>
              </a:rPr>
              <a:t> </a:t>
            </a:r>
            <a:r>
              <a:rPr dirty="0" sz="2850" spc="95" i="1">
                <a:latin typeface="Times New Roman"/>
                <a:cs typeface="Times New Roman"/>
              </a:rPr>
              <a:t>n</a:t>
            </a:r>
            <a:r>
              <a:rPr dirty="0" baseline="43771" sz="2475" spc="142">
                <a:latin typeface="Times New Roman"/>
                <a:cs typeface="Times New Roman"/>
              </a:rPr>
              <a:t>2</a:t>
            </a:r>
            <a:r>
              <a:rPr dirty="0" sz="2850" spc="95" i="1">
                <a:latin typeface="Times New Roman"/>
                <a:cs typeface="Times New Roman"/>
              </a:rPr>
              <a:t>r</a:t>
            </a:r>
            <a:endParaRPr sz="2850">
              <a:latin typeface="Times New Roman"/>
              <a:cs typeface="Times New Roman"/>
            </a:endParaRPr>
          </a:p>
          <a:p>
            <a:pPr marL="110489">
              <a:lnSpc>
                <a:spcPts val="1225"/>
              </a:lnSpc>
              <a:tabLst>
                <a:tab pos="1030605" algn="l"/>
              </a:tabLst>
            </a:pPr>
            <a:r>
              <a:rPr dirty="0" sz="1650" i="1">
                <a:latin typeface="Times New Roman"/>
                <a:cs typeface="Times New Roman"/>
              </a:rPr>
              <a:t>n	</a:t>
            </a:r>
            <a:r>
              <a:rPr dirty="0" sz="165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r>
              <a:rPr dirty="0" sz="2850" spc="-215" i="1">
                <a:latin typeface="Times New Roman"/>
                <a:cs typeface="Times New Roman"/>
              </a:rPr>
              <a:t>r</a:t>
            </a:r>
            <a:r>
              <a:rPr dirty="0" baseline="-23569" sz="2475" spc="-322">
                <a:latin typeface="Times New Roman"/>
                <a:cs typeface="Times New Roman"/>
              </a:rPr>
              <a:t>1 </a:t>
            </a:r>
            <a:r>
              <a:rPr dirty="0" sz="2850" spc="-5">
                <a:latin typeface="Symbol"/>
                <a:cs typeface="Symbol"/>
              </a:rPr>
              <a:t></a:t>
            </a:r>
            <a:r>
              <a:rPr dirty="0" sz="2850" spc="-145">
                <a:latin typeface="Times New Roman"/>
                <a:cs typeface="Times New Roman"/>
              </a:rPr>
              <a:t> </a:t>
            </a:r>
            <a:r>
              <a:rPr dirty="0" sz="2850" spc="5">
                <a:latin typeface="Times New Roman"/>
                <a:cs typeface="Times New Roman"/>
              </a:rPr>
              <a:t>0.053nm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34159" y="3757358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5" h="0">
                <a:moveTo>
                  <a:pt x="0" y="0"/>
                </a:moveTo>
                <a:lnTo>
                  <a:pt x="331724" y="0"/>
                </a:lnTo>
              </a:path>
            </a:pathLst>
          </a:custGeom>
          <a:ln w="131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98928" y="3720579"/>
            <a:ext cx="10541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25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5724" y="3613455"/>
            <a:ext cx="27876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baseline="-24943" sz="3675" spc="202" i="1">
                <a:latin typeface="Times New Roman"/>
                <a:cs typeface="Times New Roman"/>
              </a:rPr>
              <a:t>n</a:t>
            </a:r>
            <a:r>
              <a:rPr dirty="0" sz="1400" spc="25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3101" y="3511943"/>
            <a:ext cx="123761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90525" algn="l"/>
                <a:tab pos="727075" algn="l"/>
                <a:tab pos="1030605" algn="l"/>
              </a:tabLst>
            </a:pPr>
            <a:r>
              <a:rPr dirty="0" sz="2450" spc="25" i="1">
                <a:latin typeface="Times New Roman"/>
                <a:cs typeface="Times New Roman"/>
              </a:rPr>
              <a:t>E</a:t>
            </a:r>
            <a:r>
              <a:rPr dirty="0" sz="2450" spc="25" i="1">
                <a:latin typeface="Times New Roman"/>
                <a:cs typeface="Times New Roman"/>
              </a:rPr>
              <a:t>	</a:t>
            </a:r>
            <a:r>
              <a:rPr dirty="0" sz="2450" spc="25">
                <a:latin typeface="Symbol"/>
                <a:cs typeface="Symbol"/>
              </a:rPr>
              <a:t></a:t>
            </a:r>
            <a:r>
              <a:rPr dirty="0" sz="2450" spc="25">
                <a:latin typeface="Times New Roman"/>
                <a:cs typeface="Times New Roman"/>
              </a:rPr>
              <a:t>	</a:t>
            </a:r>
            <a:r>
              <a:rPr dirty="0" baseline="35147" sz="3675" spc="30">
                <a:latin typeface="Times New Roman"/>
                <a:cs typeface="Times New Roman"/>
              </a:rPr>
              <a:t>1</a:t>
            </a:r>
            <a:r>
              <a:rPr dirty="0" baseline="35147" sz="3675" spc="30">
                <a:latin typeface="Times New Roman"/>
                <a:cs typeface="Times New Roman"/>
              </a:rPr>
              <a:t>	</a:t>
            </a:r>
            <a:r>
              <a:rPr dirty="0" sz="2450" spc="25" i="1">
                <a:latin typeface="Times New Roman"/>
                <a:cs typeface="Times New Roman"/>
              </a:rPr>
              <a:t>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8821" y="3720579"/>
            <a:ext cx="10541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25" i="1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8179" y="4023267"/>
            <a:ext cx="5412105" cy="169862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r>
              <a:rPr dirty="0" sz="2450" spc="90">
                <a:latin typeface="Times New Roman"/>
                <a:cs typeface="Times New Roman"/>
              </a:rPr>
              <a:t>(</a:t>
            </a:r>
            <a:r>
              <a:rPr dirty="0" sz="2450" spc="90" i="1">
                <a:latin typeface="Times New Roman"/>
                <a:cs typeface="Times New Roman"/>
              </a:rPr>
              <a:t>E</a:t>
            </a:r>
            <a:r>
              <a:rPr dirty="0" sz="1400" spc="90">
                <a:latin typeface="Times New Roman"/>
                <a:cs typeface="Times New Roman"/>
              </a:rPr>
              <a:t>1 </a:t>
            </a:r>
            <a:r>
              <a:rPr dirty="0" sz="2450" spc="25">
                <a:latin typeface="Symbol"/>
                <a:cs typeface="Symbol"/>
              </a:rPr>
              <a:t></a:t>
            </a:r>
            <a:r>
              <a:rPr dirty="0" sz="2450" spc="-35">
                <a:latin typeface="Times New Roman"/>
                <a:cs typeface="Times New Roman"/>
              </a:rPr>
              <a:t> </a:t>
            </a:r>
            <a:r>
              <a:rPr dirty="0" sz="2450" spc="30">
                <a:latin typeface="Symbol"/>
                <a:cs typeface="Symbol"/>
              </a:rPr>
              <a:t></a:t>
            </a:r>
            <a:r>
              <a:rPr dirty="0" sz="2450" spc="30">
                <a:latin typeface="Times New Roman"/>
                <a:cs typeface="Times New Roman"/>
              </a:rPr>
              <a:t>13.6eV)</a:t>
            </a:r>
            <a:endParaRPr sz="245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055"/>
              </a:spcBef>
            </a:pPr>
            <a:r>
              <a:rPr dirty="0" sz="2400" spc="5" i="1">
                <a:latin typeface="Times New Roman"/>
                <a:cs typeface="Times New Roman"/>
              </a:rPr>
              <a:t>n 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-325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1,2,3</a:t>
            </a:r>
            <a:r>
              <a:rPr dirty="0" sz="2400" spc="-35">
                <a:latin typeface="MT Extra"/>
                <a:cs typeface="MT Extra"/>
              </a:rPr>
              <a:t></a:t>
            </a:r>
            <a:endParaRPr sz="2400">
              <a:latin typeface="MT Extra"/>
              <a:cs typeface="MT Extra"/>
            </a:endParaRPr>
          </a:p>
          <a:p>
            <a:pPr marL="3569970">
              <a:lnSpc>
                <a:spcPct val="100000"/>
              </a:lnSpc>
              <a:spcBef>
                <a:spcPts val="2355"/>
              </a:spcBef>
            </a:pPr>
            <a:r>
              <a:rPr dirty="0" sz="2400">
                <a:latin typeface="华文楷体"/>
                <a:cs typeface="华文楷体"/>
              </a:rPr>
              <a:t>氢原子能级图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53711" y="2865120"/>
            <a:ext cx="6710172" cy="1584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46704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五、玻尔理论对氢光谱的解</a:t>
            </a:r>
            <a:r>
              <a:rPr dirty="0" u="none" spc="-20" b="1">
                <a:latin typeface="黑体"/>
                <a:cs typeface="黑体"/>
              </a:rPr>
              <a:t>释</a:t>
            </a:r>
          </a:p>
        </p:txBody>
      </p:sp>
      <p:sp>
        <p:nvSpPr>
          <p:cNvPr id="7" name="object 7"/>
          <p:cNvSpPr/>
          <p:nvPr/>
        </p:nvSpPr>
        <p:spPr>
          <a:xfrm>
            <a:off x="316991" y="1886711"/>
            <a:ext cx="3810000" cy="3563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13789" y="5469254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氢原子能级图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1109" y="2078240"/>
            <a:ext cx="113664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0457" y="2078240"/>
            <a:ext cx="113664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15" i="1"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6509" y="1860930"/>
            <a:ext cx="877569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25" i="1">
                <a:latin typeface="Times New Roman"/>
                <a:cs typeface="Times New Roman"/>
              </a:rPr>
              <a:t>h</a:t>
            </a:r>
            <a:r>
              <a:rPr dirty="0" sz="2500" spc="-25" i="1">
                <a:latin typeface="Symbol"/>
                <a:cs typeface="Symbol"/>
              </a:rPr>
              <a:t></a:t>
            </a:r>
            <a:r>
              <a:rPr dirty="0" sz="2350" spc="-25">
                <a:latin typeface="Symbol"/>
                <a:cs typeface="Symbol"/>
              </a:rPr>
              <a:t></a:t>
            </a:r>
            <a:r>
              <a:rPr dirty="0" sz="2350" spc="-15">
                <a:latin typeface="Times New Roman"/>
                <a:cs typeface="Times New Roman"/>
              </a:rPr>
              <a:t> </a:t>
            </a:r>
            <a:r>
              <a:rPr dirty="0" sz="2350" spc="15" i="1">
                <a:latin typeface="Times New Roman"/>
                <a:cs typeface="Times New Roman"/>
              </a:rPr>
              <a:t>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622" y="1830087"/>
            <a:ext cx="2058035" cy="443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8710" algn="l"/>
              </a:tabLst>
            </a:pPr>
            <a:r>
              <a:rPr dirty="0" sz="2350" spc="15">
                <a:latin typeface="Symbol"/>
                <a:cs typeface="Symbol"/>
              </a:rPr>
              <a:t></a:t>
            </a:r>
            <a:r>
              <a:rPr dirty="0" sz="2350" spc="-80">
                <a:latin typeface="Times New Roman"/>
                <a:cs typeface="Times New Roman"/>
              </a:rPr>
              <a:t> </a:t>
            </a:r>
            <a:r>
              <a:rPr dirty="0" sz="2350" spc="15" i="1">
                <a:latin typeface="Times New Roman"/>
                <a:cs typeface="Times New Roman"/>
              </a:rPr>
              <a:t>E	</a:t>
            </a:r>
            <a:r>
              <a:rPr dirty="0" sz="2600" spc="5" i="1">
                <a:latin typeface="Times New Roman"/>
                <a:cs typeface="Times New Roman"/>
              </a:rPr>
              <a:t>c </a:t>
            </a:r>
            <a:r>
              <a:rPr dirty="0" sz="2600" spc="5">
                <a:latin typeface="Symbol"/>
                <a:cs typeface="Symbol"/>
              </a:rPr>
              <a:t></a:t>
            </a:r>
            <a:r>
              <a:rPr dirty="0" sz="2600" spc="-395">
                <a:latin typeface="Times New Roman"/>
                <a:cs typeface="Times New Roman"/>
              </a:rPr>
              <a:t> </a:t>
            </a:r>
            <a:r>
              <a:rPr dirty="0" sz="2750" spc="-595" i="1">
                <a:latin typeface="Symbol"/>
                <a:cs typeface="Symbol"/>
              </a:rPr>
              <a:t>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78149" y="2088146"/>
            <a:ext cx="977265" cy="0"/>
          </a:xfrm>
          <a:custGeom>
            <a:avLst/>
            <a:gdLst/>
            <a:ahLst/>
            <a:cxnLst/>
            <a:rect l="l" t="t" r="r" b="b"/>
            <a:pathLst>
              <a:path w="977265" h="0">
                <a:moveTo>
                  <a:pt x="0" y="0"/>
                </a:moveTo>
                <a:lnTo>
                  <a:pt x="977023" y="0"/>
                </a:lnTo>
              </a:path>
            </a:pathLst>
          </a:custGeom>
          <a:ln w="13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506544" y="2294089"/>
            <a:ext cx="11811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05682" y="1642084"/>
            <a:ext cx="32448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 i="1">
                <a:latin typeface="Times New Roman"/>
                <a:cs typeface="Times New Roman"/>
              </a:rPr>
              <a:t>c</a:t>
            </a:r>
            <a:r>
              <a:rPr dirty="0" sz="2500" spc="-5" i="1">
                <a:latin typeface="Times New Roman"/>
                <a:cs typeface="Times New Roman"/>
              </a:rPr>
              <a:t>h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91179" y="2294089"/>
            <a:ext cx="11811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i="1">
                <a:latin typeface="Times New Roman"/>
                <a:cs typeface="Times New Roman"/>
              </a:rPr>
              <a:t>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96754" y="2082774"/>
            <a:ext cx="8350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350" algn="l"/>
              </a:tabLst>
            </a:pPr>
            <a:r>
              <a:rPr dirty="0" sz="2500" spc="-5" i="1">
                <a:latin typeface="Times New Roman"/>
                <a:cs typeface="Times New Roman"/>
              </a:rPr>
              <a:t>E	</a:t>
            </a:r>
            <a:r>
              <a:rPr dirty="0" sz="2500" spc="-5">
                <a:latin typeface="Symbol"/>
                <a:cs typeface="Symbol"/>
              </a:rPr>
              <a:t></a:t>
            </a:r>
            <a:r>
              <a:rPr dirty="0" sz="2500" spc="-185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59773" y="1822369"/>
            <a:ext cx="756285" cy="42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65">
                <a:latin typeface="Symbol"/>
                <a:cs typeface="Symbol"/>
              </a:rPr>
              <a:t></a:t>
            </a:r>
            <a:r>
              <a:rPr dirty="0" sz="2600" spc="-65" i="1">
                <a:latin typeface="Symbol"/>
                <a:cs typeface="Symbol"/>
              </a:rPr>
              <a:t></a:t>
            </a:r>
            <a:r>
              <a:rPr dirty="0" sz="2500" spc="-65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35067" y="4591811"/>
            <a:ext cx="6807708" cy="16200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03420" y="2793492"/>
            <a:ext cx="6905244" cy="1719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068356" y="3946207"/>
            <a:ext cx="1016000" cy="459740"/>
          </a:xfrm>
          <a:custGeom>
            <a:avLst/>
            <a:gdLst/>
            <a:ahLst/>
            <a:cxnLst/>
            <a:rect l="l" t="t" r="r" b="b"/>
            <a:pathLst>
              <a:path w="1016000" h="459739">
                <a:moveTo>
                  <a:pt x="942657" y="459739"/>
                </a:moveTo>
                <a:lnTo>
                  <a:pt x="73113" y="459739"/>
                </a:lnTo>
                <a:lnTo>
                  <a:pt x="64681" y="457200"/>
                </a:lnTo>
                <a:lnTo>
                  <a:pt x="56553" y="454660"/>
                </a:lnTo>
                <a:lnTo>
                  <a:pt x="48793" y="452120"/>
                </a:lnTo>
                <a:lnTo>
                  <a:pt x="45072" y="449579"/>
                </a:lnTo>
                <a:lnTo>
                  <a:pt x="41452" y="448310"/>
                </a:lnTo>
                <a:lnTo>
                  <a:pt x="12395" y="419100"/>
                </a:lnTo>
                <a:lnTo>
                  <a:pt x="2603" y="394970"/>
                </a:lnTo>
                <a:lnTo>
                  <a:pt x="1638" y="391160"/>
                </a:lnTo>
                <a:lnTo>
                  <a:pt x="876" y="387350"/>
                </a:lnTo>
                <a:lnTo>
                  <a:pt x="330" y="382270"/>
                </a:lnTo>
                <a:lnTo>
                  <a:pt x="110" y="379729"/>
                </a:lnTo>
                <a:lnTo>
                  <a:pt x="0" y="81279"/>
                </a:lnTo>
                <a:lnTo>
                  <a:pt x="330" y="77470"/>
                </a:lnTo>
                <a:lnTo>
                  <a:pt x="876" y="72389"/>
                </a:lnTo>
                <a:lnTo>
                  <a:pt x="1638" y="68579"/>
                </a:lnTo>
                <a:lnTo>
                  <a:pt x="2603" y="64770"/>
                </a:lnTo>
                <a:lnTo>
                  <a:pt x="3771" y="59689"/>
                </a:lnTo>
                <a:lnTo>
                  <a:pt x="25171" y="24129"/>
                </a:lnTo>
                <a:lnTo>
                  <a:pt x="45072" y="10160"/>
                </a:lnTo>
                <a:lnTo>
                  <a:pt x="48793" y="7620"/>
                </a:lnTo>
                <a:lnTo>
                  <a:pt x="52628" y="6350"/>
                </a:lnTo>
                <a:lnTo>
                  <a:pt x="60566" y="3810"/>
                </a:lnTo>
                <a:lnTo>
                  <a:pt x="73113" y="0"/>
                </a:lnTo>
                <a:lnTo>
                  <a:pt x="942657" y="0"/>
                </a:lnTo>
                <a:lnTo>
                  <a:pt x="955205" y="3810"/>
                </a:lnTo>
                <a:lnTo>
                  <a:pt x="963142" y="6350"/>
                </a:lnTo>
                <a:lnTo>
                  <a:pt x="966977" y="7620"/>
                </a:lnTo>
                <a:lnTo>
                  <a:pt x="970699" y="10160"/>
                </a:lnTo>
                <a:lnTo>
                  <a:pt x="974318" y="11429"/>
                </a:lnTo>
                <a:lnTo>
                  <a:pt x="977963" y="13970"/>
                </a:lnTo>
                <a:lnTo>
                  <a:pt x="984478" y="19050"/>
                </a:lnTo>
                <a:lnTo>
                  <a:pt x="990600" y="24129"/>
                </a:lnTo>
                <a:lnTo>
                  <a:pt x="993945" y="27939"/>
                </a:lnTo>
                <a:lnTo>
                  <a:pt x="77787" y="27939"/>
                </a:lnTo>
                <a:lnTo>
                  <a:pt x="74231" y="29210"/>
                </a:lnTo>
                <a:lnTo>
                  <a:pt x="72136" y="29210"/>
                </a:lnTo>
                <a:lnTo>
                  <a:pt x="68719" y="30479"/>
                </a:lnTo>
                <a:lnTo>
                  <a:pt x="69392" y="30479"/>
                </a:lnTo>
                <a:lnTo>
                  <a:pt x="66040" y="31750"/>
                </a:lnTo>
                <a:lnTo>
                  <a:pt x="64084" y="31750"/>
                </a:lnTo>
                <a:lnTo>
                  <a:pt x="62483" y="33020"/>
                </a:lnTo>
                <a:lnTo>
                  <a:pt x="61518" y="33020"/>
                </a:lnTo>
                <a:lnTo>
                  <a:pt x="59963" y="34289"/>
                </a:lnTo>
                <a:lnTo>
                  <a:pt x="59016" y="34289"/>
                </a:lnTo>
                <a:lnTo>
                  <a:pt x="57505" y="35560"/>
                </a:lnTo>
                <a:lnTo>
                  <a:pt x="56591" y="35560"/>
                </a:lnTo>
                <a:lnTo>
                  <a:pt x="55124" y="36829"/>
                </a:lnTo>
                <a:lnTo>
                  <a:pt x="54508" y="36829"/>
                </a:lnTo>
                <a:lnTo>
                  <a:pt x="50345" y="40639"/>
                </a:lnTo>
                <a:lnTo>
                  <a:pt x="50012" y="40639"/>
                </a:lnTo>
                <a:lnTo>
                  <a:pt x="46174" y="44450"/>
                </a:lnTo>
                <a:lnTo>
                  <a:pt x="45859" y="44450"/>
                </a:lnTo>
                <a:lnTo>
                  <a:pt x="42364" y="48260"/>
                </a:lnTo>
                <a:lnTo>
                  <a:pt x="42075" y="48260"/>
                </a:lnTo>
                <a:lnTo>
                  <a:pt x="41318" y="49356"/>
                </a:lnTo>
                <a:lnTo>
                  <a:pt x="41244" y="49529"/>
                </a:lnTo>
                <a:lnTo>
                  <a:pt x="38752" y="53339"/>
                </a:lnTo>
                <a:lnTo>
                  <a:pt x="38506" y="53339"/>
                </a:lnTo>
                <a:lnTo>
                  <a:pt x="36639" y="55879"/>
                </a:lnTo>
                <a:lnTo>
                  <a:pt x="36995" y="55879"/>
                </a:lnTo>
                <a:lnTo>
                  <a:pt x="35255" y="58420"/>
                </a:lnTo>
                <a:lnTo>
                  <a:pt x="35585" y="58420"/>
                </a:lnTo>
                <a:lnTo>
                  <a:pt x="33997" y="60960"/>
                </a:lnTo>
                <a:lnTo>
                  <a:pt x="34302" y="60960"/>
                </a:lnTo>
                <a:lnTo>
                  <a:pt x="32854" y="63500"/>
                </a:lnTo>
                <a:lnTo>
                  <a:pt x="33134" y="63500"/>
                </a:lnTo>
                <a:lnTo>
                  <a:pt x="31838" y="66039"/>
                </a:lnTo>
                <a:lnTo>
                  <a:pt x="32080" y="66039"/>
                </a:lnTo>
                <a:lnTo>
                  <a:pt x="30949" y="68579"/>
                </a:lnTo>
                <a:lnTo>
                  <a:pt x="31153" y="68579"/>
                </a:lnTo>
                <a:lnTo>
                  <a:pt x="30187" y="71120"/>
                </a:lnTo>
                <a:lnTo>
                  <a:pt x="30365" y="71120"/>
                </a:lnTo>
                <a:lnTo>
                  <a:pt x="29832" y="73660"/>
                </a:lnTo>
                <a:lnTo>
                  <a:pt x="29281" y="76200"/>
                </a:lnTo>
                <a:lnTo>
                  <a:pt x="28714" y="80010"/>
                </a:lnTo>
                <a:lnTo>
                  <a:pt x="28511" y="82550"/>
                </a:lnTo>
                <a:lnTo>
                  <a:pt x="28460" y="85089"/>
                </a:lnTo>
                <a:lnTo>
                  <a:pt x="28490" y="374650"/>
                </a:lnTo>
                <a:lnTo>
                  <a:pt x="28511" y="377189"/>
                </a:lnTo>
                <a:lnTo>
                  <a:pt x="28790" y="379729"/>
                </a:lnTo>
                <a:lnTo>
                  <a:pt x="29171" y="383539"/>
                </a:lnTo>
                <a:lnTo>
                  <a:pt x="29705" y="386079"/>
                </a:lnTo>
                <a:lnTo>
                  <a:pt x="30365" y="388620"/>
                </a:lnTo>
                <a:lnTo>
                  <a:pt x="30187" y="388620"/>
                </a:lnTo>
                <a:lnTo>
                  <a:pt x="31153" y="391160"/>
                </a:lnTo>
                <a:lnTo>
                  <a:pt x="30949" y="391160"/>
                </a:lnTo>
                <a:lnTo>
                  <a:pt x="32080" y="393700"/>
                </a:lnTo>
                <a:lnTo>
                  <a:pt x="31838" y="393700"/>
                </a:lnTo>
                <a:lnTo>
                  <a:pt x="33134" y="396239"/>
                </a:lnTo>
                <a:lnTo>
                  <a:pt x="32854" y="396239"/>
                </a:lnTo>
                <a:lnTo>
                  <a:pt x="34302" y="398779"/>
                </a:lnTo>
                <a:lnTo>
                  <a:pt x="33997" y="398779"/>
                </a:lnTo>
                <a:lnTo>
                  <a:pt x="35585" y="401320"/>
                </a:lnTo>
                <a:lnTo>
                  <a:pt x="35255" y="401320"/>
                </a:lnTo>
                <a:lnTo>
                  <a:pt x="36995" y="403860"/>
                </a:lnTo>
                <a:lnTo>
                  <a:pt x="36639" y="403860"/>
                </a:lnTo>
                <a:lnTo>
                  <a:pt x="38506" y="406400"/>
                </a:lnTo>
                <a:lnTo>
                  <a:pt x="38752" y="406400"/>
                </a:lnTo>
                <a:lnTo>
                  <a:pt x="41244" y="410210"/>
                </a:lnTo>
                <a:lnTo>
                  <a:pt x="42075" y="411479"/>
                </a:lnTo>
                <a:lnTo>
                  <a:pt x="42364" y="411479"/>
                </a:lnTo>
                <a:lnTo>
                  <a:pt x="45859" y="415289"/>
                </a:lnTo>
                <a:lnTo>
                  <a:pt x="46174" y="415289"/>
                </a:lnTo>
                <a:lnTo>
                  <a:pt x="50012" y="419100"/>
                </a:lnTo>
                <a:lnTo>
                  <a:pt x="50345" y="419100"/>
                </a:lnTo>
                <a:lnTo>
                  <a:pt x="54508" y="422910"/>
                </a:lnTo>
                <a:lnTo>
                  <a:pt x="55124" y="422910"/>
                </a:lnTo>
                <a:lnTo>
                  <a:pt x="56591" y="424179"/>
                </a:lnTo>
                <a:lnTo>
                  <a:pt x="57505" y="424179"/>
                </a:lnTo>
                <a:lnTo>
                  <a:pt x="59016" y="425450"/>
                </a:lnTo>
                <a:lnTo>
                  <a:pt x="59963" y="425450"/>
                </a:lnTo>
                <a:lnTo>
                  <a:pt x="61518" y="426720"/>
                </a:lnTo>
                <a:lnTo>
                  <a:pt x="62484" y="426720"/>
                </a:lnTo>
                <a:lnTo>
                  <a:pt x="64084" y="427989"/>
                </a:lnTo>
                <a:lnTo>
                  <a:pt x="66040" y="427989"/>
                </a:lnTo>
                <a:lnTo>
                  <a:pt x="69392" y="429260"/>
                </a:lnTo>
                <a:lnTo>
                  <a:pt x="68719" y="429260"/>
                </a:lnTo>
                <a:lnTo>
                  <a:pt x="72136" y="430529"/>
                </a:lnTo>
                <a:lnTo>
                  <a:pt x="74231" y="430529"/>
                </a:lnTo>
                <a:lnTo>
                  <a:pt x="77787" y="431800"/>
                </a:lnTo>
                <a:lnTo>
                  <a:pt x="993945" y="431800"/>
                </a:lnTo>
                <a:lnTo>
                  <a:pt x="970699" y="449579"/>
                </a:lnTo>
                <a:lnTo>
                  <a:pt x="966977" y="452120"/>
                </a:lnTo>
                <a:lnTo>
                  <a:pt x="959218" y="454660"/>
                </a:lnTo>
                <a:lnTo>
                  <a:pt x="951102" y="457200"/>
                </a:lnTo>
                <a:lnTo>
                  <a:pt x="942657" y="459739"/>
                </a:lnTo>
                <a:close/>
              </a:path>
              <a:path w="1016000" h="459739">
                <a:moveTo>
                  <a:pt x="77076" y="29210"/>
                </a:moveTo>
                <a:lnTo>
                  <a:pt x="77787" y="27939"/>
                </a:lnTo>
                <a:lnTo>
                  <a:pt x="80683" y="27939"/>
                </a:lnTo>
                <a:lnTo>
                  <a:pt x="77076" y="29210"/>
                </a:lnTo>
                <a:close/>
              </a:path>
              <a:path w="1016000" h="459739">
                <a:moveTo>
                  <a:pt x="938695" y="29210"/>
                </a:moveTo>
                <a:lnTo>
                  <a:pt x="935088" y="27939"/>
                </a:lnTo>
                <a:lnTo>
                  <a:pt x="937983" y="27939"/>
                </a:lnTo>
                <a:lnTo>
                  <a:pt x="938695" y="29210"/>
                </a:lnTo>
                <a:close/>
              </a:path>
              <a:path w="1016000" h="459739">
                <a:moveTo>
                  <a:pt x="954887" y="34289"/>
                </a:moveTo>
                <a:lnTo>
                  <a:pt x="951687" y="31750"/>
                </a:lnTo>
                <a:lnTo>
                  <a:pt x="949731" y="31750"/>
                </a:lnTo>
                <a:lnTo>
                  <a:pt x="946378" y="30479"/>
                </a:lnTo>
                <a:lnTo>
                  <a:pt x="947051" y="30479"/>
                </a:lnTo>
                <a:lnTo>
                  <a:pt x="943635" y="29210"/>
                </a:lnTo>
                <a:lnTo>
                  <a:pt x="941539" y="29210"/>
                </a:lnTo>
                <a:lnTo>
                  <a:pt x="937983" y="27939"/>
                </a:lnTo>
                <a:lnTo>
                  <a:pt x="993945" y="27939"/>
                </a:lnTo>
                <a:lnTo>
                  <a:pt x="996175" y="30479"/>
                </a:lnTo>
                <a:lnTo>
                  <a:pt x="998120" y="33020"/>
                </a:lnTo>
                <a:lnTo>
                  <a:pt x="954252" y="33020"/>
                </a:lnTo>
                <a:lnTo>
                  <a:pt x="954887" y="34289"/>
                </a:lnTo>
                <a:close/>
              </a:path>
              <a:path w="1016000" h="459739">
                <a:moveTo>
                  <a:pt x="63436" y="33020"/>
                </a:moveTo>
                <a:lnTo>
                  <a:pt x="64084" y="31750"/>
                </a:lnTo>
                <a:lnTo>
                  <a:pt x="66700" y="31750"/>
                </a:lnTo>
                <a:lnTo>
                  <a:pt x="63436" y="33020"/>
                </a:lnTo>
                <a:close/>
              </a:path>
              <a:path w="1016000" h="459739">
                <a:moveTo>
                  <a:pt x="952334" y="33020"/>
                </a:moveTo>
                <a:lnTo>
                  <a:pt x="949071" y="31750"/>
                </a:lnTo>
                <a:lnTo>
                  <a:pt x="951687" y="31750"/>
                </a:lnTo>
                <a:lnTo>
                  <a:pt x="952334" y="33020"/>
                </a:lnTo>
                <a:close/>
              </a:path>
              <a:path w="1016000" h="459739">
                <a:moveTo>
                  <a:pt x="60883" y="34289"/>
                </a:moveTo>
                <a:lnTo>
                  <a:pt x="61518" y="33020"/>
                </a:lnTo>
                <a:lnTo>
                  <a:pt x="62483" y="33020"/>
                </a:lnTo>
                <a:lnTo>
                  <a:pt x="60883" y="34289"/>
                </a:lnTo>
                <a:close/>
              </a:path>
              <a:path w="1016000" h="459739">
                <a:moveTo>
                  <a:pt x="957364" y="35560"/>
                </a:moveTo>
                <a:lnTo>
                  <a:pt x="954252" y="33020"/>
                </a:lnTo>
                <a:lnTo>
                  <a:pt x="998120" y="33020"/>
                </a:lnTo>
                <a:lnTo>
                  <a:pt x="999093" y="34289"/>
                </a:lnTo>
                <a:lnTo>
                  <a:pt x="956754" y="34289"/>
                </a:lnTo>
                <a:lnTo>
                  <a:pt x="957364" y="35560"/>
                </a:lnTo>
                <a:close/>
              </a:path>
              <a:path w="1016000" h="459739">
                <a:moveTo>
                  <a:pt x="58407" y="35560"/>
                </a:moveTo>
                <a:lnTo>
                  <a:pt x="59016" y="34289"/>
                </a:lnTo>
                <a:lnTo>
                  <a:pt x="59963" y="34289"/>
                </a:lnTo>
                <a:lnTo>
                  <a:pt x="58407" y="35560"/>
                </a:lnTo>
                <a:close/>
              </a:path>
              <a:path w="1016000" h="459739">
                <a:moveTo>
                  <a:pt x="959777" y="36829"/>
                </a:moveTo>
                <a:lnTo>
                  <a:pt x="956754" y="34289"/>
                </a:lnTo>
                <a:lnTo>
                  <a:pt x="999093" y="34289"/>
                </a:lnTo>
                <a:lnTo>
                  <a:pt x="1000066" y="35560"/>
                </a:lnTo>
                <a:lnTo>
                  <a:pt x="959180" y="35560"/>
                </a:lnTo>
                <a:lnTo>
                  <a:pt x="959777" y="36829"/>
                </a:lnTo>
                <a:close/>
              </a:path>
              <a:path w="1016000" h="459739">
                <a:moveTo>
                  <a:pt x="55994" y="36829"/>
                </a:moveTo>
                <a:lnTo>
                  <a:pt x="56591" y="35560"/>
                </a:lnTo>
                <a:lnTo>
                  <a:pt x="57505" y="35560"/>
                </a:lnTo>
                <a:lnTo>
                  <a:pt x="55994" y="36829"/>
                </a:lnTo>
                <a:close/>
              </a:path>
              <a:path w="1016000" h="459739">
                <a:moveTo>
                  <a:pt x="962113" y="38100"/>
                </a:moveTo>
                <a:lnTo>
                  <a:pt x="959180" y="35560"/>
                </a:lnTo>
                <a:lnTo>
                  <a:pt x="1000066" y="35560"/>
                </a:lnTo>
                <a:lnTo>
                  <a:pt x="1001039" y="36829"/>
                </a:lnTo>
                <a:lnTo>
                  <a:pt x="961263" y="36829"/>
                </a:lnTo>
                <a:lnTo>
                  <a:pt x="962113" y="38100"/>
                </a:lnTo>
                <a:close/>
              </a:path>
              <a:path w="1016000" h="459739">
                <a:moveTo>
                  <a:pt x="53657" y="38100"/>
                </a:moveTo>
                <a:lnTo>
                  <a:pt x="54508" y="36829"/>
                </a:lnTo>
                <a:lnTo>
                  <a:pt x="55124" y="36829"/>
                </a:lnTo>
                <a:lnTo>
                  <a:pt x="53657" y="38100"/>
                </a:lnTo>
                <a:close/>
              </a:path>
              <a:path w="1016000" h="459739">
                <a:moveTo>
                  <a:pt x="966812" y="41910"/>
                </a:moveTo>
                <a:lnTo>
                  <a:pt x="961263" y="36829"/>
                </a:lnTo>
                <a:lnTo>
                  <a:pt x="1001039" y="36829"/>
                </a:lnTo>
                <a:lnTo>
                  <a:pt x="1003376" y="40639"/>
                </a:lnTo>
                <a:lnTo>
                  <a:pt x="965758" y="40639"/>
                </a:lnTo>
                <a:lnTo>
                  <a:pt x="966812" y="41910"/>
                </a:lnTo>
                <a:close/>
              </a:path>
              <a:path w="1016000" h="459739">
                <a:moveTo>
                  <a:pt x="48958" y="41910"/>
                </a:moveTo>
                <a:lnTo>
                  <a:pt x="50012" y="40639"/>
                </a:lnTo>
                <a:lnTo>
                  <a:pt x="50345" y="40639"/>
                </a:lnTo>
                <a:lnTo>
                  <a:pt x="48958" y="41910"/>
                </a:lnTo>
                <a:close/>
              </a:path>
              <a:path w="1016000" h="459739">
                <a:moveTo>
                  <a:pt x="970876" y="45720"/>
                </a:moveTo>
                <a:lnTo>
                  <a:pt x="965758" y="40639"/>
                </a:lnTo>
                <a:lnTo>
                  <a:pt x="1003376" y="40639"/>
                </a:lnTo>
                <a:lnTo>
                  <a:pt x="1005458" y="44450"/>
                </a:lnTo>
                <a:lnTo>
                  <a:pt x="969911" y="44450"/>
                </a:lnTo>
                <a:lnTo>
                  <a:pt x="970876" y="45720"/>
                </a:lnTo>
                <a:close/>
              </a:path>
              <a:path w="1016000" h="459739">
                <a:moveTo>
                  <a:pt x="44894" y="45720"/>
                </a:moveTo>
                <a:lnTo>
                  <a:pt x="45859" y="44450"/>
                </a:lnTo>
                <a:lnTo>
                  <a:pt x="46174" y="44450"/>
                </a:lnTo>
                <a:lnTo>
                  <a:pt x="44894" y="45720"/>
                </a:lnTo>
                <a:close/>
              </a:path>
              <a:path w="1016000" h="459739">
                <a:moveTo>
                  <a:pt x="974413" y="49356"/>
                </a:moveTo>
                <a:lnTo>
                  <a:pt x="969911" y="44450"/>
                </a:lnTo>
                <a:lnTo>
                  <a:pt x="1005458" y="44450"/>
                </a:lnTo>
                <a:lnTo>
                  <a:pt x="1007364" y="48260"/>
                </a:lnTo>
                <a:lnTo>
                  <a:pt x="973696" y="48260"/>
                </a:lnTo>
                <a:lnTo>
                  <a:pt x="974413" y="49356"/>
                </a:lnTo>
                <a:close/>
              </a:path>
              <a:path w="1016000" h="459739">
                <a:moveTo>
                  <a:pt x="41198" y="49529"/>
                </a:moveTo>
                <a:lnTo>
                  <a:pt x="42075" y="48260"/>
                </a:lnTo>
                <a:lnTo>
                  <a:pt x="41357" y="49356"/>
                </a:lnTo>
                <a:lnTo>
                  <a:pt x="41198" y="49529"/>
                </a:lnTo>
                <a:close/>
              </a:path>
              <a:path w="1016000" h="459739">
                <a:moveTo>
                  <a:pt x="41357" y="49356"/>
                </a:moveTo>
                <a:lnTo>
                  <a:pt x="42075" y="48260"/>
                </a:lnTo>
                <a:lnTo>
                  <a:pt x="42364" y="48260"/>
                </a:lnTo>
                <a:lnTo>
                  <a:pt x="41357" y="49356"/>
                </a:lnTo>
                <a:close/>
              </a:path>
              <a:path w="1016000" h="459739">
                <a:moveTo>
                  <a:pt x="974572" y="49529"/>
                </a:moveTo>
                <a:lnTo>
                  <a:pt x="974413" y="49356"/>
                </a:lnTo>
                <a:lnTo>
                  <a:pt x="973696" y="48260"/>
                </a:lnTo>
                <a:lnTo>
                  <a:pt x="974572" y="49529"/>
                </a:lnTo>
                <a:close/>
              </a:path>
              <a:path w="1016000" h="459739">
                <a:moveTo>
                  <a:pt x="1007939" y="49529"/>
                </a:moveTo>
                <a:lnTo>
                  <a:pt x="974572" y="49529"/>
                </a:lnTo>
                <a:lnTo>
                  <a:pt x="973696" y="48260"/>
                </a:lnTo>
                <a:lnTo>
                  <a:pt x="1007364" y="48260"/>
                </a:lnTo>
                <a:lnTo>
                  <a:pt x="1007939" y="49529"/>
                </a:lnTo>
                <a:close/>
              </a:path>
              <a:path w="1016000" h="459739">
                <a:moveTo>
                  <a:pt x="41244" y="49529"/>
                </a:moveTo>
                <a:lnTo>
                  <a:pt x="41357" y="49356"/>
                </a:lnTo>
                <a:lnTo>
                  <a:pt x="41244" y="49529"/>
                </a:lnTo>
                <a:close/>
              </a:path>
              <a:path w="1016000" h="459739">
                <a:moveTo>
                  <a:pt x="977849" y="54610"/>
                </a:moveTo>
                <a:lnTo>
                  <a:pt x="974413" y="49356"/>
                </a:lnTo>
                <a:lnTo>
                  <a:pt x="974572" y="49529"/>
                </a:lnTo>
                <a:lnTo>
                  <a:pt x="1007939" y="49529"/>
                </a:lnTo>
                <a:lnTo>
                  <a:pt x="1009091" y="52070"/>
                </a:lnTo>
                <a:lnTo>
                  <a:pt x="1009607" y="53339"/>
                </a:lnTo>
                <a:lnTo>
                  <a:pt x="977265" y="53339"/>
                </a:lnTo>
                <a:lnTo>
                  <a:pt x="977849" y="54610"/>
                </a:lnTo>
                <a:close/>
              </a:path>
              <a:path w="1016000" h="459739">
                <a:moveTo>
                  <a:pt x="37922" y="54610"/>
                </a:moveTo>
                <a:lnTo>
                  <a:pt x="38506" y="53339"/>
                </a:lnTo>
                <a:lnTo>
                  <a:pt x="38752" y="53339"/>
                </a:lnTo>
                <a:lnTo>
                  <a:pt x="37922" y="54610"/>
                </a:lnTo>
                <a:close/>
              </a:path>
              <a:path w="1016000" h="459739">
                <a:moveTo>
                  <a:pt x="1015885" y="374650"/>
                </a:moveTo>
                <a:lnTo>
                  <a:pt x="987310" y="374650"/>
                </a:lnTo>
                <a:lnTo>
                  <a:pt x="987310" y="85089"/>
                </a:lnTo>
                <a:lnTo>
                  <a:pt x="987221" y="82550"/>
                </a:lnTo>
                <a:lnTo>
                  <a:pt x="986980" y="80010"/>
                </a:lnTo>
                <a:lnTo>
                  <a:pt x="986599" y="76200"/>
                </a:lnTo>
                <a:lnTo>
                  <a:pt x="986066" y="73660"/>
                </a:lnTo>
                <a:lnTo>
                  <a:pt x="985405" y="71120"/>
                </a:lnTo>
                <a:lnTo>
                  <a:pt x="985583" y="71120"/>
                </a:lnTo>
                <a:lnTo>
                  <a:pt x="984618" y="68579"/>
                </a:lnTo>
                <a:lnTo>
                  <a:pt x="984821" y="68579"/>
                </a:lnTo>
                <a:lnTo>
                  <a:pt x="983691" y="66039"/>
                </a:lnTo>
                <a:lnTo>
                  <a:pt x="983932" y="66039"/>
                </a:lnTo>
                <a:lnTo>
                  <a:pt x="982637" y="63500"/>
                </a:lnTo>
                <a:lnTo>
                  <a:pt x="982916" y="63500"/>
                </a:lnTo>
                <a:lnTo>
                  <a:pt x="981468" y="60960"/>
                </a:lnTo>
                <a:lnTo>
                  <a:pt x="981773" y="60960"/>
                </a:lnTo>
                <a:lnTo>
                  <a:pt x="980186" y="58420"/>
                </a:lnTo>
                <a:lnTo>
                  <a:pt x="980516" y="58420"/>
                </a:lnTo>
                <a:lnTo>
                  <a:pt x="978776" y="55879"/>
                </a:lnTo>
                <a:lnTo>
                  <a:pt x="979131" y="55879"/>
                </a:lnTo>
                <a:lnTo>
                  <a:pt x="977265" y="53339"/>
                </a:lnTo>
                <a:lnTo>
                  <a:pt x="1009607" y="53339"/>
                </a:lnTo>
                <a:lnTo>
                  <a:pt x="1010640" y="55879"/>
                </a:lnTo>
                <a:lnTo>
                  <a:pt x="1011999" y="59689"/>
                </a:lnTo>
                <a:lnTo>
                  <a:pt x="1013167" y="64770"/>
                </a:lnTo>
                <a:lnTo>
                  <a:pt x="1014133" y="68579"/>
                </a:lnTo>
                <a:lnTo>
                  <a:pt x="1014895" y="72389"/>
                </a:lnTo>
                <a:lnTo>
                  <a:pt x="1015441" y="77470"/>
                </a:lnTo>
                <a:lnTo>
                  <a:pt x="1015784" y="81279"/>
                </a:lnTo>
                <a:lnTo>
                  <a:pt x="1015885" y="374650"/>
                </a:lnTo>
                <a:close/>
              </a:path>
              <a:path w="1016000" h="459739">
                <a:moveTo>
                  <a:pt x="29565" y="74929"/>
                </a:moveTo>
                <a:lnTo>
                  <a:pt x="29705" y="73660"/>
                </a:lnTo>
                <a:lnTo>
                  <a:pt x="29565" y="74929"/>
                </a:lnTo>
                <a:close/>
              </a:path>
              <a:path w="1016000" h="459739">
                <a:moveTo>
                  <a:pt x="986218" y="74929"/>
                </a:moveTo>
                <a:lnTo>
                  <a:pt x="985947" y="73660"/>
                </a:lnTo>
                <a:lnTo>
                  <a:pt x="986218" y="74929"/>
                </a:lnTo>
                <a:close/>
              </a:path>
              <a:path w="1016000" h="459739">
                <a:moveTo>
                  <a:pt x="29070" y="77470"/>
                </a:moveTo>
                <a:lnTo>
                  <a:pt x="29171" y="76200"/>
                </a:lnTo>
                <a:lnTo>
                  <a:pt x="29070" y="77470"/>
                </a:lnTo>
                <a:close/>
              </a:path>
              <a:path w="1016000" h="459739">
                <a:moveTo>
                  <a:pt x="986701" y="77470"/>
                </a:moveTo>
                <a:lnTo>
                  <a:pt x="986489" y="76200"/>
                </a:lnTo>
                <a:lnTo>
                  <a:pt x="986701" y="77470"/>
                </a:lnTo>
                <a:close/>
              </a:path>
              <a:path w="1016000" h="459739">
                <a:moveTo>
                  <a:pt x="28460" y="86360"/>
                </a:moveTo>
                <a:lnTo>
                  <a:pt x="28460" y="85089"/>
                </a:lnTo>
                <a:lnTo>
                  <a:pt x="28460" y="86360"/>
                </a:lnTo>
                <a:close/>
              </a:path>
              <a:path w="1016000" h="459739">
                <a:moveTo>
                  <a:pt x="987310" y="86360"/>
                </a:moveTo>
                <a:lnTo>
                  <a:pt x="987281" y="85089"/>
                </a:lnTo>
                <a:lnTo>
                  <a:pt x="987310" y="86360"/>
                </a:lnTo>
                <a:close/>
              </a:path>
              <a:path w="1016000" h="459739">
                <a:moveTo>
                  <a:pt x="28490" y="374650"/>
                </a:moveTo>
                <a:lnTo>
                  <a:pt x="28460" y="373379"/>
                </a:lnTo>
                <a:lnTo>
                  <a:pt x="28490" y="374650"/>
                </a:lnTo>
                <a:close/>
              </a:path>
              <a:path w="1016000" h="459739">
                <a:moveTo>
                  <a:pt x="1015304" y="383539"/>
                </a:moveTo>
                <a:lnTo>
                  <a:pt x="986599" y="383539"/>
                </a:lnTo>
                <a:lnTo>
                  <a:pt x="987056" y="379729"/>
                </a:lnTo>
                <a:lnTo>
                  <a:pt x="987259" y="377189"/>
                </a:lnTo>
                <a:lnTo>
                  <a:pt x="987310" y="373379"/>
                </a:lnTo>
                <a:lnTo>
                  <a:pt x="987310" y="374650"/>
                </a:lnTo>
                <a:lnTo>
                  <a:pt x="1015885" y="374650"/>
                </a:lnTo>
                <a:lnTo>
                  <a:pt x="1015784" y="378460"/>
                </a:lnTo>
                <a:lnTo>
                  <a:pt x="1015441" y="382270"/>
                </a:lnTo>
                <a:lnTo>
                  <a:pt x="1015304" y="383539"/>
                </a:lnTo>
                <a:close/>
              </a:path>
              <a:path w="1016000" h="459739">
                <a:moveTo>
                  <a:pt x="29281" y="383539"/>
                </a:moveTo>
                <a:lnTo>
                  <a:pt x="29070" y="382270"/>
                </a:lnTo>
                <a:lnTo>
                  <a:pt x="29281" y="383539"/>
                </a:lnTo>
                <a:close/>
              </a:path>
              <a:path w="1016000" h="459739">
                <a:moveTo>
                  <a:pt x="1015031" y="386079"/>
                </a:moveTo>
                <a:lnTo>
                  <a:pt x="986066" y="386079"/>
                </a:lnTo>
                <a:lnTo>
                  <a:pt x="986701" y="382270"/>
                </a:lnTo>
                <a:lnTo>
                  <a:pt x="986599" y="383539"/>
                </a:lnTo>
                <a:lnTo>
                  <a:pt x="1015304" y="383539"/>
                </a:lnTo>
                <a:lnTo>
                  <a:pt x="1015031" y="386079"/>
                </a:lnTo>
                <a:close/>
              </a:path>
              <a:path w="1016000" h="459739">
                <a:moveTo>
                  <a:pt x="29832" y="386079"/>
                </a:moveTo>
                <a:lnTo>
                  <a:pt x="29565" y="384810"/>
                </a:lnTo>
                <a:lnTo>
                  <a:pt x="29832" y="386079"/>
                </a:lnTo>
                <a:close/>
              </a:path>
              <a:path w="1016000" h="459739">
                <a:moveTo>
                  <a:pt x="1009607" y="406400"/>
                </a:moveTo>
                <a:lnTo>
                  <a:pt x="977265" y="406400"/>
                </a:lnTo>
                <a:lnTo>
                  <a:pt x="979131" y="403860"/>
                </a:lnTo>
                <a:lnTo>
                  <a:pt x="978776" y="403860"/>
                </a:lnTo>
                <a:lnTo>
                  <a:pt x="980516" y="401320"/>
                </a:lnTo>
                <a:lnTo>
                  <a:pt x="980186" y="401320"/>
                </a:lnTo>
                <a:lnTo>
                  <a:pt x="981773" y="398779"/>
                </a:lnTo>
                <a:lnTo>
                  <a:pt x="981468" y="398779"/>
                </a:lnTo>
                <a:lnTo>
                  <a:pt x="982916" y="396239"/>
                </a:lnTo>
                <a:lnTo>
                  <a:pt x="982637" y="396239"/>
                </a:lnTo>
                <a:lnTo>
                  <a:pt x="983932" y="393700"/>
                </a:lnTo>
                <a:lnTo>
                  <a:pt x="983691" y="393700"/>
                </a:lnTo>
                <a:lnTo>
                  <a:pt x="984821" y="391160"/>
                </a:lnTo>
                <a:lnTo>
                  <a:pt x="984618" y="391160"/>
                </a:lnTo>
                <a:lnTo>
                  <a:pt x="985583" y="388620"/>
                </a:lnTo>
                <a:lnTo>
                  <a:pt x="985405" y="388620"/>
                </a:lnTo>
                <a:lnTo>
                  <a:pt x="986218" y="384810"/>
                </a:lnTo>
                <a:lnTo>
                  <a:pt x="986066" y="386079"/>
                </a:lnTo>
                <a:lnTo>
                  <a:pt x="1015031" y="386079"/>
                </a:lnTo>
                <a:lnTo>
                  <a:pt x="1014895" y="387350"/>
                </a:lnTo>
                <a:lnTo>
                  <a:pt x="1014133" y="391160"/>
                </a:lnTo>
                <a:lnTo>
                  <a:pt x="1013167" y="394970"/>
                </a:lnTo>
                <a:lnTo>
                  <a:pt x="1011999" y="400050"/>
                </a:lnTo>
                <a:lnTo>
                  <a:pt x="1010640" y="403860"/>
                </a:lnTo>
                <a:lnTo>
                  <a:pt x="1009607" y="406400"/>
                </a:lnTo>
                <a:close/>
              </a:path>
              <a:path w="1016000" h="459739">
                <a:moveTo>
                  <a:pt x="38752" y="406400"/>
                </a:moveTo>
                <a:lnTo>
                  <a:pt x="38506" y="406400"/>
                </a:lnTo>
                <a:lnTo>
                  <a:pt x="37922" y="405129"/>
                </a:lnTo>
                <a:lnTo>
                  <a:pt x="38752" y="406400"/>
                </a:lnTo>
                <a:close/>
              </a:path>
              <a:path w="1016000" h="459739">
                <a:moveTo>
                  <a:pt x="1007364" y="411479"/>
                </a:moveTo>
                <a:lnTo>
                  <a:pt x="973696" y="411479"/>
                </a:lnTo>
                <a:lnTo>
                  <a:pt x="974572" y="410210"/>
                </a:lnTo>
                <a:lnTo>
                  <a:pt x="977849" y="405129"/>
                </a:lnTo>
                <a:lnTo>
                  <a:pt x="977265" y="406400"/>
                </a:lnTo>
                <a:lnTo>
                  <a:pt x="1009607" y="406400"/>
                </a:lnTo>
                <a:lnTo>
                  <a:pt x="1009091" y="407670"/>
                </a:lnTo>
                <a:lnTo>
                  <a:pt x="1007364" y="411479"/>
                </a:lnTo>
                <a:close/>
              </a:path>
              <a:path w="1016000" h="459739">
                <a:moveTo>
                  <a:pt x="42075" y="411479"/>
                </a:moveTo>
                <a:lnTo>
                  <a:pt x="41198" y="410210"/>
                </a:lnTo>
                <a:lnTo>
                  <a:pt x="41357" y="410383"/>
                </a:lnTo>
                <a:lnTo>
                  <a:pt x="42075" y="411479"/>
                </a:lnTo>
                <a:close/>
              </a:path>
              <a:path w="1016000" h="459739">
                <a:moveTo>
                  <a:pt x="41357" y="410383"/>
                </a:moveTo>
                <a:lnTo>
                  <a:pt x="41198" y="410210"/>
                </a:lnTo>
                <a:lnTo>
                  <a:pt x="41357" y="410383"/>
                </a:lnTo>
                <a:close/>
              </a:path>
              <a:path w="1016000" h="459739">
                <a:moveTo>
                  <a:pt x="974413" y="410383"/>
                </a:moveTo>
                <a:lnTo>
                  <a:pt x="974526" y="410210"/>
                </a:lnTo>
                <a:lnTo>
                  <a:pt x="974413" y="410383"/>
                </a:lnTo>
                <a:close/>
              </a:path>
              <a:path w="1016000" h="459739">
                <a:moveTo>
                  <a:pt x="973696" y="411479"/>
                </a:moveTo>
                <a:lnTo>
                  <a:pt x="974413" y="410383"/>
                </a:lnTo>
                <a:lnTo>
                  <a:pt x="974572" y="410210"/>
                </a:lnTo>
                <a:lnTo>
                  <a:pt x="973696" y="411479"/>
                </a:lnTo>
                <a:close/>
              </a:path>
              <a:path w="1016000" h="459739">
                <a:moveTo>
                  <a:pt x="42364" y="411479"/>
                </a:moveTo>
                <a:lnTo>
                  <a:pt x="42075" y="411479"/>
                </a:lnTo>
                <a:lnTo>
                  <a:pt x="41357" y="410383"/>
                </a:lnTo>
                <a:lnTo>
                  <a:pt x="42364" y="411479"/>
                </a:lnTo>
                <a:close/>
              </a:path>
              <a:path w="1016000" h="459739">
                <a:moveTo>
                  <a:pt x="1005458" y="415289"/>
                </a:moveTo>
                <a:lnTo>
                  <a:pt x="969911" y="415289"/>
                </a:lnTo>
                <a:lnTo>
                  <a:pt x="974413" y="410383"/>
                </a:lnTo>
                <a:lnTo>
                  <a:pt x="973696" y="411479"/>
                </a:lnTo>
                <a:lnTo>
                  <a:pt x="1007364" y="411479"/>
                </a:lnTo>
                <a:lnTo>
                  <a:pt x="1005458" y="415289"/>
                </a:lnTo>
                <a:close/>
              </a:path>
              <a:path w="1016000" h="459739">
                <a:moveTo>
                  <a:pt x="46174" y="415289"/>
                </a:moveTo>
                <a:lnTo>
                  <a:pt x="45859" y="415289"/>
                </a:lnTo>
                <a:lnTo>
                  <a:pt x="44894" y="414020"/>
                </a:lnTo>
                <a:lnTo>
                  <a:pt x="46174" y="415289"/>
                </a:lnTo>
                <a:close/>
              </a:path>
              <a:path w="1016000" h="459739">
                <a:moveTo>
                  <a:pt x="1003376" y="419100"/>
                </a:moveTo>
                <a:lnTo>
                  <a:pt x="965758" y="419100"/>
                </a:lnTo>
                <a:lnTo>
                  <a:pt x="970876" y="414020"/>
                </a:lnTo>
                <a:lnTo>
                  <a:pt x="969911" y="415289"/>
                </a:lnTo>
                <a:lnTo>
                  <a:pt x="1005458" y="415289"/>
                </a:lnTo>
                <a:lnTo>
                  <a:pt x="1003376" y="419100"/>
                </a:lnTo>
                <a:close/>
              </a:path>
              <a:path w="1016000" h="459739">
                <a:moveTo>
                  <a:pt x="50345" y="419100"/>
                </a:moveTo>
                <a:lnTo>
                  <a:pt x="50012" y="419100"/>
                </a:lnTo>
                <a:lnTo>
                  <a:pt x="48958" y="417829"/>
                </a:lnTo>
                <a:lnTo>
                  <a:pt x="50345" y="419100"/>
                </a:lnTo>
                <a:close/>
              </a:path>
              <a:path w="1016000" h="459739">
                <a:moveTo>
                  <a:pt x="1001039" y="422910"/>
                </a:moveTo>
                <a:lnTo>
                  <a:pt x="961263" y="422910"/>
                </a:lnTo>
                <a:lnTo>
                  <a:pt x="966812" y="417829"/>
                </a:lnTo>
                <a:lnTo>
                  <a:pt x="965758" y="419100"/>
                </a:lnTo>
                <a:lnTo>
                  <a:pt x="1003376" y="419100"/>
                </a:lnTo>
                <a:lnTo>
                  <a:pt x="1001039" y="422910"/>
                </a:lnTo>
                <a:close/>
              </a:path>
              <a:path w="1016000" h="459739">
                <a:moveTo>
                  <a:pt x="55124" y="422910"/>
                </a:moveTo>
                <a:lnTo>
                  <a:pt x="54508" y="422910"/>
                </a:lnTo>
                <a:lnTo>
                  <a:pt x="53657" y="421639"/>
                </a:lnTo>
                <a:lnTo>
                  <a:pt x="55124" y="422910"/>
                </a:lnTo>
                <a:close/>
              </a:path>
              <a:path w="1016000" h="459739">
                <a:moveTo>
                  <a:pt x="1000066" y="424179"/>
                </a:moveTo>
                <a:lnTo>
                  <a:pt x="959180" y="424179"/>
                </a:lnTo>
                <a:lnTo>
                  <a:pt x="962113" y="421639"/>
                </a:lnTo>
                <a:lnTo>
                  <a:pt x="961263" y="422910"/>
                </a:lnTo>
                <a:lnTo>
                  <a:pt x="1001039" y="422910"/>
                </a:lnTo>
                <a:lnTo>
                  <a:pt x="1000066" y="424179"/>
                </a:lnTo>
                <a:close/>
              </a:path>
              <a:path w="1016000" h="459739">
                <a:moveTo>
                  <a:pt x="57505" y="424179"/>
                </a:moveTo>
                <a:lnTo>
                  <a:pt x="56591" y="424179"/>
                </a:lnTo>
                <a:lnTo>
                  <a:pt x="55994" y="422910"/>
                </a:lnTo>
                <a:lnTo>
                  <a:pt x="57505" y="424179"/>
                </a:lnTo>
                <a:close/>
              </a:path>
              <a:path w="1016000" h="459739">
                <a:moveTo>
                  <a:pt x="999093" y="425450"/>
                </a:moveTo>
                <a:lnTo>
                  <a:pt x="956754" y="425450"/>
                </a:lnTo>
                <a:lnTo>
                  <a:pt x="959777" y="422910"/>
                </a:lnTo>
                <a:lnTo>
                  <a:pt x="959180" y="424179"/>
                </a:lnTo>
                <a:lnTo>
                  <a:pt x="1000066" y="424179"/>
                </a:lnTo>
                <a:lnTo>
                  <a:pt x="999093" y="425450"/>
                </a:lnTo>
                <a:close/>
              </a:path>
              <a:path w="1016000" h="459739">
                <a:moveTo>
                  <a:pt x="59963" y="425450"/>
                </a:moveTo>
                <a:lnTo>
                  <a:pt x="59016" y="425450"/>
                </a:lnTo>
                <a:lnTo>
                  <a:pt x="58407" y="424179"/>
                </a:lnTo>
                <a:lnTo>
                  <a:pt x="59963" y="425450"/>
                </a:lnTo>
                <a:close/>
              </a:path>
              <a:path w="1016000" h="459739">
                <a:moveTo>
                  <a:pt x="998120" y="426720"/>
                </a:moveTo>
                <a:lnTo>
                  <a:pt x="954252" y="426720"/>
                </a:lnTo>
                <a:lnTo>
                  <a:pt x="957364" y="424179"/>
                </a:lnTo>
                <a:lnTo>
                  <a:pt x="956754" y="425450"/>
                </a:lnTo>
                <a:lnTo>
                  <a:pt x="999093" y="425450"/>
                </a:lnTo>
                <a:lnTo>
                  <a:pt x="998120" y="426720"/>
                </a:lnTo>
                <a:close/>
              </a:path>
              <a:path w="1016000" h="459739">
                <a:moveTo>
                  <a:pt x="62484" y="426720"/>
                </a:moveTo>
                <a:lnTo>
                  <a:pt x="61518" y="426720"/>
                </a:lnTo>
                <a:lnTo>
                  <a:pt x="60883" y="425450"/>
                </a:lnTo>
                <a:lnTo>
                  <a:pt x="62484" y="426720"/>
                </a:lnTo>
                <a:close/>
              </a:path>
              <a:path w="1016000" h="459739">
                <a:moveTo>
                  <a:pt x="993945" y="431800"/>
                </a:moveTo>
                <a:lnTo>
                  <a:pt x="937983" y="431800"/>
                </a:lnTo>
                <a:lnTo>
                  <a:pt x="941539" y="430529"/>
                </a:lnTo>
                <a:lnTo>
                  <a:pt x="943635" y="430529"/>
                </a:lnTo>
                <a:lnTo>
                  <a:pt x="947051" y="429260"/>
                </a:lnTo>
                <a:lnTo>
                  <a:pt x="946378" y="429260"/>
                </a:lnTo>
                <a:lnTo>
                  <a:pt x="949731" y="427989"/>
                </a:lnTo>
                <a:lnTo>
                  <a:pt x="951687" y="427989"/>
                </a:lnTo>
                <a:lnTo>
                  <a:pt x="954887" y="425450"/>
                </a:lnTo>
                <a:lnTo>
                  <a:pt x="954252" y="426720"/>
                </a:lnTo>
                <a:lnTo>
                  <a:pt x="998120" y="426720"/>
                </a:lnTo>
                <a:lnTo>
                  <a:pt x="996175" y="429260"/>
                </a:lnTo>
                <a:lnTo>
                  <a:pt x="993945" y="431800"/>
                </a:lnTo>
                <a:close/>
              </a:path>
              <a:path w="1016000" h="459739">
                <a:moveTo>
                  <a:pt x="66700" y="427989"/>
                </a:moveTo>
                <a:lnTo>
                  <a:pt x="64084" y="427989"/>
                </a:lnTo>
                <a:lnTo>
                  <a:pt x="63436" y="426720"/>
                </a:lnTo>
                <a:lnTo>
                  <a:pt x="66700" y="427989"/>
                </a:lnTo>
                <a:close/>
              </a:path>
              <a:path w="1016000" h="459739">
                <a:moveTo>
                  <a:pt x="951687" y="427989"/>
                </a:moveTo>
                <a:lnTo>
                  <a:pt x="949071" y="427989"/>
                </a:lnTo>
                <a:lnTo>
                  <a:pt x="952334" y="426720"/>
                </a:lnTo>
                <a:lnTo>
                  <a:pt x="951687" y="427989"/>
                </a:lnTo>
                <a:close/>
              </a:path>
              <a:path w="1016000" h="459739">
                <a:moveTo>
                  <a:pt x="74929" y="430529"/>
                </a:moveTo>
                <a:lnTo>
                  <a:pt x="72136" y="430529"/>
                </a:lnTo>
                <a:lnTo>
                  <a:pt x="71450" y="429260"/>
                </a:lnTo>
                <a:lnTo>
                  <a:pt x="74929" y="430529"/>
                </a:lnTo>
                <a:close/>
              </a:path>
              <a:path w="1016000" h="459739">
                <a:moveTo>
                  <a:pt x="943635" y="430529"/>
                </a:moveTo>
                <a:lnTo>
                  <a:pt x="940841" y="430529"/>
                </a:lnTo>
                <a:lnTo>
                  <a:pt x="944321" y="429260"/>
                </a:lnTo>
                <a:lnTo>
                  <a:pt x="943635" y="430529"/>
                </a:lnTo>
                <a:close/>
              </a:path>
              <a:path w="1016000" h="459739">
                <a:moveTo>
                  <a:pt x="80683" y="431800"/>
                </a:moveTo>
                <a:lnTo>
                  <a:pt x="77787" y="431800"/>
                </a:lnTo>
                <a:lnTo>
                  <a:pt x="77076" y="430529"/>
                </a:lnTo>
                <a:lnTo>
                  <a:pt x="80683" y="431800"/>
                </a:lnTo>
                <a:close/>
              </a:path>
              <a:path w="1016000" h="459739">
                <a:moveTo>
                  <a:pt x="937983" y="431800"/>
                </a:moveTo>
                <a:lnTo>
                  <a:pt x="935088" y="431800"/>
                </a:lnTo>
                <a:lnTo>
                  <a:pt x="938695" y="430529"/>
                </a:lnTo>
                <a:lnTo>
                  <a:pt x="937983" y="431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409848" y="4567237"/>
            <a:ext cx="1016000" cy="461009"/>
          </a:xfrm>
          <a:custGeom>
            <a:avLst/>
            <a:gdLst/>
            <a:ahLst/>
            <a:cxnLst/>
            <a:rect l="l" t="t" r="r" b="b"/>
            <a:pathLst>
              <a:path w="1016000" h="461010">
                <a:moveTo>
                  <a:pt x="942670" y="459739"/>
                </a:moveTo>
                <a:lnTo>
                  <a:pt x="73126" y="459739"/>
                </a:lnTo>
                <a:lnTo>
                  <a:pt x="64681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4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0" y="391160"/>
                </a:lnTo>
                <a:lnTo>
                  <a:pt x="889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9" y="72389"/>
                </a:lnTo>
                <a:lnTo>
                  <a:pt x="1650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4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8" y="3810"/>
                </a:lnTo>
                <a:lnTo>
                  <a:pt x="73126" y="0"/>
                </a:lnTo>
                <a:lnTo>
                  <a:pt x="942670" y="0"/>
                </a:lnTo>
                <a:lnTo>
                  <a:pt x="955217" y="3810"/>
                </a:lnTo>
                <a:lnTo>
                  <a:pt x="963155" y="6350"/>
                </a:lnTo>
                <a:lnTo>
                  <a:pt x="966990" y="7620"/>
                </a:lnTo>
                <a:lnTo>
                  <a:pt x="970711" y="10160"/>
                </a:lnTo>
                <a:lnTo>
                  <a:pt x="974331" y="11429"/>
                </a:lnTo>
                <a:lnTo>
                  <a:pt x="977976" y="13970"/>
                </a:lnTo>
                <a:lnTo>
                  <a:pt x="984491" y="19050"/>
                </a:lnTo>
                <a:lnTo>
                  <a:pt x="990612" y="24129"/>
                </a:lnTo>
                <a:lnTo>
                  <a:pt x="993957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8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993957" y="431800"/>
                </a:lnTo>
                <a:lnTo>
                  <a:pt x="970711" y="449579"/>
                </a:lnTo>
                <a:lnTo>
                  <a:pt x="966990" y="452120"/>
                </a:lnTo>
                <a:lnTo>
                  <a:pt x="959230" y="454660"/>
                </a:lnTo>
                <a:lnTo>
                  <a:pt x="955217" y="455929"/>
                </a:lnTo>
                <a:lnTo>
                  <a:pt x="942670" y="459739"/>
                </a:lnTo>
                <a:close/>
              </a:path>
              <a:path w="1016000" h="461010">
                <a:moveTo>
                  <a:pt x="77089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9" y="29210"/>
                </a:lnTo>
                <a:close/>
              </a:path>
              <a:path w="1016000" h="461010">
                <a:moveTo>
                  <a:pt x="938707" y="29210"/>
                </a:moveTo>
                <a:lnTo>
                  <a:pt x="935101" y="27939"/>
                </a:lnTo>
                <a:lnTo>
                  <a:pt x="937996" y="27939"/>
                </a:lnTo>
                <a:lnTo>
                  <a:pt x="938707" y="29210"/>
                </a:lnTo>
                <a:close/>
              </a:path>
              <a:path w="1016000" h="461010">
                <a:moveTo>
                  <a:pt x="954900" y="34289"/>
                </a:moveTo>
                <a:lnTo>
                  <a:pt x="951699" y="31750"/>
                </a:lnTo>
                <a:lnTo>
                  <a:pt x="949744" y="31750"/>
                </a:lnTo>
                <a:lnTo>
                  <a:pt x="946391" y="30479"/>
                </a:lnTo>
                <a:lnTo>
                  <a:pt x="947064" y="30479"/>
                </a:lnTo>
                <a:lnTo>
                  <a:pt x="943648" y="29210"/>
                </a:lnTo>
                <a:lnTo>
                  <a:pt x="941552" y="29210"/>
                </a:lnTo>
                <a:lnTo>
                  <a:pt x="937996" y="27939"/>
                </a:lnTo>
                <a:lnTo>
                  <a:pt x="993957" y="27939"/>
                </a:lnTo>
                <a:lnTo>
                  <a:pt x="996188" y="30479"/>
                </a:lnTo>
                <a:lnTo>
                  <a:pt x="998133" y="33020"/>
                </a:lnTo>
                <a:lnTo>
                  <a:pt x="954265" y="33020"/>
                </a:lnTo>
                <a:lnTo>
                  <a:pt x="954900" y="34289"/>
                </a:lnTo>
                <a:close/>
              </a:path>
              <a:path w="1016000" h="461010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1016000" h="461010">
                <a:moveTo>
                  <a:pt x="952347" y="33020"/>
                </a:moveTo>
                <a:lnTo>
                  <a:pt x="949083" y="31750"/>
                </a:lnTo>
                <a:lnTo>
                  <a:pt x="951699" y="31750"/>
                </a:lnTo>
                <a:lnTo>
                  <a:pt x="952347" y="33020"/>
                </a:lnTo>
                <a:close/>
              </a:path>
              <a:path w="1016000" h="461010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1016000" h="461010">
                <a:moveTo>
                  <a:pt x="957376" y="35560"/>
                </a:moveTo>
                <a:lnTo>
                  <a:pt x="954265" y="33020"/>
                </a:lnTo>
                <a:lnTo>
                  <a:pt x="998133" y="33020"/>
                </a:lnTo>
                <a:lnTo>
                  <a:pt x="999106" y="34289"/>
                </a:lnTo>
                <a:lnTo>
                  <a:pt x="956767" y="34289"/>
                </a:lnTo>
                <a:lnTo>
                  <a:pt x="957376" y="35560"/>
                </a:lnTo>
                <a:close/>
              </a:path>
              <a:path w="1016000" h="461010">
                <a:moveTo>
                  <a:pt x="58420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20" y="35560"/>
                </a:lnTo>
                <a:close/>
              </a:path>
              <a:path w="1016000" h="461010">
                <a:moveTo>
                  <a:pt x="959789" y="36829"/>
                </a:moveTo>
                <a:lnTo>
                  <a:pt x="956767" y="34289"/>
                </a:lnTo>
                <a:lnTo>
                  <a:pt x="999106" y="34289"/>
                </a:lnTo>
                <a:lnTo>
                  <a:pt x="1000079" y="35560"/>
                </a:lnTo>
                <a:lnTo>
                  <a:pt x="959192" y="35560"/>
                </a:lnTo>
                <a:lnTo>
                  <a:pt x="959789" y="36829"/>
                </a:lnTo>
                <a:close/>
              </a:path>
              <a:path w="1016000" h="461010">
                <a:moveTo>
                  <a:pt x="56006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6" y="36829"/>
                </a:lnTo>
                <a:close/>
              </a:path>
              <a:path w="1016000" h="461010">
                <a:moveTo>
                  <a:pt x="962126" y="38100"/>
                </a:moveTo>
                <a:lnTo>
                  <a:pt x="959192" y="35560"/>
                </a:lnTo>
                <a:lnTo>
                  <a:pt x="1000079" y="35560"/>
                </a:lnTo>
                <a:lnTo>
                  <a:pt x="1001052" y="36829"/>
                </a:lnTo>
                <a:lnTo>
                  <a:pt x="961275" y="36829"/>
                </a:lnTo>
                <a:lnTo>
                  <a:pt x="962126" y="38100"/>
                </a:lnTo>
                <a:close/>
              </a:path>
              <a:path w="1016000" h="461010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1016000" h="461010">
                <a:moveTo>
                  <a:pt x="966825" y="41910"/>
                </a:moveTo>
                <a:lnTo>
                  <a:pt x="961275" y="36829"/>
                </a:lnTo>
                <a:lnTo>
                  <a:pt x="1001052" y="36829"/>
                </a:lnTo>
                <a:lnTo>
                  <a:pt x="1003388" y="40639"/>
                </a:lnTo>
                <a:lnTo>
                  <a:pt x="965771" y="40639"/>
                </a:lnTo>
                <a:lnTo>
                  <a:pt x="966825" y="41910"/>
                </a:lnTo>
                <a:close/>
              </a:path>
              <a:path w="1016000" h="461010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1016000" h="461010">
                <a:moveTo>
                  <a:pt x="970889" y="45720"/>
                </a:moveTo>
                <a:lnTo>
                  <a:pt x="965771" y="40639"/>
                </a:lnTo>
                <a:lnTo>
                  <a:pt x="1003388" y="40639"/>
                </a:lnTo>
                <a:lnTo>
                  <a:pt x="1005471" y="44450"/>
                </a:lnTo>
                <a:lnTo>
                  <a:pt x="969924" y="44450"/>
                </a:lnTo>
                <a:lnTo>
                  <a:pt x="970889" y="45720"/>
                </a:lnTo>
                <a:close/>
              </a:path>
              <a:path w="1016000" h="461010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1016000" h="461010">
                <a:moveTo>
                  <a:pt x="974426" y="49356"/>
                </a:moveTo>
                <a:lnTo>
                  <a:pt x="969924" y="44450"/>
                </a:lnTo>
                <a:lnTo>
                  <a:pt x="1005471" y="44450"/>
                </a:lnTo>
                <a:lnTo>
                  <a:pt x="1007376" y="48260"/>
                </a:lnTo>
                <a:lnTo>
                  <a:pt x="973708" y="48260"/>
                </a:lnTo>
                <a:lnTo>
                  <a:pt x="974426" y="49356"/>
                </a:lnTo>
                <a:close/>
              </a:path>
              <a:path w="1016000" h="461010">
                <a:moveTo>
                  <a:pt x="41211" y="49529"/>
                </a:moveTo>
                <a:lnTo>
                  <a:pt x="42087" y="48260"/>
                </a:lnTo>
                <a:lnTo>
                  <a:pt x="41370" y="49356"/>
                </a:lnTo>
                <a:lnTo>
                  <a:pt x="41211" y="49529"/>
                </a:lnTo>
                <a:close/>
              </a:path>
              <a:path w="1016000" h="461010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1016000" h="461010">
                <a:moveTo>
                  <a:pt x="974585" y="49529"/>
                </a:moveTo>
                <a:lnTo>
                  <a:pt x="974426" y="49356"/>
                </a:lnTo>
                <a:lnTo>
                  <a:pt x="973708" y="48260"/>
                </a:lnTo>
                <a:lnTo>
                  <a:pt x="974585" y="49529"/>
                </a:lnTo>
                <a:close/>
              </a:path>
              <a:path w="1016000" h="461010">
                <a:moveTo>
                  <a:pt x="1007956" y="49529"/>
                </a:moveTo>
                <a:lnTo>
                  <a:pt x="974585" y="49529"/>
                </a:lnTo>
                <a:lnTo>
                  <a:pt x="973708" y="48260"/>
                </a:lnTo>
                <a:lnTo>
                  <a:pt x="1007376" y="48260"/>
                </a:lnTo>
                <a:lnTo>
                  <a:pt x="1007956" y="49529"/>
                </a:lnTo>
                <a:close/>
              </a:path>
              <a:path w="1016000" h="461010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1016000" h="461010">
                <a:moveTo>
                  <a:pt x="977861" y="54610"/>
                </a:moveTo>
                <a:lnTo>
                  <a:pt x="974426" y="49356"/>
                </a:lnTo>
                <a:lnTo>
                  <a:pt x="974585" y="49529"/>
                </a:lnTo>
                <a:lnTo>
                  <a:pt x="1007956" y="49529"/>
                </a:lnTo>
                <a:lnTo>
                  <a:pt x="1009116" y="52070"/>
                </a:lnTo>
                <a:lnTo>
                  <a:pt x="1009628" y="53339"/>
                </a:lnTo>
                <a:lnTo>
                  <a:pt x="977277" y="53339"/>
                </a:lnTo>
                <a:lnTo>
                  <a:pt x="977861" y="54610"/>
                </a:lnTo>
                <a:close/>
              </a:path>
              <a:path w="1016000" h="461010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1016000" h="461010">
                <a:moveTo>
                  <a:pt x="1015898" y="374650"/>
                </a:moveTo>
                <a:lnTo>
                  <a:pt x="987323" y="374650"/>
                </a:lnTo>
                <a:lnTo>
                  <a:pt x="987234" y="82550"/>
                </a:lnTo>
                <a:lnTo>
                  <a:pt x="986993" y="80010"/>
                </a:lnTo>
                <a:lnTo>
                  <a:pt x="986612" y="76200"/>
                </a:lnTo>
                <a:lnTo>
                  <a:pt x="986078" y="73660"/>
                </a:lnTo>
                <a:lnTo>
                  <a:pt x="985418" y="71120"/>
                </a:lnTo>
                <a:lnTo>
                  <a:pt x="985596" y="71120"/>
                </a:lnTo>
                <a:lnTo>
                  <a:pt x="984630" y="68579"/>
                </a:lnTo>
                <a:lnTo>
                  <a:pt x="984834" y="68579"/>
                </a:lnTo>
                <a:lnTo>
                  <a:pt x="983703" y="66039"/>
                </a:lnTo>
                <a:lnTo>
                  <a:pt x="983945" y="66039"/>
                </a:lnTo>
                <a:lnTo>
                  <a:pt x="982649" y="63500"/>
                </a:lnTo>
                <a:lnTo>
                  <a:pt x="982929" y="63500"/>
                </a:lnTo>
                <a:lnTo>
                  <a:pt x="981481" y="60960"/>
                </a:lnTo>
                <a:lnTo>
                  <a:pt x="981786" y="60960"/>
                </a:lnTo>
                <a:lnTo>
                  <a:pt x="980198" y="58420"/>
                </a:lnTo>
                <a:lnTo>
                  <a:pt x="980528" y="58420"/>
                </a:lnTo>
                <a:lnTo>
                  <a:pt x="978789" y="55879"/>
                </a:lnTo>
                <a:lnTo>
                  <a:pt x="979144" y="55879"/>
                </a:lnTo>
                <a:lnTo>
                  <a:pt x="977277" y="53339"/>
                </a:lnTo>
                <a:lnTo>
                  <a:pt x="1009628" y="53339"/>
                </a:lnTo>
                <a:lnTo>
                  <a:pt x="1010653" y="55879"/>
                </a:lnTo>
                <a:lnTo>
                  <a:pt x="1012012" y="59689"/>
                </a:lnTo>
                <a:lnTo>
                  <a:pt x="1013180" y="64770"/>
                </a:lnTo>
                <a:lnTo>
                  <a:pt x="1014145" y="68579"/>
                </a:lnTo>
                <a:lnTo>
                  <a:pt x="1014907" y="72389"/>
                </a:lnTo>
                <a:lnTo>
                  <a:pt x="1015453" y="77470"/>
                </a:lnTo>
                <a:lnTo>
                  <a:pt x="1015796" y="81279"/>
                </a:lnTo>
                <a:lnTo>
                  <a:pt x="1015898" y="374650"/>
                </a:lnTo>
                <a:close/>
              </a:path>
              <a:path w="1016000" h="461010">
                <a:moveTo>
                  <a:pt x="29565" y="74929"/>
                </a:moveTo>
                <a:lnTo>
                  <a:pt x="29718" y="73660"/>
                </a:lnTo>
                <a:lnTo>
                  <a:pt x="29565" y="74929"/>
                </a:lnTo>
                <a:close/>
              </a:path>
              <a:path w="1016000" h="461010">
                <a:moveTo>
                  <a:pt x="986231" y="74929"/>
                </a:moveTo>
                <a:lnTo>
                  <a:pt x="985960" y="73660"/>
                </a:lnTo>
                <a:lnTo>
                  <a:pt x="986231" y="74929"/>
                </a:lnTo>
                <a:close/>
              </a:path>
              <a:path w="1016000" h="461010">
                <a:moveTo>
                  <a:pt x="29082" y="77470"/>
                </a:moveTo>
                <a:lnTo>
                  <a:pt x="29184" y="76200"/>
                </a:lnTo>
                <a:lnTo>
                  <a:pt x="29082" y="77470"/>
                </a:lnTo>
                <a:close/>
              </a:path>
              <a:path w="1016000" h="461010">
                <a:moveTo>
                  <a:pt x="986713" y="77470"/>
                </a:moveTo>
                <a:lnTo>
                  <a:pt x="986502" y="76200"/>
                </a:lnTo>
                <a:lnTo>
                  <a:pt x="986713" y="77470"/>
                </a:lnTo>
                <a:close/>
              </a:path>
              <a:path w="1016000" h="461010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1016000" h="461010">
                <a:moveTo>
                  <a:pt x="1015317" y="383539"/>
                </a:moveTo>
                <a:lnTo>
                  <a:pt x="986612" y="383539"/>
                </a:lnTo>
                <a:lnTo>
                  <a:pt x="987069" y="379729"/>
                </a:lnTo>
                <a:lnTo>
                  <a:pt x="987272" y="377189"/>
                </a:lnTo>
                <a:lnTo>
                  <a:pt x="987323" y="373379"/>
                </a:lnTo>
                <a:lnTo>
                  <a:pt x="987323" y="374650"/>
                </a:lnTo>
                <a:lnTo>
                  <a:pt x="1015898" y="374650"/>
                </a:lnTo>
                <a:lnTo>
                  <a:pt x="1015796" y="378460"/>
                </a:lnTo>
                <a:lnTo>
                  <a:pt x="1015453" y="382270"/>
                </a:lnTo>
                <a:lnTo>
                  <a:pt x="1015317" y="383539"/>
                </a:lnTo>
                <a:close/>
              </a:path>
              <a:path w="1016000" h="461010">
                <a:moveTo>
                  <a:pt x="29294" y="383539"/>
                </a:moveTo>
                <a:lnTo>
                  <a:pt x="29082" y="382270"/>
                </a:lnTo>
                <a:lnTo>
                  <a:pt x="29294" y="383539"/>
                </a:lnTo>
                <a:close/>
              </a:path>
              <a:path w="1016000" h="461010">
                <a:moveTo>
                  <a:pt x="1015044" y="386079"/>
                </a:moveTo>
                <a:lnTo>
                  <a:pt x="986078" y="386079"/>
                </a:lnTo>
                <a:lnTo>
                  <a:pt x="986713" y="382270"/>
                </a:lnTo>
                <a:lnTo>
                  <a:pt x="986612" y="383539"/>
                </a:lnTo>
                <a:lnTo>
                  <a:pt x="1015317" y="383539"/>
                </a:lnTo>
                <a:lnTo>
                  <a:pt x="1015044" y="386079"/>
                </a:lnTo>
                <a:close/>
              </a:path>
              <a:path w="1016000" h="461010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1016000" h="461010">
                <a:moveTo>
                  <a:pt x="1009628" y="406400"/>
                </a:moveTo>
                <a:lnTo>
                  <a:pt x="977277" y="406400"/>
                </a:lnTo>
                <a:lnTo>
                  <a:pt x="979144" y="403860"/>
                </a:lnTo>
                <a:lnTo>
                  <a:pt x="978789" y="403860"/>
                </a:lnTo>
                <a:lnTo>
                  <a:pt x="980528" y="401320"/>
                </a:lnTo>
                <a:lnTo>
                  <a:pt x="980198" y="401320"/>
                </a:lnTo>
                <a:lnTo>
                  <a:pt x="981786" y="398779"/>
                </a:lnTo>
                <a:lnTo>
                  <a:pt x="981481" y="398779"/>
                </a:lnTo>
                <a:lnTo>
                  <a:pt x="982929" y="396239"/>
                </a:lnTo>
                <a:lnTo>
                  <a:pt x="982649" y="396239"/>
                </a:lnTo>
                <a:lnTo>
                  <a:pt x="983945" y="393700"/>
                </a:lnTo>
                <a:lnTo>
                  <a:pt x="983703" y="393700"/>
                </a:lnTo>
                <a:lnTo>
                  <a:pt x="984834" y="391160"/>
                </a:lnTo>
                <a:lnTo>
                  <a:pt x="984630" y="391160"/>
                </a:lnTo>
                <a:lnTo>
                  <a:pt x="985596" y="388620"/>
                </a:lnTo>
                <a:lnTo>
                  <a:pt x="985418" y="388620"/>
                </a:lnTo>
                <a:lnTo>
                  <a:pt x="986231" y="384810"/>
                </a:lnTo>
                <a:lnTo>
                  <a:pt x="986078" y="386079"/>
                </a:lnTo>
                <a:lnTo>
                  <a:pt x="1015044" y="386079"/>
                </a:lnTo>
                <a:lnTo>
                  <a:pt x="1014907" y="387350"/>
                </a:lnTo>
                <a:lnTo>
                  <a:pt x="1014145" y="391160"/>
                </a:lnTo>
                <a:lnTo>
                  <a:pt x="1013180" y="394970"/>
                </a:lnTo>
                <a:lnTo>
                  <a:pt x="1012012" y="400050"/>
                </a:lnTo>
                <a:lnTo>
                  <a:pt x="1010653" y="403860"/>
                </a:lnTo>
                <a:lnTo>
                  <a:pt x="1009628" y="406400"/>
                </a:lnTo>
                <a:close/>
              </a:path>
              <a:path w="1016000" h="461010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1016000" h="461010">
                <a:moveTo>
                  <a:pt x="1007376" y="411479"/>
                </a:moveTo>
                <a:lnTo>
                  <a:pt x="973708" y="411479"/>
                </a:lnTo>
                <a:lnTo>
                  <a:pt x="974585" y="410210"/>
                </a:lnTo>
                <a:lnTo>
                  <a:pt x="977861" y="405129"/>
                </a:lnTo>
                <a:lnTo>
                  <a:pt x="977277" y="406400"/>
                </a:lnTo>
                <a:lnTo>
                  <a:pt x="1009628" y="406400"/>
                </a:lnTo>
                <a:lnTo>
                  <a:pt x="1009116" y="407670"/>
                </a:lnTo>
                <a:lnTo>
                  <a:pt x="1007376" y="411479"/>
                </a:lnTo>
                <a:close/>
              </a:path>
              <a:path w="1016000" h="461010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1016000" h="461010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1016000" h="461010">
                <a:moveTo>
                  <a:pt x="974426" y="410383"/>
                </a:moveTo>
                <a:lnTo>
                  <a:pt x="974539" y="410210"/>
                </a:lnTo>
                <a:lnTo>
                  <a:pt x="974426" y="410383"/>
                </a:lnTo>
                <a:close/>
              </a:path>
              <a:path w="1016000" h="461010">
                <a:moveTo>
                  <a:pt x="973708" y="411479"/>
                </a:moveTo>
                <a:lnTo>
                  <a:pt x="974426" y="410383"/>
                </a:lnTo>
                <a:lnTo>
                  <a:pt x="974585" y="410210"/>
                </a:lnTo>
                <a:lnTo>
                  <a:pt x="973708" y="411479"/>
                </a:lnTo>
                <a:close/>
              </a:path>
              <a:path w="1016000" h="461010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1016000" h="461010">
                <a:moveTo>
                  <a:pt x="1005471" y="415289"/>
                </a:moveTo>
                <a:lnTo>
                  <a:pt x="969924" y="415289"/>
                </a:lnTo>
                <a:lnTo>
                  <a:pt x="974426" y="410383"/>
                </a:lnTo>
                <a:lnTo>
                  <a:pt x="973708" y="411479"/>
                </a:lnTo>
                <a:lnTo>
                  <a:pt x="1007376" y="411479"/>
                </a:lnTo>
                <a:lnTo>
                  <a:pt x="1005471" y="415289"/>
                </a:lnTo>
                <a:close/>
              </a:path>
              <a:path w="1016000" h="461010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1016000" h="461010">
                <a:moveTo>
                  <a:pt x="1003388" y="419100"/>
                </a:moveTo>
                <a:lnTo>
                  <a:pt x="965771" y="419100"/>
                </a:lnTo>
                <a:lnTo>
                  <a:pt x="970889" y="414020"/>
                </a:lnTo>
                <a:lnTo>
                  <a:pt x="969924" y="415289"/>
                </a:lnTo>
                <a:lnTo>
                  <a:pt x="1005471" y="415289"/>
                </a:lnTo>
                <a:lnTo>
                  <a:pt x="1003388" y="419100"/>
                </a:lnTo>
                <a:close/>
              </a:path>
              <a:path w="1016000" h="461010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1016000" h="461010">
                <a:moveTo>
                  <a:pt x="1001052" y="422910"/>
                </a:moveTo>
                <a:lnTo>
                  <a:pt x="961275" y="422910"/>
                </a:lnTo>
                <a:lnTo>
                  <a:pt x="966825" y="417829"/>
                </a:lnTo>
                <a:lnTo>
                  <a:pt x="965771" y="419100"/>
                </a:lnTo>
                <a:lnTo>
                  <a:pt x="1003388" y="419100"/>
                </a:lnTo>
                <a:lnTo>
                  <a:pt x="1001052" y="422910"/>
                </a:lnTo>
                <a:close/>
              </a:path>
              <a:path w="1016000" h="461010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1016000" h="461010">
                <a:moveTo>
                  <a:pt x="1000079" y="424179"/>
                </a:moveTo>
                <a:lnTo>
                  <a:pt x="959192" y="424179"/>
                </a:lnTo>
                <a:lnTo>
                  <a:pt x="962126" y="421639"/>
                </a:lnTo>
                <a:lnTo>
                  <a:pt x="961275" y="422910"/>
                </a:lnTo>
                <a:lnTo>
                  <a:pt x="1001052" y="422910"/>
                </a:lnTo>
                <a:lnTo>
                  <a:pt x="1000079" y="424179"/>
                </a:lnTo>
                <a:close/>
              </a:path>
              <a:path w="1016000" h="461010">
                <a:moveTo>
                  <a:pt x="57518" y="424179"/>
                </a:moveTo>
                <a:lnTo>
                  <a:pt x="56603" y="424179"/>
                </a:lnTo>
                <a:lnTo>
                  <a:pt x="56006" y="422910"/>
                </a:lnTo>
                <a:lnTo>
                  <a:pt x="57518" y="424179"/>
                </a:lnTo>
                <a:close/>
              </a:path>
              <a:path w="1016000" h="461010">
                <a:moveTo>
                  <a:pt x="999106" y="425450"/>
                </a:moveTo>
                <a:lnTo>
                  <a:pt x="956767" y="425450"/>
                </a:lnTo>
                <a:lnTo>
                  <a:pt x="959789" y="422910"/>
                </a:lnTo>
                <a:lnTo>
                  <a:pt x="959192" y="424179"/>
                </a:lnTo>
                <a:lnTo>
                  <a:pt x="1000079" y="424179"/>
                </a:lnTo>
                <a:lnTo>
                  <a:pt x="999106" y="425450"/>
                </a:lnTo>
                <a:close/>
              </a:path>
              <a:path w="1016000" h="461010">
                <a:moveTo>
                  <a:pt x="59975" y="425450"/>
                </a:moveTo>
                <a:lnTo>
                  <a:pt x="59029" y="425450"/>
                </a:lnTo>
                <a:lnTo>
                  <a:pt x="58420" y="424179"/>
                </a:lnTo>
                <a:lnTo>
                  <a:pt x="59975" y="425450"/>
                </a:lnTo>
                <a:close/>
              </a:path>
              <a:path w="1016000" h="461010">
                <a:moveTo>
                  <a:pt x="998133" y="426720"/>
                </a:moveTo>
                <a:lnTo>
                  <a:pt x="954265" y="426720"/>
                </a:lnTo>
                <a:lnTo>
                  <a:pt x="957376" y="424179"/>
                </a:lnTo>
                <a:lnTo>
                  <a:pt x="956767" y="425450"/>
                </a:lnTo>
                <a:lnTo>
                  <a:pt x="999106" y="425450"/>
                </a:lnTo>
                <a:lnTo>
                  <a:pt x="998133" y="426720"/>
                </a:lnTo>
                <a:close/>
              </a:path>
              <a:path w="1016000" h="461010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1016000" h="461010">
                <a:moveTo>
                  <a:pt x="993957" y="431800"/>
                </a:moveTo>
                <a:lnTo>
                  <a:pt x="937996" y="431800"/>
                </a:lnTo>
                <a:lnTo>
                  <a:pt x="941552" y="430529"/>
                </a:lnTo>
                <a:lnTo>
                  <a:pt x="943648" y="430529"/>
                </a:lnTo>
                <a:lnTo>
                  <a:pt x="947064" y="429260"/>
                </a:lnTo>
                <a:lnTo>
                  <a:pt x="946391" y="429260"/>
                </a:lnTo>
                <a:lnTo>
                  <a:pt x="949744" y="427989"/>
                </a:lnTo>
                <a:lnTo>
                  <a:pt x="951699" y="427989"/>
                </a:lnTo>
                <a:lnTo>
                  <a:pt x="954900" y="425450"/>
                </a:lnTo>
                <a:lnTo>
                  <a:pt x="954265" y="426720"/>
                </a:lnTo>
                <a:lnTo>
                  <a:pt x="998133" y="426720"/>
                </a:lnTo>
                <a:lnTo>
                  <a:pt x="996188" y="429260"/>
                </a:lnTo>
                <a:lnTo>
                  <a:pt x="993957" y="431800"/>
                </a:lnTo>
                <a:close/>
              </a:path>
              <a:path w="1016000" h="461010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1016000" h="461010">
                <a:moveTo>
                  <a:pt x="951699" y="427989"/>
                </a:moveTo>
                <a:lnTo>
                  <a:pt x="949083" y="427989"/>
                </a:lnTo>
                <a:lnTo>
                  <a:pt x="952347" y="426720"/>
                </a:lnTo>
                <a:lnTo>
                  <a:pt x="951699" y="427989"/>
                </a:lnTo>
                <a:close/>
              </a:path>
              <a:path w="1016000" h="461010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1016000" h="461010">
                <a:moveTo>
                  <a:pt x="943648" y="430529"/>
                </a:moveTo>
                <a:lnTo>
                  <a:pt x="940854" y="430529"/>
                </a:lnTo>
                <a:lnTo>
                  <a:pt x="944333" y="429260"/>
                </a:lnTo>
                <a:lnTo>
                  <a:pt x="943648" y="430529"/>
                </a:lnTo>
                <a:close/>
              </a:path>
              <a:path w="1016000" h="461010">
                <a:moveTo>
                  <a:pt x="80695" y="431800"/>
                </a:moveTo>
                <a:lnTo>
                  <a:pt x="77800" y="431800"/>
                </a:lnTo>
                <a:lnTo>
                  <a:pt x="77089" y="430529"/>
                </a:lnTo>
                <a:lnTo>
                  <a:pt x="80695" y="431800"/>
                </a:lnTo>
                <a:close/>
              </a:path>
              <a:path w="1016000" h="461010">
                <a:moveTo>
                  <a:pt x="937996" y="431800"/>
                </a:moveTo>
                <a:lnTo>
                  <a:pt x="935101" y="431800"/>
                </a:lnTo>
                <a:lnTo>
                  <a:pt x="938707" y="430529"/>
                </a:lnTo>
                <a:lnTo>
                  <a:pt x="937996" y="431800"/>
                </a:lnTo>
                <a:close/>
              </a:path>
              <a:path w="1016000" h="461010">
                <a:moveTo>
                  <a:pt x="929716" y="461010"/>
                </a:moveTo>
                <a:lnTo>
                  <a:pt x="86080" y="461010"/>
                </a:lnTo>
                <a:lnTo>
                  <a:pt x="81826" y="459739"/>
                </a:lnTo>
                <a:lnTo>
                  <a:pt x="933970" y="459739"/>
                </a:lnTo>
                <a:lnTo>
                  <a:pt x="929716" y="4610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859304" y="3946207"/>
            <a:ext cx="1016000" cy="459740"/>
          </a:xfrm>
          <a:custGeom>
            <a:avLst/>
            <a:gdLst/>
            <a:ahLst/>
            <a:cxnLst/>
            <a:rect l="l" t="t" r="r" b="b"/>
            <a:pathLst>
              <a:path w="1016000" h="459739">
                <a:moveTo>
                  <a:pt x="942670" y="459739"/>
                </a:moveTo>
                <a:lnTo>
                  <a:pt x="73126" y="459739"/>
                </a:lnTo>
                <a:lnTo>
                  <a:pt x="64693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5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0" y="391160"/>
                </a:lnTo>
                <a:lnTo>
                  <a:pt x="889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9" y="72389"/>
                </a:lnTo>
                <a:lnTo>
                  <a:pt x="1650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5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8" y="3810"/>
                </a:lnTo>
                <a:lnTo>
                  <a:pt x="73126" y="0"/>
                </a:lnTo>
                <a:lnTo>
                  <a:pt x="942670" y="0"/>
                </a:lnTo>
                <a:lnTo>
                  <a:pt x="955217" y="3810"/>
                </a:lnTo>
                <a:lnTo>
                  <a:pt x="963155" y="6350"/>
                </a:lnTo>
                <a:lnTo>
                  <a:pt x="966990" y="7620"/>
                </a:lnTo>
                <a:lnTo>
                  <a:pt x="970711" y="10160"/>
                </a:lnTo>
                <a:lnTo>
                  <a:pt x="974331" y="11429"/>
                </a:lnTo>
                <a:lnTo>
                  <a:pt x="977976" y="13970"/>
                </a:lnTo>
                <a:lnTo>
                  <a:pt x="984491" y="19050"/>
                </a:lnTo>
                <a:lnTo>
                  <a:pt x="990612" y="24129"/>
                </a:lnTo>
                <a:lnTo>
                  <a:pt x="993957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473" y="85089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8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993957" y="431800"/>
                </a:lnTo>
                <a:lnTo>
                  <a:pt x="970711" y="449579"/>
                </a:lnTo>
                <a:lnTo>
                  <a:pt x="966990" y="452120"/>
                </a:lnTo>
                <a:lnTo>
                  <a:pt x="959231" y="454660"/>
                </a:lnTo>
                <a:lnTo>
                  <a:pt x="951115" y="457200"/>
                </a:lnTo>
                <a:lnTo>
                  <a:pt x="942670" y="459739"/>
                </a:lnTo>
                <a:close/>
              </a:path>
              <a:path w="1016000" h="459739">
                <a:moveTo>
                  <a:pt x="77089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9" y="29210"/>
                </a:lnTo>
                <a:close/>
              </a:path>
              <a:path w="1016000" h="459739">
                <a:moveTo>
                  <a:pt x="938707" y="29210"/>
                </a:moveTo>
                <a:lnTo>
                  <a:pt x="935101" y="27939"/>
                </a:lnTo>
                <a:lnTo>
                  <a:pt x="937996" y="27939"/>
                </a:lnTo>
                <a:lnTo>
                  <a:pt x="938707" y="29210"/>
                </a:lnTo>
                <a:close/>
              </a:path>
              <a:path w="1016000" h="459739">
                <a:moveTo>
                  <a:pt x="954900" y="34289"/>
                </a:moveTo>
                <a:lnTo>
                  <a:pt x="951699" y="31750"/>
                </a:lnTo>
                <a:lnTo>
                  <a:pt x="949744" y="31750"/>
                </a:lnTo>
                <a:lnTo>
                  <a:pt x="946391" y="30479"/>
                </a:lnTo>
                <a:lnTo>
                  <a:pt x="947064" y="30479"/>
                </a:lnTo>
                <a:lnTo>
                  <a:pt x="943648" y="29210"/>
                </a:lnTo>
                <a:lnTo>
                  <a:pt x="941552" y="29210"/>
                </a:lnTo>
                <a:lnTo>
                  <a:pt x="937996" y="27939"/>
                </a:lnTo>
                <a:lnTo>
                  <a:pt x="993957" y="27939"/>
                </a:lnTo>
                <a:lnTo>
                  <a:pt x="996188" y="30479"/>
                </a:lnTo>
                <a:lnTo>
                  <a:pt x="998133" y="33020"/>
                </a:lnTo>
                <a:lnTo>
                  <a:pt x="954265" y="33020"/>
                </a:lnTo>
                <a:lnTo>
                  <a:pt x="954900" y="34289"/>
                </a:lnTo>
                <a:close/>
              </a:path>
              <a:path w="1016000" h="459739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1016000" h="459739">
                <a:moveTo>
                  <a:pt x="952347" y="33020"/>
                </a:moveTo>
                <a:lnTo>
                  <a:pt x="949083" y="31750"/>
                </a:lnTo>
                <a:lnTo>
                  <a:pt x="951699" y="31750"/>
                </a:lnTo>
                <a:lnTo>
                  <a:pt x="952347" y="33020"/>
                </a:lnTo>
                <a:close/>
              </a:path>
              <a:path w="1016000" h="459739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1016000" h="459739">
                <a:moveTo>
                  <a:pt x="957376" y="35560"/>
                </a:moveTo>
                <a:lnTo>
                  <a:pt x="954265" y="33020"/>
                </a:lnTo>
                <a:lnTo>
                  <a:pt x="998133" y="33020"/>
                </a:lnTo>
                <a:lnTo>
                  <a:pt x="999106" y="34289"/>
                </a:lnTo>
                <a:lnTo>
                  <a:pt x="956767" y="34289"/>
                </a:lnTo>
                <a:lnTo>
                  <a:pt x="957376" y="35560"/>
                </a:lnTo>
                <a:close/>
              </a:path>
              <a:path w="1016000" h="459739">
                <a:moveTo>
                  <a:pt x="58420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20" y="35560"/>
                </a:lnTo>
                <a:close/>
              </a:path>
              <a:path w="1016000" h="459739">
                <a:moveTo>
                  <a:pt x="959789" y="36829"/>
                </a:moveTo>
                <a:lnTo>
                  <a:pt x="956767" y="34289"/>
                </a:lnTo>
                <a:lnTo>
                  <a:pt x="999106" y="34289"/>
                </a:lnTo>
                <a:lnTo>
                  <a:pt x="1000079" y="35560"/>
                </a:lnTo>
                <a:lnTo>
                  <a:pt x="959192" y="35560"/>
                </a:lnTo>
                <a:lnTo>
                  <a:pt x="959789" y="36829"/>
                </a:lnTo>
                <a:close/>
              </a:path>
              <a:path w="1016000" h="459739">
                <a:moveTo>
                  <a:pt x="56007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7" y="36829"/>
                </a:lnTo>
                <a:close/>
              </a:path>
              <a:path w="1016000" h="459739">
                <a:moveTo>
                  <a:pt x="962126" y="38100"/>
                </a:moveTo>
                <a:lnTo>
                  <a:pt x="959192" y="35560"/>
                </a:lnTo>
                <a:lnTo>
                  <a:pt x="1000079" y="35560"/>
                </a:lnTo>
                <a:lnTo>
                  <a:pt x="1001052" y="36829"/>
                </a:lnTo>
                <a:lnTo>
                  <a:pt x="961275" y="36829"/>
                </a:lnTo>
                <a:lnTo>
                  <a:pt x="962126" y="38100"/>
                </a:lnTo>
                <a:close/>
              </a:path>
              <a:path w="1016000" h="459739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1016000" h="459739">
                <a:moveTo>
                  <a:pt x="966825" y="41910"/>
                </a:moveTo>
                <a:lnTo>
                  <a:pt x="961275" y="36829"/>
                </a:lnTo>
                <a:lnTo>
                  <a:pt x="1001052" y="36829"/>
                </a:lnTo>
                <a:lnTo>
                  <a:pt x="1003388" y="40639"/>
                </a:lnTo>
                <a:lnTo>
                  <a:pt x="965771" y="40639"/>
                </a:lnTo>
                <a:lnTo>
                  <a:pt x="966825" y="41910"/>
                </a:lnTo>
                <a:close/>
              </a:path>
              <a:path w="1016000" h="459739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1016000" h="459739">
                <a:moveTo>
                  <a:pt x="970889" y="45720"/>
                </a:moveTo>
                <a:lnTo>
                  <a:pt x="965771" y="40639"/>
                </a:lnTo>
                <a:lnTo>
                  <a:pt x="1003388" y="40639"/>
                </a:lnTo>
                <a:lnTo>
                  <a:pt x="1005471" y="44450"/>
                </a:lnTo>
                <a:lnTo>
                  <a:pt x="969924" y="44450"/>
                </a:lnTo>
                <a:lnTo>
                  <a:pt x="970889" y="45720"/>
                </a:lnTo>
                <a:close/>
              </a:path>
              <a:path w="1016000" h="459739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1016000" h="459739">
                <a:moveTo>
                  <a:pt x="974426" y="49356"/>
                </a:moveTo>
                <a:lnTo>
                  <a:pt x="969924" y="44450"/>
                </a:lnTo>
                <a:lnTo>
                  <a:pt x="1005471" y="44450"/>
                </a:lnTo>
                <a:lnTo>
                  <a:pt x="1007376" y="48260"/>
                </a:lnTo>
                <a:lnTo>
                  <a:pt x="973709" y="48260"/>
                </a:lnTo>
                <a:lnTo>
                  <a:pt x="974426" y="49356"/>
                </a:lnTo>
                <a:close/>
              </a:path>
              <a:path w="1016000" h="459739">
                <a:moveTo>
                  <a:pt x="41211" y="49529"/>
                </a:moveTo>
                <a:lnTo>
                  <a:pt x="42087" y="48260"/>
                </a:lnTo>
                <a:lnTo>
                  <a:pt x="41370" y="49356"/>
                </a:lnTo>
                <a:lnTo>
                  <a:pt x="41211" y="49529"/>
                </a:lnTo>
                <a:close/>
              </a:path>
              <a:path w="1016000" h="459739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1016000" h="459739">
                <a:moveTo>
                  <a:pt x="974585" y="49529"/>
                </a:moveTo>
                <a:lnTo>
                  <a:pt x="974426" y="49356"/>
                </a:lnTo>
                <a:lnTo>
                  <a:pt x="973709" y="48260"/>
                </a:lnTo>
                <a:lnTo>
                  <a:pt x="974585" y="49529"/>
                </a:lnTo>
                <a:close/>
              </a:path>
              <a:path w="1016000" h="459739">
                <a:moveTo>
                  <a:pt x="1007956" y="49529"/>
                </a:moveTo>
                <a:lnTo>
                  <a:pt x="974585" y="49529"/>
                </a:lnTo>
                <a:lnTo>
                  <a:pt x="973709" y="48260"/>
                </a:lnTo>
                <a:lnTo>
                  <a:pt x="1007376" y="48260"/>
                </a:lnTo>
                <a:lnTo>
                  <a:pt x="1007956" y="49529"/>
                </a:lnTo>
                <a:close/>
              </a:path>
              <a:path w="1016000" h="459739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1016000" h="459739">
                <a:moveTo>
                  <a:pt x="977861" y="54610"/>
                </a:moveTo>
                <a:lnTo>
                  <a:pt x="974426" y="49356"/>
                </a:lnTo>
                <a:lnTo>
                  <a:pt x="974585" y="49529"/>
                </a:lnTo>
                <a:lnTo>
                  <a:pt x="1007956" y="49529"/>
                </a:lnTo>
                <a:lnTo>
                  <a:pt x="1009116" y="52070"/>
                </a:lnTo>
                <a:lnTo>
                  <a:pt x="1009628" y="53339"/>
                </a:lnTo>
                <a:lnTo>
                  <a:pt x="977277" y="53339"/>
                </a:lnTo>
                <a:lnTo>
                  <a:pt x="977861" y="54610"/>
                </a:lnTo>
                <a:close/>
              </a:path>
              <a:path w="1016000" h="459739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1016000" h="459739">
                <a:moveTo>
                  <a:pt x="1015898" y="374650"/>
                </a:moveTo>
                <a:lnTo>
                  <a:pt x="987323" y="374650"/>
                </a:lnTo>
                <a:lnTo>
                  <a:pt x="987323" y="85089"/>
                </a:lnTo>
                <a:lnTo>
                  <a:pt x="987234" y="82550"/>
                </a:lnTo>
                <a:lnTo>
                  <a:pt x="986993" y="80010"/>
                </a:lnTo>
                <a:lnTo>
                  <a:pt x="986612" y="76200"/>
                </a:lnTo>
                <a:lnTo>
                  <a:pt x="986078" y="73660"/>
                </a:lnTo>
                <a:lnTo>
                  <a:pt x="985418" y="71120"/>
                </a:lnTo>
                <a:lnTo>
                  <a:pt x="985596" y="71120"/>
                </a:lnTo>
                <a:lnTo>
                  <a:pt x="984631" y="68579"/>
                </a:lnTo>
                <a:lnTo>
                  <a:pt x="984834" y="68579"/>
                </a:lnTo>
                <a:lnTo>
                  <a:pt x="983703" y="66039"/>
                </a:lnTo>
                <a:lnTo>
                  <a:pt x="983945" y="66039"/>
                </a:lnTo>
                <a:lnTo>
                  <a:pt x="982649" y="63500"/>
                </a:lnTo>
                <a:lnTo>
                  <a:pt x="982929" y="63500"/>
                </a:lnTo>
                <a:lnTo>
                  <a:pt x="981481" y="60960"/>
                </a:lnTo>
                <a:lnTo>
                  <a:pt x="981786" y="60960"/>
                </a:lnTo>
                <a:lnTo>
                  <a:pt x="980198" y="58420"/>
                </a:lnTo>
                <a:lnTo>
                  <a:pt x="980528" y="58420"/>
                </a:lnTo>
                <a:lnTo>
                  <a:pt x="978789" y="55879"/>
                </a:lnTo>
                <a:lnTo>
                  <a:pt x="979144" y="55879"/>
                </a:lnTo>
                <a:lnTo>
                  <a:pt x="977277" y="53339"/>
                </a:lnTo>
                <a:lnTo>
                  <a:pt x="1009628" y="53339"/>
                </a:lnTo>
                <a:lnTo>
                  <a:pt x="1010653" y="55879"/>
                </a:lnTo>
                <a:lnTo>
                  <a:pt x="1012012" y="59689"/>
                </a:lnTo>
                <a:lnTo>
                  <a:pt x="1013180" y="64770"/>
                </a:lnTo>
                <a:lnTo>
                  <a:pt x="1014145" y="68579"/>
                </a:lnTo>
                <a:lnTo>
                  <a:pt x="1014907" y="72389"/>
                </a:lnTo>
                <a:lnTo>
                  <a:pt x="1015453" y="77470"/>
                </a:lnTo>
                <a:lnTo>
                  <a:pt x="1015796" y="81279"/>
                </a:lnTo>
                <a:lnTo>
                  <a:pt x="1015898" y="374650"/>
                </a:lnTo>
                <a:close/>
              </a:path>
              <a:path w="1016000" h="459739">
                <a:moveTo>
                  <a:pt x="29565" y="74929"/>
                </a:moveTo>
                <a:lnTo>
                  <a:pt x="29718" y="73660"/>
                </a:lnTo>
                <a:lnTo>
                  <a:pt x="29565" y="74929"/>
                </a:lnTo>
                <a:close/>
              </a:path>
              <a:path w="1016000" h="459739">
                <a:moveTo>
                  <a:pt x="986231" y="74929"/>
                </a:moveTo>
                <a:lnTo>
                  <a:pt x="985960" y="73660"/>
                </a:lnTo>
                <a:lnTo>
                  <a:pt x="986231" y="74929"/>
                </a:lnTo>
                <a:close/>
              </a:path>
              <a:path w="1016000" h="459739">
                <a:moveTo>
                  <a:pt x="29083" y="77470"/>
                </a:moveTo>
                <a:lnTo>
                  <a:pt x="29184" y="76200"/>
                </a:lnTo>
                <a:lnTo>
                  <a:pt x="29083" y="77470"/>
                </a:lnTo>
                <a:close/>
              </a:path>
              <a:path w="1016000" h="459739">
                <a:moveTo>
                  <a:pt x="986713" y="77470"/>
                </a:moveTo>
                <a:lnTo>
                  <a:pt x="986502" y="76200"/>
                </a:lnTo>
                <a:lnTo>
                  <a:pt x="986713" y="77470"/>
                </a:lnTo>
                <a:close/>
              </a:path>
              <a:path w="1016000" h="459739">
                <a:moveTo>
                  <a:pt x="28473" y="86360"/>
                </a:moveTo>
                <a:lnTo>
                  <a:pt x="28473" y="85089"/>
                </a:lnTo>
                <a:lnTo>
                  <a:pt x="28473" y="86360"/>
                </a:lnTo>
                <a:close/>
              </a:path>
              <a:path w="1016000" h="459739">
                <a:moveTo>
                  <a:pt x="987323" y="86360"/>
                </a:moveTo>
                <a:lnTo>
                  <a:pt x="987293" y="85089"/>
                </a:lnTo>
                <a:lnTo>
                  <a:pt x="987323" y="86360"/>
                </a:lnTo>
                <a:close/>
              </a:path>
              <a:path w="1016000" h="459739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1016000" h="459739">
                <a:moveTo>
                  <a:pt x="1015317" y="383539"/>
                </a:moveTo>
                <a:lnTo>
                  <a:pt x="986612" y="383539"/>
                </a:lnTo>
                <a:lnTo>
                  <a:pt x="987069" y="379729"/>
                </a:lnTo>
                <a:lnTo>
                  <a:pt x="987272" y="377189"/>
                </a:lnTo>
                <a:lnTo>
                  <a:pt x="987323" y="373379"/>
                </a:lnTo>
                <a:lnTo>
                  <a:pt x="987323" y="374650"/>
                </a:lnTo>
                <a:lnTo>
                  <a:pt x="1015898" y="374650"/>
                </a:lnTo>
                <a:lnTo>
                  <a:pt x="1015796" y="378460"/>
                </a:lnTo>
                <a:lnTo>
                  <a:pt x="1015453" y="382270"/>
                </a:lnTo>
                <a:lnTo>
                  <a:pt x="1015317" y="383539"/>
                </a:lnTo>
                <a:close/>
              </a:path>
              <a:path w="1016000" h="459739">
                <a:moveTo>
                  <a:pt x="29294" y="383539"/>
                </a:moveTo>
                <a:lnTo>
                  <a:pt x="29083" y="382270"/>
                </a:lnTo>
                <a:lnTo>
                  <a:pt x="29294" y="383539"/>
                </a:lnTo>
                <a:close/>
              </a:path>
              <a:path w="1016000" h="459739">
                <a:moveTo>
                  <a:pt x="1015044" y="386079"/>
                </a:moveTo>
                <a:lnTo>
                  <a:pt x="986078" y="386079"/>
                </a:lnTo>
                <a:lnTo>
                  <a:pt x="986713" y="382270"/>
                </a:lnTo>
                <a:lnTo>
                  <a:pt x="986612" y="383539"/>
                </a:lnTo>
                <a:lnTo>
                  <a:pt x="1015317" y="383539"/>
                </a:lnTo>
                <a:lnTo>
                  <a:pt x="1015044" y="386079"/>
                </a:lnTo>
                <a:close/>
              </a:path>
              <a:path w="1016000" h="459739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1016000" h="459739">
                <a:moveTo>
                  <a:pt x="1009628" y="406400"/>
                </a:moveTo>
                <a:lnTo>
                  <a:pt x="977277" y="406400"/>
                </a:lnTo>
                <a:lnTo>
                  <a:pt x="979144" y="403860"/>
                </a:lnTo>
                <a:lnTo>
                  <a:pt x="978789" y="403860"/>
                </a:lnTo>
                <a:lnTo>
                  <a:pt x="980528" y="401320"/>
                </a:lnTo>
                <a:lnTo>
                  <a:pt x="980198" y="401320"/>
                </a:lnTo>
                <a:lnTo>
                  <a:pt x="981786" y="398779"/>
                </a:lnTo>
                <a:lnTo>
                  <a:pt x="981481" y="398779"/>
                </a:lnTo>
                <a:lnTo>
                  <a:pt x="982929" y="396239"/>
                </a:lnTo>
                <a:lnTo>
                  <a:pt x="982649" y="396239"/>
                </a:lnTo>
                <a:lnTo>
                  <a:pt x="983945" y="393700"/>
                </a:lnTo>
                <a:lnTo>
                  <a:pt x="983703" y="393700"/>
                </a:lnTo>
                <a:lnTo>
                  <a:pt x="984834" y="391160"/>
                </a:lnTo>
                <a:lnTo>
                  <a:pt x="984631" y="391160"/>
                </a:lnTo>
                <a:lnTo>
                  <a:pt x="985596" y="388620"/>
                </a:lnTo>
                <a:lnTo>
                  <a:pt x="985418" y="388620"/>
                </a:lnTo>
                <a:lnTo>
                  <a:pt x="986231" y="384810"/>
                </a:lnTo>
                <a:lnTo>
                  <a:pt x="986078" y="386079"/>
                </a:lnTo>
                <a:lnTo>
                  <a:pt x="1015044" y="386079"/>
                </a:lnTo>
                <a:lnTo>
                  <a:pt x="1014907" y="387350"/>
                </a:lnTo>
                <a:lnTo>
                  <a:pt x="1014145" y="391160"/>
                </a:lnTo>
                <a:lnTo>
                  <a:pt x="1013180" y="394970"/>
                </a:lnTo>
                <a:lnTo>
                  <a:pt x="1012012" y="400050"/>
                </a:lnTo>
                <a:lnTo>
                  <a:pt x="1010653" y="403860"/>
                </a:lnTo>
                <a:lnTo>
                  <a:pt x="1009628" y="406400"/>
                </a:lnTo>
                <a:close/>
              </a:path>
              <a:path w="1016000" h="459739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1016000" h="459739">
                <a:moveTo>
                  <a:pt x="1007376" y="411479"/>
                </a:moveTo>
                <a:lnTo>
                  <a:pt x="973709" y="411479"/>
                </a:lnTo>
                <a:lnTo>
                  <a:pt x="974585" y="410210"/>
                </a:lnTo>
                <a:lnTo>
                  <a:pt x="977861" y="405129"/>
                </a:lnTo>
                <a:lnTo>
                  <a:pt x="977277" y="406400"/>
                </a:lnTo>
                <a:lnTo>
                  <a:pt x="1009628" y="406400"/>
                </a:lnTo>
                <a:lnTo>
                  <a:pt x="1009116" y="407670"/>
                </a:lnTo>
                <a:lnTo>
                  <a:pt x="1007376" y="411479"/>
                </a:lnTo>
                <a:close/>
              </a:path>
              <a:path w="1016000" h="459739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1016000" h="459739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1016000" h="459739">
                <a:moveTo>
                  <a:pt x="974426" y="410383"/>
                </a:moveTo>
                <a:lnTo>
                  <a:pt x="974539" y="410210"/>
                </a:lnTo>
                <a:lnTo>
                  <a:pt x="974426" y="410383"/>
                </a:lnTo>
                <a:close/>
              </a:path>
              <a:path w="1016000" h="459739">
                <a:moveTo>
                  <a:pt x="973709" y="411479"/>
                </a:moveTo>
                <a:lnTo>
                  <a:pt x="974426" y="410383"/>
                </a:lnTo>
                <a:lnTo>
                  <a:pt x="974585" y="410210"/>
                </a:lnTo>
                <a:lnTo>
                  <a:pt x="973709" y="411479"/>
                </a:lnTo>
                <a:close/>
              </a:path>
              <a:path w="1016000" h="459739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1016000" h="459739">
                <a:moveTo>
                  <a:pt x="1005471" y="415289"/>
                </a:moveTo>
                <a:lnTo>
                  <a:pt x="969924" y="415289"/>
                </a:lnTo>
                <a:lnTo>
                  <a:pt x="974426" y="410383"/>
                </a:lnTo>
                <a:lnTo>
                  <a:pt x="973709" y="411479"/>
                </a:lnTo>
                <a:lnTo>
                  <a:pt x="1007376" y="411479"/>
                </a:lnTo>
                <a:lnTo>
                  <a:pt x="1005471" y="415289"/>
                </a:lnTo>
                <a:close/>
              </a:path>
              <a:path w="1016000" h="459739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1016000" h="459739">
                <a:moveTo>
                  <a:pt x="1003388" y="419100"/>
                </a:moveTo>
                <a:lnTo>
                  <a:pt x="965771" y="419100"/>
                </a:lnTo>
                <a:lnTo>
                  <a:pt x="970889" y="414020"/>
                </a:lnTo>
                <a:lnTo>
                  <a:pt x="969924" y="415289"/>
                </a:lnTo>
                <a:lnTo>
                  <a:pt x="1005471" y="415289"/>
                </a:lnTo>
                <a:lnTo>
                  <a:pt x="1003388" y="419100"/>
                </a:lnTo>
                <a:close/>
              </a:path>
              <a:path w="1016000" h="459739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1016000" h="459739">
                <a:moveTo>
                  <a:pt x="1001052" y="422910"/>
                </a:moveTo>
                <a:lnTo>
                  <a:pt x="961275" y="422910"/>
                </a:lnTo>
                <a:lnTo>
                  <a:pt x="966825" y="417829"/>
                </a:lnTo>
                <a:lnTo>
                  <a:pt x="965771" y="419100"/>
                </a:lnTo>
                <a:lnTo>
                  <a:pt x="1003388" y="419100"/>
                </a:lnTo>
                <a:lnTo>
                  <a:pt x="1001052" y="422910"/>
                </a:lnTo>
                <a:close/>
              </a:path>
              <a:path w="1016000" h="459739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1016000" h="459739">
                <a:moveTo>
                  <a:pt x="1000079" y="424179"/>
                </a:moveTo>
                <a:lnTo>
                  <a:pt x="959192" y="424179"/>
                </a:lnTo>
                <a:lnTo>
                  <a:pt x="962126" y="421639"/>
                </a:lnTo>
                <a:lnTo>
                  <a:pt x="961275" y="422910"/>
                </a:lnTo>
                <a:lnTo>
                  <a:pt x="1001052" y="422910"/>
                </a:lnTo>
                <a:lnTo>
                  <a:pt x="1000079" y="424179"/>
                </a:lnTo>
                <a:close/>
              </a:path>
              <a:path w="1016000" h="459739">
                <a:moveTo>
                  <a:pt x="57518" y="424179"/>
                </a:moveTo>
                <a:lnTo>
                  <a:pt x="56603" y="424179"/>
                </a:lnTo>
                <a:lnTo>
                  <a:pt x="56007" y="422910"/>
                </a:lnTo>
                <a:lnTo>
                  <a:pt x="57518" y="424179"/>
                </a:lnTo>
                <a:close/>
              </a:path>
              <a:path w="1016000" h="459739">
                <a:moveTo>
                  <a:pt x="999106" y="425450"/>
                </a:moveTo>
                <a:lnTo>
                  <a:pt x="956767" y="425450"/>
                </a:lnTo>
                <a:lnTo>
                  <a:pt x="959789" y="422910"/>
                </a:lnTo>
                <a:lnTo>
                  <a:pt x="959192" y="424179"/>
                </a:lnTo>
                <a:lnTo>
                  <a:pt x="1000079" y="424179"/>
                </a:lnTo>
                <a:lnTo>
                  <a:pt x="999106" y="425450"/>
                </a:lnTo>
                <a:close/>
              </a:path>
              <a:path w="1016000" h="459739">
                <a:moveTo>
                  <a:pt x="59975" y="425450"/>
                </a:moveTo>
                <a:lnTo>
                  <a:pt x="59029" y="425450"/>
                </a:lnTo>
                <a:lnTo>
                  <a:pt x="58420" y="424179"/>
                </a:lnTo>
                <a:lnTo>
                  <a:pt x="59975" y="425450"/>
                </a:lnTo>
                <a:close/>
              </a:path>
              <a:path w="1016000" h="459739">
                <a:moveTo>
                  <a:pt x="998133" y="426720"/>
                </a:moveTo>
                <a:lnTo>
                  <a:pt x="954265" y="426720"/>
                </a:lnTo>
                <a:lnTo>
                  <a:pt x="957376" y="424179"/>
                </a:lnTo>
                <a:lnTo>
                  <a:pt x="956767" y="425450"/>
                </a:lnTo>
                <a:lnTo>
                  <a:pt x="999106" y="425450"/>
                </a:lnTo>
                <a:lnTo>
                  <a:pt x="998133" y="426720"/>
                </a:lnTo>
                <a:close/>
              </a:path>
              <a:path w="1016000" h="459739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1016000" h="459739">
                <a:moveTo>
                  <a:pt x="993957" y="431800"/>
                </a:moveTo>
                <a:lnTo>
                  <a:pt x="937996" y="431800"/>
                </a:lnTo>
                <a:lnTo>
                  <a:pt x="941552" y="430529"/>
                </a:lnTo>
                <a:lnTo>
                  <a:pt x="943648" y="430529"/>
                </a:lnTo>
                <a:lnTo>
                  <a:pt x="947064" y="429260"/>
                </a:lnTo>
                <a:lnTo>
                  <a:pt x="946391" y="429260"/>
                </a:lnTo>
                <a:lnTo>
                  <a:pt x="949744" y="427989"/>
                </a:lnTo>
                <a:lnTo>
                  <a:pt x="951699" y="427989"/>
                </a:lnTo>
                <a:lnTo>
                  <a:pt x="954900" y="425450"/>
                </a:lnTo>
                <a:lnTo>
                  <a:pt x="954265" y="426720"/>
                </a:lnTo>
                <a:lnTo>
                  <a:pt x="998133" y="426720"/>
                </a:lnTo>
                <a:lnTo>
                  <a:pt x="996188" y="429260"/>
                </a:lnTo>
                <a:lnTo>
                  <a:pt x="993957" y="431800"/>
                </a:lnTo>
                <a:close/>
              </a:path>
              <a:path w="1016000" h="459739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1016000" h="459739">
                <a:moveTo>
                  <a:pt x="951699" y="427989"/>
                </a:moveTo>
                <a:lnTo>
                  <a:pt x="949083" y="427989"/>
                </a:lnTo>
                <a:lnTo>
                  <a:pt x="952347" y="426720"/>
                </a:lnTo>
                <a:lnTo>
                  <a:pt x="951699" y="427989"/>
                </a:lnTo>
                <a:close/>
              </a:path>
              <a:path w="1016000" h="459739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1016000" h="459739">
                <a:moveTo>
                  <a:pt x="943648" y="430529"/>
                </a:moveTo>
                <a:lnTo>
                  <a:pt x="940854" y="430529"/>
                </a:lnTo>
                <a:lnTo>
                  <a:pt x="944333" y="429260"/>
                </a:lnTo>
                <a:lnTo>
                  <a:pt x="943648" y="430529"/>
                </a:lnTo>
                <a:close/>
              </a:path>
              <a:path w="1016000" h="459739">
                <a:moveTo>
                  <a:pt x="80695" y="431800"/>
                </a:moveTo>
                <a:lnTo>
                  <a:pt x="77800" y="431800"/>
                </a:lnTo>
                <a:lnTo>
                  <a:pt x="77089" y="430529"/>
                </a:lnTo>
                <a:lnTo>
                  <a:pt x="80695" y="431800"/>
                </a:lnTo>
                <a:close/>
              </a:path>
              <a:path w="1016000" h="459739">
                <a:moveTo>
                  <a:pt x="937996" y="431800"/>
                </a:moveTo>
                <a:lnTo>
                  <a:pt x="935101" y="431800"/>
                </a:lnTo>
                <a:lnTo>
                  <a:pt x="938707" y="430529"/>
                </a:lnTo>
                <a:lnTo>
                  <a:pt x="937996" y="431800"/>
                </a:lnTo>
                <a:close/>
              </a:path>
            </a:pathLst>
          </a:custGeom>
          <a:solidFill>
            <a:srgbClr val="0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86639" y="4567237"/>
            <a:ext cx="625475" cy="461009"/>
          </a:xfrm>
          <a:custGeom>
            <a:avLst/>
            <a:gdLst/>
            <a:ahLst/>
            <a:cxnLst/>
            <a:rect l="l" t="t" r="r" b="b"/>
            <a:pathLst>
              <a:path w="625475" h="461010">
                <a:moveTo>
                  <a:pt x="552145" y="459739"/>
                </a:moveTo>
                <a:lnTo>
                  <a:pt x="73126" y="459739"/>
                </a:lnTo>
                <a:lnTo>
                  <a:pt x="64693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4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0" y="391160"/>
                </a:lnTo>
                <a:lnTo>
                  <a:pt x="888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8" y="72389"/>
                </a:lnTo>
                <a:lnTo>
                  <a:pt x="1650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4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8" y="3810"/>
                </a:lnTo>
                <a:lnTo>
                  <a:pt x="73126" y="0"/>
                </a:lnTo>
                <a:lnTo>
                  <a:pt x="552145" y="0"/>
                </a:lnTo>
                <a:lnTo>
                  <a:pt x="564692" y="3810"/>
                </a:lnTo>
                <a:lnTo>
                  <a:pt x="572630" y="6350"/>
                </a:lnTo>
                <a:lnTo>
                  <a:pt x="576465" y="7620"/>
                </a:lnTo>
                <a:lnTo>
                  <a:pt x="580186" y="10160"/>
                </a:lnTo>
                <a:lnTo>
                  <a:pt x="583806" y="11429"/>
                </a:lnTo>
                <a:lnTo>
                  <a:pt x="587451" y="13970"/>
                </a:lnTo>
                <a:lnTo>
                  <a:pt x="593966" y="19050"/>
                </a:lnTo>
                <a:lnTo>
                  <a:pt x="600087" y="24129"/>
                </a:lnTo>
                <a:lnTo>
                  <a:pt x="603432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7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603432" y="431800"/>
                </a:lnTo>
                <a:lnTo>
                  <a:pt x="580186" y="449579"/>
                </a:lnTo>
                <a:lnTo>
                  <a:pt x="576465" y="452120"/>
                </a:lnTo>
                <a:lnTo>
                  <a:pt x="568705" y="454660"/>
                </a:lnTo>
                <a:lnTo>
                  <a:pt x="564692" y="455929"/>
                </a:lnTo>
                <a:lnTo>
                  <a:pt x="552145" y="459739"/>
                </a:lnTo>
                <a:close/>
              </a:path>
              <a:path w="625475" h="461010">
                <a:moveTo>
                  <a:pt x="77088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8" y="29210"/>
                </a:lnTo>
                <a:close/>
              </a:path>
              <a:path w="625475" h="461010">
                <a:moveTo>
                  <a:pt x="548182" y="29210"/>
                </a:moveTo>
                <a:lnTo>
                  <a:pt x="544576" y="27939"/>
                </a:lnTo>
                <a:lnTo>
                  <a:pt x="547471" y="27939"/>
                </a:lnTo>
                <a:lnTo>
                  <a:pt x="548182" y="29210"/>
                </a:lnTo>
                <a:close/>
              </a:path>
              <a:path w="625475" h="461010">
                <a:moveTo>
                  <a:pt x="564375" y="34289"/>
                </a:moveTo>
                <a:lnTo>
                  <a:pt x="561174" y="31750"/>
                </a:lnTo>
                <a:lnTo>
                  <a:pt x="559219" y="31750"/>
                </a:lnTo>
                <a:lnTo>
                  <a:pt x="555866" y="30479"/>
                </a:lnTo>
                <a:lnTo>
                  <a:pt x="556539" y="30479"/>
                </a:lnTo>
                <a:lnTo>
                  <a:pt x="553123" y="29210"/>
                </a:lnTo>
                <a:lnTo>
                  <a:pt x="551027" y="29210"/>
                </a:lnTo>
                <a:lnTo>
                  <a:pt x="547471" y="27939"/>
                </a:lnTo>
                <a:lnTo>
                  <a:pt x="603432" y="27939"/>
                </a:lnTo>
                <a:lnTo>
                  <a:pt x="605662" y="30479"/>
                </a:lnTo>
                <a:lnTo>
                  <a:pt x="607608" y="33020"/>
                </a:lnTo>
                <a:lnTo>
                  <a:pt x="563740" y="33020"/>
                </a:lnTo>
                <a:lnTo>
                  <a:pt x="564375" y="34289"/>
                </a:lnTo>
                <a:close/>
              </a:path>
              <a:path w="625475" h="461010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625475" h="461010">
                <a:moveTo>
                  <a:pt x="561822" y="33020"/>
                </a:moveTo>
                <a:lnTo>
                  <a:pt x="558558" y="31750"/>
                </a:lnTo>
                <a:lnTo>
                  <a:pt x="561174" y="31750"/>
                </a:lnTo>
                <a:lnTo>
                  <a:pt x="561822" y="33020"/>
                </a:lnTo>
                <a:close/>
              </a:path>
              <a:path w="625475" h="461010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625475" h="461010">
                <a:moveTo>
                  <a:pt x="566851" y="35560"/>
                </a:moveTo>
                <a:lnTo>
                  <a:pt x="563740" y="33020"/>
                </a:lnTo>
                <a:lnTo>
                  <a:pt x="607608" y="33020"/>
                </a:lnTo>
                <a:lnTo>
                  <a:pt x="608581" y="34289"/>
                </a:lnTo>
                <a:lnTo>
                  <a:pt x="566242" y="34289"/>
                </a:lnTo>
                <a:lnTo>
                  <a:pt x="566851" y="35560"/>
                </a:lnTo>
                <a:close/>
              </a:path>
              <a:path w="625475" h="461010">
                <a:moveTo>
                  <a:pt x="58419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19" y="35560"/>
                </a:lnTo>
                <a:close/>
              </a:path>
              <a:path w="625475" h="461010">
                <a:moveTo>
                  <a:pt x="569264" y="36829"/>
                </a:moveTo>
                <a:lnTo>
                  <a:pt x="566242" y="34289"/>
                </a:lnTo>
                <a:lnTo>
                  <a:pt x="608581" y="34289"/>
                </a:lnTo>
                <a:lnTo>
                  <a:pt x="609554" y="35560"/>
                </a:lnTo>
                <a:lnTo>
                  <a:pt x="568667" y="35560"/>
                </a:lnTo>
                <a:lnTo>
                  <a:pt x="569264" y="36829"/>
                </a:lnTo>
                <a:close/>
              </a:path>
              <a:path w="625475" h="461010">
                <a:moveTo>
                  <a:pt x="56006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6" y="36829"/>
                </a:lnTo>
                <a:close/>
              </a:path>
              <a:path w="625475" h="461010">
                <a:moveTo>
                  <a:pt x="571601" y="38100"/>
                </a:moveTo>
                <a:lnTo>
                  <a:pt x="568667" y="35560"/>
                </a:lnTo>
                <a:lnTo>
                  <a:pt x="609554" y="35560"/>
                </a:lnTo>
                <a:lnTo>
                  <a:pt x="610527" y="36829"/>
                </a:lnTo>
                <a:lnTo>
                  <a:pt x="570750" y="36829"/>
                </a:lnTo>
                <a:lnTo>
                  <a:pt x="571601" y="38100"/>
                </a:lnTo>
                <a:close/>
              </a:path>
              <a:path w="625475" h="461010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625475" h="461010">
                <a:moveTo>
                  <a:pt x="576300" y="41910"/>
                </a:moveTo>
                <a:lnTo>
                  <a:pt x="570750" y="36829"/>
                </a:lnTo>
                <a:lnTo>
                  <a:pt x="610527" y="36829"/>
                </a:lnTo>
                <a:lnTo>
                  <a:pt x="612863" y="40639"/>
                </a:lnTo>
                <a:lnTo>
                  <a:pt x="575246" y="40639"/>
                </a:lnTo>
                <a:lnTo>
                  <a:pt x="576300" y="41910"/>
                </a:lnTo>
                <a:close/>
              </a:path>
              <a:path w="625475" h="461010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625475" h="461010">
                <a:moveTo>
                  <a:pt x="580364" y="45720"/>
                </a:moveTo>
                <a:lnTo>
                  <a:pt x="575246" y="40639"/>
                </a:lnTo>
                <a:lnTo>
                  <a:pt x="612863" y="40639"/>
                </a:lnTo>
                <a:lnTo>
                  <a:pt x="614946" y="44450"/>
                </a:lnTo>
                <a:lnTo>
                  <a:pt x="579399" y="44450"/>
                </a:lnTo>
                <a:lnTo>
                  <a:pt x="580364" y="45720"/>
                </a:lnTo>
                <a:close/>
              </a:path>
              <a:path w="625475" h="461010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625475" h="461010">
                <a:moveTo>
                  <a:pt x="583901" y="49356"/>
                </a:moveTo>
                <a:lnTo>
                  <a:pt x="579399" y="44450"/>
                </a:lnTo>
                <a:lnTo>
                  <a:pt x="614946" y="44450"/>
                </a:lnTo>
                <a:lnTo>
                  <a:pt x="616851" y="48260"/>
                </a:lnTo>
                <a:lnTo>
                  <a:pt x="583183" y="48260"/>
                </a:lnTo>
                <a:lnTo>
                  <a:pt x="583901" y="49356"/>
                </a:lnTo>
                <a:close/>
              </a:path>
              <a:path w="625475" h="461010">
                <a:moveTo>
                  <a:pt x="41211" y="49529"/>
                </a:moveTo>
                <a:lnTo>
                  <a:pt x="42087" y="48260"/>
                </a:lnTo>
                <a:lnTo>
                  <a:pt x="41370" y="49356"/>
                </a:lnTo>
                <a:lnTo>
                  <a:pt x="41211" y="49529"/>
                </a:lnTo>
                <a:close/>
              </a:path>
              <a:path w="625475" h="461010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625475" h="461010">
                <a:moveTo>
                  <a:pt x="584060" y="49529"/>
                </a:moveTo>
                <a:lnTo>
                  <a:pt x="583901" y="49356"/>
                </a:lnTo>
                <a:lnTo>
                  <a:pt x="583183" y="48260"/>
                </a:lnTo>
                <a:lnTo>
                  <a:pt x="584060" y="49529"/>
                </a:lnTo>
                <a:close/>
              </a:path>
              <a:path w="625475" h="461010">
                <a:moveTo>
                  <a:pt x="617431" y="49529"/>
                </a:moveTo>
                <a:lnTo>
                  <a:pt x="584060" y="49529"/>
                </a:lnTo>
                <a:lnTo>
                  <a:pt x="583183" y="48260"/>
                </a:lnTo>
                <a:lnTo>
                  <a:pt x="616851" y="48260"/>
                </a:lnTo>
                <a:lnTo>
                  <a:pt x="617431" y="49529"/>
                </a:lnTo>
                <a:close/>
              </a:path>
              <a:path w="625475" h="461010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625475" h="461010">
                <a:moveTo>
                  <a:pt x="587336" y="54610"/>
                </a:moveTo>
                <a:lnTo>
                  <a:pt x="583901" y="49356"/>
                </a:lnTo>
                <a:lnTo>
                  <a:pt x="584060" y="49529"/>
                </a:lnTo>
                <a:lnTo>
                  <a:pt x="617431" y="49529"/>
                </a:lnTo>
                <a:lnTo>
                  <a:pt x="618591" y="52070"/>
                </a:lnTo>
                <a:lnTo>
                  <a:pt x="619103" y="53339"/>
                </a:lnTo>
                <a:lnTo>
                  <a:pt x="586752" y="53339"/>
                </a:lnTo>
                <a:lnTo>
                  <a:pt x="587336" y="54610"/>
                </a:lnTo>
                <a:close/>
              </a:path>
              <a:path w="625475" h="461010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625475" h="461010">
                <a:moveTo>
                  <a:pt x="625373" y="374650"/>
                </a:moveTo>
                <a:lnTo>
                  <a:pt x="596798" y="374650"/>
                </a:lnTo>
                <a:lnTo>
                  <a:pt x="596709" y="82550"/>
                </a:lnTo>
                <a:lnTo>
                  <a:pt x="596468" y="80010"/>
                </a:lnTo>
                <a:lnTo>
                  <a:pt x="596087" y="76200"/>
                </a:lnTo>
                <a:lnTo>
                  <a:pt x="595553" y="73660"/>
                </a:lnTo>
                <a:lnTo>
                  <a:pt x="594893" y="71120"/>
                </a:lnTo>
                <a:lnTo>
                  <a:pt x="595071" y="71120"/>
                </a:lnTo>
                <a:lnTo>
                  <a:pt x="594105" y="68579"/>
                </a:lnTo>
                <a:lnTo>
                  <a:pt x="594309" y="68579"/>
                </a:lnTo>
                <a:lnTo>
                  <a:pt x="593178" y="66039"/>
                </a:lnTo>
                <a:lnTo>
                  <a:pt x="593420" y="66039"/>
                </a:lnTo>
                <a:lnTo>
                  <a:pt x="592124" y="63500"/>
                </a:lnTo>
                <a:lnTo>
                  <a:pt x="592404" y="63500"/>
                </a:lnTo>
                <a:lnTo>
                  <a:pt x="590956" y="60960"/>
                </a:lnTo>
                <a:lnTo>
                  <a:pt x="591261" y="60960"/>
                </a:lnTo>
                <a:lnTo>
                  <a:pt x="589673" y="58420"/>
                </a:lnTo>
                <a:lnTo>
                  <a:pt x="590003" y="58420"/>
                </a:lnTo>
                <a:lnTo>
                  <a:pt x="588263" y="55879"/>
                </a:lnTo>
                <a:lnTo>
                  <a:pt x="588619" y="55879"/>
                </a:lnTo>
                <a:lnTo>
                  <a:pt x="586752" y="53339"/>
                </a:lnTo>
                <a:lnTo>
                  <a:pt x="619103" y="53339"/>
                </a:lnTo>
                <a:lnTo>
                  <a:pt x="620128" y="55879"/>
                </a:lnTo>
                <a:lnTo>
                  <a:pt x="621487" y="59689"/>
                </a:lnTo>
                <a:lnTo>
                  <a:pt x="622655" y="64770"/>
                </a:lnTo>
                <a:lnTo>
                  <a:pt x="623620" y="68579"/>
                </a:lnTo>
                <a:lnTo>
                  <a:pt x="624382" y="72389"/>
                </a:lnTo>
                <a:lnTo>
                  <a:pt x="624928" y="77470"/>
                </a:lnTo>
                <a:lnTo>
                  <a:pt x="625271" y="81279"/>
                </a:lnTo>
                <a:lnTo>
                  <a:pt x="625373" y="374650"/>
                </a:lnTo>
                <a:close/>
              </a:path>
              <a:path w="625475" h="461010">
                <a:moveTo>
                  <a:pt x="29565" y="74929"/>
                </a:moveTo>
                <a:lnTo>
                  <a:pt x="29717" y="73660"/>
                </a:lnTo>
                <a:lnTo>
                  <a:pt x="29565" y="74929"/>
                </a:lnTo>
                <a:close/>
              </a:path>
              <a:path w="625475" h="461010">
                <a:moveTo>
                  <a:pt x="595706" y="74929"/>
                </a:moveTo>
                <a:lnTo>
                  <a:pt x="595435" y="73660"/>
                </a:lnTo>
                <a:lnTo>
                  <a:pt x="595706" y="74929"/>
                </a:lnTo>
                <a:close/>
              </a:path>
              <a:path w="625475" h="461010">
                <a:moveTo>
                  <a:pt x="29082" y="77470"/>
                </a:moveTo>
                <a:lnTo>
                  <a:pt x="29184" y="76200"/>
                </a:lnTo>
                <a:lnTo>
                  <a:pt x="29082" y="77470"/>
                </a:lnTo>
                <a:close/>
              </a:path>
              <a:path w="625475" h="461010">
                <a:moveTo>
                  <a:pt x="596188" y="77470"/>
                </a:moveTo>
                <a:lnTo>
                  <a:pt x="595977" y="76200"/>
                </a:lnTo>
                <a:lnTo>
                  <a:pt x="596188" y="77470"/>
                </a:lnTo>
                <a:close/>
              </a:path>
              <a:path w="625475" h="461010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625475" h="461010">
                <a:moveTo>
                  <a:pt x="624792" y="383539"/>
                </a:moveTo>
                <a:lnTo>
                  <a:pt x="596087" y="383539"/>
                </a:lnTo>
                <a:lnTo>
                  <a:pt x="596544" y="379729"/>
                </a:lnTo>
                <a:lnTo>
                  <a:pt x="596747" y="377189"/>
                </a:lnTo>
                <a:lnTo>
                  <a:pt x="596798" y="373379"/>
                </a:lnTo>
                <a:lnTo>
                  <a:pt x="596798" y="374650"/>
                </a:lnTo>
                <a:lnTo>
                  <a:pt x="625373" y="374650"/>
                </a:lnTo>
                <a:lnTo>
                  <a:pt x="625271" y="378460"/>
                </a:lnTo>
                <a:lnTo>
                  <a:pt x="624928" y="382270"/>
                </a:lnTo>
                <a:lnTo>
                  <a:pt x="624792" y="383539"/>
                </a:lnTo>
                <a:close/>
              </a:path>
              <a:path w="625475" h="461010">
                <a:moveTo>
                  <a:pt x="29294" y="383539"/>
                </a:moveTo>
                <a:lnTo>
                  <a:pt x="29082" y="382270"/>
                </a:lnTo>
                <a:lnTo>
                  <a:pt x="29294" y="383539"/>
                </a:lnTo>
                <a:close/>
              </a:path>
              <a:path w="625475" h="461010">
                <a:moveTo>
                  <a:pt x="624519" y="386079"/>
                </a:moveTo>
                <a:lnTo>
                  <a:pt x="595553" y="386079"/>
                </a:lnTo>
                <a:lnTo>
                  <a:pt x="596188" y="382270"/>
                </a:lnTo>
                <a:lnTo>
                  <a:pt x="596087" y="383539"/>
                </a:lnTo>
                <a:lnTo>
                  <a:pt x="624792" y="383539"/>
                </a:lnTo>
                <a:lnTo>
                  <a:pt x="624519" y="386079"/>
                </a:lnTo>
                <a:close/>
              </a:path>
              <a:path w="625475" h="461010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625475" h="461010">
                <a:moveTo>
                  <a:pt x="619103" y="406400"/>
                </a:moveTo>
                <a:lnTo>
                  <a:pt x="586752" y="406400"/>
                </a:lnTo>
                <a:lnTo>
                  <a:pt x="588619" y="403860"/>
                </a:lnTo>
                <a:lnTo>
                  <a:pt x="588263" y="403860"/>
                </a:lnTo>
                <a:lnTo>
                  <a:pt x="590003" y="401320"/>
                </a:lnTo>
                <a:lnTo>
                  <a:pt x="589673" y="401320"/>
                </a:lnTo>
                <a:lnTo>
                  <a:pt x="591261" y="398779"/>
                </a:lnTo>
                <a:lnTo>
                  <a:pt x="590956" y="398779"/>
                </a:lnTo>
                <a:lnTo>
                  <a:pt x="592404" y="396239"/>
                </a:lnTo>
                <a:lnTo>
                  <a:pt x="592124" y="396239"/>
                </a:lnTo>
                <a:lnTo>
                  <a:pt x="593420" y="393700"/>
                </a:lnTo>
                <a:lnTo>
                  <a:pt x="593178" y="393700"/>
                </a:lnTo>
                <a:lnTo>
                  <a:pt x="594309" y="391160"/>
                </a:lnTo>
                <a:lnTo>
                  <a:pt x="594105" y="391160"/>
                </a:lnTo>
                <a:lnTo>
                  <a:pt x="595071" y="388620"/>
                </a:lnTo>
                <a:lnTo>
                  <a:pt x="594893" y="388620"/>
                </a:lnTo>
                <a:lnTo>
                  <a:pt x="595706" y="384810"/>
                </a:lnTo>
                <a:lnTo>
                  <a:pt x="595553" y="386079"/>
                </a:lnTo>
                <a:lnTo>
                  <a:pt x="624519" y="386079"/>
                </a:lnTo>
                <a:lnTo>
                  <a:pt x="624382" y="387350"/>
                </a:lnTo>
                <a:lnTo>
                  <a:pt x="623620" y="391160"/>
                </a:lnTo>
                <a:lnTo>
                  <a:pt x="622655" y="394970"/>
                </a:lnTo>
                <a:lnTo>
                  <a:pt x="621487" y="400050"/>
                </a:lnTo>
                <a:lnTo>
                  <a:pt x="620128" y="403860"/>
                </a:lnTo>
                <a:lnTo>
                  <a:pt x="619103" y="406400"/>
                </a:lnTo>
                <a:close/>
              </a:path>
              <a:path w="625475" h="461010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625475" h="461010">
                <a:moveTo>
                  <a:pt x="616851" y="411479"/>
                </a:moveTo>
                <a:lnTo>
                  <a:pt x="583183" y="411479"/>
                </a:lnTo>
                <a:lnTo>
                  <a:pt x="584060" y="410210"/>
                </a:lnTo>
                <a:lnTo>
                  <a:pt x="587336" y="405129"/>
                </a:lnTo>
                <a:lnTo>
                  <a:pt x="586752" y="406400"/>
                </a:lnTo>
                <a:lnTo>
                  <a:pt x="619103" y="406400"/>
                </a:lnTo>
                <a:lnTo>
                  <a:pt x="618591" y="407670"/>
                </a:lnTo>
                <a:lnTo>
                  <a:pt x="616851" y="411479"/>
                </a:lnTo>
                <a:close/>
              </a:path>
              <a:path w="625475" h="461010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625475" h="461010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625475" h="461010">
                <a:moveTo>
                  <a:pt x="583901" y="410383"/>
                </a:moveTo>
                <a:lnTo>
                  <a:pt x="584014" y="410210"/>
                </a:lnTo>
                <a:lnTo>
                  <a:pt x="583901" y="410383"/>
                </a:lnTo>
                <a:close/>
              </a:path>
              <a:path w="625475" h="461010">
                <a:moveTo>
                  <a:pt x="583183" y="411479"/>
                </a:moveTo>
                <a:lnTo>
                  <a:pt x="583901" y="410383"/>
                </a:lnTo>
                <a:lnTo>
                  <a:pt x="584060" y="410210"/>
                </a:lnTo>
                <a:lnTo>
                  <a:pt x="583183" y="411479"/>
                </a:lnTo>
                <a:close/>
              </a:path>
              <a:path w="625475" h="461010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625475" h="461010">
                <a:moveTo>
                  <a:pt x="614946" y="415289"/>
                </a:moveTo>
                <a:lnTo>
                  <a:pt x="579399" y="415289"/>
                </a:lnTo>
                <a:lnTo>
                  <a:pt x="583901" y="410383"/>
                </a:lnTo>
                <a:lnTo>
                  <a:pt x="583183" y="411479"/>
                </a:lnTo>
                <a:lnTo>
                  <a:pt x="616851" y="411479"/>
                </a:lnTo>
                <a:lnTo>
                  <a:pt x="614946" y="415289"/>
                </a:lnTo>
                <a:close/>
              </a:path>
              <a:path w="625475" h="461010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625475" h="461010">
                <a:moveTo>
                  <a:pt x="612863" y="419100"/>
                </a:moveTo>
                <a:lnTo>
                  <a:pt x="575246" y="419100"/>
                </a:lnTo>
                <a:lnTo>
                  <a:pt x="580364" y="414020"/>
                </a:lnTo>
                <a:lnTo>
                  <a:pt x="579399" y="415289"/>
                </a:lnTo>
                <a:lnTo>
                  <a:pt x="614946" y="415289"/>
                </a:lnTo>
                <a:lnTo>
                  <a:pt x="612863" y="419100"/>
                </a:lnTo>
                <a:close/>
              </a:path>
              <a:path w="625475" h="461010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625475" h="461010">
                <a:moveTo>
                  <a:pt x="610527" y="422910"/>
                </a:moveTo>
                <a:lnTo>
                  <a:pt x="570750" y="422910"/>
                </a:lnTo>
                <a:lnTo>
                  <a:pt x="576300" y="417829"/>
                </a:lnTo>
                <a:lnTo>
                  <a:pt x="575246" y="419100"/>
                </a:lnTo>
                <a:lnTo>
                  <a:pt x="612863" y="419100"/>
                </a:lnTo>
                <a:lnTo>
                  <a:pt x="610527" y="422910"/>
                </a:lnTo>
                <a:close/>
              </a:path>
              <a:path w="625475" h="461010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625475" h="461010">
                <a:moveTo>
                  <a:pt x="609554" y="424179"/>
                </a:moveTo>
                <a:lnTo>
                  <a:pt x="568667" y="424179"/>
                </a:lnTo>
                <a:lnTo>
                  <a:pt x="571601" y="421639"/>
                </a:lnTo>
                <a:lnTo>
                  <a:pt x="570750" y="422910"/>
                </a:lnTo>
                <a:lnTo>
                  <a:pt x="610527" y="422910"/>
                </a:lnTo>
                <a:lnTo>
                  <a:pt x="609554" y="424179"/>
                </a:lnTo>
                <a:close/>
              </a:path>
              <a:path w="625475" h="461010">
                <a:moveTo>
                  <a:pt x="57518" y="424179"/>
                </a:moveTo>
                <a:lnTo>
                  <a:pt x="56603" y="424179"/>
                </a:lnTo>
                <a:lnTo>
                  <a:pt x="56006" y="422910"/>
                </a:lnTo>
                <a:lnTo>
                  <a:pt x="57518" y="424179"/>
                </a:lnTo>
                <a:close/>
              </a:path>
              <a:path w="625475" h="461010">
                <a:moveTo>
                  <a:pt x="608581" y="425450"/>
                </a:moveTo>
                <a:lnTo>
                  <a:pt x="566242" y="425450"/>
                </a:lnTo>
                <a:lnTo>
                  <a:pt x="569264" y="422910"/>
                </a:lnTo>
                <a:lnTo>
                  <a:pt x="568667" y="424179"/>
                </a:lnTo>
                <a:lnTo>
                  <a:pt x="609554" y="424179"/>
                </a:lnTo>
                <a:lnTo>
                  <a:pt x="608581" y="425450"/>
                </a:lnTo>
                <a:close/>
              </a:path>
              <a:path w="625475" h="461010">
                <a:moveTo>
                  <a:pt x="59975" y="425450"/>
                </a:moveTo>
                <a:lnTo>
                  <a:pt x="59029" y="425450"/>
                </a:lnTo>
                <a:lnTo>
                  <a:pt x="58419" y="424179"/>
                </a:lnTo>
                <a:lnTo>
                  <a:pt x="59975" y="425450"/>
                </a:lnTo>
                <a:close/>
              </a:path>
              <a:path w="625475" h="461010">
                <a:moveTo>
                  <a:pt x="607608" y="426720"/>
                </a:moveTo>
                <a:lnTo>
                  <a:pt x="563740" y="426720"/>
                </a:lnTo>
                <a:lnTo>
                  <a:pt x="566851" y="424179"/>
                </a:lnTo>
                <a:lnTo>
                  <a:pt x="566242" y="425450"/>
                </a:lnTo>
                <a:lnTo>
                  <a:pt x="608581" y="425450"/>
                </a:lnTo>
                <a:lnTo>
                  <a:pt x="607608" y="426720"/>
                </a:lnTo>
                <a:close/>
              </a:path>
              <a:path w="625475" h="461010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625475" h="461010">
                <a:moveTo>
                  <a:pt x="603432" y="431800"/>
                </a:moveTo>
                <a:lnTo>
                  <a:pt x="547471" y="431800"/>
                </a:lnTo>
                <a:lnTo>
                  <a:pt x="551027" y="430529"/>
                </a:lnTo>
                <a:lnTo>
                  <a:pt x="553123" y="430529"/>
                </a:lnTo>
                <a:lnTo>
                  <a:pt x="556539" y="429260"/>
                </a:lnTo>
                <a:lnTo>
                  <a:pt x="555866" y="429260"/>
                </a:lnTo>
                <a:lnTo>
                  <a:pt x="559219" y="427989"/>
                </a:lnTo>
                <a:lnTo>
                  <a:pt x="561174" y="427989"/>
                </a:lnTo>
                <a:lnTo>
                  <a:pt x="564375" y="425450"/>
                </a:lnTo>
                <a:lnTo>
                  <a:pt x="563740" y="426720"/>
                </a:lnTo>
                <a:lnTo>
                  <a:pt x="607608" y="426720"/>
                </a:lnTo>
                <a:lnTo>
                  <a:pt x="605662" y="429260"/>
                </a:lnTo>
                <a:lnTo>
                  <a:pt x="603432" y="431800"/>
                </a:lnTo>
                <a:close/>
              </a:path>
              <a:path w="625475" h="461010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625475" h="461010">
                <a:moveTo>
                  <a:pt x="561174" y="427989"/>
                </a:moveTo>
                <a:lnTo>
                  <a:pt x="558558" y="427989"/>
                </a:lnTo>
                <a:lnTo>
                  <a:pt x="561822" y="426720"/>
                </a:lnTo>
                <a:lnTo>
                  <a:pt x="561174" y="427989"/>
                </a:lnTo>
                <a:close/>
              </a:path>
              <a:path w="625475" h="461010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625475" h="461010">
                <a:moveTo>
                  <a:pt x="553123" y="430529"/>
                </a:moveTo>
                <a:lnTo>
                  <a:pt x="550329" y="430529"/>
                </a:lnTo>
                <a:lnTo>
                  <a:pt x="553808" y="429260"/>
                </a:lnTo>
                <a:lnTo>
                  <a:pt x="553123" y="430529"/>
                </a:lnTo>
                <a:close/>
              </a:path>
              <a:path w="625475" h="461010">
                <a:moveTo>
                  <a:pt x="80695" y="431800"/>
                </a:moveTo>
                <a:lnTo>
                  <a:pt x="77800" y="431800"/>
                </a:lnTo>
                <a:lnTo>
                  <a:pt x="77088" y="430529"/>
                </a:lnTo>
                <a:lnTo>
                  <a:pt x="80695" y="431800"/>
                </a:lnTo>
                <a:close/>
              </a:path>
              <a:path w="625475" h="461010">
                <a:moveTo>
                  <a:pt x="547471" y="431800"/>
                </a:moveTo>
                <a:lnTo>
                  <a:pt x="544576" y="431800"/>
                </a:lnTo>
                <a:lnTo>
                  <a:pt x="548182" y="430529"/>
                </a:lnTo>
                <a:lnTo>
                  <a:pt x="547471" y="431800"/>
                </a:lnTo>
                <a:close/>
              </a:path>
              <a:path w="625475" h="461010">
                <a:moveTo>
                  <a:pt x="539191" y="461010"/>
                </a:moveTo>
                <a:lnTo>
                  <a:pt x="86080" y="461010"/>
                </a:lnTo>
                <a:lnTo>
                  <a:pt x="81826" y="459739"/>
                </a:lnTo>
                <a:lnTo>
                  <a:pt x="543445" y="459739"/>
                </a:lnTo>
                <a:lnTo>
                  <a:pt x="539191" y="461010"/>
                </a:lnTo>
                <a:close/>
              </a:path>
            </a:pathLst>
          </a:custGeom>
          <a:solidFill>
            <a:srgbClr val="00E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556283" y="3946207"/>
            <a:ext cx="1016000" cy="459740"/>
          </a:xfrm>
          <a:custGeom>
            <a:avLst/>
            <a:gdLst/>
            <a:ahLst/>
            <a:cxnLst/>
            <a:rect l="l" t="t" r="r" b="b"/>
            <a:pathLst>
              <a:path w="1016000" h="459739">
                <a:moveTo>
                  <a:pt x="942670" y="459739"/>
                </a:moveTo>
                <a:lnTo>
                  <a:pt x="73126" y="459739"/>
                </a:lnTo>
                <a:lnTo>
                  <a:pt x="64681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5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1" y="391160"/>
                </a:lnTo>
                <a:lnTo>
                  <a:pt x="889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9" y="72389"/>
                </a:lnTo>
                <a:lnTo>
                  <a:pt x="1651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5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9" y="3810"/>
                </a:lnTo>
                <a:lnTo>
                  <a:pt x="73126" y="0"/>
                </a:lnTo>
                <a:lnTo>
                  <a:pt x="942670" y="0"/>
                </a:lnTo>
                <a:lnTo>
                  <a:pt x="955217" y="3810"/>
                </a:lnTo>
                <a:lnTo>
                  <a:pt x="963155" y="6350"/>
                </a:lnTo>
                <a:lnTo>
                  <a:pt x="966990" y="7620"/>
                </a:lnTo>
                <a:lnTo>
                  <a:pt x="970711" y="10160"/>
                </a:lnTo>
                <a:lnTo>
                  <a:pt x="974331" y="11429"/>
                </a:lnTo>
                <a:lnTo>
                  <a:pt x="977976" y="13970"/>
                </a:lnTo>
                <a:lnTo>
                  <a:pt x="984491" y="19050"/>
                </a:lnTo>
                <a:lnTo>
                  <a:pt x="990612" y="24129"/>
                </a:lnTo>
                <a:lnTo>
                  <a:pt x="993957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473" y="85089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8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993957" y="431800"/>
                </a:lnTo>
                <a:lnTo>
                  <a:pt x="970711" y="449579"/>
                </a:lnTo>
                <a:lnTo>
                  <a:pt x="966990" y="452120"/>
                </a:lnTo>
                <a:lnTo>
                  <a:pt x="959231" y="454660"/>
                </a:lnTo>
                <a:lnTo>
                  <a:pt x="955217" y="455929"/>
                </a:lnTo>
                <a:lnTo>
                  <a:pt x="942670" y="459739"/>
                </a:lnTo>
                <a:close/>
              </a:path>
              <a:path w="1016000" h="459739">
                <a:moveTo>
                  <a:pt x="77089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9" y="29210"/>
                </a:lnTo>
                <a:close/>
              </a:path>
              <a:path w="1016000" h="459739">
                <a:moveTo>
                  <a:pt x="938707" y="29210"/>
                </a:moveTo>
                <a:lnTo>
                  <a:pt x="935101" y="27939"/>
                </a:lnTo>
                <a:lnTo>
                  <a:pt x="937996" y="27939"/>
                </a:lnTo>
                <a:lnTo>
                  <a:pt x="938707" y="29210"/>
                </a:lnTo>
                <a:close/>
              </a:path>
              <a:path w="1016000" h="459739">
                <a:moveTo>
                  <a:pt x="954900" y="34289"/>
                </a:moveTo>
                <a:lnTo>
                  <a:pt x="951699" y="31750"/>
                </a:lnTo>
                <a:lnTo>
                  <a:pt x="949744" y="31750"/>
                </a:lnTo>
                <a:lnTo>
                  <a:pt x="946391" y="30479"/>
                </a:lnTo>
                <a:lnTo>
                  <a:pt x="947064" y="30479"/>
                </a:lnTo>
                <a:lnTo>
                  <a:pt x="943648" y="29210"/>
                </a:lnTo>
                <a:lnTo>
                  <a:pt x="941552" y="29210"/>
                </a:lnTo>
                <a:lnTo>
                  <a:pt x="937996" y="27939"/>
                </a:lnTo>
                <a:lnTo>
                  <a:pt x="993957" y="27939"/>
                </a:lnTo>
                <a:lnTo>
                  <a:pt x="996188" y="30479"/>
                </a:lnTo>
                <a:lnTo>
                  <a:pt x="998133" y="33020"/>
                </a:lnTo>
                <a:lnTo>
                  <a:pt x="954265" y="33020"/>
                </a:lnTo>
                <a:lnTo>
                  <a:pt x="954900" y="34289"/>
                </a:lnTo>
                <a:close/>
              </a:path>
              <a:path w="1016000" h="459739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1016000" h="459739">
                <a:moveTo>
                  <a:pt x="952347" y="33020"/>
                </a:moveTo>
                <a:lnTo>
                  <a:pt x="949083" y="31750"/>
                </a:lnTo>
                <a:lnTo>
                  <a:pt x="951699" y="31750"/>
                </a:lnTo>
                <a:lnTo>
                  <a:pt x="952347" y="33020"/>
                </a:lnTo>
                <a:close/>
              </a:path>
              <a:path w="1016000" h="459739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1016000" h="459739">
                <a:moveTo>
                  <a:pt x="957376" y="35560"/>
                </a:moveTo>
                <a:lnTo>
                  <a:pt x="954265" y="33020"/>
                </a:lnTo>
                <a:lnTo>
                  <a:pt x="998133" y="33020"/>
                </a:lnTo>
                <a:lnTo>
                  <a:pt x="999106" y="34289"/>
                </a:lnTo>
                <a:lnTo>
                  <a:pt x="956767" y="34289"/>
                </a:lnTo>
                <a:lnTo>
                  <a:pt x="957376" y="35560"/>
                </a:lnTo>
                <a:close/>
              </a:path>
              <a:path w="1016000" h="459739">
                <a:moveTo>
                  <a:pt x="58420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20" y="35560"/>
                </a:lnTo>
                <a:close/>
              </a:path>
              <a:path w="1016000" h="459739">
                <a:moveTo>
                  <a:pt x="959789" y="36829"/>
                </a:moveTo>
                <a:lnTo>
                  <a:pt x="956767" y="34289"/>
                </a:lnTo>
                <a:lnTo>
                  <a:pt x="999106" y="34289"/>
                </a:lnTo>
                <a:lnTo>
                  <a:pt x="1000079" y="35560"/>
                </a:lnTo>
                <a:lnTo>
                  <a:pt x="959192" y="35560"/>
                </a:lnTo>
                <a:lnTo>
                  <a:pt x="959789" y="36829"/>
                </a:lnTo>
                <a:close/>
              </a:path>
              <a:path w="1016000" h="459739">
                <a:moveTo>
                  <a:pt x="56007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7" y="36829"/>
                </a:lnTo>
                <a:close/>
              </a:path>
              <a:path w="1016000" h="459739">
                <a:moveTo>
                  <a:pt x="962126" y="38100"/>
                </a:moveTo>
                <a:lnTo>
                  <a:pt x="959192" y="35560"/>
                </a:lnTo>
                <a:lnTo>
                  <a:pt x="1000079" y="35560"/>
                </a:lnTo>
                <a:lnTo>
                  <a:pt x="1001052" y="36829"/>
                </a:lnTo>
                <a:lnTo>
                  <a:pt x="961275" y="36829"/>
                </a:lnTo>
                <a:lnTo>
                  <a:pt x="962126" y="38100"/>
                </a:lnTo>
                <a:close/>
              </a:path>
              <a:path w="1016000" h="459739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1016000" h="459739">
                <a:moveTo>
                  <a:pt x="966825" y="41910"/>
                </a:moveTo>
                <a:lnTo>
                  <a:pt x="961275" y="36829"/>
                </a:lnTo>
                <a:lnTo>
                  <a:pt x="1001052" y="36829"/>
                </a:lnTo>
                <a:lnTo>
                  <a:pt x="1003388" y="40639"/>
                </a:lnTo>
                <a:lnTo>
                  <a:pt x="965771" y="40639"/>
                </a:lnTo>
                <a:lnTo>
                  <a:pt x="966825" y="41910"/>
                </a:lnTo>
                <a:close/>
              </a:path>
              <a:path w="1016000" h="459739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1016000" h="459739">
                <a:moveTo>
                  <a:pt x="970889" y="45720"/>
                </a:moveTo>
                <a:lnTo>
                  <a:pt x="965771" y="40639"/>
                </a:lnTo>
                <a:lnTo>
                  <a:pt x="1003388" y="40639"/>
                </a:lnTo>
                <a:lnTo>
                  <a:pt x="1005471" y="44450"/>
                </a:lnTo>
                <a:lnTo>
                  <a:pt x="969924" y="44450"/>
                </a:lnTo>
                <a:lnTo>
                  <a:pt x="970889" y="45720"/>
                </a:lnTo>
                <a:close/>
              </a:path>
              <a:path w="1016000" h="459739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1016000" h="459739">
                <a:moveTo>
                  <a:pt x="974456" y="49403"/>
                </a:moveTo>
                <a:lnTo>
                  <a:pt x="969924" y="44450"/>
                </a:lnTo>
                <a:lnTo>
                  <a:pt x="1005471" y="44450"/>
                </a:lnTo>
                <a:lnTo>
                  <a:pt x="1007376" y="48260"/>
                </a:lnTo>
                <a:lnTo>
                  <a:pt x="973709" y="48260"/>
                </a:lnTo>
                <a:lnTo>
                  <a:pt x="974456" y="49403"/>
                </a:lnTo>
                <a:close/>
              </a:path>
              <a:path w="1016000" h="459739">
                <a:moveTo>
                  <a:pt x="41211" y="49529"/>
                </a:moveTo>
                <a:lnTo>
                  <a:pt x="42087" y="48260"/>
                </a:lnTo>
                <a:lnTo>
                  <a:pt x="41327" y="49403"/>
                </a:lnTo>
                <a:close/>
              </a:path>
              <a:path w="1016000" h="459739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1016000" h="459739">
                <a:moveTo>
                  <a:pt x="974572" y="49529"/>
                </a:moveTo>
                <a:lnTo>
                  <a:pt x="974426" y="49356"/>
                </a:lnTo>
                <a:lnTo>
                  <a:pt x="973709" y="48260"/>
                </a:lnTo>
                <a:lnTo>
                  <a:pt x="974572" y="49529"/>
                </a:lnTo>
                <a:close/>
              </a:path>
              <a:path w="1016000" h="459739">
                <a:moveTo>
                  <a:pt x="1007952" y="49529"/>
                </a:moveTo>
                <a:lnTo>
                  <a:pt x="974572" y="49529"/>
                </a:lnTo>
                <a:lnTo>
                  <a:pt x="973709" y="48260"/>
                </a:lnTo>
                <a:lnTo>
                  <a:pt x="1007376" y="48260"/>
                </a:lnTo>
                <a:lnTo>
                  <a:pt x="1007952" y="49529"/>
                </a:lnTo>
                <a:close/>
              </a:path>
              <a:path w="1016000" h="459739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1016000" h="459739">
                <a:moveTo>
                  <a:pt x="977861" y="54610"/>
                </a:moveTo>
                <a:lnTo>
                  <a:pt x="974456" y="49403"/>
                </a:lnTo>
                <a:lnTo>
                  <a:pt x="1007952" y="49529"/>
                </a:lnTo>
                <a:lnTo>
                  <a:pt x="1009103" y="52070"/>
                </a:lnTo>
                <a:lnTo>
                  <a:pt x="1009620" y="53339"/>
                </a:lnTo>
                <a:lnTo>
                  <a:pt x="977277" y="53339"/>
                </a:lnTo>
                <a:lnTo>
                  <a:pt x="977861" y="54610"/>
                </a:lnTo>
                <a:close/>
              </a:path>
              <a:path w="1016000" h="459739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1016000" h="459739">
                <a:moveTo>
                  <a:pt x="1015898" y="374650"/>
                </a:moveTo>
                <a:lnTo>
                  <a:pt x="987323" y="374650"/>
                </a:lnTo>
                <a:lnTo>
                  <a:pt x="987323" y="85089"/>
                </a:lnTo>
                <a:lnTo>
                  <a:pt x="987234" y="82550"/>
                </a:lnTo>
                <a:lnTo>
                  <a:pt x="986993" y="80010"/>
                </a:lnTo>
                <a:lnTo>
                  <a:pt x="986612" y="76200"/>
                </a:lnTo>
                <a:lnTo>
                  <a:pt x="986078" y="73660"/>
                </a:lnTo>
                <a:lnTo>
                  <a:pt x="985418" y="71120"/>
                </a:lnTo>
                <a:lnTo>
                  <a:pt x="985596" y="71120"/>
                </a:lnTo>
                <a:lnTo>
                  <a:pt x="984631" y="68579"/>
                </a:lnTo>
                <a:lnTo>
                  <a:pt x="984834" y="68579"/>
                </a:lnTo>
                <a:lnTo>
                  <a:pt x="983703" y="66039"/>
                </a:lnTo>
                <a:lnTo>
                  <a:pt x="983945" y="66039"/>
                </a:lnTo>
                <a:lnTo>
                  <a:pt x="982649" y="63500"/>
                </a:lnTo>
                <a:lnTo>
                  <a:pt x="982929" y="63500"/>
                </a:lnTo>
                <a:lnTo>
                  <a:pt x="981481" y="60960"/>
                </a:lnTo>
                <a:lnTo>
                  <a:pt x="981786" y="60960"/>
                </a:lnTo>
                <a:lnTo>
                  <a:pt x="980198" y="58420"/>
                </a:lnTo>
                <a:lnTo>
                  <a:pt x="980528" y="58420"/>
                </a:lnTo>
                <a:lnTo>
                  <a:pt x="978789" y="55879"/>
                </a:lnTo>
                <a:lnTo>
                  <a:pt x="979144" y="55879"/>
                </a:lnTo>
                <a:lnTo>
                  <a:pt x="977277" y="53339"/>
                </a:lnTo>
                <a:lnTo>
                  <a:pt x="1009620" y="53339"/>
                </a:lnTo>
                <a:lnTo>
                  <a:pt x="1010653" y="55879"/>
                </a:lnTo>
                <a:lnTo>
                  <a:pt x="1012012" y="59689"/>
                </a:lnTo>
                <a:lnTo>
                  <a:pt x="1013180" y="64770"/>
                </a:lnTo>
                <a:lnTo>
                  <a:pt x="1014145" y="68579"/>
                </a:lnTo>
                <a:lnTo>
                  <a:pt x="1014907" y="72389"/>
                </a:lnTo>
                <a:lnTo>
                  <a:pt x="1015453" y="77470"/>
                </a:lnTo>
                <a:lnTo>
                  <a:pt x="1015784" y="81279"/>
                </a:lnTo>
                <a:lnTo>
                  <a:pt x="1015898" y="374650"/>
                </a:lnTo>
                <a:close/>
              </a:path>
              <a:path w="1016000" h="459739">
                <a:moveTo>
                  <a:pt x="29565" y="74929"/>
                </a:moveTo>
                <a:lnTo>
                  <a:pt x="29718" y="73660"/>
                </a:lnTo>
                <a:lnTo>
                  <a:pt x="29565" y="74929"/>
                </a:lnTo>
                <a:close/>
              </a:path>
              <a:path w="1016000" h="459739">
                <a:moveTo>
                  <a:pt x="986218" y="74929"/>
                </a:moveTo>
                <a:lnTo>
                  <a:pt x="985951" y="73660"/>
                </a:lnTo>
                <a:lnTo>
                  <a:pt x="986218" y="74929"/>
                </a:lnTo>
                <a:close/>
              </a:path>
              <a:path w="1016000" h="459739">
                <a:moveTo>
                  <a:pt x="29083" y="77470"/>
                </a:moveTo>
                <a:lnTo>
                  <a:pt x="29184" y="76200"/>
                </a:lnTo>
                <a:lnTo>
                  <a:pt x="29083" y="77470"/>
                </a:lnTo>
                <a:close/>
              </a:path>
              <a:path w="1016000" h="459739">
                <a:moveTo>
                  <a:pt x="986713" y="77470"/>
                </a:moveTo>
                <a:lnTo>
                  <a:pt x="986502" y="76200"/>
                </a:lnTo>
                <a:lnTo>
                  <a:pt x="986713" y="77470"/>
                </a:lnTo>
                <a:close/>
              </a:path>
              <a:path w="1016000" h="459739">
                <a:moveTo>
                  <a:pt x="28473" y="86360"/>
                </a:moveTo>
                <a:lnTo>
                  <a:pt x="28473" y="85089"/>
                </a:lnTo>
                <a:lnTo>
                  <a:pt x="28473" y="86360"/>
                </a:lnTo>
                <a:close/>
              </a:path>
              <a:path w="1016000" h="459739">
                <a:moveTo>
                  <a:pt x="987323" y="86360"/>
                </a:moveTo>
                <a:lnTo>
                  <a:pt x="987293" y="85089"/>
                </a:lnTo>
                <a:lnTo>
                  <a:pt x="987323" y="86360"/>
                </a:lnTo>
                <a:close/>
              </a:path>
              <a:path w="1016000" h="459739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1016000" h="459739">
                <a:moveTo>
                  <a:pt x="1015317" y="383539"/>
                </a:moveTo>
                <a:lnTo>
                  <a:pt x="986612" y="383539"/>
                </a:lnTo>
                <a:lnTo>
                  <a:pt x="987069" y="379729"/>
                </a:lnTo>
                <a:lnTo>
                  <a:pt x="987272" y="377189"/>
                </a:lnTo>
                <a:lnTo>
                  <a:pt x="987323" y="373379"/>
                </a:lnTo>
                <a:lnTo>
                  <a:pt x="987323" y="374650"/>
                </a:lnTo>
                <a:lnTo>
                  <a:pt x="1015898" y="374650"/>
                </a:lnTo>
                <a:lnTo>
                  <a:pt x="1015784" y="378460"/>
                </a:lnTo>
                <a:lnTo>
                  <a:pt x="1015453" y="382270"/>
                </a:lnTo>
                <a:lnTo>
                  <a:pt x="1015317" y="383539"/>
                </a:lnTo>
                <a:close/>
              </a:path>
              <a:path w="1016000" h="459739">
                <a:moveTo>
                  <a:pt x="29294" y="383539"/>
                </a:moveTo>
                <a:lnTo>
                  <a:pt x="29083" y="382270"/>
                </a:lnTo>
                <a:lnTo>
                  <a:pt x="29294" y="383539"/>
                </a:lnTo>
                <a:close/>
              </a:path>
              <a:path w="1016000" h="459739">
                <a:moveTo>
                  <a:pt x="1015044" y="386079"/>
                </a:moveTo>
                <a:lnTo>
                  <a:pt x="986078" y="386079"/>
                </a:lnTo>
                <a:lnTo>
                  <a:pt x="986713" y="382270"/>
                </a:lnTo>
                <a:lnTo>
                  <a:pt x="986612" y="383539"/>
                </a:lnTo>
                <a:lnTo>
                  <a:pt x="1015317" y="383539"/>
                </a:lnTo>
                <a:lnTo>
                  <a:pt x="1015044" y="386079"/>
                </a:lnTo>
                <a:close/>
              </a:path>
              <a:path w="1016000" h="459739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1016000" h="459739">
                <a:moveTo>
                  <a:pt x="1009620" y="406400"/>
                </a:moveTo>
                <a:lnTo>
                  <a:pt x="977277" y="406400"/>
                </a:lnTo>
                <a:lnTo>
                  <a:pt x="979144" y="403860"/>
                </a:lnTo>
                <a:lnTo>
                  <a:pt x="978789" y="403860"/>
                </a:lnTo>
                <a:lnTo>
                  <a:pt x="980528" y="401320"/>
                </a:lnTo>
                <a:lnTo>
                  <a:pt x="980198" y="401320"/>
                </a:lnTo>
                <a:lnTo>
                  <a:pt x="981786" y="398779"/>
                </a:lnTo>
                <a:lnTo>
                  <a:pt x="981481" y="398779"/>
                </a:lnTo>
                <a:lnTo>
                  <a:pt x="982929" y="396239"/>
                </a:lnTo>
                <a:lnTo>
                  <a:pt x="982649" y="396239"/>
                </a:lnTo>
                <a:lnTo>
                  <a:pt x="983945" y="393700"/>
                </a:lnTo>
                <a:lnTo>
                  <a:pt x="983703" y="393700"/>
                </a:lnTo>
                <a:lnTo>
                  <a:pt x="984834" y="391160"/>
                </a:lnTo>
                <a:lnTo>
                  <a:pt x="984631" y="391160"/>
                </a:lnTo>
                <a:lnTo>
                  <a:pt x="985596" y="388620"/>
                </a:lnTo>
                <a:lnTo>
                  <a:pt x="985418" y="388620"/>
                </a:lnTo>
                <a:lnTo>
                  <a:pt x="986218" y="384810"/>
                </a:lnTo>
                <a:lnTo>
                  <a:pt x="986078" y="386079"/>
                </a:lnTo>
                <a:lnTo>
                  <a:pt x="1015044" y="386079"/>
                </a:lnTo>
                <a:lnTo>
                  <a:pt x="1014907" y="387350"/>
                </a:lnTo>
                <a:lnTo>
                  <a:pt x="1014145" y="391160"/>
                </a:lnTo>
                <a:lnTo>
                  <a:pt x="1013180" y="394970"/>
                </a:lnTo>
                <a:lnTo>
                  <a:pt x="1012012" y="400050"/>
                </a:lnTo>
                <a:lnTo>
                  <a:pt x="1010653" y="403860"/>
                </a:lnTo>
                <a:lnTo>
                  <a:pt x="1009620" y="406400"/>
                </a:lnTo>
                <a:close/>
              </a:path>
              <a:path w="1016000" h="459739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1016000" h="459739">
                <a:moveTo>
                  <a:pt x="1007376" y="411479"/>
                </a:moveTo>
                <a:lnTo>
                  <a:pt x="973709" y="411479"/>
                </a:lnTo>
                <a:lnTo>
                  <a:pt x="974572" y="410210"/>
                </a:lnTo>
                <a:lnTo>
                  <a:pt x="977861" y="405129"/>
                </a:lnTo>
                <a:lnTo>
                  <a:pt x="977277" y="406400"/>
                </a:lnTo>
                <a:lnTo>
                  <a:pt x="1009620" y="406400"/>
                </a:lnTo>
                <a:lnTo>
                  <a:pt x="1009103" y="407670"/>
                </a:lnTo>
                <a:lnTo>
                  <a:pt x="1007376" y="411479"/>
                </a:lnTo>
                <a:close/>
              </a:path>
              <a:path w="1016000" h="459739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1016000" h="459739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1016000" h="459739">
                <a:moveTo>
                  <a:pt x="974456" y="410336"/>
                </a:moveTo>
                <a:close/>
              </a:path>
              <a:path w="1016000" h="459739">
                <a:moveTo>
                  <a:pt x="973709" y="411479"/>
                </a:moveTo>
                <a:lnTo>
                  <a:pt x="974456" y="410336"/>
                </a:lnTo>
                <a:lnTo>
                  <a:pt x="973709" y="411479"/>
                </a:lnTo>
                <a:close/>
              </a:path>
              <a:path w="1016000" h="459739">
                <a:moveTo>
                  <a:pt x="1005471" y="415289"/>
                </a:moveTo>
                <a:lnTo>
                  <a:pt x="969924" y="415289"/>
                </a:lnTo>
                <a:lnTo>
                  <a:pt x="974456" y="410336"/>
                </a:lnTo>
                <a:lnTo>
                  <a:pt x="973709" y="411479"/>
                </a:lnTo>
                <a:lnTo>
                  <a:pt x="1007376" y="411479"/>
                </a:lnTo>
                <a:lnTo>
                  <a:pt x="1005471" y="415289"/>
                </a:lnTo>
                <a:close/>
              </a:path>
              <a:path w="1016000" h="459739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1016000" h="459739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1016000" h="459739">
                <a:moveTo>
                  <a:pt x="1003388" y="419100"/>
                </a:moveTo>
                <a:lnTo>
                  <a:pt x="965771" y="419100"/>
                </a:lnTo>
                <a:lnTo>
                  <a:pt x="970889" y="414020"/>
                </a:lnTo>
                <a:lnTo>
                  <a:pt x="969924" y="415289"/>
                </a:lnTo>
                <a:lnTo>
                  <a:pt x="1005471" y="415289"/>
                </a:lnTo>
                <a:lnTo>
                  <a:pt x="1003388" y="419100"/>
                </a:lnTo>
                <a:close/>
              </a:path>
              <a:path w="1016000" h="459739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1016000" h="459739">
                <a:moveTo>
                  <a:pt x="1001052" y="422910"/>
                </a:moveTo>
                <a:lnTo>
                  <a:pt x="961275" y="422910"/>
                </a:lnTo>
                <a:lnTo>
                  <a:pt x="966825" y="417829"/>
                </a:lnTo>
                <a:lnTo>
                  <a:pt x="965771" y="419100"/>
                </a:lnTo>
                <a:lnTo>
                  <a:pt x="1003388" y="419100"/>
                </a:lnTo>
                <a:lnTo>
                  <a:pt x="1001052" y="422910"/>
                </a:lnTo>
                <a:close/>
              </a:path>
              <a:path w="1016000" h="459739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1016000" h="459739">
                <a:moveTo>
                  <a:pt x="1000079" y="424179"/>
                </a:moveTo>
                <a:lnTo>
                  <a:pt x="959192" y="424179"/>
                </a:lnTo>
                <a:lnTo>
                  <a:pt x="962126" y="421639"/>
                </a:lnTo>
                <a:lnTo>
                  <a:pt x="961275" y="422910"/>
                </a:lnTo>
                <a:lnTo>
                  <a:pt x="1001052" y="422910"/>
                </a:lnTo>
                <a:lnTo>
                  <a:pt x="1000079" y="424179"/>
                </a:lnTo>
                <a:close/>
              </a:path>
              <a:path w="1016000" h="459739">
                <a:moveTo>
                  <a:pt x="57518" y="424179"/>
                </a:moveTo>
                <a:lnTo>
                  <a:pt x="56603" y="424179"/>
                </a:lnTo>
                <a:lnTo>
                  <a:pt x="56007" y="422910"/>
                </a:lnTo>
                <a:lnTo>
                  <a:pt x="57518" y="424179"/>
                </a:lnTo>
                <a:close/>
              </a:path>
              <a:path w="1016000" h="459739">
                <a:moveTo>
                  <a:pt x="999106" y="425450"/>
                </a:moveTo>
                <a:lnTo>
                  <a:pt x="956767" y="425450"/>
                </a:lnTo>
                <a:lnTo>
                  <a:pt x="959789" y="422910"/>
                </a:lnTo>
                <a:lnTo>
                  <a:pt x="959192" y="424179"/>
                </a:lnTo>
                <a:lnTo>
                  <a:pt x="1000079" y="424179"/>
                </a:lnTo>
                <a:lnTo>
                  <a:pt x="999106" y="425450"/>
                </a:lnTo>
                <a:close/>
              </a:path>
              <a:path w="1016000" h="459739">
                <a:moveTo>
                  <a:pt x="59975" y="425450"/>
                </a:moveTo>
                <a:lnTo>
                  <a:pt x="59029" y="425450"/>
                </a:lnTo>
                <a:lnTo>
                  <a:pt x="58420" y="424179"/>
                </a:lnTo>
                <a:lnTo>
                  <a:pt x="59975" y="425450"/>
                </a:lnTo>
                <a:close/>
              </a:path>
              <a:path w="1016000" h="459739">
                <a:moveTo>
                  <a:pt x="998133" y="426720"/>
                </a:moveTo>
                <a:lnTo>
                  <a:pt x="954265" y="426720"/>
                </a:lnTo>
                <a:lnTo>
                  <a:pt x="957376" y="424179"/>
                </a:lnTo>
                <a:lnTo>
                  <a:pt x="956767" y="425450"/>
                </a:lnTo>
                <a:lnTo>
                  <a:pt x="999106" y="425450"/>
                </a:lnTo>
                <a:lnTo>
                  <a:pt x="998133" y="426720"/>
                </a:lnTo>
                <a:close/>
              </a:path>
              <a:path w="1016000" h="459739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1016000" h="459739">
                <a:moveTo>
                  <a:pt x="993957" y="431800"/>
                </a:moveTo>
                <a:lnTo>
                  <a:pt x="937996" y="431800"/>
                </a:lnTo>
                <a:lnTo>
                  <a:pt x="941552" y="430529"/>
                </a:lnTo>
                <a:lnTo>
                  <a:pt x="943648" y="430529"/>
                </a:lnTo>
                <a:lnTo>
                  <a:pt x="947064" y="429260"/>
                </a:lnTo>
                <a:lnTo>
                  <a:pt x="946391" y="429260"/>
                </a:lnTo>
                <a:lnTo>
                  <a:pt x="949744" y="427989"/>
                </a:lnTo>
                <a:lnTo>
                  <a:pt x="951699" y="427989"/>
                </a:lnTo>
                <a:lnTo>
                  <a:pt x="954900" y="425450"/>
                </a:lnTo>
                <a:lnTo>
                  <a:pt x="954265" y="426720"/>
                </a:lnTo>
                <a:lnTo>
                  <a:pt x="998133" y="426720"/>
                </a:lnTo>
                <a:lnTo>
                  <a:pt x="996188" y="429260"/>
                </a:lnTo>
                <a:lnTo>
                  <a:pt x="993957" y="431800"/>
                </a:lnTo>
                <a:close/>
              </a:path>
              <a:path w="1016000" h="459739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1016000" h="459739">
                <a:moveTo>
                  <a:pt x="951699" y="427989"/>
                </a:moveTo>
                <a:lnTo>
                  <a:pt x="949083" y="427989"/>
                </a:lnTo>
                <a:lnTo>
                  <a:pt x="952347" y="426720"/>
                </a:lnTo>
                <a:lnTo>
                  <a:pt x="951699" y="427989"/>
                </a:lnTo>
                <a:close/>
              </a:path>
              <a:path w="1016000" h="459739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1016000" h="459739">
                <a:moveTo>
                  <a:pt x="943648" y="430529"/>
                </a:moveTo>
                <a:lnTo>
                  <a:pt x="940854" y="430529"/>
                </a:lnTo>
                <a:lnTo>
                  <a:pt x="944333" y="429260"/>
                </a:lnTo>
                <a:lnTo>
                  <a:pt x="943648" y="430529"/>
                </a:lnTo>
                <a:close/>
              </a:path>
              <a:path w="1016000" h="459739">
                <a:moveTo>
                  <a:pt x="80695" y="431800"/>
                </a:moveTo>
                <a:lnTo>
                  <a:pt x="77800" y="431800"/>
                </a:lnTo>
                <a:lnTo>
                  <a:pt x="77089" y="430529"/>
                </a:lnTo>
                <a:lnTo>
                  <a:pt x="80695" y="431800"/>
                </a:lnTo>
                <a:close/>
              </a:path>
              <a:path w="1016000" h="459739">
                <a:moveTo>
                  <a:pt x="937996" y="431800"/>
                </a:moveTo>
                <a:lnTo>
                  <a:pt x="935101" y="431800"/>
                </a:lnTo>
                <a:lnTo>
                  <a:pt x="938707" y="430529"/>
                </a:lnTo>
                <a:lnTo>
                  <a:pt x="937996" y="431800"/>
                </a:lnTo>
                <a:close/>
              </a:path>
            </a:pathLst>
          </a:custGeom>
          <a:solidFill>
            <a:srgbClr val="2B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54459" y="4567237"/>
            <a:ext cx="754380" cy="461009"/>
          </a:xfrm>
          <a:custGeom>
            <a:avLst/>
            <a:gdLst/>
            <a:ahLst/>
            <a:cxnLst/>
            <a:rect l="l" t="t" r="r" b="b"/>
            <a:pathLst>
              <a:path w="754379" h="461010">
                <a:moveTo>
                  <a:pt x="681050" y="459739"/>
                </a:moveTo>
                <a:lnTo>
                  <a:pt x="73126" y="459739"/>
                </a:lnTo>
                <a:lnTo>
                  <a:pt x="64681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5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0" y="391160"/>
                </a:lnTo>
                <a:lnTo>
                  <a:pt x="888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8" y="72389"/>
                </a:lnTo>
                <a:lnTo>
                  <a:pt x="1650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5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8" y="3810"/>
                </a:lnTo>
                <a:lnTo>
                  <a:pt x="73126" y="0"/>
                </a:lnTo>
                <a:lnTo>
                  <a:pt x="681050" y="0"/>
                </a:lnTo>
                <a:lnTo>
                  <a:pt x="693597" y="3810"/>
                </a:lnTo>
                <a:lnTo>
                  <a:pt x="701535" y="6350"/>
                </a:lnTo>
                <a:lnTo>
                  <a:pt x="705370" y="7620"/>
                </a:lnTo>
                <a:lnTo>
                  <a:pt x="709091" y="10160"/>
                </a:lnTo>
                <a:lnTo>
                  <a:pt x="712711" y="11429"/>
                </a:lnTo>
                <a:lnTo>
                  <a:pt x="716356" y="13970"/>
                </a:lnTo>
                <a:lnTo>
                  <a:pt x="722871" y="19050"/>
                </a:lnTo>
                <a:lnTo>
                  <a:pt x="728992" y="24129"/>
                </a:lnTo>
                <a:lnTo>
                  <a:pt x="732337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7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732337" y="431800"/>
                </a:lnTo>
                <a:lnTo>
                  <a:pt x="709091" y="449579"/>
                </a:lnTo>
                <a:lnTo>
                  <a:pt x="705370" y="452120"/>
                </a:lnTo>
                <a:lnTo>
                  <a:pt x="697611" y="454660"/>
                </a:lnTo>
                <a:lnTo>
                  <a:pt x="693597" y="455929"/>
                </a:lnTo>
                <a:lnTo>
                  <a:pt x="681050" y="459739"/>
                </a:lnTo>
                <a:close/>
              </a:path>
              <a:path w="754379" h="461010">
                <a:moveTo>
                  <a:pt x="77088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8" y="29210"/>
                </a:lnTo>
                <a:close/>
              </a:path>
              <a:path w="754379" h="461010">
                <a:moveTo>
                  <a:pt x="677087" y="29210"/>
                </a:moveTo>
                <a:lnTo>
                  <a:pt x="673480" y="27939"/>
                </a:lnTo>
                <a:lnTo>
                  <a:pt x="676376" y="27939"/>
                </a:lnTo>
                <a:lnTo>
                  <a:pt x="677087" y="29210"/>
                </a:lnTo>
                <a:close/>
              </a:path>
              <a:path w="754379" h="461010">
                <a:moveTo>
                  <a:pt x="693280" y="34289"/>
                </a:moveTo>
                <a:lnTo>
                  <a:pt x="690079" y="31750"/>
                </a:lnTo>
                <a:lnTo>
                  <a:pt x="688124" y="31750"/>
                </a:lnTo>
                <a:lnTo>
                  <a:pt x="684771" y="30479"/>
                </a:lnTo>
                <a:lnTo>
                  <a:pt x="685444" y="30479"/>
                </a:lnTo>
                <a:lnTo>
                  <a:pt x="682028" y="29210"/>
                </a:lnTo>
                <a:lnTo>
                  <a:pt x="679932" y="29210"/>
                </a:lnTo>
                <a:lnTo>
                  <a:pt x="676376" y="27939"/>
                </a:lnTo>
                <a:lnTo>
                  <a:pt x="732337" y="27939"/>
                </a:lnTo>
                <a:lnTo>
                  <a:pt x="734567" y="30479"/>
                </a:lnTo>
                <a:lnTo>
                  <a:pt x="736513" y="33020"/>
                </a:lnTo>
                <a:lnTo>
                  <a:pt x="692645" y="33020"/>
                </a:lnTo>
                <a:lnTo>
                  <a:pt x="693280" y="34289"/>
                </a:lnTo>
                <a:close/>
              </a:path>
              <a:path w="754379" h="461010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754379" h="461010">
                <a:moveTo>
                  <a:pt x="690727" y="33020"/>
                </a:moveTo>
                <a:lnTo>
                  <a:pt x="687451" y="31750"/>
                </a:lnTo>
                <a:lnTo>
                  <a:pt x="690079" y="31750"/>
                </a:lnTo>
                <a:lnTo>
                  <a:pt x="690727" y="33020"/>
                </a:lnTo>
                <a:close/>
              </a:path>
              <a:path w="754379" h="461010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754379" h="461010">
                <a:moveTo>
                  <a:pt x="695756" y="35560"/>
                </a:moveTo>
                <a:lnTo>
                  <a:pt x="692645" y="33020"/>
                </a:lnTo>
                <a:lnTo>
                  <a:pt x="736513" y="33020"/>
                </a:lnTo>
                <a:lnTo>
                  <a:pt x="737486" y="34289"/>
                </a:lnTo>
                <a:lnTo>
                  <a:pt x="695147" y="34289"/>
                </a:lnTo>
                <a:lnTo>
                  <a:pt x="695756" y="35560"/>
                </a:lnTo>
                <a:close/>
              </a:path>
              <a:path w="754379" h="461010">
                <a:moveTo>
                  <a:pt x="58420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20" y="35560"/>
                </a:lnTo>
                <a:close/>
              </a:path>
              <a:path w="754379" h="461010">
                <a:moveTo>
                  <a:pt x="698169" y="36829"/>
                </a:moveTo>
                <a:lnTo>
                  <a:pt x="695147" y="34289"/>
                </a:lnTo>
                <a:lnTo>
                  <a:pt x="737486" y="34289"/>
                </a:lnTo>
                <a:lnTo>
                  <a:pt x="738459" y="35560"/>
                </a:lnTo>
                <a:lnTo>
                  <a:pt x="697572" y="35560"/>
                </a:lnTo>
                <a:lnTo>
                  <a:pt x="698169" y="36829"/>
                </a:lnTo>
                <a:close/>
              </a:path>
              <a:path w="754379" h="461010">
                <a:moveTo>
                  <a:pt x="56006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6" y="36829"/>
                </a:lnTo>
                <a:close/>
              </a:path>
              <a:path w="754379" h="461010">
                <a:moveTo>
                  <a:pt x="700506" y="38100"/>
                </a:moveTo>
                <a:lnTo>
                  <a:pt x="697572" y="35560"/>
                </a:lnTo>
                <a:lnTo>
                  <a:pt x="738459" y="35560"/>
                </a:lnTo>
                <a:lnTo>
                  <a:pt x="739432" y="36829"/>
                </a:lnTo>
                <a:lnTo>
                  <a:pt x="699655" y="36829"/>
                </a:lnTo>
                <a:lnTo>
                  <a:pt x="700506" y="38100"/>
                </a:lnTo>
                <a:close/>
              </a:path>
              <a:path w="754379" h="461010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754379" h="461010">
                <a:moveTo>
                  <a:pt x="705205" y="41910"/>
                </a:moveTo>
                <a:lnTo>
                  <a:pt x="699655" y="36829"/>
                </a:lnTo>
                <a:lnTo>
                  <a:pt x="739432" y="36829"/>
                </a:lnTo>
                <a:lnTo>
                  <a:pt x="741768" y="40639"/>
                </a:lnTo>
                <a:lnTo>
                  <a:pt x="704151" y="40639"/>
                </a:lnTo>
                <a:lnTo>
                  <a:pt x="705205" y="41910"/>
                </a:lnTo>
                <a:close/>
              </a:path>
              <a:path w="754379" h="461010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754379" h="461010">
                <a:moveTo>
                  <a:pt x="709269" y="45720"/>
                </a:moveTo>
                <a:lnTo>
                  <a:pt x="704151" y="40639"/>
                </a:lnTo>
                <a:lnTo>
                  <a:pt x="741768" y="40639"/>
                </a:lnTo>
                <a:lnTo>
                  <a:pt x="743851" y="44450"/>
                </a:lnTo>
                <a:lnTo>
                  <a:pt x="708304" y="44450"/>
                </a:lnTo>
                <a:lnTo>
                  <a:pt x="709269" y="45720"/>
                </a:lnTo>
                <a:close/>
              </a:path>
              <a:path w="754379" h="461010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754379" h="461010">
                <a:moveTo>
                  <a:pt x="712806" y="49356"/>
                </a:moveTo>
                <a:lnTo>
                  <a:pt x="708304" y="44450"/>
                </a:lnTo>
                <a:lnTo>
                  <a:pt x="743851" y="44450"/>
                </a:lnTo>
                <a:lnTo>
                  <a:pt x="745756" y="48260"/>
                </a:lnTo>
                <a:lnTo>
                  <a:pt x="712088" y="48260"/>
                </a:lnTo>
                <a:lnTo>
                  <a:pt x="712806" y="49356"/>
                </a:lnTo>
                <a:close/>
              </a:path>
              <a:path w="754379" h="461010">
                <a:moveTo>
                  <a:pt x="41211" y="49529"/>
                </a:moveTo>
                <a:lnTo>
                  <a:pt x="42087" y="48260"/>
                </a:lnTo>
                <a:lnTo>
                  <a:pt x="41370" y="49356"/>
                </a:lnTo>
                <a:lnTo>
                  <a:pt x="41211" y="49529"/>
                </a:lnTo>
                <a:close/>
              </a:path>
              <a:path w="754379" h="461010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754379" h="461010">
                <a:moveTo>
                  <a:pt x="712965" y="49529"/>
                </a:moveTo>
                <a:lnTo>
                  <a:pt x="712806" y="49356"/>
                </a:lnTo>
                <a:lnTo>
                  <a:pt x="712088" y="48260"/>
                </a:lnTo>
                <a:lnTo>
                  <a:pt x="712965" y="49529"/>
                </a:lnTo>
                <a:close/>
              </a:path>
              <a:path w="754379" h="461010">
                <a:moveTo>
                  <a:pt x="746332" y="49529"/>
                </a:moveTo>
                <a:lnTo>
                  <a:pt x="712965" y="49529"/>
                </a:lnTo>
                <a:lnTo>
                  <a:pt x="712088" y="48260"/>
                </a:lnTo>
                <a:lnTo>
                  <a:pt x="745756" y="48260"/>
                </a:lnTo>
                <a:lnTo>
                  <a:pt x="746332" y="49529"/>
                </a:lnTo>
                <a:close/>
              </a:path>
              <a:path w="754379" h="461010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754379" h="461010">
                <a:moveTo>
                  <a:pt x="716241" y="54610"/>
                </a:moveTo>
                <a:lnTo>
                  <a:pt x="712806" y="49356"/>
                </a:lnTo>
                <a:lnTo>
                  <a:pt x="712965" y="49529"/>
                </a:lnTo>
                <a:lnTo>
                  <a:pt x="746332" y="49529"/>
                </a:lnTo>
                <a:lnTo>
                  <a:pt x="747483" y="52070"/>
                </a:lnTo>
                <a:lnTo>
                  <a:pt x="748000" y="53339"/>
                </a:lnTo>
                <a:lnTo>
                  <a:pt x="715657" y="53339"/>
                </a:lnTo>
                <a:lnTo>
                  <a:pt x="716241" y="54610"/>
                </a:lnTo>
                <a:close/>
              </a:path>
              <a:path w="754379" h="461010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754379" h="461010">
                <a:moveTo>
                  <a:pt x="754278" y="374650"/>
                </a:moveTo>
                <a:lnTo>
                  <a:pt x="725703" y="374650"/>
                </a:lnTo>
                <a:lnTo>
                  <a:pt x="725614" y="82550"/>
                </a:lnTo>
                <a:lnTo>
                  <a:pt x="725373" y="80010"/>
                </a:lnTo>
                <a:lnTo>
                  <a:pt x="724992" y="76200"/>
                </a:lnTo>
                <a:lnTo>
                  <a:pt x="724458" y="73660"/>
                </a:lnTo>
                <a:lnTo>
                  <a:pt x="723798" y="71120"/>
                </a:lnTo>
                <a:lnTo>
                  <a:pt x="723976" y="71120"/>
                </a:lnTo>
                <a:lnTo>
                  <a:pt x="723011" y="68579"/>
                </a:lnTo>
                <a:lnTo>
                  <a:pt x="723214" y="68579"/>
                </a:lnTo>
                <a:lnTo>
                  <a:pt x="722083" y="66039"/>
                </a:lnTo>
                <a:lnTo>
                  <a:pt x="722325" y="66039"/>
                </a:lnTo>
                <a:lnTo>
                  <a:pt x="721029" y="63500"/>
                </a:lnTo>
                <a:lnTo>
                  <a:pt x="721309" y="63500"/>
                </a:lnTo>
                <a:lnTo>
                  <a:pt x="719861" y="60960"/>
                </a:lnTo>
                <a:lnTo>
                  <a:pt x="720166" y="60960"/>
                </a:lnTo>
                <a:lnTo>
                  <a:pt x="718578" y="58420"/>
                </a:lnTo>
                <a:lnTo>
                  <a:pt x="718908" y="58420"/>
                </a:lnTo>
                <a:lnTo>
                  <a:pt x="717168" y="55879"/>
                </a:lnTo>
                <a:lnTo>
                  <a:pt x="717524" y="55879"/>
                </a:lnTo>
                <a:lnTo>
                  <a:pt x="715657" y="53339"/>
                </a:lnTo>
                <a:lnTo>
                  <a:pt x="748000" y="53339"/>
                </a:lnTo>
                <a:lnTo>
                  <a:pt x="749033" y="55879"/>
                </a:lnTo>
                <a:lnTo>
                  <a:pt x="750392" y="59689"/>
                </a:lnTo>
                <a:lnTo>
                  <a:pt x="751560" y="64770"/>
                </a:lnTo>
                <a:lnTo>
                  <a:pt x="752525" y="68579"/>
                </a:lnTo>
                <a:lnTo>
                  <a:pt x="753287" y="72389"/>
                </a:lnTo>
                <a:lnTo>
                  <a:pt x="753833" y="77470"/>
                </a:lnTo>
                <a:lnTo>
                  <a:pt x="754176" y="81279"/>
                </a:lnTo>
                <a:lnTo>
                  <a:pt x="754278" y="374650"/>
                </a:lnTo>
                <a:close/>
              </a:path>
              <a:path w="754379" h="461010">
                <a:moveTo>
                  <a:pt x="29565" y="74929"/>
                </a:moveTo>
                <a:lnTo>
                  <a:pt x="29717" y="73660"/>
                </a:lnTo>
                <a:lnTo>
                  <a:pt x="29565" y="74929"/>
                </a:lnTo>
                <a:close/>
              </a:path>
              <a:path w="754379" h="461010">
                <a:moveTo>
                  <a:pt x="724598" y="74929"/>
                </a:moveTo>
                <a:lnTo>
                  <a:pt x="724331" y="73660"/>
                </a:lnTo>
                <a:lnTo>
                  <a:pt x="724598" y="74929"/>
                </a:lnTo>
                <a:close/>
              </a:path>
              <a:path w="754379" h="461010">
                <a:moveTo>
                  <a:pt x="29083" y="77470"/>
                </a:moveTo>
                <a:lnTo>
                  <a:pt x="29184" y="76200"/>
                </a:lnTo>
                <a:lnTo>
                  <a:pt x="29083" y="77470"/>
                </a:lnTo>
                <a:close/>
              </a:path>
              <a:path w="754379" h="461010">
                <a:moveTo>
                  <a:pt x="725093" y="77470"/>
                </a:moveTo>
                <a:lnTo>
                  <a:pt x="724882" y="76200"/>
                </a:lnTo>
                <a:lnTo>
                  <a:pt x="725093" y="77470"/>
                </a:lnTo>
                <a:close/>
              </a:path>
              <a:path w="754379" h="461010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754379" h="461010">
                <a:moveTo>
                  <a:pt x="753697" y="383539"/>
                </a:moveTo>
                <a:lnTo>
                  <a:pt x="724992" y="383539"/>
                </a:lnTo>
                <a:lnTo>
                  <a:pt x="725449" y="379729"/>
                </a:lnTo>
                <a:lnTo>
                  <a:pt x="725652" y="377189"/>
                </a:lnTo>
                <a:lnTo>
                  <a:pt x="725703" y="373379"/>
                </a:lnTo>
                <a:lnTo>
                  <a:pt x="725703" y="374650"/>
                </a:lnTo>
                <a:lnTo>
                  <a:pt x="754278" y="374650"/>
                </a:lnTo>
                <a:lnTo>
                  <a:pt x="754176" y="378460"/>
                </a:lnTo>
                <a:lnTo>
                  <a:pt x="753833" y="382270"/>
                </a:lnTo>
                <a:lnTo>
                  <a:pt x="753697" y="383539"/>
                </a:lnTo>
                <a:close/>
              </a:path>
              <a:path w="754379" h="461010">
                <a:moveTo>
                  <a:pt x="29294" y="383539"/>
                </a:moveTo>
                <a:lnTo>
                  <a:pt x="29083" y="382270"/>
                </a:lnTo>
                <a:lnTo>
                  <a:pt x="29294" y="383539"/>
                </a:lnTo>
                <a:close/>
              </a:path>
              <a:path w="754379" h="461010">
                <a:moveTo>
                  <a:pt x="753424" y="386079"/>
                </a:moveTo>
                <a:lnTo>
                  <a:pt x="724458" y="386079"/>
                </a:lnTo>
                <a:lnTo>
                  <a:pt x="725093" y="382270"/>
                </a:lnTo>
                <a:lnTo>
                  <a:pt x="724992" y="383539"/>
                </a:lnTo>
                <a:lnTo>
                  <a:pt x="753697" y="383539"/>
                </a:lnTo>
                <a:lnTo>
                  <a:pt x="753424" y="386079"/>
                </a:lnTo>
                <a:close/>
              </a:path>
              <a:path w="754379" h="461010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754379" h="461010">
                <a:moveTo>
                  <a:pt x="748000" y="406400"/>
                </a:moveTo>
                <a:lnTo>
                  <a:pt x="715657" y="406400"/>
                </a:lnTo>
                <a:lnTo>
                  <a:pt x="717524" y="403860"/>
                </a:lnTo>
                <a:lnTo>
                  <a:pt x="717168" y="403860"/>
                </a:lnTo>
                <a:lnTo>
                  <a:pt x="718908" y="401320"/>
                </a:lnTo>
                <a:lnTo>
                  <a:pt x="718578" y="401320"/>
                </a:lnTo>
                <a:lnTo>
                  <a:pt x="720166" y="398779"/>
                </a:lnTo>
                <a:lnTo>
                  <a:pt x="719861" y="398779"/>
                </a:lnTo>
                <a:lnTo>
                  <a:pt x="721309" y="396239"/>
                </a:lnTo>
                <a:lnTo>
                  <a:pt x="721029" y="396239"/>
                </a:lnTo>
                <a:lnTo>
                  <a:pt x="722325" y="393700"/>
                </a:lnTo>
                <a:lnTo>
                  <a:pt x="722083" y="393700"/>
                </a:lnTo>
                <a:lnTo>
                  <a:pt x="723214" y="391160"/>
                </a:lnTo>
                <a:lnTo>
                  <a:pt x="723011" y="391160"/>
                </a:lnTo>
                <a:lnTo>
                  <a:pt x="723976" y="388620"/>
                </a:lnTo>
                <a:lnTo>
                  <a:pt x="723798" y="388620"/>
                </a:lnTo>
                <a:lnTo>
                  <a:pt x="724598" y="384810"/>
                </a:lnTo>
                <a:lnTo>
                  <a:pt x="724458" y="386079"/>
                </a:lnTo>
                <a:lnTo>
                  <a:pt x="753424" y="386079"/>
                </a:lnTo>
                <a:lnTo>
                  <a:pt x="753287" y="387350"/>
                </a:lnTo>
                <a:lnTo>
                  <a:pt x="752525" y="391160"/>
                </a:lnTo>
                <a:lnTo>
                  <a:pt x="751560" y="394970"/>
                </a:lnTo>
                <a:lnTo>
                  <a:pt x="750392" y="400050"/>
                </a:lnTo>
                <a:lnTo>
                  <a:pt x="749033" y="403860"/>
                </a:lnTo>
                <a:lnTo>
                  <a:pt x="748000" y="406400"/>
                </a:lnTo>
                <a:close/>
              </a:path>
              <a:path w="754379" h="461010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754379" h="461010">
                <a:moveTo>
                  <a:pt x="745756" y="411479"/>
                </a:moveTo>
                <a:lnTo>
                  <a:pt x="712088" y="411479"/>
                </a:lnTo>
                <a:lnTo>
                  <a:pt x="712965" y="410210"/>
                </a:lnTo>
                <a:lnTo>
                  <a:pt x="716241" y="405129"/>
                </a:lnTo>
                <a:lnTo>
                  <a:pt x="715657" y="406400"/>
                </a:lnTo>
                <a:lnTo>
                  <a:pt x="748000" y="406400"/>
                </a:lnTo>
                <a:lnTo>
                  <a:pt x="747483" y="407670"/>
                </a:lnTo>
                <a:lnTo>
                  <a:pt x="745756" y="411479"/>
                </a:lnTo>
                <a:close/>
              </a:path>
              <a:path w="754379" h="461010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754379" h="461010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754379" h="461010">
                <a:moveTo>
                  <a:pt x="712806" y="410383"/>
                </a:moveTo>
                <a:lnTo>
                  <a:pt x="712919" y="410210"/>
                </a:lnTo>
                <a:lnTo>
                  <a:pt x="712806" y="410383"/>
                </a:lnTo>
                <a:close/>
              </a:path>
              <a:path w="754379" h="461010">
                <a:moveTo>
                  <a:pt x="712088" y="411479"/>
                </a:moveTo>
                <a:lnTo>
                  <a:pt x="712806" y="410383"/>
                </a:lnTo>
                <a:lnTo>
                  <a:pt x="712965" y="410210"/>
                </a:lnTo>
                <a:lnTo>
                  <a:pt x="712088" y="411479"/>
                </a:lnTo>
                <a:close/>
              </a:path>
              <a:path w="754379" h="461010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754379" h="461010">
                <a:moveTo>
                  <a:pt x="743851" y="415289"/>
                </a:moveTo>
                <a:lnTo>
                  <a:pt x="708304" y="415289"/>
                </a:lnTo>
                <a:lnTo>
                  <a:pt x="712806" y="410383"/>
                </a:lnTo>
                <a:lnTo>
                  <a:pt x="712088" y="411479"/>
                </a:lnTo>
                <a:lnTo>
                  <a:pt x="745756" y="411479"/>
                </a:lnTo>
                <a:lnTo>
                  <a:pt x="743851" y="415289"/>
                </a:lnTo>
                <a:close/>
              </a:path>
              <a:path w="754379" h="461010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754379" h="461010">
                <a:moveTo>
                  <a:pt x="741768" y="419100"/>
                </a:moveTo>
                <a:lnTo>
                  <a:pt x="704151" y="419100"/>
                </a:lnTo>
                <a:lnTo>
                  <a:pt x="709269" y="414020"/>
                </a:lnTo>
                <a:lnTo>
                  <a:pt x="708304" y="415289"/>
                </a:lnTo>
                <a:lnTo>
                  <a:pt x="743851" y="415289"/>
                </a:lnTo>
                <a:lnTo>
                  <a:pt x="741768" y="419100"/>
                </a:lnTo>
                <a:close/>
              </a:path>
              <a:path w="754379" h="461010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754379" h="461010">
                <a:moveTo>
                  <a:pt x="739432" y="422910"/>
                </a:moveTo>
                <a:lnTo>
                  <a:pt x="699655" y="422910"/>
                </a:lnTo>
                <a:lnTo>
                  <a:pt x="705205" y="417829"/>
                </a:lnTo>
                <a:lnTo>
                  <a:pt x="704151" y="419100"/>
                </a:lnTo>
                <a:lnTo>
                  <a:pt x="741768" y="419100"/>
                </a:lnTo>
                <a:lnTo>
                  <a:pt x="739432" y="422910"/>
                </a:lnTo>
                <a:close/>
              </a:path>
              <a:path w="754379" h="461010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754379" h="461010">
                <a:moveTo>
                  <a:pt x="738459" y="424179"/>
                </a:moveTo>
                <a:lnTo>
                  <a:pt x="697572" y="424179"/>
                </a:lnTo>
                <a:lnTo>
                  <a:pt x="700506" y="421639"/>
                </a:lnTo>
                <a:lnTo>
                  <a:pt x="699655" y="422910"/>
                </a:lnTo>
                <a:lnTo>
                  <a:pt x="739432" y="422910"/>
                </a:lnTo>
                <a:lnTo>
                  <a:pt x="738459" y="424179"/>
                </a:lnTo>
                <a:close/>
              </a:path>
              <a:path w="754379" h="461010">
                <a:moveTo>
                  <a:pt x="57518" y="424179"/>
                </a:moveTo>
                <a:lnTo>
                  <a:pt x="56603" y="424179"/>
                </a:lnTo>
                <a:lnTo>
                  <a:pt x="56006" y="422910"/>
                </a:lnTo>
                <a:lnTo>
                  <a:pt x="57518" y="424179"/>
                </a:lnTo>
                <a:close/>
              </a:path>
              <a:path w="754379" h="461010">
                <a:moveTo>
                  <a:pt x="737486" y="425450"/>
                </a:moveTo>
                <a:lnTo>
                  <a:pt x="695147" y="425450"/>
                </a:lnTo>
                <a:lnTo>
                  <a:pt x="698169" y="422910"/>
                </a:lnTo>
                <a:lnTo>
                  <a:pt x="697572" y="424179"/>
                </a:lnTo>
                <a:lnTo>
                  <a:pt x="738459" y="424179"/>
                </a:lnTo>
                <a:lnTo>
                  <a:pt x="737486" y="425450"/>
                </a:lnTo>
                <a:close/>
              </a:path>
              <a:path w="754379" h="461010">
                <a:moveTo>
                  <a:pt x="59975" y="425450"/>
                </a:moveTo>
                <a:lnTo>
                  <a:pt x="59029" y="425450"/>
                </a:lnTo>
                <a:lnTo>
                  <a:pt x="58420" y="424179"/>
                </a:lnTo>
                <a:lnTo>
                  <a:pt x="59975" y="425450"/>
                </a:lnTo>
                <a:close/>
              </a:path>
              <a:path w="754379" h="461010">
                <a:moveTo>
                  <a:pt x="736513" y="426720"/>
                </a:moveTo>
                <a:lnTo>
                  <a:pt x="692645" y="426720"/>
                </a:lnTo>
                <a:lnTo>
                  <a:pt x="695756" y="424179"/>
                </a:lnTo>
                <a:lnTo>
                  <a:pt x="695147" y="425450"/>
                </a:lnTo>
                <a:lnTo>
                  <a:pt x="737486" y="425450"/>
                </a:lnTo>
                <a:lnTo>
                  <a:pt x="736513" y="426720"/>
                </a:lnTo>
                <a:close/>
              </a:path>
              <a:path w="754379" h="461010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754379" h="461010">
                <a:moveTo>
                  <a:pt x="732337" y="431800"/>
                </a:moveTo>
                <a:lnTo>
                  <a:pt x="676376" y="431800"/>
                </a:lnTo>
                <a:lnTo>
                  <a:pt x="679932" y="430529"/>
                </a:lnTo>
                <a:lnTo>
                  <a:pt x="682028" y="430529"/>
                </a:lnTo>
                <a:lnTo>
                  <a:pt x="685444" y="429260"/>
                </a:lnTo>
                <a:lnTo>
                  <a:pt x="684771" y="429260"/>
                </a:lnTo>
                <a:lnTo>
                  <a:pt x="688124" y="427989"/>
                </a:lnTo>
                <a:lnTo>
                  <a:pt x="690079" y="427989"/>
                </a:lnTo>
                <a:lnTo>
                  <a:pt x="693280" y="425450"/>
                </a:lnTo>
                <a:lnTo>
                  <a:pt x="692645" y="426720"/>
                </a:lnTo>
                <a:lnTo>
                  <a:pt x="736513" y="426720"/>
                </a:lnTo>
                <a:lnTo>
                  <a:pt x="734567" y="429260"/>
                </a:lnTo>
                <a:lnTo>
                  <a:pt x="732337" y="431800"/>
                </a:lnTo>
                <a:close/>
              </a:path>
              <a:path w="754379" h="461010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754379" h="461010">
                <a:moveTo>
                  <a:pt x="690079" y="427989"/>
                </a:moveTo>
                <a:lnTo>
                  <a:pt x="687451" y="427989"/>
                </a:lnTo>
                <a:lnTo>
                  <a:pt x="690727" y="426720"/>
                </a:lnTo>
                <a:lnTo>
                  <a:pt x="690079" y="427989"/>
                </a:lnTo>
                <a:close/>
              </a:path>
              <a:path w="754379" h="461010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754379" h="461010">
                <a:moveTo>
                  <a:pt x="682028" y="430529"/>
                </a:moveTo>
                <a:lnTo>
                  <a:pt x="679234" y="430529"/>
                </a:lnTo>
                <a:lnTo>
                  <a:pt x="682713" y="429260"/>
                </a:lnTo>
                <a:lnTo>
                  <a:pt x="682028" y="430529"/>
                </a:lnTo>
                <a:close/>
              </a:path>
              <a:path w="754379" h="461010">
                <a:moveTo>
                  <a:pt x="80695" y="431800"/>
                </a:moveTo>
                <a:lnTo>
                  <a:pt x="77800" y="431800"/>
                </a:lnTo>
                <a:lnTo>
                  <a:pt x="77088" y="430529"/>
                </a:lnTo>
                <a:lnTo>
                  <a:pt x="80695" y="431800"/>
                </a:lnTo>
                <a:close/>
              </a:path>
              <a:path w="754379" h="461010">
                <a:moveTo>
                  <a:pt x="676376" y="431800"/>
                </a:moveTo>
                <a:lnTo>
                  <a:pt x="673480" y="431800"/>
                </a:lnTo>
                <a:lnTo>
                  <a:pt x="677087" y="430529"/>
                </a:lnTo>
                <a:lnTo>
                  <a:pt x="676376" y="431800"/>
                </a:lnTo>
                <a:close/>
              </a:path>
              <a:path w="754379" h="461010">
                <a:moveTo>
                  <a:pt x="668096" y="461010"/>
                </a:moveTo>
                <a:lnTo>
                  <a:pt x="86080" y="461010"/>
                </a:lnTo>
                <a:lnTo>
                  <a:pt x="81826" y="459739"/>
                </a:lnTo>
                <a:lnTo>
                  <a:pt x="672350" y="459739"/>
                </a:lnTo>
                <a:lnTo>
                  <a:pt x="668096" y="461010"/>
                </a:lnTo>
                <a:close/>
              </a:path>
            </a:pathLst>
          </a:custGeom>
          <a:solidFill>
            <a:srgbClr val="2B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35814" y="3946207"/>
            <a:ext cx="1016000" cy="459740"/>
          </a:xfrm>
          <a:custGeom>
            <a:avLst/>
            <a:gdLst/>
            <a:ahLst/>
            <a:cxnLst/>
            <a:rect l="l" t="t" r="r" b="b"/>
            <a:pathLst>
              <a:path w="1016000" h="459739">
                <a:moveTo>
                  <a:pt x="942670" y="459739"/>
                </a:moveTo>
                <a:lnTo>
                  <a:pt x="73126" y="459739"/>
                </a:lnTo>
                <a:lnTo>
                  <a:pt x="64681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5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0" y="391160"/>
                </a:lnTo>
                <a:lnTo>
                  <a:pt x="888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8" y="72389"/>
                </a:lnTo>
                <a:lnTo>
                  <a:pt x="1650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5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9" y="3810"/>
                </a:lnTo>
                <a:lnTo>
                  <a:pt x="73126" y="0"/>
                </a:lnTo>
                <a:lnTo>
                  <a:pt x="942670" y="0"/>
                </a:lnTo>
                <a:lnTo>
                  <a:pt x="955217" y="3810"/>
                </a:lnTo>
                <a:lnTo>
                  <a:pt x="963155" y="6350"/>
                </a:lnTo>
                <a:lnTo>
                  <a:pt x="966990" y="7620"/>
                </a:lnTo>
                <a:lnTo>
                  <a:pt x="970711" y="10160"/>
                </a:lnTo>
                <a:lnTo>
                  <a:pt x="974331" y="11429"/>
                </a:lnTo>
                <a:lnTo>
                  <a:pt x="977976" y="13970"/>
                </a:lnTo>
                <a:lnTo>
                  <a:pt x="984491" y="19050"/>
                </a:lnTo>
                <a:lnTo>
                  <a:pt x="990612" y="24129"/>
                </a:lnTo>
                <a:lnTo>
                  <a:pt x="993957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473" y="85089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8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993957" y="431800"/>
                </a:lnTo>
                <a:lnTo>
                  <a:pt x="970711" y="449579"/>
                </a:lnTo>
                <a:lnTo>
                  <a:pt x="966990" y="452120"/>
                </a:lnTo>
                <a:lnTo>
                  <a:pt x="959231" y="454660"/>
                </a:lnTo>
                <a:lnTo>
                  <a:pt x="955217" y="455929"/>
                </a:lnTo>
                <a:lnTo>
                  <a:pt x="942670" y="459739"/>
                </a:lnTo>
                <a:close/>
              </a:path>
              <a:path w="1016000" h="459739">
                <a:moveTo>
                  <a:pt x="77088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8" y="29210"/>
                </a:lnTo>
                <a:close/>
              </a:path>
              <a:path w="1016000" h="459739">
                <a:moveTo>
                  <a:pt x="938707" y="29210"/>
                </a:moveTo>
                <a:lnTo>
                  <a:pt x="935101" y="27939"/>
                </a:lnTo>
                <a:lnTo>
                  <a:pt x="937996" y="27939"/>
                </a:lnTo>
                <a:lnTo>
                  <a:pt x="938707" y="29210"/>
                </a:lnTo>
                <a:close/>
              </a:path>
              <a:path w="1016000" h="459739">
                <a:moveTo>
                  <a:pt x="954900" y="34289"/>
                </a:moveTo>
                <a:lnTo>
                  <a:pt x="951699" y="31750"/>
                </a:lnTo>
                <a:lnTo>
                  <a:pt x="949744" y="31750"/>
                </a:lnTo>
                <a:lnTo>
                  <a:pt x="946391" y="30479"/>
                </a:lnTo>
                <a:lnTo>
                  <a:pt x="947064" y="30479"/>
                </a:lnTo>
                <a:lnTo>
                  <a:pt x="943648" y="29210"/>
                </a:lnTo>
                <a:lnTo>
                  <a:pt x="941552" y="29210"/>
                </a:lnTo>
                <a:lnTo>
                  <a:pt x="937996" y="27939"/>
                </a:lnTo>
                <a:lnTo>
                  <a:pt x="993957" y="27939"/>
                </a:lnTo>
                <a:lnTo>
                  <a:pt x="996188" y="30479"/>
                </a:lnTo>
                <a:lnTo>
                  <a:pt x="998133" y="33020"/>
                </a:lnTo>
                <a:lnTo>
                  <a:pt x="954265" y="33020"/>
                </a:lnTo>
                <a:lnTo>
                  <a:pt x="954900" y="34289"/>
                </a:lnTo>
                <a:close/>
              </a:path>
              <a:path w="1016000" h="459739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1016000" h="459739">
                <a:moveTo>
                  <a:pt x="952347" y="33020"/>
                </a:moveTo>
                <a:lnTo>
                  <a:pt x="949071" y="31750"/>
                </a:lnTo>
                <a:lnTo>
                  <a:pt x="951699" y="31750"/>
                </a:lnTo>
                <a:lnTo>
                  <a:pt x="952347" y="33020"/>
                </a:lnTo>
                <a:close/>
              </a:path>
              <a:path w="1016000" h="459739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1016000" h="459739">
                <a:moveTo>
                  <a:pt x="957376" y="35560"/>
                </a:moveTo>
                <a:lnTo>
                  <a:pt x="954265" y="33020"/>
                </a:lnTo>
                <a:lnTo>
                  <a:pt x="998133" y="33020"/>
                </a:lnTo>
                <a:lnTo>
                  <a:pt x="999106" y="34289"/>
                </a:lnTo>
                <a:lnTo>
                  <a:pt x="956767" y="34289"/>
                </a:lnTo>
                <a:lnTo>
                  <a:pt x="957376" y="35560"/>
                </a:lnTo>
                <a:close/>
              </a:path>
              <a:path w="1016000" h="459739">
                <a:moveTo>
                  <a:pt x="58420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20" y="35560"/>
                </a:lnTo>
                <a:close/>
              </a:path>
              <a:path w="1016000" h="459739">
                <a:moveTo>
                  <a:pt x="959789" y="36829"/>
                </a:moveTo>
                <a:lnTo>
                  <a:pt x="956767" y="34289"/>
                </a:lnTo>
                <a:lnTo>
                  <a:pt x="999106" y="34289"/>
                </a:lnTo>
                <a:lnTo>
                  <a:pt x="1000079" y="35560"/>
                </a:lnTo>
                <a:lnTo>
                  <a:pt x="959192" y="35560"/>
                </a:lnTo>
                <a:lnTo>
                  <a:pt x="959789" y="36829"/>
                </a:lnTo>
                <a:close/>
              </a:path>
              <a:path w="1016000" h="459739">
                <a:moveTo>
                  <a:pt x="56007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7" y="36829"/>
                </a:lnTo>
                <a:close/>
              </a:path>
              <a:path w="1016000" h="459739">
                <a:moveTo>
                  <a:pt x="962126" y="38100"/>
                </a:moveTo>
                <a:lnTo>
                  <a:pt x="959192" y="35560"/>
                </a:lnTo>
                <a:lnTo>
                  <a:pt x="1000079" y="35560"/>
                </a:lnTo>
                <a:lnTo>
                  <a:pt x="1001052" y="36829"/>
                </a:lnTo>
                <a:lnTo>
                  <a:pt x="961275" y="36829"/>
                </a:lnTo>
                <a:lnTo>
                  <a:pt x="962126" y="38100"/>
                </a:lnTo>
                <a:close/>
              </a:path>
              <a:path w="1016000" h="459739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1016000" h="459739">
                <a:moveTo>
                  <a:pt x="966825" y="41910"/>
                </a:moveTo>
                <a:lnTo>
                  <a:pt x="961275" y="36829"/>
                </a:lnTo>
                <a:lnTo>
                  <a:pt x="1001052" y="36829"/>
                </a:lnTo>
                <a:lnTo>
                  <a:pt x="1003388" y="40639"/>
                </a:lnTo>
                <a:lnTo>
                  <a:pt x="965771" y="40639"/>
                </a:lnTo>
                <a:lnTo>
                  <a:pt x="966825" y="41910"/>
                </a:lnTo>
                <a:close/>
              </a:path>
              <a:path w="1016000" h="459739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1016000" h="459739">
                <a:moveTo>
                  <a:pt x="970889" y="45720"/>
                </a:moveTo>
                <a:lnTo>
                  <a:pt x="965771" y="40639"/>
                </a:lnTo>
                <a:lnTo>
                  <a:pt x="1003388" y="40639"/>
                </a:lnTo>
                <a:lnTo>
                  <a:pt x="1005471" y="44450"/>
                </a:lnTo>
                <a:lnTo>
                  <a:pt x="969924" y="44450"/>
                </a:lnTo>
                <a:lnTo>
                  <a:pt x="970889" y="45720"/>
                </a:lnTo>
                <a:close/>
              </a:path>
              <a:path w="1016000" h="459739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1016000" h="459739">
                <a:moveTo>
                  <a:pt x="974426" y="49356"/>
                </a:moveTo>
                <a:lnTo>
                  <a:pt x="969924" y="44450"/>
                </a:lnTo>
                <a:lnTo>
                  <a:pt x="1005471" y="44450"/>
                </a:lnTo>
                <a:lnTo>
                  <a:pt x="1007376" y="48260"/>
                </a:lnTo>
                <a:lnTo>
                  <a:pt x="973709" y="48260"/>
                </a:lnTo>
                <a:lnTo>
                  <a:pt x="974426" y="49356"/>
                </a:lnTo>
                <a:close/>
              </a:path>
              <a:path w="1016000" h="459739">
                <a:moveTo>
                  <a:pt x="41211" y="49529"/>
                </a:moveTo>
                <a:lnTo>
                  <a:pt x="42087" y="48260"/>
                </a:lnTo>
                <a:lnTo>
                  <a:pt x="41370" y="49356"/>
                </a:lnTo>
                <a:lnTo>
                  <a:pt x="41211" y="49529"/>
                </a:lnTo>
                <a:close/>
              </a:path>
              <a:path w="1016000" h="459739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1016000" h="459739">
                <a:moveTo>
                  <a:pt x="974585" y="49529"/>
                </a:moveTo>
                <a:lnTo>
                  <a:pt x="974426" y="49356"/>
                </a:lnTo>
                <a:lnTo>
                  <a:pt x="973709" y="48260"/>
                </a:lnTo>
                <a:lnTo>
                  <a:pt x="974585" y="49529"/>
                </a:lnTo>
                <a:close/>
              </a:path>
              <a:path w="1016000" h="459739">
                <a:moveTo>
                  <a:pt x="1007952" y="49529"/>
                </a:moveTo>
                <a:lnTo>
                  <a:pt x="974585" y="49529"/>
                </a:lnTo>
                <a:lnTo>
                  <a:pt x="973709" y="48260"/>
                </a:lnTo>
                <a:lnTo>
                  <a:pt x="1007376" y="48260"/>
                </a:lnTo>
                <a:lnTo>
                  <a:pt x="1007952" y="49529"/>
                </a:lnTo>
                <a:close/>
              </a:path>
              <a:path w="1016000" h="459739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1016000" h="459739">
                <a:moveTo>
                  <a:pt x="977861" y="54610"/>
                </a:moveTo>
                <a:lnTo>
                  <a:pt x="974426" y="49356"/>
                </a:lnTo>
                <a:lnTo>
                  <a:pt x="974585" y="49529"/>
                </a:lnTo>
                <a:lnTo>
                  <a:pt x="1007952" y="49529"/>
                </a:lnTo>
                <a:lnTo>
                  <a:pt x="1009103" y="52070"/>
                </a:lnTo>
                <a:lnTo>
                  <a:pt x="1009620" y="53339"/>
                </a:lnTo>
                <a:lnTo>
                  <a:pt x="977277" y="53339"/>
                </a:lnTo>
                <a:lnTo>
                  <a:pt x="977861" y="54610"/>
                </a:lnTo>
                <a:close/>
              </a:path>
              <a:path w="1016000" h="459739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1016000" h="459739">
                <a:moveTo>
                  <a:pt x="1015898" y="374650"/>
                </a:moveTo>
                <a:lnTo>
                  <a:pt x="987323" y="374650"/>
                </a:lnTo>
                <a:lnTo>
                  <a:pt x="987323" y="85089"/>
                </a:lnTo>
                <a:lnTo>
                  <a:pt x="987234" y="82550"/>
                </a:lnTo>
                <a:lnTo>
                  <a:pt x="986993" y="80010"/>
                </a:lnTo>
                <a:lnTo>
                  <a:pt x="986612" y="76200"/>
                </a:lnTo>
                <a:lnTo>
                  <a:pt x="986078" y="73660"/>
                </a:lnTo>
                <a:lnTo>
                  <a:pt x="985418" y="71120"/>
                </a:lnTo>
                <a:lnTo>
                  <a:pt x="985596" y="71120"/>
                </a:lnTo>
                <a:lnTo>
                  <a:pt x="984631" y="68579"/>
                </a:lnTo>
                <a:lnTo>
                  <a:pt x="984834" y="68579"/>
                </a:lnTo>
                <a:lnTo>
                  <a:pt x="983703" y="66039"/>
                </a:lnTo>
                <a:lnTo>
                  <a:pt x="983945" y="66039"/>
                </a:lnTo>
                <a:lnTo>
                  <a:pt x="982649" y="63500"/>
                </a:lnTo>
                <a:lnTo>
                  <a:pt x="982929" y="63500"/>
                </a:lnTo>
                <a:lnTo>
                  <a:pt x="981481" y="60960"/>
                </a:lnTo>
                <a:lnTo>
                  <a:pt x="981786" y="60960"/>
                </a:lnTo>
                <a:lnTo>
                  <a:pt x="980198" y="58420"/>
                </a:lnTo>
                <a:lnTo>
                  <a:pt x="980528" y="58420"/>
                </a:lnTo>
                <a:lnTo>
                  <a:pt x="978788" y="55879"/>
                </a:lnTo>
                <a:lnTo>
                  <a:pt x="979144" y="55879"/>
                </a:lnTo>
                <a:lnTo>
                  <a:pt x="977277" y="53339"/>
                </a:lnTo>
                <a:lnTo>
                  <a:pt x="1009620" y="53339"/>
                </a:lnTo>
                <a:lnTo>
                  <a:pt x="1010653" y="55879"/>
                </a:lnTo>
                <a:lnTo>
                  <a:pt x="1012012" y="59689"/>
                </a:lnTo>
                <a:lnTo>
                  <a:pt x="1013180" y="64770"/>
                </a:lnTo>
                <a:lnTo>
                  <a:pt x="1014145" y="68579"/>
                </a:lnTo>
                <a:lnTo>
                  <a:pt x="1014907" y="72389"/>
                </a:lnTo>
                <a:lnTo>
                  <a:pt x="1015453" y="77470"/>
                </a:lnTo>
                <a:lnTo>
                  <a:pt x="1015796" y="81279"/>
                </a:lnTo>
                <a:lnTo>
                  <a:pt x="1015898" y="374650"/>
                </a:lnTo>
                <a:close/>
              </a:path>
              <a:path w="1016000" h="459739">
                <a:moveTo>
                  <a:pt x="29565" y="74929"/>
                </a:moveTo>
                <a:lnTo>
                  <a:pt x="29718" y="73660"/>
                </a:lnTo>
                <a:lnTo>
                  <a:pt x="29565" y="74929"/>
                </a:lnTo>
                <a:close/>
              </a:path>
              <a:path w="1016000" h="459739">
                <a:moveTo>
                  <a:pt x="986218" y="74929"/>
                </a:moveTo>
                <a:lnTo>
                  <a:pt x="985951" y="73660"/>
                </a:lnTo>
                <a:lnTo>
                  <a:pt x="986218" y="74929"/>
                </a:lnTo>
                <a:close/>
              </a:path>
              <a:path w="1016000" h="459739">
                <a:moveTo>
                  <a:pt x="29083" y="77470"/>
                </a:moveTo>
                <a:lnTo>
                  <a:pt x="29184" y="76200"/>
                </a:lnTo>
                <a:lnTo>
                  <a:pt x="29083" y="77470"/>
                </a:lnTo>
                <a:close/>
              </a:path>
              <a:path w="1016000" h="459739">
                <a:moveTo>
                  <a:pt x="986713" y="77470"/>
                </a:moveTo>
                <a:lnTo>
                  <a:pt x="986502" y="76200"/>
                </a:lnTo>
                <a:lnTo>
                  <a:pt x="986713" y="77470"/>
                </a:lnTo>
                <a:close/>
              </a:path>
              <a:path w="1016000" h="459739">
                <a:moveTo>
                  <a:pt x="28473" y="86360"/>
                </a:moveTo>
                <a:lnTo>
                  <a:pt x="28473" y="85089"/>
                </a:lnTo>
                <a:lnTo>
                  <a:pt x="28473" y="86360"/>
                </a:lnTo>
                <a:close/>
              </a:path>
              <a:path w="1016000" h="459739">
                <a:moveTo>
                  <a:pt x="987323" y="86360"/>
                </a:moveTo>
                <a:lnTo>
                  <a:pt x="987293" y="85089"/>
                </a:lnTo>
                <a:lnTo>
                  <a:pt x="987323" y="86360"/>
                </a:lnTo>
                <a:close/>
              </a:path>
              <a:path w="1016000" h="459739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1016000" h="459739">
                <a:moveTo>
                  <a:pt x="1015317" y="383539"/>
                </a:moveTo>
                <a:lnTo>
                  <a:pt x="986612" y="383539"/>
                </a:lnTo>
                <a:lnTo>
                  <a:pt x="987069" y="379729"/>
                </a:lnTo>
                <a:lnTo>
                  <a:pt x="987272" y="377189"/>
                </a:lnTo>
                <a:lnTo>
                  <a:pt x="987323" y="373379"/>
                </a:lnTo>
                <a:lnTo>
                  <a:pt x="987323" y="374650"/>
                </a:lnTo>
                <a:lnTo>
                  <a:pt x="1015898" y="374650"/>
                </a:lnTo>
                <a:lnTo>
                  <a:pt x="1015796" y="378460"/>
                </a:lnTo>
                <a:lnTo>
                  <a:pt x="1015453" y="382270"/>
                </a:lnTo>
                <a:lnTo>
                  <a:pt x="1015317" y="383539"/>
                </a:lnTo>
                <a:close/>
              </a:path>
              <a:path w="1016000" h="459739">
                <a:moveTo>
                  <a:pt x="29294" y="383539"/>
                </a:moveTo>
                <a:lnTo>
                  <a:pt x="29083" y="382270"/>
                </a:lnTo>
                <a:lnTo>
                  <a:pt x="29294" y="383539"/>
                </a:lnTo>
                <a:close/>
              </a:path>
              <a:path w="1016000" h="459739">
                <a:moveTo>
                  <a:pt x="1015044" y="386079"/>
                </a:moveTo>
                <a:lnTo>
                  <a:pt x="986078" y="386079"/>
                </a:lnTo>
                <a:lnTo>
                  <a:pt x="986713" y="382270"/>
                </a:lnTo>
                <a:lnTo>
                  <a:pt x="986612" y="383539"/>
                </a:lnTo>
                <a:lnTo>
                  <a:pt x="1015317" y="383539"/>
                </a:lnTo>
                <a:lnTo>
                  <a:pt x="1015044" y="386079"/>
                </a:lnTo>
                <a:close/>
              </a:path>
              <a:path w="1016000" h="459739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1016000" h="459739">
                <a:moveTo>
                  <a:pt x="1009620" y="406400"/>
                </a:moveTo>
                <a:lnTo>
                  <a:pt x="977277" y="406400"/>
                </a:lnTo>
                <a:lnTo>
                  <a:pt x="979144" y="403860"/>
                </a:lnTo>
                <a:lnTo>
                  <a:pt x="978788" y="403860"/>
                </a:lnTo>
                <a:lnTo>
                  <a:pt x="980528" y="401320"/>
                </a:lnTo>
                <a:lnTo>
                  <a:pt x="980198" y="401320"/>
                </a:lnTo>
                <a:lnTo>
                  <a:pt x="981786" y="398779"/>
                </a:lnTo>
                <a:lnTo>
                  <a:pt x="981481" y="398779"/>
                </a:lnTo>
                <a:lnTo>
                  <a:pt x="982929" y="396239"/>
                </a:lnTo>
                <a:lnTo>
                  <a:pt x="982649" y="396239"/>
                </a:lnTo>
                <a:lnTo>
                  <a:pt x="983945" y="393700"/>
                </a:lnTo>
                <a:lnTo>
                  <a:pt x="983703" y="393700"/>
                </a:lnTo>
                <a:lnTo>
                  <a:pt x="984834" y="391160"/>
                </a:lnTo>
                <a:lnTo>
                  <a:pt x="984631" y="391160"/>
                </a:lnTo>
                <a:lnTo>
                  <a:pt x="985596" y="388620"/>
                </a:lnTo>
                <a:lnTo>
                  <a:pt x="985418" y="388620"/>
                </a:lnTo>
                <a:lnTo>
                  <a:pt x="986218" y="384810"/>
                </a:lnTo>
                <a:lnTo>
                  <a:pt x="986078" y="386079"/>
                </a:lnTo>
                <a:lnTo>
                  <a:pt x="1015044" y="386079"/>
                </a:lnTo>
                <a:lnTo>
                  <a:pt x="1014907" y="387350"/>
                </a:lnTo>
                <a:lnTo>
                  <a:pt x="1014145" y="391160"/>
                </a:lnTo>
                <a:lnTo>
                  <a:pt x="1013180" y="394970"/>
                </a:lnTo>
                <a:lnTo>
                  <a:pt x="1012012" y="400050"/>
                </a:lnTo>
                <a:lnTo>
                  <a:pt x="1010653" y="403860"/>
                </a:lnTo>
                <a:lnTo>
                  <a:pt x="1009620" y="406400"/>
                </a:lnTo>
                <a:close/>
              </a:path>
              <a:path w="1016000" h="459739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1016000" h="459739">
                <a:moveTo>
                  <a:pt x="1007376" y="411479"/>
                </a:moveTo>
                <a:lnTo>
                  <a:pt x="973709" y="411479"/>
                </a:lnTo>
                <a:lnTo>
                  <a:pt x="974585" y="410210"/>
                </a:lnTo>
                <a:lnTo>
                  <a:pt x="977861" y="405129"/>
                </a:lnTo>
                <a:lnTo>
                  <a:pt x="977277" y="406400"/>
                </a:lnTo>
                <a:lnTo>
                  <a:pt x="1009620" y="406400"/>
                </a:lnTo>
                <a:lnTo>
                  <a:pt x="1009103" y="407670"/>
                </a:lnTo>
                <a:lnTo>
                  <a:pt x="1007376" y="411479"/>
                </a:lnTo>
                <a:close/>
              </a:path>
              <a:path w="1016000" h="459739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1016000" h="459739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1016000" h="459739">
                <a:moveTo>
                  <a:pt x="974426" y="410383"/>
                </a:moveTo>
                <a:lnTo>
                  <a:pt x="974539" y="410210"/>
                </a:lnTo>
                <a:lnTo>
                  <a:pt x="974426" y="410383"/>
                </a:lnTo>
                <a:close/>
              </a:path>
              <a:path w="1016000" h="459739">
                <a:moveTo>
                  <a:pt x="973709" y="411479"/>
                </a:moveTo>
                <a:lnTo>
                  <a:pt x="974426" y="410383"/>
                </a:lnTo>
                <a:lnTo>
                  <a:pt x="974585" y="410210"/>
                </a:lnTo>
                <a:lnTo>
                  <a:pt x="973709" y="411479"/>
                </a:lnTo>
                <a:close/>
              </a:path>
              <a:path w="1016000" h="459739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1016000" h="459739">
                <a:moveTo>
                  <a:pt x="1005471" y="415289"/>
                </a:moveTo>
                <a:lnTo>
                  <a:pt x="969924" y="415289"/>
                </a:lnTo>
                <a:lnTo>
                  <a:pt x="974426" y="410383"/>
                </a:lnTo>
                <a:lnTo>
                  <a:pt x="973709" y="411479"/>
                </a:lnTo>
                <a:lnTo>
                  <a:pt x="1007376" y="411479"/>
                </a:lnTo>
                <a:lnTo>
                  <a:pt x="1005471" y="415289"/>
                </a:lnTo>
                <a:close/>
              </a:path>
              <a:path w="1016000" h="459739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1016000" h="459739">
                <a:moveTo>
                  <a:pt x="1003388" y="419100"/>
                </a:moveTo>
                <a:lnTo>
                  <a:pt x="965771" y="419100"/>
                </a:lnTo>
                <a:lnTo>
                  <a:pt x="970889" y="414020"/>
                </a:lnTo>
                <a:lnTo>
                  <a:pt x="969924" y="415289"/>
                </a:lnTo>
                <a:lnTo>
                  <a:pt x="1005471" y="415289"/>
                </a:lnTo>
                <a:lnTo>
                  <a:pt x="1003388" y="419100"/>
                </a:lnTo>
                <a:close/>
              </a:path>
              <a:path w="1016000" h="459739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1016000" h="459739">
                <a:moveTo>
                  <a:pt x="1001052" y="422910"/>
                </a:moveTo>
                <a:lnTo>
                  <a:pt x="961275" y="422910"/>
                </a:lnTo>
                <a:lnTo>
                  <a:pt x="966825" y="417829"/>
                </a:lnTo>
                <a:lnTo>
                  <a:pt x="965771" y="419100"/>
                </a:lnTo>
                <a:lnTo>
                  <a:pt x="1003388" y="419100"/>
                </a:lnTo>
                <a:lnTo>
                  <a:pt x="1001052" y="422910"/>
                </a:lnTo>
                <a:close/>
              </a:path>
              <a:path w="1016000" h="459739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1016000" h="459739">
                <a:moveTo>
                  <a:pt x="1000079" y="424179"/>
                </a:moveTo>
                <a:lnTo>
                  <a:pt x="959192" y="424179"/>
                </a:lnTo>
                <a:lnTo>
                  <a:pt x="962126" y="421639"/>
                </a:lnTo>
                <a:lnTo>
                  <a:pt x="961275" y="422910"/>
                </a:lnTo>
                <a:lnTo>
                  <a:pt x="1001052" y="422910"/>
                </a:lnTo>
                <a:lnTo>
                  <a:pt x="1000079" y="424179"/>
                </a:lnTo>
                <a:close/>
              </a:path>
              <a:path w="1016000" h="459739">
                <a:moveTo>
                  <a:pt x="57518" y="424179"/>
                </a:moveTo>
                <a:lnTo>
                  <a:pt x="56603" y="424179"/>
                </a:lnTo>
                <a:lnTo>
                  <a:pt x="56007" y="422910"/>
                </a:lnTo>
                <a:lnTo>
                  <a:pt x="57518" y="424179"/>
                </a:lnTo>
                <a:close/>
              </a:path>
              <a:path w="1016000" h="459739">
                <a:moveTo>
                  <a:pt x="999106" y="425450"/>
                </a:moveTo>
                <a:lnTo>
                  <a:pt x="956767" y="425450"/>
                </a:lnTo>
                <a:lnTo>
                  <a:pt x="959789" y="422910"/>
                </a:lnTo>
                <a:lnTo>
                  <a:pt x="959192" y="424179"/>
                </a:lnTo>
                <a:lnTo>
                  <a:pt x="1000079" y="424179"/>
                </a:lnTo>
                <a:lnTo>
                  <a:pt x="999106" y="425450"/>
                </a:lnTo>
                <a:close/>
              </a:path>
              <a:path w="1016000" h="459739">
                <a:moveTo>
                  <a:pt x="59975" y="425450"/>
                </a:moveTo>
                <a:lnTo>
                  <a:pt x="59029" y="425450"/>
                </a:lnTo>
                <a:lnTo>
                  <a:pt x="58420" y="424179"/>
                </a:lnTo>
                <a:lnTo>
                  <a:pt x="59975" y="425450"/>
                </a:lnTo>
                <a:close/>
              </a:path>
              <a:path w="1016000" h="459739">
                <a:moveTo>
                  <a:pt x="998133" y="426720"/>
                </a:moveTo>
                <a:lnTo>
                  <a:pt x="954265" y="426720"/>
                </a:lnTo>
                <a:lnTo>
                  <a:pt x="957376" y="424179"/>
                </a:lnTo>
                <a:lnTo>
                  <a:pt x="956767" y="425450"/>
                </a:lnTo>
                <a:lnTo>
                  <a:pt x="999106" y="425450"/>
                </a:lnTo>
                <a:lnTo>
                  <a:pt x="998133" y="426720"/>
                </a:lnTo>
                <a:close/>
              </a:path>
              <a:path w="1016000" h="459739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1016000" h="459739">
                <a:moveTo>
                  <a:pt x="993957" y="431800"/>
                </a:moveTo>
                <a:lnTo>
                  <a:pt x="937996" y="431800"/>
                </a:lnTo>
                <a:lnTo>
                  <a:pt x="941552" y="430529"/>
                </a:lnTo>
                <a:lnTo>
                  <a:pt x="943648" y="430529"/>
                </a:lnTo>
                <a:lnTo>
                  <a:pt x="947064" y="429260"/>
                </a:lnTo>
                <a:lnTo>
                  <a:pt x="946391" y="429260"/>
                </a:lnTo>
                <a:lnTo>
                  <a:pt x="949744" y="427989"/>
                </a:lnTo>
                <a:lnTo>
                  <a:pt x="951699" y="427989"/>
                </a:lnTo>
                <a:lnTo>
                  <a:pt x="954900" y="425450"/>
                </a:lnTo>
                <a:lnTo>
                  <a:pt x="954265" y="426720"/>
                </a:lnTo>
                <a:lnTo>
                  <a:pt x="998133" y="426720"/>
                </a:lnTo>
                <a:lnTo>
                  <a:pt x="996188" y="429260"/>
                </a:lnTo>
                <a:lnTo>
                  <a:pt x="993957" y="431800"/>
                </a:lnTo>
                <a:close/>
              </a:path>
              <a:path w="1016000" h="459739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1016000" h="459739">
                <a:moveTo>
                  <a:pt x="951699" y="427989"/>
                </a:moveTo>
                <a:lnTo>
                  <a:pt x="949071" y="427989"/>
                </a:lnTo>
                <a:lnTo>
                  <a:pt x="952347" y="426720"/>
                </a:lnTo>
                <a:lnTo>
                  <a:pt x="951699" y="427989"/>
                </a:lnTo>
                <a:close/>
              </a:path>
              <a:path w="1016000" h="459739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1016000" h="459739">
                <a:moveTo>
                  <a:pt x="943648" y="430529"/>
                </a:moveTo>
                <a:lnTo>
                  <a:pt x="940854" y="430529"/>
                </a:lnTo>
                <a:lnTo>
                  <a:pt x="944333" y="429260"/>
                </a:lnTo>
                <a:lnTo>
                  <a:pt x="943648" y="430529"/>
                </a:lnTo>
                <a:close/>
              </a:path>
              <a:path w="1016000" h="459739">
                <a:moveTo>
                  <a:pt x="80695" y="431800"/>
                </a:moveTo>
                <a:lnTo>
                  <a:pt x="77800" y="431800"/>
                </a:lnTo>
                <a:lnTo>
                  <a:pt x="77088" y="430529"/>
                </a:lnTo>
                <a:lnTo>
                  <a:pt x="80695" y="431800"/>
                </a:lnTo>
                <a:close/>
              </a:path>
              <a:path w="1016000" h="459739">
                <a:moveTo>
                  <a:pt x="937996" y="431800"/>
                </a:moveTo>
                <a:lnTo>
                  <a:pt x="935101" y="431800"/>
                </a:lnTo>
                <a:lnTo>
                  <a:pt x="938707" y="430529"/>
                </a:lnTo>
                <a:lnTo>
                  <a:pt x="937996" y="431800"/>
                </a:lnTo>
                <a:close/>
              </a:path>
            </a:pathLst>
          </a:custGeom>
          <a:solidFill>
            <a:srgbClr val="8300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765459" y="4577397"/>
            <a:ext cx="718185" cy="461009"/>
          </a:xfrm>
          <a:custGeom>
            <a:avLst/>
            <a:gdLst/>
            <a:ahLst/>
            <a:cxnLst/>
            <a:rect l="l" t="t" r="r" b="b"/>
            <a:pathLst>
              <a:path w="718185" h="461010">
                <a:moveTo>
                  <a:pt x="644855" y="459739"/>
                </a:moveTo>
                <a:lnTo>
                  <a:pt x="73126" y="459739"/>
                </a:lnTo>
                <a:lnTo>
                  <a:pt x="64681" y="457200"/>
                </a:lnTo>
                <a:lnTo>
                  <a:pt x="56565" y="454660"/>
                </a:lnTo>
                <a:lnTo>
                  <a:pt x="48806" y="452120"/>
                </a:lnTo>
                <a:lnTo>
                  <a:pt x="45085" y="449579"/>
                </a:lnTo>
                <a:lnTo>
                  <a:pt x="41465" y="448310"/>
                </a:lnTo>
                <a:lnTo>
                  <a:pt x="12407" y="419100"/>
                </a:lnTo>
                <a:lnTo>
                  <a:pt x="2616" y="394970"/>
                </a:lnTo>
                <a:lnTo>
                  <a:pt x="1650" y="391160"/>
                </a:lnTo>
                <a:lnTo>
                  <a:pt x="888" y="387350"/>
                </a:lnTo>
                <a:lnTo>
                  <a:pt x="342" y="382270"/>
                </a:lnTo>
                <a:lnTo>
                  <a:pt x="114" y="379729"/>
                </a:lnTo>
                <a:lnTo>
                  <a:pt x="0" y="81279"/>
                </a:lnTo>
                <a:lnTo>
                  <a:pt x="342" y="77470"/>
                </a:lnTo>
                <a:lnTo>
                  <a:pt x="888" y="72389"/>
                </a:lnTo>
                <a:lnTo>
                  <a:pt x="1650" y="68579"/>
                </a:lnTo>
                <a:lnTo>
                  <a:pt x="2616" y="64770"/>
                </a:lnTo>
                <a:lnTo>
                  <a:pt x="3784" y="59689"/>
                </a:lnTo>
                <a:lnTo>
                  <a:pt x="25184" y="24129"/>
                </a:lnTo>
                <a:lnTo>
                  <a:pt x="45085" y="10160"/>
                </a:lnTo>
                <a:lnTo>
                  <a:pt x="48806" y="7620"/>
                </a:lnTo>
                <a:lnTo>
                  <a:pt x="52641" y="6350"/>
                </a:lnTo>
                <a:lnTo>
                  <a:pt x="60578" y="3810"/>
                </a:lnTo>
                <a:lnTo>
                  <a:pt x="73126" y="0"/>
                </a:lnTo>
                <a:lnTo>
                  <a:pt x="644855" y="0"/>
                </a:lnTo>
                <a:lnTo>
                  <a:pt x="657402" y="3810"/>
                </a:lnTo>
                <a:lnTo>
                  <a:pt x="665340" y="6350"/>
                </a:lnTo>
                <a:lnTo>
                  <a:pt x="669175" y="7620"/>
                </a:lnTo>
                <a:lnTo>
                  <a:pt x="672896" y="10160"/>
                </a:lnTo>
                <a:lnTo>
                  <a:pt x="676516" y="11429"/>
                </a:lnTo>
                <a:lnTo>
                  <a:pt x="680161" y="13970"/>
                </a:lnTo>
                <a:lnTo>
                  <a:pt x="686676" y="19050"/>
                </a:lnTo>
                <a:lnTo>
                  <a:pt x="692797" y="24129"/>
                </a:lnTo>
                <a:lnTo>
                  <a:pt x="696142" y="27939"/>
                </a:lnTo>
                <a:lnTo>
                  <a:pt x="77800" y="27939"/>
                </a:lnTo>
                <a:lnTo>
                  <a:pt x="74244" y="29210"/>
                </a:lnTo>
                <a:lnTo>
                  <a:pt x="72148" y="29210"/>
                </a:lnTo>
                <a:lnTo>
                  <a:pt x="68732" y="30479"/>
                </a:lnTo>
                <a:lnTo>
                  <a:pt x="69405" y="30479"/>
                </a:lnTo>
                <a:lnTo>
                  <a:pt x="66052" y="31750"/>
                </a:lnTo>
                <a:lnTo>
                  <a:pt x="64096" y="31750"/>
                </a:lnTo>
                <a:lnTo>
                  <a:pt x="62496" y="33020"/>
                </a:lnTo>
                <a:lnTo>
                  <a:pt x="61531" y="33020"/>
                </a:lnTo>
                <a:lnTo>
                  <a:pt x="59975" y="34289"/>
                </a:lnTo>
                <a:lnTo>
                  <a:pt x="59029" y="34289"/>
                </a:lnTo>
                <a:lnTo>
                  <a:pt x="57518" y="35560"/>
                </a:lnTo>
                <a:lnTo>
                  <a:pt x="56603" y="35560"/>
                </a:lnTo>
                <a:lnTo>
                  <a:pt x="55137" y="36829"/>
                </a:lnTo>
                <a:lnTo>
                  <a:pt x="54521" y="36829"/>
                </a:lnTo>
                <a:lnTo>
                  <a:pt x="50358" y="40639"/>
                </a:lnTo>
                <a:lnTo>
                  <a:pt x="50025" y="40639"/>
                </a:lnTo>
                <a:lnTo>
                  <a:pt x="46186" y="44450"/>
                </a:lnTo>
                <a:lnTo>
                  <a:pt x="45872" y="44450"/>
                </a:lnTo>
                <a:lnTo>
                  <a:pt x="42376" y="48260"/>
                </a:lnTo>
                <a:lnTo>
                  <a:pt x="42087" y="48260"/>
                </a:lnTo>
                <a:lnTo>
                  <a:pt x="41331" y="49356"/>
                </a:lnTo>
                <a:lnTo>
                  <a:pt x="41257" y="49529"/>
                </a:lnTo>
                <a:lnTo>
                  <a:pt x="38765" y="53339"/>
                </a:lnTo>
                <a:lnTo>
                  <a:pt x="38519" y="53339"/>
                </a:lnTo>
                <a:lnTo>
                  <a:pt x="36652" y="55879"/>
                </a:lnTo>
                <a:lnTo>
                  <a:pt x="37007" y="55879"/>
                </a:lnTo>
                <a:lnTo>
                  <a:pt x="35267" y="58420"/>
                </a:lnTo>
                <a:lnTo>
                  <a:pt x="35598" y="58420"/>
                </a:lnTo>
                <a:lnTo>
                  <a:pt x="34010" y="60960"/>
                </a:lnTo>
                <a:lnTo>
                  <a:pt x="34315" y="60960"/>
                </a:lnTo>
                <a:lnTo>
                  <a:pt x="32867" y="63500"/>
                </a:lnTo>
                <a:lnTo>
                  <a:pt x="33147" y="63500"/>
                </a:lnTo>
                <a:lnTo>
                  <a:pt x="31851" y="66039"/>
                </a:lnTo>
                <a:lnTo>
                  <a:pt x="32092" y="66039"/>
                </a:lnTo>
                <a:lnTo>
                  <a:pt x="30962" y="68579"/>
                </a:lnTo>
                <a:lnTo>
                  <a:pt x="31165" y="68579"/>
                </a:lnTo>
                <a:lnTo>
                  <a:pt x="30200" y="71120"/>
                </a:lnTo>
                <a:lnTo>
                  <a:pt x="30378" y="71120"/>
                </a:lnTo>
                <a:lnTo>
                  <a:pt x="29836" y="73660"/>
                </a:lnTo>
                <a:lnTo>
                  <a:pt x="29294" y="76200"/>
                </a:lnTo>
                <a:lnTo>
                  <a:pt x="28727" y="80010"/>
                </a:lnTo>
                <a:lnTo>
                  <a:pt x="28524" y="82550"/>
                </a:lnTo>
                <a:lnTo>
                  <a:pt x="28503" y="374650"/>
                </a:lnTo>
                <a:lnTo>
                  <a:pt x="28524" y="377189"/>
                </a:lnTo>
                <a:lnTo>
                  <a:pt x="28803" y="379729"/>
                </a:lnTo>
                <a:lnTo>
                  <a:pt x="29184" y="383539"/>
                </a:lnTo>
                <a:lnTo>
                  <a:pt x="29717" y="386079"/>
                </a:lnTo>
                <a:lnTo>
                  <a:pt x="30378" y="388620"/>
                </a:lnTo>
                <a:lnTo>
                  <a:pt x="30200" y="388620"/>
                </a:lnTo>
                <a:lnTo>
                  <a:pt x="31165" y="391160"/>
                </a:lnTo>
                <a:lnTo>
                  <a:pt x="30962" y="391160"/>
                </a:lnTo>
                <a:lnTo>
                  <a:pt x="32092" y="393700"/>
                </a:lnTo>
                <a:lnTo>
                  <a:pt x="31851" y="393700"/>
                </a:lnTo>
                <a:lnTo>
                  <a:pt x="33147" y="396239"/>
                </a:lnTo>
                <a:lnTo>
                  <a:pt x="32867" y="396239"/>
                </a:lnTo>
                <a:lnTo>
                  <a:pt x="34315" y="398779"/>
                </a:lnTo>
                <a:lnTo>
                  <a:pt x="34010" y="398779"/>
                </a:lnTo>
                <a:lnTo>
                  <a:pt x="35598" y="401320"/>
                </a:lnTo>
                <a:lnTo>
                  <a:pt x="35267" y="401320"/>
                </a:lnTo>
                <a:lnTo>
                  <a:pt x="37007" y="403860"/>
                </a:lnTo>
                <a:lnTo>
                  <a:pt x="36652" y="403860"/>
                </a:lnTo>
                <a:lnTo>
                  <a:pt x="38519" y="406400"/>
                </a:lnTo>
                <a:lnTo>
                  <a:pt x="38765" y="406400"/>
                </a:lnTo>
                <a:lnTo>
                  <a:pt x="41257" y="410210"/>
                </a:lnTo>
                <a:lnTo>
                  <a:pt x="42087" y="411479"/>
                </a:lnTo>
                <a:lnTo>
                  <a:pt x="42376" y="411479"/>
                </a:lnTo>
                <a:lnTo>
                  <a:pt x="45872" y="415289"/>
                </a:lnTo>
                <a:lnTo>
                  <a:pt x="46186" y="415289"/>
                </a:lnTo>
                <a:lnTo>
                  <a:pt x="50025" y="419100"/>
                </a:lnTo>
                <a:lnTo>
                  <a:pt x="50358" y="419100"/>
                </a:lnTo>
                <a:lnTo>
                  <a:pt x="54521" y="422910"/>
                </a:lnTo>
                <a:lnTo>
                  <a:pt x="55137" y="422910"/>
                </a:lnTo>
                <a:lnTo>
                  <a:pt x="56603" y="424179"/>
                </a:lnTo>
                <a:lnTo>
                  <a:pt x="57518" y="424179"/>
                </a:lnTo>
                <a:lnTo>
                  <a:pt x="59029" y="425450"/>
                </a:lnTo>
                <a:lnTo>
                  <a:pt x="59975" y="425450"/>
                </a:lnTo>
                <a:lnTo>
                  <a:pt x="61531" y="426720"/>
                </a:lnTo>
                <a:lnTo>
                  <a:pt x="62496" y="426720"/>
                </a:lnTo>
                <a:lnTo>
                  <a:pt x="64096" y="427989"/>
                </a:lnTo>
                <a:lnTo>
                  <a:pt x="66052" y="427989"/>
                </a:lnTo>
                <a:lnTo>
                  <a:pt x="69405" y="429260"/>
                </a:lnTo>
                <a:lnTo>
                  <a:pt x="68732" y="429260"/>
                </a:lnTo>
                <a:lnTo>
                  <a:pt x="72148" y="430529"/>
                </a:lnTo>
                <a:lnTo>
                  <a:pt x="74244" y="430529"/>
                </a:lnTo>
                <a:lnTo>
                  <a:pt x="77800" y="431800"/>
                </a:lnTo>
                <a:lnTo>
                  <a:pt x="696142" y="431800"/>
                </a:lnTo>
                <a:lnTo>
                  <a:pt x="672896" y="449579"/>
                </a:lnTo>
                <a:lnTo>
                  <a:pt x="669175" y="452120"/>
                </a:lnTo>
                <a:lnTo>
                  <a:pt x="661415" y="454660"/>
                </a:lnTo>
                <a:lnTo>
                  <a:pt x="653300" y="457200"/>
                </a:lnTo>
                <a:lnTo>
                  <a:pt x="644855" y="459739"/>
                </a:lnTo>
                <a:close/>
              </a:path>
              <a:path w="718185" h="461010">
                <a:moveTo>
                  <a:pt x="77088" y="29210"/>
                </a:moveTo>
                <a:lnTo>
                  <a:pt x="77800" y="27939"/>
                </a:lnTo>
                <a:lnTo>
                  <a:pt x="80695" y="27939"/>
                </a:lnTo>
                <a:lnTo>
                  <a:pt x="77088" y="29210"/>
                </a:lnTo>
                <a:close/>
              </a:path>
              <a:path w="718185" h="461010">
                <a:moveTo>
                  <a:pt x="640892" y="29210"/>
                </a:moveTo>
                <a:lnTo>
                  <a:pt x="637286" y="27939"/>
                </a:lnTo>
                <a:lnTo>
                  <a:pt x="640181" y="27939"/>
                </a:lnTo>
                <a:lnTo>
                  <a:pt x="640892" y="29210"/>
                </a:lnTo>
                <a:close/>
              </a:path>
              <a:path w="718185" h="461010">
                <a:moveTo>
                  <a:pt x="657085" y="34289"/>
                </a:moveTo>
                <a:lnTo>
                  <a:pt x="653884" y="31750"/>
                </a:lnTo>
                <a:lnTo>
                  <a:pt x="651929" y="31750"/>
                </a:lnTo>
                <a:lnTo>
                  <a:pt x="648576" y="30479"/>
                </a:lnTo>
                <a:lnTo>
                  <a:pt x="649249" y="30479"/>
                </a:lnTo>
                <a:lnTo>
                  <a:pt x="645833" y="29210"/>
                </a:lnTo>
                <a:lnTo>
                  <a:pt x="643737" y="29210"/>
                </a:lnTo>
                <a:lnTo>
                  <a:pt x="640181" y="27939"/>
                </a:lnTo>
                <a:lnTo>
                  <a:pt x="696142" y="27939"/>
                </a:lnTo>
                <a:lnTo>
                  <a:pt x="698373" y="30479"/>
                </a:lnTo>
                <a:lnTo>
                  <a:pt x="700318" y="33020"/>
                </a:lnTo>
                <a:lnTo>
                  <a:pt x="656450" y="33020"/>
                </a:lnTo>
                <a:lnTo>
                  <a:pt x="657085" y="34289"/>
                </a:lnTo>
                <a:close/>
              </a:path>
              <a:path w="718185" h="461010">
                <a:moveTo>
                  <a:pt x="63449" y="33020"/>
                </a:moveTo>
                <a:lnTo>
                  <a:pt x="64096" y="31750"/>
                </a:lnTo>
                <a:lnTo>
                  <a:pt x="66713" y="31750"/>
                </a:lnTo>
                <a:lnTo>
                  <a:pt x="63449" y="33020"/>
                </a:lnTo>
                <a:close/>
              </a:path>
              <a:path w="718185" h="461010">
                <a:moveTo>
                  <a:pt x="654532" y="33020"/>
                </a:moveTo>
                <a:lnTo>
                  <a:pt x="651268" y="31750"/>
                </a:lnTo>
                <a:lnTo>
                  <a:pt x="653884" y="31750"/>
                </a:lnTo>
                <a:lnTo>
                  <a:pt x="654532" y="33020"/>
                </a:lnTo>
                <a:close/>
              </a:path>
              <a:path w="718185" h="461010">
                <a:moveTo>
                  <a:pt x="60896" y="34289"/>
                </a:moveTo>
                <a:lnTo>
                  <a:pt x="61531" y="33020"/>
                </a:lnTo>
                <a:lnTo>
                  <a:pt x="62496" y="33020"/>
                </a:lnTo>
                <a:lnTo>
                  <a:pt x="60896" y="34289"/>
                </a:lnTo>
                <a:close/>
              </a:path>
              <a:path w="718185" h="461010">
                <a:moveTo>
                  <a:pt x="659561" y="35560"/>
                </a:moveTo>
                <a:lnTo>
                  <a:pt x="656450" y="33020"/>
                </a:lnTo>
                <a:lnTo>
                  <a:pt x="700318" y="33020"/>
                </a:lnTo>
                <a:lnTo>
                  <a:pt x="701291" y="34289"/>
                </a:lnTo>
                <a:lnTo>
                  <a:pt x="658952" y="34289"/>
                </a:lnTo>
                <a:lnTo>
                  <a:pt x="659561" y="35560"/>
                </a:lnTo>
                <a:close/>
              </a:path>
              <a:path w="718185" h="461010">
                <a:moveTo>
                  <a:pt x="58420" y="35560"/>
                </a:moveTo>
                <a:lnTo>
                  <a:pt x="59029" y="34289"/>
                </a:lnTo>
                <a:lnTo>
                  <a:pt x="59975" y="34289"/>
                </a:lnTo>
                <a:lnTo>
                  <a:pt x="58420" y="35560"/>
                </a:lnTo>
                <a:close/>
              </a:path>
              <a:path w="718185" h="461010">
                <a:moveTo>
                  <a:pt x="661974" y="36829"/>
                </a:moveTo>
                <a:lnTo>
                  <a:pt x="658952" y="34289"/>
                </a:lnTo>
                <a:lnTo>
                  <a:pt x="701291" y="34289"/>
                </a:lnTo>
                <a:lnTo>
                  <a:pt x="702264" y="35560"/>
                </a:lnTo>
                <a:lnTo>
                  <a:pt x="661377" y="35560"/>
                </a:lnTo>
                <a:lnTo>
                  <a:pt x="661974" y="36829"/>
                </a:lnTo>
                <a:close/>
              </a:path>
              <a:path w="718185" h="461010">
                <a:moveTo>
                  <a:pt x="56006" y="36829"/>
                </a:moveTo>
                <a:lnTo>
                  <a:pt x="56603" y="35560"/>
                </a:lnTo>
                <a:lnTo>
                  <a:pt x="57518" y="35560"/>
                </a:lnTo>
                <a:lnTo>
                  <a:pt x="56006" y="36829"/>
                </a:lnTo>
                <a:close/>
              </a:path>
              <a:path w="718185" h="461010">
                <a:moveTo>
                  <a:pt x="664311" y="38100"/>
                </a:moveTo>
                <a:lnTo>
                  <a:pt x="661377" y="35560"/>
                </a:lnTo>
                <a:lnTo>
                  <a:pt x="702264" y="35560"/>
                </a:lnTo>
                <a:lnTo>
                  <a:pt x="703237" y="36829"/>
                </a:lnTo>
                <a:lnTo>
                  <a:pt x="663460" y="36829"/>
                </a:lnTo>
                <a:lnTo>
                  <a:pt x="664311" y="38100"/>
                </a:lnTo>
                <a:close/>
              </a:path>
              <a:path w="718185" h="461010">
                <a:moveTo>
                  <a:pt x="53670" y="38100"/>
                </a:moveTo>
                <a:lnTo>
                  <a:pt x="54521" y="36829"/>
                </a:lnTo>
                <a:lnTo>
                  <a:pt x="55137" y="36829"/>
                </a:lnTo>
                <a:lnTo>
                  <a:pt x="53670" y="38100"/>
                </a:lnTo>
                <a:close/>
              </a:path>
              <a:path w="718185" h="461010">
                <a:moveTo>
                  <a:pt x="669010" y="41910"/>
                </a:moveTo>
                <a:lnTo>
                  <a:pt x="663460" y="36829"/>
                </a:lnTo>
                <a:lnTo>
                  <a:pt x="703237" y="36829"/>
                </a:lnTo>
                <a:lnTo>
                  <a:pt x="705573" y="40639"/>
                </a:lnTo>
                <a:lnTo>
                  <a:pt x="667956" y="40639"/>
                </a:lnTo>
                <a:lnTo>
                  <a:pt x="669010" y="41910"/>
                </a:lnTo>
                <a:close/>
              </a:path>
              <a:path w="718185" h="461010">
                <a:moveTo>
                  <a:pt x="48971" y="41910"/>
                </a:moveTo>
                <a:lnTo>
                  <a:pt x="50025" y="40639"/>
                </a:lnTo>
                <a:lnTo>
                  <a:pt x="50358" y="40639"/>
                </a:lnTo>
                <a:lnTo>
                  <a:pt x="48971" y="41910"/>
                </a:lnTo>
                <a:close/>
              </a:path>
              <a:path w="718185" h="461010">
                <a:moveTo>
                  <a:pt x="673074" y="45720"/>
                </a:moveTo>
                <a:lnTo>
                  <a:pt x="667956" y="40639"/>
                </a:lnTo>
                <a:lnTo>
                  <a:pt x="705573" y="40639"/>
                </a:lnTo>
                <a:lnTo>
                  <a:pt x="707656" y="44450"/>
                </a:lnTo>
                <a:lnTo>
                  <a:pt x="672109" y="44450"/>
                </a:lnTo>
                <a:lnTo>
                  <a:pt x="673074" y="45720"/>
                </a:lnTo>
                <a:close/>
              </a:path>
              <a:path w="718185" h="461010">
                <a:moveTo>
                  <a:pt x="44907" y="45720"/>
                </a:moveTo>
                <a:lnTo>
                  <a:pt x="45872" y="44450"/>
                </a:lnTo>
                <a:lnTo>
                  <a:pt x="46186" y="44450"/>
                </a:lnTo>
                <a:lnTo>
                  <a:pt x="44907" y="45720"/>
                </a:lnTo>
                <a:close/>
              </a:path>
              <a:path w="718185" h="461010">
                <a:moveTo>
                  <a:pt x="676611" y="49356"/>
                </a:moveTo>
                <a:lnTo>
                  <a:pt x="672109" y="44450"/>
                </a:lnTo>
                <a:lnTo>
                  <a:pt x="707656" y="44450"/>
                </a:lnTo>
                <a:lnTo>
                  <a:pt x="709561" y="48260"/>
                </a:lnTo>
                <a:lnTo>
                  <a:pt x="675893" y="48260"/>
                </a:lnTo>
                <a:lnTo>
                  <a:pt x="676611" y="49356"/>
                </a:lnTo>
                <a:close/>
              </a:path>
              <a:path w="718185" h="461010">
                <a:moveTo>
                  <a:pt x="41211" y="49529"/>
                </a:moveTo>
                <a:lnTo>
                  <a:pt x="42087" y="48260"/>
                </a:lnTo>
                <a:lnTo>
                  <a:pt x="41370" y="49356"/>
                </a:lnTo>
                <a:lnTo>
                  <a:pt x="41211" y="49529"/>
                </a:lnTo>
                <a:close/>
              </a:path>
              <a:path w="718185" h="461010">
                <a:moveTo>
                  <a:pt x="41370" y="49356"/>
                </a:moveTo>
                <a:lnTo>
                  <a:pt x="42087" y="48260"/>
                </a:lnTo>
                <a:lnTo>
                  <a:pt x="42376" y="48260"/>
                </a:lnTo>
                <a:lnTo>
                  <a:pt x="41370" y="49356"/>
                </a:lnTo>
                <a:close/>
              </a:path>
              <a:path w="718185" h="461010">
                <a:moveTo>
                  <a:pt x="676770" y="49529"/>
                </a:moveTo>
                <a:lnTo>
                  <a:pt x="676611" y="49356"/>
                </a:lnTo>
                <a:lnTo>
                  <a:pt x="675893" y="48260"/>
                </a:lnTo>
                <a:lnTo>
                  <a:pt x="676770" y="49529"/>
                </a:lnTo>
                <a:close/>
              </a:path>
              <a:path w="718185" h="461010">
                <a:moveTo>
                  <a:pt x="710137" y="49529"/>
                </a:moveTo>
                <a:lnTo>
                  <a:pt x="676770" y="49529"/>
                </a:lnTo>
                <a:lnTo>
                  <a:pt x="675893" y="48260"/>
                </a:lnTo>
                <a:lnTo>
                  <a:pt x="709561" y="48260"/>
                </a:lnTo>
                <a:lnTo>
                  <a:pt x="710137" y="49529"/>
                </a:lnTo>
                <a:close/>
              </a:path>
              <a:path w="718185" h="461010">
                <a:moveTo>
                  <a:pt x="41257" y="49529"/>
                </a:moveTo>
                <a:lnTo>
                  <a:pt x="41370" y="49356"/>
                </a:lnTo>
                <a:lnTo>
                  <a:pt x="41257" y="49529"/>
                </a:lnTo>
                <a:close/>
              </a:path>
              <a:path w="718185" h="461010">
                <a:moveTo>
                  <a:pt x="680046" y="54610"/>
                </a:moveTo>
                <a:lnTo>
                  <a:pt x="676611" y="49356"/>
                </a:lnTo>
                <a:lnTo>
                  <a:pt x="676770" y="49529"/>
                </a:lnTo>
                <a:lnTo>
                  <a:pt x="710137" y="49529"/>
                </a:lnTo>
                <a:lnTo>
                  <a:pt x="711288" y="52070"/>
                </a:lnTo>
                <a:lnTo>
                  <a:pt x="711805" y="53339"/>
                </a:lnTo>
                <a:lnTo>
                  <a:pt x="679462" y="53339"/>
                </a:lnTo>
                <a:lnTo>
                  <a:pt x="680046" y="54610"/>
                </a:lnTo>
                <a:close/>
              </a:path>
              <a:path w="718185" h="461010">
                <a:moveTo>
                  <a:pt x="37934" y="54610"/>
                </a:moveTo>
                <a:lnTo>
                  <a:pt x="38519" y="53339"/>
                </a:lnTo>
                <a:lnTo>
                  <a:pt x="38765" y="53339"/>
                </a:lnTo>
                <a:lnTo>
                  <a:pt x="37934" y="54610"/>
                </a:lnTo>
                <a:close/>
              </a:path>
              <a:path w="718185" h="461010">
                <a:moveTo>
                  <a:pt x="718083" y="374650"/>
                </a:moveTo>
                <a:lnTo>
                  <a:pt x="689508" y="374650"/>
                </a:lnTo>
                <a:lnTo>
                  <a:pt x="689419" y="82550"/>
                </a:lnTo>
                <a:lnTo>
                  <a:pt x="689178" y="80010"/>
                </a:lnTo>
                <a:lnTo>
                  <a:pt x="688797" y="76200"/>
                </a:lnTo>
                <a:lnTo>
                  <a:pt x="688263" y="73660"/>
                </a:lnTo>
                <a:lnTo>
                  <a:pt x="687603" y="71120"/>
                </a:lnTo>
                <a:lnTo>
                  <a:pt x="687781" y="71120"/>
                </a:lnTo>
                <a:lnTo>
                  <a:pt x="686815" y="68579"/>
                </a:lnTo>
                <a:lnTo>
                  <a:pt x="687019" y="68579"/>
                </a:lnTo>
                <a:lnTo>
                  <a:pt x="685888" y="66039"/>
                </a:lnTo>
                <a:lnTo>
                  <a:pt x="686130" y="66039"/>
                </a:lnTo>
                <a:lnTo>
                  <a:pt x="684834" y="63500"/>
                </a:lnTo>
                <a:lnTo>
                  <a:pt x="685114" y="63500"/>
                </a:lnTo>
                <a:lnTo>
                  <a:pt x="683666" y="60960"/>
                </a:lnTo>
                <a:lnTo>
                  <a:pt x="683971" y="60960"/>
                </a:lnTo>
                <a:lnTo>
                  <a:pt x="682383" y="58420"/>
                </a:lnTo>
                <a:lnTo>
                  <a:pt x="682713" y="58420"/>
                </a:lnTo>
                <a:lnTo>
                  <a:pt x="680974" y="55879"/>
                </a:lnTo>
                <a:lnTo>
                  <a:pt x="681329" y="55879"/>
                </a:lnTo>
                <a:lnTo>
                  <a:pt x="679462" y="53339"/>
                </a:lnTo>
                <a:lnTo>
                  <a:pt x="711805" y="53339"/>
                </a:lnTo>
                <a:lnTo>
                  <a:pt x="712838" y="55879"/>
                </a:lnTo>
                <a:lnTo>
                  <a:pt x="714197" y="59689"/>
                </a:lnTo>
                <a:lnTo>
                  <a:pt x="715365" y="64770"/>
                </a:lnTo>
                <a:lnTo>
                  <a:pt x="716330" y="68579"/>
                </a:lnTo>
                <a:lnTo>
                  <a:pt x="717092" y="72389"/>
                </a:lnTo>
                <a:lnTo>
                  <a:pt x="717638" y="77470"/>
                </a:lnTo>
                <a:lnTo>
                  <a:pt x="717981" y="81279"/>
                </a:lnTo>
                <a:lnTo>
                  <a:pt x="718083" y="374650"/>
                </a:lnTo>
                <a:close/>
              </a:path>
              <a:path w="718185" h="461010">
                <a:moveTo>
                  <a:pt x="29565" y="74929"/>
                </a:moveTo>
                <a:lnTo>
                  <a:pt x="29717" y="73660"/>
                </a:lnTo>
                <a:lnTo>
                  <a:pt x="29565" y="74929"/>
                </a:lnTo>
                <a:close/>
              </a:path>
              <a:path w="718185" h="461010">
                <a:moveTo>
                  <a:pt x="688416" y="74929"/>
                </a:moveTo>
                <a:lnTo>
                  <a:pt x="688145" y="73660"/>
                </a:lnTo>
                <a:lnTo>
                  <a:pt x="688416" y="74929"/>
                </a:lnTo>
                <a:close/>
              </a:path>
              <a:path w="718185" h="461010">
                <a:moveTo>
                  <a:pt x="29083" y="77470"/>
                </a:moveTo>
                <a:lnTo>
                  <a:pt x="29184" y="76200"/>
                </a:lnTo>
                <a:lnTo>
                  <a:pt x="29083" y="77470"/>
                </a:lnTo>
                <a:close/>
              </a:path>
              <a:path w="718185" h="461010">
                <a:moveTo>
                  <a:pt x="688898" y="77470"/>
                </a:moveTo>
                <a:lnTo>
                  <a:pt x="688687" y="76200"/>
                </a:lnTo>
                <a:lnTo>
                  <a:pt x="688898" y="77470"/>
                </a:lnTo>
                <a:close/>
              </a:path>
              <a:path w="718185" h="461010">
                <a:moveTo>
                  <a:pt x="28503" y="374650"/>
                </a:moveTo>
                <a:lnTo>
                  <a:pt x="28473" y="373379"/>
                </a:lnTo>
                <a:lnTo>
                  <a:pt x="28503" y="374650"/>
                </a:lnTo>
                <a:close/>
              </a:path>
              <a:path w="718185" h="461010">
                <a:moveTo>
                  <a:pt x="717502" y="383539"/>
                </a:moveTo>
                <a:lnTo>
                  <a:pt x="688797" y="383539"/>
                </a:lnTo>
                <a:lnTo>
                  <a:pt x="689254" y="379729"/>
                </a:lnTo>
                <a:lnTo>
                  <a:pt x="689457" y="377189"/>
                </a:lnTo>
                <a:lnTo>
                  <a:pt x="689508" y="373379"/>
                </a:lnTo>
                <a:lnTo>
                  <a:pt x="689508" y="374650"/>
                </a:lnTo>
                <a:lnTo>
                  <a:pt x="718083" y="374650"/>
                </a:lnTo>
                <a:lnTo>
                  <a:pt x="717981" y="378460"/>
                </a:lnTo>
                <a:lnTo>
                  <a:pt x="717638" y="382270"/>
                </a:lnTo>
                <a:lnTo>
                  <a:pt x="717502" y="383539"/>
                </a:lnTo>
                <a:close/>
              </a:path>
              <a:path w="718185" h="461010">
                <a:moveTo>
                  <a:pt x="29294" y="383539"/>
                </a:moveTo>
                <a:lnTo>
                  <a:pt x="29083" y="382270"/>
                </a:lnTo>
                <a:lnTo>
                  <a:pt x="29294" y="383539"/>
                </a:lnTo>
                <a:close/>
              </a:path>
              <a:path w="718185" h="461010">
                <a:moveTo>
                  <a:pt x="717229" y="386079"/>
                </a:moveTo>
                <a:lnTo>
                  <a:pt x="688263" y="386079"/>
                </a:lnTo>
                <a:lnTo>
                  <a:pt x="688898" y="382270"/>
                </a:lnTo>
                <a:lnTo>
                  <a:pt x="688797" y="383539"/>
                </a:lnTo>
                <a:lnTo>
                  <a:pt x="717502" y="383539"/>
                </a:lnTo>
                <a:lnTo>
                  <a:pt x="717229" y="386079"/>
                </a:lnTo>
                <a:close/>
              </a:path>
              <a:path w="718185" h="461010">
                <a:moveTo>
                  <a:pt x="29836" y="386079"/>
                </a:moveTo>
                <a:lnTo>
                  <a:pt x="29565" y="384810"/>
                </a:lnTo>
                <a:lnTo>
                  <a:pt x="29836" y="386079"/>
                </a:lnTo>
                <a:close/>
              </a:path>
              <a:path w="718185" h="461010">
                <a:moveTo>
                  <a:pt x="711805" y="406400"/>
                </a:moveTo>
                <a:lnTo>
                  <a:pt x="679462" y="406400"/>
                </a:lnTo>
                <a:lnTo>
                  <a:pt x="681329" y="403860"/>
                </a:lnTo>
                <a:lnTo>
                  <a:pt x="680974" y="403860"/>
                </a:lnTo>
                <a:lnTo>
                  <a:pt x="682713" y="401320"/>
                </a:lnTo>
                <a:lnTo>
                  <a:pt x="682383" y="401320"/>
                </a:lnTo>
                <a:lnTo>
                  <a:pt x="683971" y="398779"/>
                </a:lnTo>
                <a:lnTo>
                  <a:pt x="683666" y="398779"/>
                </a:lnTo>
                <a:lnTo>
                  <a:pt x="685114" y="396239"/>
                </a:lnTo>
                <a:lnTo>
                  <a:pt x="684834" y="396239"/>
                </a:lnTo>
                <a:lnTo>
                  <a:pt x="686130" y="393700"/>
                </a:lnTo>
                <a:lnTo>
                  <a:pt x="685888" y="393700"/>
                </a:lnTo>
                <a:lnTo>
                  <a:pt x="687019" y="391160"/>
                </a:lnTo>
                <a:lnTo>
                  <a:pt x="686815" y="391160"/>
                </a:lnTo>
                <a:lnTo>
                  <a:pt x="687781" y="388620"/>
                </a:lnTo>
                <a:lnTo>
                  <a:pt x="687603" y="388620"/>
                </a:lnTo>
                <a:lnTo>
                  <a:pt x="688416" y="384810"/>
                </a:lnTo>
                <a:lnTo>
                  <a:pt x="688263" y="386079"/>
                </a:lnTo>
                <a:lnTo>
                  <a:pt x="717229" y="386079"/>
                </a:lnTo>
                <a:lnTo>
                  <a:pt x="717092" y="387350"/>
                </a:lnTo>
                <a:lnTo>
                  <a:pt x="716330" y="391160"/>
                </a:lnTo>
                <a:lnTo>
                  <a:pt x="715365" y="394970"/>
                </a:lnTo>
                <a:lnTo>
                  <a:pt x="714197" y="400050"/>
                </a:lnTo>
                <a:lnTo>
                  <a:pt x="712838" y="403860"/>
                </a:lnTo>
                <a:lnTo>
                  <a:pt x="711805" y="406400"/>
                </a:lnTo>
                <a:close/>
              </a:path>
              <a:path w="718185" h="461010">
                <a:moveTo>
                  <a:pt x="38765" y="406400"/>
                </a:moveTo>
                <a:lnTo>
                  <a:pt x="38519" y="406400"/>
                </a:lnTo>
                <a:lnTo>
                  <a:pt x="37934" y="405129"/>
                </a:lnTo>
                <a:lnTo>
                  <a:pt x="38765" y="406400"/>
                </a:lnTo>
                <a:close/>
              </a:path>
              <a:path w="718185" h="461010">
                <a:moveTo>
                  <a:pt x="709561" y="411479"/>
                </a:moveTo>
                <a:lnTo>
                  <a:pt x="675893" y="411479"/>
                </a:lnTo>
                <a:lnTo>
                  <a:pt x="676770" y="410210"/>
                </a:lnTo>
                <a:lnTo>
                  <a:pt x="680046" y="405129"/>
                </a:lnTo>
                <a:lnTo>
                  <a:pt x="679462" y="406400"/>
                </a:lnTo>
                <a:lnTo>
                  <a:pt x="711805" y="406400"/>
                </a:lnTo>
                <a:lnTo>
                  <a:pt x="711288" y="407670"/>
                </a:lnTo>
                <a:lnTo>
                  <a:pt x="709561" y="411479"/>
                </a:lnTo>
                <a:close/>
              </a:path>
              <a:path w="718185" h="461010">
                <a:moveTo>
                  <a:pt x="42087" y="411479"/>
                </a:moveTo>
                <a:lnTo>
                  <a:pt x="41211" y="410210"/>
                </a:lnTo>
                <a:lnTo>
                  <a:pt x="41370" y="410383"/>
                </a:lnTo>
                <a:lnTo>
                  <a:pt x="42087" y="411479"/>
                </a:lnTo>
                <a:close/>
              </a:path>
              <a:path w="718185" h="461010">
                <a:moveTo>
                  <a:pt x="41370" y="410383"/>
                </a:moveTo>
                <a:lnTo>
                  <a:pt x="41211" y="410210"/>
                </a:lnTo>
                <a:lnTo>
                  <a:pt x="41370" y="410383"/>
                </a:lnTo>
                <a:close/>
              </a:path>
              <a:path w="718185" h="461010">
                <a:moveTo>
                  <a:pt x="676611" y="410383"/>
                </a:moveTo>
                <a:lnTo>
                  <a:pt x="676724" y="410210"/>
                </a:lnTo>
                <a:lnTo>
                  <a:pt x="676611" y="410383"/>
                </a:lnTo>
                <a:close/>
              </a:path>
              <a:path w="718185" h="461010">
                <a:moveTo>
                  <a:pt x="675893" y="411479"/>
                </a:moveTo>
                <a:lnTo>
                  <a:pt x="676611" y="410383"/>
                </a:lnTo>
                <a:lnTo>
                  <a:pt x="676770" y="410210"/>
                </a:lnTo>
                <a:lnTo>
                  <a:pt x="675893" y="411479"/>
                </a:lnTo>
                <a:close/>
              </a:path>
              <a:path w="718185" h="461010">
                <a:moveTo>
                  <a:pt x="42376" y="411479"/>
                </a:moveTo>
                <a:lnTo>
                  <a:pt x="42087" y="411479"/>
                </a:lnTo>
                <a:lnTo>
                  <a:pt x="41370" y="410383"/>
                </a:lnTo>
                <a:lnTo>
                  <a:pt x="42376" y="411479"/>
                </a:lnTo>
                <a:close/>
              </a:path>
              <a:path w="718185" h="461010">
                <a:moveTo>
                  <a:pt x="707656" y="415289"/>
                </a:moveTo>
                <a:lnTo>
                  <a:pt x="672109" y="415289"/>
                </a:lnTo>
                <a:lnTo>
                  <a:pt x="676611" y="410383"/>
                </a:lnTo>
                <a:lnTo>
                  <a:pt x="675893" y="411479"/>
                </a:lnTo>
                <a:lnTo>
                  <a:pt x="709561" y="411479"/>
                </a:lnTo>
                <a:lnTo>
                  <a:pt x="707656" y="415289"/>
                </a:lnTo>
                <a:close/>
              </a:path>
              <a:path w="718185" h="461010">
                <a:moveTo>
                  <a:pt x="46186" y="415289"/>
                </a:moveTo>
                <a:lnTo>
                  <a:pt x="45872" y="415289"/>
                </a:lnTo>
                <a:lnTo>
                  <a:pt x="44907" y="414020"/>
                </a:lnTo>
                <a:lnTo>
                  <a:pt x="46186" y="415289"/>
                </a:lnTo>
                <a:close/>
              </a:path>
              <a:path w="718185" h="461010">
                <a:moveTo>
                  <a:pt x="705573" y="419100"/>
                </a:moveTo>
                <a:lnTo>
                  <a:pt x="667956" y="419100"/>
                </a:lnTo>
                <a:lnTo>
                  <a:pt x="673074" y="414020"/>
                </a:lnTo>
                <a:lnTo>
                  <a:pt x="672109" y="415289"/>
                </a:lnTo>
                <a:lnTo>
                  <a:pt x="707656" y="415289"/>
                </a:lnTo>
                <a:lnTo>
                  <a:pt x="705573" y="419100"/>
                </a:lnTo>
                <a:close/>
              </a:path>
              <a:path w="718185" h="461010">
                <a:moveTo>
                  <a:pt x="50358" y="419100"/>
                </a:moveTo>
                <a:lnTo>
                  <a:pt x="50025" y="419100"/>
                </a:lnTo>
                <a:lnTo>
                  <a:pt x="48971" y="417829"/>
                </a:lnTo>
                <a:lnTo>
                  <a:pt x="50358" y="419100"/>
                </a:lnTo>
                <a:close/>
              </a:path>
              <a:path w="718185" h="461010">
                <a:moveTo>
                  <a:pt x="703237" y="422910"/>
                </a:moveTo>
                <a:lnTo>
                  <a:pt x="663460" y="422910"/>
                </a:lnTo>
                <a:lnTo>
                  <a:pt x="669010" y="417829"/>
                </a:lnTo>
                <a:lnTo>
                  <a:pt x="667956" y="419100"/>
                </a:lnTo>
                <a:lnTo>
                  <a:pt x="705573" y="419100"/>
                </a:lnTo>
                <a:lnTo>
                  <a:pt x="703237" y="422910"/>
                </a:lnTo>
                <a:close/>
              </a:path>
              <a:path w="718185" h="461010">
                <a:moveTo>
                  <a:pt x="55137" y="422910"/>
                </a:moveTo>
                <a:lnTo>
                  <a:pt x="54521" y="422910"/>
                </a:lnTo>
                <a:lnTo>
                  <a:pt x="53670" y="421639"/>
                </a:lnTo>
                <a:lnTo>
                  <a:pt x="55137" y="422910"/>
                </a:lnTo>
                <a:close/>
              </a:path>
              <a:path w="718185" h="461010">
                <a:moveTo>
                  <a:pt x="702264" y="424179"/>
                </a:moveTo>
                <a:lnTo>
                  <a:pt x="661377" y="424179"/>
                </a:lnTo>
                <a:lnTo>
                  <a:pt x="664311" y="421639"/>
                </a:lnTo>
                <a:lnTo>
                  <a:pt x="663460" y="422910"/>
                </a:lnTo>
                <a:lnTo>
                  <a:pt x="703237" y="422910"/>
                </a:lnTo>
                <a:lnTo>
                  <a:pt x="702264" y="424179"/>
                </a:lnTo>
                <a:close/>
              </a:path>
              <a:path w="718185" h="461010">
                <a:moveTo>
                  <a:pt x="57518" y="424179"/>
                </a:moveTo>
                <a:lnTo>
                  <a:pt x="56603" y="424179"/>
                </a:lnTo>
                <a:lnTo>
                  <a:pt x="56006" y="422910"/>
                </a:lnTo>
                <a:lnTo>
                  <a:pt x="57518" y="424179"/>
                </a:lnTo>
                <a:close/>
              </a:path>
              <a:path w="718185" h="461010">
                <a:moveTo>
                  <a:pt x="701291" y="425450"/>
                </a:moveTo>
                <a:lnTo>
                  <a:pt x="658952" y="425450"/>
                </a:lnTo>
                <a:lnTo>
                  <a:pt x="661974" y="422910"/>
                </a:lnTo>
                <a:lnTo>
                  <a:pt x="661377" y="424179"/>
                </a:lnTo>
                <a:lnTo>
                  <a:pt x="702264" y="424179"/>
                </a:lnTo>
                <a:lnTo>
                  <a:pt x="701291" y="425450"/>
                </a:lnTo>
                <a:close/>
              </a:path>
              <a:path w="718185" h="461010">
                <a:moveTo>
                  <a:pt x="59975" y="425450"/>
                </a:moveTo>
                <a:lnTo>
                  <a:pt x="59029" y="425450"/>
                </a:lnTo>
                <a:lnTo>
                  <a:pt x="58420" y="424179"/>
                </a:lnTo>
                <a:lnTo>
                  <a:pt x="59975" y="425450"/>
                </a:lnTo>
                <a:close/>
              </a:path>
              <a:path w="718185" h="461010">
                <a:moveTo>
                  <a:pt x="700318" y="426720"/>
                </a:moveTo>
                <a:lnTo>
                  <a:pt x="656450" y="426720"/>
                </a:lnTo>
                <a:lnTo>
                  <a:pt x="659561" y="424179"/>
                </a:lnTo>
                <a:lnTo>
                  <a:pt x="658952" y="425450"/>
                </a:lnTo>
                <a:lnTo>
                  <a:pt x="701291" y="425450"/>
                </a:lnTo>
                <a:lnTo>
                  <a:pt x="700318" y="426720"/>
                </a:lnTo>
                <a:close/>
              </a:path>
              <a:path w="718185" h="461010">
                <a:moveTo>
                  <a:pt x="62496" y="426720"/>
                </a:moveTo>
                <a:lnTo>
                  <a:pt x="61531" y="426720"/>
                </a:lnTo>
                <a:lnTo>
                  <a:pt x="60896" y="425450"/>
                </a:lnTo>
                <a:lnTo>
                  <a:pt x="62496" y="426720"/>
                </a:lnTo>
                <a:close/>
              </a:path>
              <a:path w="718185" h="461010">
                <a:moveTo>
                  <a:pt x="696142" y="431800"/>
                </a:moveTo>
                <a:lnTo>
                  <a:pt x="640181" y="431800"/>
                </a:lnTo>
                <a:lnTo>
                  <a:pt x="643737" y="430529"/>
                </a:lnTo>
                <a:lnTo>
                  <a:pt x="645833" y="430529"/>
                </a:lnTo>
                <a:lnTo>
                  <a:pt x="649249" y="429260"/>
                </a:lnTo>
                <a:lnTo>
                  <a:pt x="648576" y="429260"/>
                </a:lnTo>
                <a:lnTo>
                  <a:pt x="651929" y="427989"/>
                </a:lnTo>
                <a:lnTo>
                  <a:pt x="653884" y="427989"/>
                </a:lnTo>
                <a:lnTo>
                  <a:pt x="657085" y="425450"/>
                </a:lnTo>
                <a:lnTo>
                  <a:pt x="656450" y="426720"/>
                </a:lnTo>
                <a:lnTo>
                  <a:pt x="700318" y="426720"/>
                </a:lnTo>
                <a:lnTo>
                  <a:pt x="698373" y="429260"/>
                </a:lnTo>
                <a:lnTo>
                  <a:pt x="696142" y="431800"/>
                </a:lnTo>
                <a:close/>
              </a:path>
              <a:path w="718185" h="461010">
                <a:moveTo>
                  <a:pt x="66713" y="427989"/>
                </a:moveTo>
                <a:lnTo>
                  <a:pt x="64096" y="427989"/>
                </a:lnTo>
                <a:lnTo>
                  <a:pt x="63449" y="426720"/>
                </a:lnTo>
                <a:lnTo>
                  <a:pt x="66713" y="427989"/>
                </a:lnTo>
                <a:close/>
              </a:path>
              <a:path w="718185" h="461010">
                <a:moveTo>
                  <a:pt x="653884" y="427989"/>
                </a:moveTo>
                <a:lnTo>
                  <a:pt x="651268" y="427989"/>
                </a:lnTo>
                <a:lnTo>
                  <a:pt x="654532" y="426720"/>
                </a:lnTo>
                <a:lnTo>
                  <a:pt x="653884" y="427989"/>
                </a:lnTo>
                <a:close/>
              </a:path>
              <a:path w="718185" h="461010">
                <a:moveTo>
                  <a:pt x="74942" y="430529"/>
                </a:moveTo>
                <a:lnTo>
                  <a:pt x="72148" y="430529"/>
                </a:lnTo>
                <a:lnTo>
                  <a:pt x="71462" y="429260"/>
                </a:lnTo>
                <a:lnTo>
                  <a:pt x="74942" y="430529"/>
                </a:lnTo>
                <a:close/>
              </a:path>
              <a:path w="718185" h="461010">
                <a:moveTo>
                  <a:pt x="645833" y="430529"/>
                </a:moveTo>
                <a:lnTo>
                  <a:pt x="643039" y="430529"/>
                </a:lnTo>
                <a:lnTo>
                  <a:pt x="646518" y="429260"/>
                </a:lnTo>
                <a:lnTo>
                  <a:pt x="645833" y="430529"/>
                </a:lnTo>
                <a:close/>
              </a:path>
              <a:path w="718185" h="461010">
                <a:moveTo>
                  <a:pt x="80695" y="431800"/>
                </a:moveTo>
                <a:lnTo>
                  <a:pt x="77800" y="431800"/>
                </a:lnTo>
                <a:lnTo>
                  <a:pt x="77088" y="430529"/>
                </a:lnTo>
                <a:lnTo>
                  <a:pt x="80695" y="431800"/>
                </a:lnTo>
                <a:close/>
              </a:path>
              <a:path w="718185" h="461010">
                <a:moveTo>
                  <a:pt x="640181" y="431800"/>
                </a:moveTo>
                <a:lnTo>
                  <a:pt x="637286" y="431800"/>
                </a:lnTo>
                <a:lnTo>
                  <a:pt x="640892" y="430529"/>
                </a:lnTo>
                <a:lnTo>
                  <a:pt x="640181" y="431800"/>
                </a:lnTo>
                <a:close/>
              </a:path>
              <a:path w="718185" h="461010">
                <a:moveTo>
                  <a:pt x="631901" y="461010"/>
                </a:moveTo>
                <a:lnTo>
                  <a:pt x="86080" y="461010"/>
                </a:lnTo>
                <a:lnTo>
                  <a:pt x="81826" y="459739"/>
                </a:lnTo>
                <a:lnTo>
                  <a:pt x="636155" y="459739"/>
                </a:lnTo>
                <a:lnTo>
                  <a:pt x="631901" y="461010"/>
                </a:lnTo>
                <a:close/>
              </a:path>
            </a:pathLst>
          </a:custGeom>
          <a:solidFill>
            <a:srgbClr val="8300D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74407" y="810894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82688" y="938263"/>
            <a:ext cx="459206" cy="307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443495" y="976769"/>
            <a:ext cx="402285" cy="2682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00467" y="1545589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00467" y="1697989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4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00467" y="1926589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00467" y="2287270"/>
            <a:ext cx="5943600" cy="0"/>
          </a:xfrm>
          <a:custGeom>
            <a:avLst/>
            <a:gdLst/>
            <a:ahLst/>
            <a:cxnLst/>
            <a:rect l="l" t="t" r="r" b="b"/>
            <a:pathLst>
              <a:path w="5943600" h="0">
                <a:moveTo>
                  <a:pt x="0" y="0"/>
                </a:moveTo>
                <a:lnTo>
                  <a:pt x="5943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00467" y="3181350"/>
            <a:ext cx="5943600" cy="0"/>
          </a:xfrm>
          <a:custGeom>
            <a:avLst/>
            <a:gdLst/>
            <a:ahLst/>
            <a:cxnLst/>
            <a:rect l="l" t="t" r="r" b="b"/>
            <a:pathLst>
              <a:path w="5943600" h="0">
                <a:moveTo>
                  <a:pt x="0" y="0"/>
                </a:moveTo>
                <a:lnTo>
                  <a:pt x="594360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00467" y="6153150"/>
            <a:ext cx="5943600" cy="0"/>
          </a:xfrm>
          <a:custGeom>
            <a:avLst/>
            <a:gdLst/>
            <a:ahLst/>
            <a:cxnLst/>
            <a:rect l="l" t="t" r="r" b="b"/>
            <a:pathLst>
              <a:path w="5943600" h="0">
                <a:moveTo>
                  <a:pt x="0" y="0"/>
                </a:moveTo>
                <a:lnTo>
                  <a:pt x="5943600" y="0"/>
                </a:lnTo>
              </a:path>
            </a:pathLst>
          </a:custGeom>
          <a:ln w="666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72794" y="5892800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40" b="1">
                <a:latin typeface="NanumGothic"/>
                <a:cs typeface="NanumGothic"/>
              </a:rPr>
              <a:t>１</a:t>
            </a:r>
            <a:endParaRPr sz="2400">
              <a:latin typeface="NanumGothic"/>
              <a:cs typeface="Nanum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4232" y="302069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40" b="1">
                <a:latin typeface="NanumGothic"/>
                <a:cs typeface="NanumGothic"/>
              </a:rPr>
              <a:t>２</a:t>
            </a:r>
            <a:endParaRPr sz="2400">
              <a:latin typeface="NanumGothic"/>
              <a:cs typeface="Nanum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4232" y="1515745"/>
            <a:ext cx="330200" cy="959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45"/>
              </a:lnSpc>
              <a:spcBef>
                <a:spcPts val="100"/>
              </a:spcBef>
            </a:pPr>
            <a:r>
              <a:rPr dirty="0" sz="2400" spc="140" b="1">
                <a:latin typeface="NanumGothic"/>
                <a:cs typeface="NanumGothic"/>
              </a:rPr>
              <a:t>５</a:t>
            </a:r>
            <a:endParaRPr sz="2400">
              <a:latin typeface="NanumGothic"/>
              <a:cs typeface="NanumGothic"/>
            </a:endParaRPr>
          </a:p>
          <a:p>
            <a:pPr marL="12700">
              <a:lnSpc>
                <a:spcPts val="2240"/>
              </a:lnSpc>
            </a:pPr>
            <a:r>
              <a:rPr dirty="0" sz="2400" spc="140" b="1">
                <a:latin typeface="NanumGothic"/>
                <a:cs typeface="NanumGothic"/>
              </a:rPr>
              <a:t>４</a:t>
            </a:r>
            <a:endParaRPr sz="2400">
              <a:latin typeface="NanumGothic"/>
              <a:cs typeface="NanumGothic"/>
            </a:endParaRPr>
          </a:p>
          <a:p>
            <a:pPr marL="12700">
              <a:lnSpc>
                <a:spcPts val="2670"/>
              </a:lnSpc>
            </a:pPr>
            <a:r>
              <a:rPr dirty="0" sz="2400" spc="140" b="1">
                <a:latin typeface="NanumGothic"/>
                <a:cs typeface="NanumGothic"/>
              </a:rPr>
              <a:t>３</a:t>
            </a:r>
            <a:endParaRPr sz="2400">
              <a:latin typeface="NanumGothic"/>
              <a:cs typeface="Nanum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24737" y="5741670"/>
            <a:ext cx="737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Times New Roman"/>
                <a:cs typeface="Times New Roman"/>
              </a:rPr>
              <a:t>13.</a:t>
            </a:r>
            <a:r>
              <a:rPr dirty="0" sz="3200" b="1">
                <a:latin typeface="Times New Roman"/>
                <a:cs typeface="Times New Roman"/>
              </a:rPr>
              <a:t>6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94079" y="6028855"/>
            <a:ext cx="180670" cy="1060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222807" y="2952115"/>
            <a:ext cx="508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-3.4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82167" y="1448434"/>
            <a:ext cx="701040" cy="1026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-0.54</a:t>
            </a: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ts val="2500"/>
              </a:lnSpc>
            </a:pPr>
            <a:r>
              <a:rPr dirty="0" sz="2400" b="1">
                <a:latin typeface="Times New Roman"/>
                <a:cs typeface="Times New Roman"/>
              </a:rPr>
              <a:t>-0.85</a:t>
            </a:r>
            <a:endParaRPr sz="2400">
              <a:latin typeface="Times New Roman"/>
              <a:cs typeface="Times New Roman"/>
            </a:endParaRPr>
          </a:p>
          <a:p>
            <a:pPr marL="53340">
              <a:lnSpc>
                <a:spcPts val="2780"/>
              </a:lnSpc>
            </a:pPr>
            <a:r>
              <a:rPr dirty="0" sz="2400" b="1">
                <a:latin typeface="Times New Roman"/>
                <a:cs typeface="Times New Roman"/>
              </a:rPr>
              <a:t>-1.51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pc="-5"/>
              <a:t>－</a:t>
            </a:r>
            <a:r>
              <a:rPr dirty="0" spc="-5"/>
              <a:t>－－－－－－－－－－－－－－－－</a:t>
            </a:r>
            <a:r>
              <a:rPr dirty="0" u="none" spc="125"/>
              <a:t> </a:t>
            </a:r>
            <a:r>
              <a:rPr dirty="0" u="none" baseline="-10416" sz="3600" b="1">
                <a:latin typeface="Times New Roman"/>
                <a:cs typeface="Times New Roman"/>
              </a:rPr>
              <a:t>0</a:t>
            </a:r>
            <a:endParaRPr baseline="-10416"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69543" y="1195184"/>
            <a:ext cx="259956" cy="1831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08567" y="2299106"/>
            <a:ext cx="114300" cy="915035"/>
          </a:xfrm>
          <a:custGeom>
            <a:avLst/>
            <a:gdLst/>
            <a:ahLst/>
            <a:cxnLst/>
            <a:rect l="l" t="t" r="r" b="b"/>
            <a:pathLst>
              <a:path w="114300" h="915035">
                <a:moveTo>
                  <a:pt x="76200" y="828751"/>
                </a:moveTo>
                <a:lnTo>
                  <a:pt x="38100" y="828751"/>
                </a:lnTo>
                <a:lnTo>
                  <a:pt x="38100" y="0"/>
                </a:lnTo>
                <a:lnTo>
                  <a:pt x="76200" y="0"/>
                </a:lnTo>
                <a:lnTo>
                  <a:pt x="76200" y="828751"/>
                </a:lnTo>
                <a:close/>
              </a:path>
              <a:path w="114300" h="915035">
                <a:moveTo>
                  <a:pt x="57150" y="914476"/>
                </a:moveTo>
                <a:lnTo>
                  <a:pt x="0" y="800176"/>
                </a:lnTo>
                <a:lnTo>
                  <a:pt x="38100" y="800176"/>
                </a:lnTo>
                <a:lnTo>
                  <a:pt x="38100" y="828751"/>
                </a:lnTo>
                <a:lnTo>
                  <a:pt x="100012" y="828751"/>
                </a:lnTo>
                <a:lnTo>
                  <a:pt x="57150" y="914476"/>
                </a:lnTo>
                <a:close/>
              </a:path>
              <a:path w="114300" h="915035">
                <a:moveTo>
                  <a:pt x="100012" y="828751"/>
                </a:moveTo>
                <a:lnTo>
                  <a:pt x="76200" y="828751"/>
                </a:lnTo>
                <a:lnTo>
                  <a:pt x="76200" y="800176"/>
                </a:lnTo>
                <a:lnTo>
                  <a:pt x="114300" y="800176"/>
                </a:lnTo>
                <a:lnTo>
                  <a:pt x="100012" y="828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61043" y="1918068"/>
            <a:ext cx="114300" cy="1296035"/>
          </a:xfrm>
          <a:custGeom>
            <a:avLst/>
            <a:gdLst/>
            <a:ahLst/>
            <a:cxnLst/>
            <a:rect l="l" t="t" r="r" b="b"/>
            <a:pathLst>
              <a:path w="114300" h="1296035">
                <a:moveTo>
                  <a:pt x="76200" y="1209789"/>
                </a:moveTo>
                <a:lnTo>
                  <a:pt x="38100" y="1209789"/>
                </a:lnTo>
                <a:lnTo>
                  <a:pt x="38100" y="0"/>
                </a:lnTo>
                <a:lnTo>
                  <a:pt x="76200" y="0"/>
                </a:lnTo>
                <a:lnTo>
                  <a:pt x="76200" y="1209789"/>
                </a:lnTo>
                <a:close/>
              </a:path>
              <a:path w="114300" h="1296035">
                <a:moveTo>
                  <a:pt x="57150" y="1295514"/>
                </a:moveTo>
                <a:lnTo>
                  <a:pt x="0" y="1181214"/>
                </a:lnTo>
                <a:lnTo>
                  <a:pt x="38100" y="1181214"/>
                </a:lnTo>
                <a:lnTo>
                  <a:pt x="38100" y="1209789"/>
                </a:lnTo>
                <a:lnTo>
                  <a:pt x="100012" y="1209789"/>
                </a:lnTo>
                <a:lnTo>
                  <a:pt x="57150" y="1295514"/>
                </a:lnTo>
                <a:close/>
              </a:path>
              <a:path w="114300" h="1296035">
                <a:moveTo>
                  <a:pt x="100012" y="1209789"/>
                </a:moveTo>
                <a:lnTo>
                  <a:pt x="76200" y="1209789"/>
                </a:lnTo>
                <a:lnTo>
                  <a:pt x="76200" y="1181214"/>
                </a:lnTo>
                <a:lnTo>
                  <a:pt x="114300" y="1181214"/>
                </a:lnTo>
                <a:lnTo>
                  <a:pt x="100012" y="12097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13519" y="1689455"/>
            <a:ext cx="114300" cy="1524635"/>
          </a:xfrm>
          <a:custGeom>
            <a:avLst/>
            <a:gdLst/>
            <a:ahLst/>
            <a:cxnLst/>
            <a:rect l="l" t="t" r="r" b="b"/>
            <a:pathLst>
              <a:path w="114300" h="1524635">
                <a:moveTo>
                  <a:pt x="76200" y="1438402"/>
                </a:moveTo>
                <a:lnTo>
                  <a:pt x="38100" y="1438402"/>
                </a:lnTo>
                <a:lnTo>
                  <a:pt x="38100" y="0"/>
                </a:lnTo>
                <a:lnTo>
                  <a:pt x="76200" y="0"/>
                </a:lnTo>
                <a:lnTo>
                  <a:pt x="76200" y="1438402"/>
                </a:lnTo>
                <a:close/>
              </a:path>
              <a:path w="114300" h="1524635">
                <a:moveTo>
                  <a:pt x="57150" y="1524127"/>
                </a:moveTo>
                <a:lnTo>
                  <a:pt x="0" y="1409827"/>
                </a:lnTo>
                <a:lnTo>
                  <a:pt x="38100" y="1409827"/>
                </a:lnTo>
                <a:lnTo>
                  <a:pt x="38100" y="1438402"/>
                </a:lnTo>
                <a:lnTo>
                  <a:pt x="100012" y="1438402"/>
                </a:lnTo>
                <a:lnTo>
                  <a:pt x="57150" y="1524127"/>
                </a:lnTo>
                <a:close/>
              </a:path>
              <a:path w="114300" h="1524635">
                <a:moveTo>
                  <a:pt x="100012" y="1438402"/>
                </a:moveTo>
                <a:lnTo>
                  <a:pt x="76200" y="1438402"/>
                </a:lnTo>
                <a:lnTo>
                  <a:pt x="76200" y="1409827"/>
                </a:lnTo>
                <a:lnTo>
                  <a:pt x="114300" y="1409827"/>
                </a:lnTo>
                <a:lnTo>
                  <a:pt x="100012" y="1438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65996" y="1537042"/>
            <a:ext cx="114300" cy="1677035"/>
          </a:xfrm>
          <a:custGeom>
            <a:avLst/>
            <a:gdLst/>
            <a:ahLst/>
            <a:cxnLst/>
            <a:rect l="l" t="t" r="r" b="b"/>
            <a:pathLst>
              <a:path w="114300" h="1677035">
                <a:moveTo>
                  <a:pt x="76200" y="1590814"/>
                </a:moveTo>
                <a:lnTo>
                  <a:pt x="38100" y="1590814"/>
                </a:lnTo>
                <a:lnTo>
                  <a:pt x="38100" y="0"/>
                </a:lnTo>
                <a:lnTo>
                  <a:pt x="76200" y="0"/>
                </a:lnTo>
                <a:lnTo>
                  <a:pt x="76200" y="1590814"/>
                </a:lnTo>
                <a:close/>
              </a:path>
              <a:path w="114300" h="1677035">
                <a:moveTo>
                  <a:pt x="57150" y="1676539"/>
                </a:moveTo>
                <a:lnTo>
                  <a:pt x="0" y="1562239"/>
                </a:lnTo>
                <a:lnTo>
                  <a:pt x="38100" y="1562239"/>
                </a:lnTo>
                <a:lnTo>
                  <a:pt x="38100" y="1590814"/>
                </a:lnTo>
                <a:lnTo>
                  <a:pt x="100012" y="1590814"/>
                </a:lnTo>
                <a:lnTo>
                  <a:pt x="57150" y="1676539"/>
                </a:lnTo>
                <a:close/>
              </a:path>
              <a:path w="114300" h="1677035">
                <a:moveTo>
                  <a:pt x="100012" y="1590814"/>
                </a:moveTo>
                <a:lnTo>
                  <a:pt x="76200" y="1590814"/>
                </a:lnTo>
                <a:lnTo>
                  <a:pt x="76200" y="1562239"/>
                </a:lnTo>
                <a:lnTo>
                  <a:pt x="114300" y="1562239"/>
                </a:lnTo>
                <a:lnTo>
                  <a:pt x="100012" y="15908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18472" y="1308417"/>
            <a:ext cx="114300" cy="1905635"/>
          </a:xfrm>
          <a:custGeom>
            <a:avLst/>
            <a:gdLst/>
            <a:ahLst/>
            <a:cxnLst/>
            <a:rect l="l" t="t" r="r" b="b"/>
            <a:pathLst>
              <a:path w="114300" h="1905635">
                <a:moveTo>
                  <a:pt x="57150" y="1905165"/>
                </a:moveTo>
                <a:lnTo>
                  <a:pt x="0" y="1790865"/>
                </a:lnTo>
                <a:lnTo>
                  <a:pt x="114300" y="1790865"/>
                </a:lnTo>
                <a:lnTo>
                  <a:pt x="57150" y="1905165"/>
                </a:lnTo>
                <a:close/>
              </a:path>
              <a:path w="114300" h="1905635">
                <a:moveTo>
                  <a:pt x="76200" y="38100"/>
                </a:moveTo>
                <a:lnTo>
                  <a:pt x="38100" y="3810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100"/>
                </a:lnTo>
                <a:close/>
              </a:path>
              <a:path w="114300" h="1905635">
                <a:moveTo>
                  <a:pt x="76200" y="114300"/>
                </a:moveTo>
                <a:lnTo>
                  <a:pt x="38100" y="1143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114300"/>
                </a:lnTo>
                <a:close/>
              </a:path>
              <a:path w="114300" h="1905635">
                <a:moveTo>
                  <a:pt x="76200" y="190500"/>
                </a:moveTo>
                <a:lnTo>
                  <a:pt x="38100" y="19050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190500"/>
                </a:lnTo>
                <a:close/>
              </a:path>
              <a:path w="114300" h="1905635">
                <a:moveTo>
                  <a:pt x="76200" y="266700"/>
                </a:moveTo>
                <a:lnTo>
                  <a:pt x="38100" y="266700"/>
                </a:lnTo>
                <a:lnTo>
                  <a:pt x="38100" y="228600"/>
                </a:lnTo>
                <a:lnTo>
                  <a:pt x="76200" y="228600"/>
                </a:lnTo>
                <a:lnTo>
                  <a:pt x="76200" y="266700"/>
                </a:lnTo>
                <a:close/>
              </a:path>
              <a:path w="114300" h="1905635">
                <a:moveTo>
                  <a:pt x="76200" y="342900"/>
                </a:moveTo>
                <a:lnTo>
                  <a:pt x="38100" y="342900"/>
                </a:lnTo>
                <a:lnTo>
                  <a:pt x="38100" y="304800"/>
                </a:lnTo>
                <a:lnTo>
                  <a:pt x="76200" y="304800"/>
                </a:lnTo>
                <a:lnTo>
                  <a:pt x="76200" y="342900"/>
                </a:lnTo>
                <a:close/>
              </a:path>
              <a:path w="114300" h="1905635">
                <a:moveTo>
                  <a:pt x="76200" y="419100"/>
                </a:moveTo>
                <a:lnTo>
                  <a:pt x="38100" y="419100"/>
                </a:lnTo>
                <a:lnTo>
                  <a:pt x="38100" y="381000"/>
                </a:lnTo>
                <a:lnTo>
                  <a:pt x="76200" y="381000"/>
                </a:lnTo>
                <a:lnTo>
                  <a:pt x="76200" y="419100"/>
                </a:lnTo>
                <a:close/>
              </a:path>
              <a:path w="114300" h="1905635">
                <a:moveTo>
                  <a:pt x="76200" y="495300"/>
                </a:moveTo>
                <a:lnTo>
                  <a:pt x="38100" y="495300"/>
                </a:lnTo>
                <a:lnTo>
                  <a:pt x="38100" y="457200"/>
                </a:lnTo>
                <a:lnTo>
                  <a:pt x="76200" y="457200"/>
                </a:lnTo>
                <a:lnTo>
                  <a:pt x="76200" y="495300"/>
                </a:lnTo>
                <a:close/>
              </a:path>
              <a:path w="114300" h="1905635">
                <a:moveTo>
                  <a:pt x="76200" y="571500"/>
                </a:moveTo>
                <a:lnTo>
                  <a:pt x="38100" y="571500"/>
                </a:lnTo>
                <a:lnTo>
                  <a:pt x="38100" y="533400"/>
                </a:lnTo>
                <a:lnTo>
                  <a:pt x="76200" y="533400"/>
                </a:lnTo>
                <a:lnTo>
                  <a:pt x="76200" y="571500"/>
                </a:lnTo>
                <a:close/>
              </a:path>
              <a:path w="114300" h="1905635">
                <a:moveTo>
                  <a:pt x="76200" y="647700"/>
                </a:moveTo>
                <a:lnTo>
                  <a:pt x="38100" y="647700"/>
                </a:lnTo>
                <a:lnTo>
                  <a:pt x="38100" y="609600"/>
                </a:lnTo>
                <a:lnTo>
                  <a:pt x="76200" y="609600"/>
                </a:lnTo>
                <a:lnTo>
                  <a:pt x="76200" y="647700"/>
                </a:lnTo>
                <a:close/>
              </a:path>
              <a:path w="114300" h="1905635">
                <a:moveTo>
                  <a:pt x="76200" y="723900"/>
                </a:moveTo>
                <a:lnTo>
                  <a:pt x="38100" y="723900"/>
                </a:lnTo>
                <a:lnTo>
                  <a:pt x="38100" y="685800"/>
                </a:lnTo>
                <a:lnTo>
                  <a:pt x="76200" y="685800"/>
                </a:lnTo>
                <a:lnTo>
                  <a:pt x="76200" y="723900"/>
                </a:lnTo>
                <a:close/>
              </a:path>
              <a:path w="114300" h="1905635">
                <a:moveTo>
                  <a:pt x="76200" y="800100"/>
                </a:moveTo>
                <a:lnTo>
                  <a:pt x="38100" y="800100"/>
                </a:lnTo>
                <a:lnTo>
                  <a:pt x="38100" y="762000"/>
                </a:lnTo>
                <a:lnTo>
                  <a:pt x="76200" y="762000"/>
                </a:lnTo>
                <a:lnTo>
                  <a:pt x="76200" y="800100"/>
                </a:lnTo>
                <a:close/>
              </a:path>
              <a:path w="114300" h="1905635">
                <a:moveTo>
                  <a:pt x="76200" y="876300"/>
                </a:moveTo>
                <a:lnTo>
                  <a:pt x="38100" y="876300"/>
                </a:lnTo>
                <a:lnTo>
                  <a:pt x="38100" y="838200"/>
                </a:lnTo>
                <a:lnTo>
                  <a:pt x="76200" y="838200"/>
                </a:lnTo>
                <a:lnTo>
                  <a:pt x="76200" y="876300"/>
                </a:lnTo>
                <a:close/>
              </a:path>
              <a:path w="114300" h="1905635">
                <a:moveTo>
                  <a:pt x="76200" y="952500"/>
                </a:moveTo>
                <a:lnTo>
                  <a:pt x="38100" y="952500"/>
                </a:lnTo>
                <a:lnTo>
                  <a:pt x="38100" y="914400"/>
                </a:lnTo>
                <a:lnTo>
                  <a:pt x="76200" y="914400"/>
                </a:lnTo>
                <a:lnTo>
                  <a:pt x="76200" y="952500"/>
                </a:lnTo>
                <a:close/>
              </a:path>
              <a:path w="114300" h="1905635">
                <a:moveTo>
                  <a:pt x="76200" y="1028700"/>
                </a:moveTo>
                <a:lnTo>
                  <a:pt x="38100" y="1028700"/>
                </a:lnTo>
                <a:lnTo>
                  <a:pt x="38100" y="990600"/>
                </a:lnTo>
                <a:lnTo>
                  <a:pt x="76200" y="990600"/>
                </a:lnTo>
                <a:lnTo>
                  <a:pt x="76200" y="1028700"/>
                </a:lnTo>
                <a:close/>
              </a:path>
              <a:path w="114300" h="1905635">
                <a:moveTo>
                  <a:pt x="76200" y="1104900"/>
                </a:moveTo>
                <a:lnTo>
                  <a:pt x="38100" y="1104900"/>
                </a:lnTo>
                <a:lnTo>
                  <a:pt x="38100" y="1066800"/>
                </a:lnTo>
                <a:lnTo>
                  <a:pt x="76200" y="1066800"/>
                </a:lnTo>
                <a:lnTo>
                  <a:pt x="76200" y="1104900"/>
                </a:lnTo>
                <a:close/>
              </a:path>
              <a:path w="114300" h="1905635">
                <a:moveTo>
                  <a:pt x="76200" y="1181100"/>
                </a:moveTo>
                <a:lnTo>
                  <a:pt x="38100" y="1181100"/>
                </a:lnTo>
                <a:lnTo>
                  <a:pt x="38100" y="1143000"/>
                </a:lnTo>
                <a:lnTo>
                  <a:pt x="76200" y="1143000"/>
                </a:lnTo>
                <a:lnTo>
                  <a:pt x="76200" y="1181100"/>
                </a:lnTo>
                <a:close/>
              </a:path>
              <a:path w="114300" h="1905635">
                <a:moveTo>
                  <a:pt x="76200" y="1257300"/>
                </a:moveTo>
                <a:lnTo>
                  <a:pt x="38100" y="1257300"/>
                </a:lnTo>
                <a:lnTo>
                  <a:pt x="38100" y="1219200"/>
                </a:lnTo>
                <a:lnTo>
                  <a:pt x="76200" y="1219200"/>
                </a:lnTo>
                <a:lnTo>
                  <a:pt x="76200" y="1257300"/>
                </a:lnTo>
                <a:close/>
              </a:path>
              <a:path w="114300" h="1905635">
                <a:moveTo>
                  <a:pt x="76200" y="1333500"/>
                </a:moveTo>
                <a:lnTo>
                  <a:pt x="38100" y="1333500"/>
                </a:lnTo>
                <a:lnTo>
                  <a:pt x="38100" y="1295400"/>
                </a:lnTo>
                <a:lnTo>
                  <a:pt x="76200" y="1295400"/>
                </a:lnTo>
                <a:lnTo>
                  <a:pt x="76200" y="1333500"/>
                </a:lnTo>
                <a:close/>
              </a:path>
              <a:path w="114300" h="1905635">
                <a:moveTo>
                  <a:pt x="76200" y="1409700"/>
                </a:moveTo>
                <a:lnTo>
                  <a:pt x="38100" y="1409700"/>
                </a:lnTo>
                <a:lnTo>
                  <a:pt x="38100" y="1371600"/>
                </a:lnTo>
                <a:lnTo>
                  <a:pt x="76200" y="1371600"/>
                </a:lnTo>
                <a:lnTo>
                  <a:pt x="76200" y="1409700"/>
                </a:lnTo>
                <a:close/>
              </a:path>
              <a:path w="114300" h="1905635">
                <a:moveTo>
                  <a:pt x="76200" y="1485900"/>
                </a:moveTo>
                <a:lnTo>
                  <a:pt x="38100" y="1485900"/>
                </a:lnTo>
                <a:lnTo>
                  <a:pt x="38100" y="1447800"/>
                </a:lnTo>
                <a:lnTo>
                  <a:pt x="76200" y="1447800"/>
                </a:lnTo>
                <a:lnTo>
                  <a:pt x="76200" y="1485900"/>
                </a:lnTo>
                <a:close/>
              </a:path>
              <a:path w="114300" h="1905635">
                <a:moveTo>
                  <a:pt x="76200" y="1562100"/>
                </a:moveTo>
                <a:lnTo>
                  <a:pt x="38100" y="1562100"/>
                </a:lnTo>
                <a:lnTo>
                  <a:pt x="38100" y="1524000"/>
                </a:lnTo>
                <a:lnTo>
                  <a:pt x="76200" y="1524000"/>
                </a:lnTo>
                <a:lnTo>
                  <a:pt x="76200" y="1562100"/>
                </a:lnTo>
                <a:close/>
              </a:path>
              <a:path w="114300" h="1905635">
                <a:moveTo>
                  <a:pt x="76200" y="1638300"/>
                </a:moveTo>
                <a:lnTo>
                  <a:pt x="38100" y="1638300"/>
                </a:lnTo>
                <a:lnTo>
                  <a:pt x="38100" y="1600200"/>
                </a:lnTo>
                <a:lnTo>
                  <a:pt x="76200" y="1600200"/>
                </a:lnTo>
                <a:lnTo>
                  <a:pt x="76200" y="1638300"/>
                </a:lnTo>
                <a:close/>
              </a:path>
              <a:path w="114300" h="1905635">
                <a:moveTo>
                  <a:pt x="76200" y="1714500"/>
                </a:moveTo>
                <a:lnTo>
                  <a:pt x="38100" y="1714500"/>
                </a:lnTo>
                <a:lnTo>
                  <a:pt x="38100" y="1676400"/>
                </a:lnTo>
                <a:lnTo>
                  <a:pt x="76200" y="1676400"/>
                </a:lnTo>
                <a:lnTo>
                  <a:pt x="76200" y="1714500"/>
                </a:lnTo>
                <a:close/>
              </a:path>
              <a:path w="114300" h="1905635">
                <a:moveTo>
                  <a:pt x="76200" y="1790700"/>
                </a:moveTo>
                <a:lnTo>
                  <a:pt x="38100" y="1790700"/>
                </a:lnTo>
                <a:lnTo>
                  <a:pt x="38100" y="1752600"/>
                </a:lnTo>
                <a:lnTo>
                  <a:pt x="76200" y="1752600"/>
                </a:lnTo>
                <a:lnTo>
                  <a:pt x="76200" y="1790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644457" y="3243427"/>
            <a:ext cx="380365" cy="173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巴 耳 末 系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59809" y="1928495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76200" y="295274"/>
                </a:moveTo>
                <a:lnTo>
                  <a:pt x="38100" y="295274"/>
                </a:lnTo>
                <a:lnTo>
                  <a:pt x="38100" y="0"/>
                </a:lnTo>
                <a:lnTo>
                  <a:pt x="76200" y="0"/>
                </a:lnTo>
                <a:lnTo>
                  <a:pt x="76200" y="295274"/>
                </a:lnTo>
                <a:close/>
              </a:path>
              <a:path w="114300" h="381000">
                <a:moveTo>
                  <a:pt x="57150" y="380999"/>
                </a:moveTo>
                <a:lnTo>
                  <a:pt x="0" y="266699"/>
                </a:lnTo>
                <a:lnTo>
                  <a:pt x="38100" y="266699"/>
                </a:lnTo>
                <a:lnTo>
                  <a:pt x="38100" y="295274"/>
                </a:lnTo>
                <a:lnTo>
                  <a:pt x="100012" y="295274"/>
                </a:lnTo>
                <a:lnTo>
                  <a:pt x="57150" y="380999"/>
                </a:lnTo>
                <a:close/>
              </a:path>
              <a:path w="114300" h="381000">
                <a:moveTo>
                  <a:pt x="100012" y="295274"/>
                </a:moveTo>
                <a:lnTo>
                  <a:pt x="76200" y="295274"/>
                </a:lnTo>
                <a:lnTo>
                  <a:pt x="76200" y="266699"/>
                </a:lnTo>
                <a:lnTo>
                  <a:pt x="114300" y="266699"/>
                </a:lnTo>
                <a:lnTo>
                  <a:pt x="100012" y="295274"/>
                </a:lnTo>
                <a:close/>
              </a:path>
            </a:pathLst>
          </a:custGeom>
          <a:solidFill>
            <a:srgbClr val="FA3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12209" y="1699895"/>
            <a:ext cx="114300" cy="609600"/>
          </a:xfrm>
          <a:custGeom>
            <a:avLst/>
            <a:gdLst/>
            <a:ahLst/>
            <a:cxnLst/>
            <a:rect l="l" t="t" r="r" b="b"/>
            <a:pathLst>
              <a:path w="114300" h="609600">
                <a:moveTo>
                  <a:pt x="76200" y="523874"/>
                </a:moveTo>
                <a:lnTo>
                  <a:pt x="38100" y="523874"/>
                </a:lnTo>
                <a:lnTo>
                  <a:pt x="38100" y="0"/>
                </a:lnTo>
                <a:lnTo>
                  <a:pt x="76200" y="0"/>
                </a:lnTo>
                <a:lnTo>
                  <a:pt x="76200" y="523874"/>
                </a:lnTo>
                <a:close/>
              </a:path>
              <a:path w="114300" h="609600">
                <a:moveTo>
                  <a:pt x="57150" y="609599"/>
                </a:moveTo>
                <a:lnTo>
                  <a:pt x="0" y="495299"/>
                </a:lnTo>
                <a:lnTo>
                  <a:pt x="38100" y="495299"/>
                </a:lnTo>
                <a:lnTo>
                  <a:pt x="38100" y="523874"/>
                </a:lnTo>
                <a:lnTo>
                  <a:pt x="100012" y="523874"/>
                </a:lnTo>
                <a:lnTo>
                  <a:pt x="57150" y="609599"/>
                </a:lnTo>
                <a:close/>
              </a:path>
              <a:path w="114300" h="609600">
                <a:moveTo>
                  <a:pt x="100012" y="523874"/>
                </a:moveTo>
                <a:lnTo>
                  <a:pt x="76200" y="523874"/>
                </a:lnTo>
                <a:lnTo>
                  <a:pt x="76200" y="495299"/>
                </a:lnTo>
                <a:lnTo>
                  <a:pt x="114300" y="495299"/>
                </a:lnTo>
                <a:lnTo>
                  <a:pt x="100012" y="523874"/>
                </a:lnTo>
                <a:close/>
              </a:path>
            </a:pathLst>
          </a:custGeom>
          <a:solidFill>
            <a:srgbClr val="FA3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64609" y="1547494"/>
            <a:ext cx="114300" cy="762000"/>
          </a:xfrm>
          <a:custGeom>
            <a:avLst/>
            <a:gdLst/>
            <a:ahLst/>
            <a:cxnLst/>
            <a:rect l="l" t="t" r="r" b="b"/>
            <a:pathLst>
              <a:path w="114300" h="762000">
                <a:moveTo>
                  <a:pt x="76200" y="676274"/>
                </a:moveTo>
                <a:lnTo>
                  <a:pt x="38100" y="676274"/>
                </a:lnTo>
                <a:lnTo>
                  <a:pt x="38100" y="0"/>
                </a:lnTo>
                <a:lnTo>
                  <a:pt x="76200" y="0"/>
                </a:lnTo>
                <a:lnTo>
                  <a:pt x="76200" y="676274"/>
                </a:lnTo>
                <a:close/>
              </a:path>
              <a:path w="114300" h="762000">
                <a:moveTo>
                  <a:pt x="57150" y="761999"/>
                </a:moveTo>
                <a:lnTo>
                  <a:pt x="0" y="647699"/>
                </a:lnTo>
                <a:lnTo>
                  <a:pt x="38100" y="647699"/>
                </a:lnTo>
                <a:lnTo>
                  <a:pt x="38100" y="676274"/>
                </a:lnTo>
                <a:lnTo>
                  <a:pt x="100012" y="676274"/>
                </a:lnTo>
                <a:lnTo>
                  <a:pt x="57150" y="761999"/>
                </a:lnTo>
                <a:close/>
              </a:path>
              <a:path w="114300" h="762000">
                <a:moveTo>
                  <a:pt x="100012" y="676274"/>
                </a:moveTo>
                <a:lnTo>
                  <a:pt x="76200" y="676274"/>
                </a:lnTo>
                <a:lnTo>
                  <a:pt x="76200" y="647699"/>
                </a:lnTo>
                <a:lnTo>
                  <a:pt x="114300" y="647699"/>
                </a:lnTo>
                <a:lnTo>
                  <a:pt x="100012" y="676274"/>
                </a:lnTo>
                <a:close/>
              </a:path>
            </a:pathLst>
          </a:custGeom>
          <a:solidFill>
            <a:srgbClr val="FA3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93209" y="1318894"/>
            <a:ext cx="114300" cy="990600"/>
          </a:xfrm>
          <a:custGeom>
            <a:avLst/>
            <a:gdLst/>
            <a:ahLst/>
            <a:cxnLst/>
            <a:rect l="l" t="t" r="r" b="b"/>
            <a:pathLst>
              <a:path w="114300" h="990600">
                <a:moveTo>
                  <a:pt x="76200" y="876299"/>
                </a:moveTo>
                <a:lnTo>
                  <a:pt x="38100" y="876299"/>
                </a:lnTo>
                <a:lnTo>
                  <a:pt x="38100" y="838199"/>
                </a:lnTo>
                <a:lnTo>
                  <a:pt x="76200" y="838199"/>
                </a:lnTo>
                <a:lnTo>
                  <a:pt x="76200" y="876299"/>
                </a:lnTo>
                <a:close/>
              </a:path>
              <a:path w="114300" h="990600">
                <a:moveTo>
                  <a:pt x="57150" y="990599"/>
                </a:moveTo>
                <a:lnTo>
                  <a:pt x="0" y="876299"/>
                </a:lnTo>
                <a:lnTo>
                  <a:pt x="114300" y="876299"/>
                </a:lnTo>
                <a:lnTo>
                  <a:pt x="57150" y="990599"/>
                </a:lnTo>
                <a:close/>
              </a:path>
              <a:path w="114300" h="990600">
                <a:moveTo>
                  <a:pt x="76200" y="38099"/>
                </a:moveTo>
                <a:lnTo>
                  <a:pt x="38100" y="38099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099"/>
                </a:lnTo>
                <a:close/>
              </a:path>
              <a:path w="114300" h="990600">
                <a:moveTo>
                  <a:pt x="76200" y="114299"/>
                </a:moveTo>
                <a:lnTo>
                  <a:pt x="38100" y="1142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114299"/>
                </a:lnTo>
                <a:close/>
              </a:path>
              <a:path w="114300" h="990600">
                <a:moveTo>
                  <a:pt x="76200" y="190499"/>
                </a:moveTo>
                <a:lnTo>
                  <a:pt x="38100" y="190499"/>
                </a:lnTo>
                <a:lnTo>
                  <a:pt x="38100" y="152399"/>
                </a:lnTo>
                <a:lnTo>
                  <a:pt x="76200" y="152399"/>
                </a:lnTo>
                <a:lnTo>
                  <a:pt x="76200" y="190499"/>
                </a:lnTo>
                <a:close/>
              </a:path>
              <a:path w="114300" h="990600">
                <a:moveTo>
                  <a:pt x="76200" y="266699"/>
                </a:moveTo>
                <a:lnTo>
                  <a:pt x="38100" y="266699"/>
                </a:lnTo>
                <a:lnTo>
                  <a:pt x="38100" y="228599"/>
                </a:lnTo>
                <a:lnTo>
                  <a:pt x="76200" y="228599"/>
                </a:lnTo>
                <a:lnTo>
                  <a:pt x="76200" y="266699"/>
                </a:lnTo>
                <a:close/>
              </a:path>
              <a:path w="114300" h="990600">
                <a:moveTo>
                  <a:pt x="76200" y="342899"/>
                </a:moveTo>
                <a:lnTo>
                  <a:pt x="38100" y="342899"/>
                </a:lnTo>
                <a:lnTo>
                  <a:pt x="38100" y="304799"/>
                </a:lnTo>
                <a:lnTo>
                  <a:pt x="76200" y="304799"/>
                </a:lnTo>
                <a:lnTo>
                  <a:pt x="76200" y="342899"/>
                </a:lnTo>
                <a:close/>
              </a:path>
              <a:path w="114300" h="990600">
                <a:moveTo>
                  <a:pt x="76200" y="419099"/>
                </a:moveTo>
                <a:lnTo>
                  <a:pt x="38100" y="419099"/>
                </a:lnTo>
                <a:lnTo>
                  <a:pt x="38100" y="380999"/>
                </a:lnTo>
                <a:lnTo>
                  <a:pt x="76200" y="380999"/>
                </a:lnTo>
                <a:lnTo>
                  <a:pt x="76200" y="419099"/>
                </a:lnTo>
                <a:close/>
              </a:path>
              <a:path w="114300" h="990600">
                <a:moveTo>
                  <a:pt x="76200" y="495299"/>
                </a:moveTo>
                <a:lnTo>
                  <a:pt x="38100" y="495299"/>
                </a:lnTo>
                <a:lnTo>
                  <a:pt x="38100" y="457199"/>
                </a:lnTo>
                <a:lnTo>
                  <a:pt x="76200" y="457199"/>
                </a:lnTo>
                <a:lnTo>
                  <a:pt x="76200" y="495299"/>
                </a:lnTo>
                <a:close/>
              </a:path>
              <a:path w="114300" h="990600">
                <a:moveTo>
                  <a:pt x="76200" y="571499"/>
                </a:moveTo>
                <a:lnTo>
                  <a:pt x="38100" y="571499"/>
                </a:lnTo>
                <a:lnTo>
                  <a:pt x="38100" y="533399"/>
                </a:lnTo>
                <a:lnTo>
                  <a:pt x="76200" y="533399"/>
                </a:lnTo>
                <a:lnTo>
                  <a:pt x="76200" y="571499"/>
                </a:lnTo>
                <a:close/>
              </a:path>
              <a:path w="114300" h="990600">
                <a:moveTo>
                  <a:pt x="76200" y="647699"/>
                </a:moveTo>
                <a:lnTo>
                  <a:pt x="38100" y="647699"/>
                </a:lnTo>
                <a:lnTo>
                  <a:pt x="38100" y="609599"/>
                </a:lnTo>
                <a:lnTo>
                  <a:pt x="76200" y="609599"/>
                </a:lnTo>
                <a:lnTo>
                  <a:pt x="76200" y="647699"/>
                </a:lnTo>
                <a:close/>
              </a:path>
              <a:path w="114300" h="990600">
                <a:moveTo>
                  <a:pt x="76200" y="723899"/>
                </a:moveTo>
                <a:lnTo>
                  <a:pt x="38100" y="723899"/>
                </a:lnTo>
                <a:lnTo>
                  <a:pt x="38100" y="685799"/>
                </a:lnTo>
                <a:lnTo>
                  <a:pt x="76200" y="685799"/>
                </a:lnTo>
                <a:lnTo>
                  <a:pt x="76200" y="723899"/>
                </a:lnTo>
                <a:close/>
              </a:path>
              <a:path w="114300" h="990600">
                <a:moveTo>
                  <a:pt x="76200" y="800099"/>
                </a:moveTo>
                <a:lnTo>
                  <a:pt x="38100" y="800099"/>
                </a:lnTo>
                <a:lnTo>
                  <a:pt x="38100" y="761999"/>
                </a:lnTo>
                <a:lnTo>
                  <a:pt x="76200" y="761999"/>
                </a:lnTo>
                <a:lnTo>
                  <a:pt x="76200" y="800099"/>
                </a:lnTo>
                <a:close/>
              </a:path>
            </a:pathLst>
          </a:custGeom>
          <a:solidFill>
            <a:srgbClr val="FA3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3683317" y="2288222"/>
            <a:ext cx="3803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帕 邢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83317" y="3141662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46929" y="1697354"/>
            <a:ext cx="114300" cy="228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803292" y="1555724"/>
            <a:ext cx="114300" cy="370840"/>
          </a:xfrm>
          <a:custGeom>
            <a:avLst/>
            <a:gdLst/>
            <a:ahLst/>
            <a:cxnLst/>
            <a:rect l="l" t="t" r="r" b="b"/>
            <a:pathLst>
              <a:path w="114300" h="370839">
                <a:moveTo>
                  <a:pt x="76152" y="256654"/>
                </a:moveTo>
                <a:lnTo>
                  <a:pt x="38077" y="255346"/>
                </a:lnTo>
                <a:lnTo>
                  <a:pt x="46850" y="0"/>
                </a:lnTo>
                <a:lnTo>
                  <a:pt x="84924" y="1320"/>
                </a:lnTo>
                <a:lnTo>
                  <a:pt x="76152" y="256654"/>
                </a:lnTo>
                <a:close/>
              </a:path>
              <a:path w="114300" h="370839">
                <a:moveTo>
                  <a:pt x="53187" y="370230"/>
                </a:moveTo>
                <a:lnTo>
                  <a:pt x="0" y="254038"/>
                </a:lnTo>
                <a:lnTo>
                  <a:pt x="38077" y="255346"/>
                </a:lnTo>
                <a:lnTo>
                  <a:pt x="37096" y="283895"/>
                </a:lnTo>
                <a:lnTo>
                  <a:pt x="75171" y="285203"/>
                </a:lnTo>
                <a:lnTo>
                  <a:pt x="99413" y="285203"/>
                </a:lnTo>
                <a:lnTo>
                  <a:pt x="53187" y="370230"/>
                </a:lnTo>
                <a:close/>
              </a:path>
              <a:path w="114300" h="370839">
                <a:moveTo>
                  <a:pt x="75171" y="285203"/>
                </a:moveTo>
                <a:lnTo>
                  <a:pt x="37096" y="283895"/>
                </a:lnTo>
                <a:lnTo>
                  <a:pt x="38077" y="255346"/>
                </a:lnTo>
                <a:lnTo>
                  <a:pt x="76152" y="256654"/>
                </a:lnTo>
                <a:lnTo>
                  <a:pt x="75171" y="285203"/>
                </a:lnTo>
                <a:close/>
              </a:path>
              <a:path w="114300" h="370839">
                <a:moveTo>
                  <a:pt x="99413" y="285203"/>
                </a:moveTo>
                <a:lnTo>
                  <a:pt x="75171" y="285203"/>
                </a:lnTo>
                <a:lnTo>
                  <a:pt x="76152" y="256654"/>
                </a:lnTo>
                <a:lnTo>
                  <a:pt x="114223" y="257962"/>
                </a:lnTo>
                <a:lnTo>
                  <a:pt x="99413" y="285203"/>
                </a:lnTo>
                <a:close/>
              </a:path>
            </a:pathLst>
          </a:custGeom>
          <a:solidFill>
            <a:srgbClr val="FF5050">
              <a:alpha val="76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27929" y="1205230"/>
            <a:ext cx="114300" cy="720725"/>
          </a:xfrm>
          <a:custGeom>
            <a:avLst/>
            <a:gdLst/>
            <a:ahLst/>
            <a:cxnLst/>
            <a:rect l="l" t="t" r="r" b="b"/>
            <a:pathLst>
              <a:path w="114300" h="720725">
                <a:moveTo>
                  <a:pt x="57150" y="720725"/>
                </a:moveTo>
                <a:lnTo>
                  <a:pt x="0" y="606425"/>
                </a:lnTo>
                <a:lnTo>
                  <a:pt x="114300" y="606425"/>
                </a:lnTo>
                <a:lnTo>
                  <a:pt x="112712" y="609600"/>
                </a:lnTo>
                <a:lnTo>
                  <a:pt x="38100" y="609600"/>
                </a:lnTo>
                <a:lnTo>
                  <a:pt x="38100" y="635000"/>
                </a:lnTo>
                <a:lnTo>
                  <a:pt x="100012" y="635000"/>
                </a:lnTo>
                <a:lnTo>
                  <a:pt x="57150" y="720725"/>
                </a:lnTo>
                <a:close/>
              </a:path>
              <a:path w="114300" h="720725">
                <a:moveTo>
                  <a:pt x="76200" y="635000"/>
                </a:moveTo>
                <a:lnTo>
                  <a:pt x="38100" y="635000"/>
                </a:lnTo>
                <a:lnTo>
                  <a:pt x="38100" y="609600"/>
                </a:lnTo>
                <a:lnTo>
                  <a:pt x="76200" y="609600"/>
                </a:lnTo>
                <a:lnTo>
                  <a:pt x="76200" y="635000"/>
                </a:lnTo>
                <a:close/>
              </a:path>
              <a:path w="114300" h="720725">
                <a:moveTo>
                  <a:pt x="100012" y="635000"/>
                </a:moveTo>
                <a:lnTo>
                  <a:pt x="76200" y="635000"/>
                </a:lnTo>
                <a:lnTo>
                  <a:pt x="76200" y="609600"/>
                </a:lnTo>
                <a:lnTo>
                  <a:pt x="112712" y="609600"/>
                </a:lnTo>
                <a:lnTo>
                  <a:pt x="100012" y="635000"/>
                </a:lnTo>
                <a:close/>
              </a:path>
              <a:path w="114300" h="720725">
                <a:moveTo>
                  <a:pt x="76200" y="38100"/>
                </a:moveTo>
                <a:lnTo>
                  <a:pt x="38100" y="3810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100"/>
                </a:lnTo>
                <a:close/>
              </a:path>
              <a:path w="114300" h="720725">
                <a:moveTo>
                  <a:pt x="76200" y="114300"/>
                </a:moveTo>
                <a:lnTo>
                  <a:pt x="38100" y="1143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114300"/>
                </a:lnTo>
                <a:close/>
              </a:path>
              <a:path w="114300" h="720725">
                <a:moveTo>
                  <a:pt x="76200" y="190500"/>
                </a:moveTo>
                <a:lnTo>
                  <a:pt x="38100" y="19050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190500"/>
                </a:lnTo>
                <a:close/>
              </a:path>
              <a:path w="114300" h="720725">
                <a:moveTo>
                  <a:pt x="76200" y="266700"/>
                </a:moveTo>
                <a:lnTo>
                  <a:pt x="38100" y="266700"/>
                </a:lnTo>
                <a:lnTo>
                  <a:pt x="38100" y="228600"/>
                </a:lnTo>
                <a:lnTo>
                  <a:pt x="76200" y="228600"/>
                </a:lnTo>
                <a:lnTo>
                  <a:pt x="76200" y="266700"/>
                </a:lnTo>
                <a:close/>
              </a:path>
              <a:path w="114300" h="720725">
                <a:moveTo>
                  <a:pt x="76200" y="342900"/>
                </a:moveTo>
                <a:lnTo>
                  <a:pt x="38100" y="342900"/>
                </a:lnTo>
                <a:lnTo>
                  <a:pt x="38100" y="304800"/>
                </a:lnTo>
                <a:lnTo>
                  <a:pt x="76200" y="304800"/>
                </a:lnTo>
                <a:lnTo>
                  <a:pt x="76200" y="342900"/>
                </a:lnTo>
                <a:close/>
              </a:path>
              <a:path w="114300" h="720725">
                <a:moveTo>
                  <a:pt x="76200" y="419100"/>
                </a:moveTo>
                <a:lnTo>
                  <a:pt x="38100" y="419100"/>
                </a:lnTo>
                <a:lnTo>
                  <a:pt x="38100" y="381000"/>
                </a:lnTo>
                <a:lnTo>
                  <a:pt x="76200" y="381000"/>
                </a:lnTo>
                <a:lnTo>
                  <a:pt x="76200" y="419100"/>
                </a:lnTo>
                <a:close/>
              </a:path>
              <a:path w="114300" h="720725">
                <a:moveTo>
                  <a:pt x="76200" y="495300"/>
                </a:moveTo>
                <a:lnTo>
                  <a:pt x="38100" y="495300"/>
                </a:lnTo>
                <a:lnTo>
                  <a:pt x="38100" y="457200"/>
                </a:lnTo>
                <a:lnTo>
                  <a:pt x="76200" y="457200"/>
                </a:lnTo>
                <a:lnTo>
                  <a:pt x="76200" y="495300"/>
                </a:lnTo>
                <a:close/>
              </a:path>
              <a:path w="114300" h="720725">
                <a:moveTo>
                  <a:pt x="76200" y="571500"/>
                </a:moveTo>
                <a:lnTo>
                  <a:pt x="38100" y="571500"/>
                </a:lnTo>
                <a:lnTo>
                  <a:pt x="38100" y="533400"/>
                </a:lnTo>
                <a:lnTo>
                  <a:pt x="76200" y="533400"/>
                </a:lnTo>
                <a:lnTo>
                  <a:pt x="76200" y="571500"/>
                </a:lnTo>
                <a:close/>
              </a:path>
            </a:pathLst>
          </a:custGeom>
          <a:solidFill>
            <a:srgbClr val="FF5050">
              <a:alpha val="76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591809" y="1557655"/>
            <a:ext cx="114300" cy="152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820409" y="1329055"/>
            <a:ext cx="114300" cy="381000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76200" y="266700"/>
                </a:moveTo>
                <a:lnTo>
                  <a:pt x="38100" y="266700"/>
                </a:lnTo>
                <a:lnTo>
                  <a:pt x="38100" y="228600"/>
                </a:lnTo>
                <a:lnTo>
                  <a:pt x="76200" y="228600"/>
                </a:lnTo>
                <a:lnTo>
                  <a:pt x="76200" y="266700"/>
                </a:lnTo>
                <a:close/>
              </a:path>
              <a:path w="114300" h="381000">
                <a:moveTo>
                  <a:pt x="57150" y="381000"/>
                </a:moveTo>
                <a:lnTo>
                  <a:pt x="0" y="266700"/>
                </a:lnTo>
                <a:lnTo>
                  <a:pt x="114300" y="266700"/>
                </a:lnTo>
                <a:lnTo>
                  <a:pt x="57150" y="381000"/>
                </a:lnTo>
                <a:close/>
              </a:path>
              <a:path w="114300" h="381000">
                <a:moveTo>
                  <a:pt x="76200" y="38100"/>
                </a:moveTo>
                <a:lnTo>
                  <a:pt x="38100" y="3810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8100"/>
                </a:lnTo>
                <a:close/>
              </a:path>
              <a:path w="114300" h="381000">
                <a:moveTo>
                  <a:pt x="76200" y="114300"/>
                </a:moveTo>
                <a:lnTo>
                  <a:pt x="38100" y="114300"/>
                </a:lnTo>
                <a:lnTo>
                  <a:pt x="38100" y="76200"/>
                </a:lnTo>
                <a:lnTo>
                  <a:pt x="76200" y="76200"/>
                </a:lnTo>
                <a:lnTo>
                  <a:pt x="76200" y="114300"/>
                </a:lnTo>
                <a:close/>
              </a:path>
              <a:path w="114300" h="381000">
                <a:moveTo>
                  <a:pt x="76200" y="190500"/>
                </a:moveTo>
                <a:lnTo>
                  <a:pt x="38100" y="190500"/>
                </a:lnTo>
                <a:lnTo>
                  <a:pt x="38100" y="152400"/>
                </a:lnTo>
                <a:lnTo>
                  <a:pt x="76200" y="152400"/>
                </a:lnTo>
                <a:lnTo>
                  <a:pt x="76200" y="190500"/>
                </a:lnTo>
                <a:close/>
              </a:path>
            </a:pathLst>
          </a:custGeom>
          <a:solidFill>
            <a:srgbClr val="FA1605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660582" y="1927542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布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60582" y="2354262"/>
            <a:ext cx="3803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喇 开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60582" y="3207702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97207" y="1853882"/>
            <a:ext cx="3803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普 丰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97207" y="2707322"/>
            <a:ext cx="3803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德 系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38885" y="3173095"/>
            <a:ext cx="114300" cy="2952115"/>
          </a:xfrm>
          <a:custGeom>
            <a:avLst/>
            <a:gdLst/>
            <a:ahLst/>
            <a:cxnLst/>
            <a:rect l="l" t="t" r="r" b="b"/>
            <a:pathLst>
              <a:path w="114300" h="2952115">
                <a:moveTo>
                  <a:pt x="76200" y="2866390"/>
                </a:moveTo>
                <a:lnTo>
                  <a:pt x="38100" y="2866390"/>
                </a:lnTo>
                <a:lnTo>
                  <a:pt x="38100" y="0"/>
                </a:lnTo>
                <a:lnTo>
                  <a:pt x="76200" y="0"/>
                </a:lnTo>
                <a:lnTo>
                  <a:pt x="76200" y="2866390"/>
                </a:lnTo>
                <a:close/>
              </a:path>
              <a:path w="114300" h="2952115">
                <a:moveTo>
                  <a:pt x="57150" y="2952115"/>
                </a:moveTo>
                <a:lnTo>
                  <a:pt x="0" y="2837815"/>
                </a:lnTo>
                <a:lnTo>
                  <a:pt x="38100" y="2837815"/>
                </a:lnTo>
                <a:lnTo>
                  <a:pt x="38100" y="2866390"/>
                </a:lnTo>
                <a:lnTo>
                  <a:pt x="100012" y="2866390"/>
                </a:lnTo>
                <a:lnTo>
                  <a:pt x="57150" y="2952115"/>
                </a:lnTo>
                <a:close/>
              </a:path>
              <a:path w="114300" h="2952115">
                <a:moveTo>
                  <a:pt x="100012" y="2866390"/>
                </a:moveTo>
                <a:lnTo>
                  <a:pt x="76200" y="2866390"/>
                </a:lnTo>
                <a:lnTo>
                  <a:pt x="76200" y="2837815"/>
                </a:lnTo>
                <a:lnTo>
                  <a:pt x="114300" y="2837815"/>
                </a:lnTo>
                <a:lnTo>
                  <a:pt x="100012" y="2866390"/>
                </a:lnTo>
                <a:close/>
              </a:path>
            </a:pathLst>
          </a:custGeom>
          <a:solidFill>
            <a:srgbClr val="9E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91285" y="2309495"/>
            <a:ext cx="114300" cy="3815715"/>
          </a:xfrm>
          <a:custGeom>
            <a:avLst/>
            <a:gdLst/>
            <a:ahLst/>
            <a:cxnLst/>
            <a:rect l="l" t="t" r="r" b="b"/>
            <a:pathLst>
              <a:path w="114300" h="3815715">
                <a:moveTo>
                  <a:pt x="76200" y="3729990"/>
                </a:moveTo>
                <a:lnTo>
                  <a:pt x="38100" y="3729990"/>
                </a:lnTo>
                <a:lnTo>
                  <a:pt x="38100" y="0"/>
                </a:lnTo>
                <a:lnTo>
                  <a:pt x="76200" y="0"/>
                </a:lnTo>
                <a:lnTo>
                  <a:pt x="76200" y="3729990"/>
                </a:lnTo>
                <a:close/>
              </a:path>
              <a:path w="114300" h="3815715">
                <a:moveTo>
                  <a:pt x="57150" y="3815715"/>
                </a:moveTo>
                <a:lnTo>
                  <a:pt x="0" y="3701415"/>
                </a:lnTo>
                <a:lnTo>
                  <a:pt x="38100" y="3701415"/>
                </a:lnTo>
                <a:lnTo>
                  <a:pt x="38100" y="3729990"/>
                </a:lnTo>
                <a:lnTo>
                  <a:pt x="100012" y="3729990"/>
                </a:lnTo>
                <a:lnTo>
                  <a:pt x="57150" y="3815715"/>
                </a:lnTo>
                <a:close/>
              </a:path>
              <a:path w="114300" h="3815715">
                <a:moveTo>
                  <a:pt x="100012" y="3729990"/>
                </a:moveTo>
                <a:lnTo>
                  <a:pt x="76200" y="3729990"/>
                </a:lnTo>
                <a:lnTo>
                  <a:pt x="76200" y="3701415"/>
                </a:lnTo>
                <a:lnTo>
                  <a:pt x="114300" y="3701415"/>
                </a:lnTo>
                <a:lnTo>
                  <a:pt x="100012" y="3729990"/>
                </a:lnTo>
                <a:close/>
              </a:path>
            </a:pathLst>
          </a:custGeom>
          <a:solidFill>
            <a:srgbClr val="9E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696085" y="1669414"/>
            <a:ext cx="114300" cy="4464050"/>
          </a:xfrm>
          <a:custGeom>
            <a:avLst/>
            <a:gdLst/>
            <a:ahLst/>
            <a:cxnLst/>
            <a:rect l="l" t="t" r="r" b="b"/>
            <a:pathLst>
              <a:path w="114300" h="4464050">
                <a:moveTo>
                  <a:pt x="76200" y="4378325"/>
                </a:moveTo>
                <a:lnTo>
                  <a:pt x="38100" y="4378325"/>
                </a:lnTo>
                <a:lnTo>
                  <a:pt x="38100" y="0"/>
                </a:lnTo>
                <a:lnTo>
                  <a:pt x="76200" y="0"/>
                </a:lnTo>
                <a:lnTo>
                  <a:pt x="76200" y="4378325"/>
                </a:lnTo>
                <a:close/>
              </a:path>
              <a:path w="114300" h="4464050">
                <a:moveTo>
                  <a:pt x="57150" y="4464050"/>
                </a:moveTo>
                <a:lnTo>
                  <a:pt x="0" y="4349750"/>
                </a:lnTo>
                <a:lnTo>
                  <a:pt x="38100" y="4349750"/>
                </a:lnTo>
                <a:lnTo>
                  <a:pt x="38100" y="4378325"/>
                </a:lnTo>
                <a:lnTo>
                  <a:pt x="100012" y="4378325"/>
                </a:lnTo>
                <a:lnTo>
                  <a:pt x="57150" y="4464050"/>
                </a:lnTo>
                <a:close/>
              </a:path>
              <a:path w="114300" h="4464050">
                <a:moveTo>
                  <a:pt x="100012" y="4378325"/>
                </a:moveTo>
                <a:lnTo>
                  <a:pt x="76200" y="4378325"/>
                </a:lnTo>
                <a:lnTo>
                  <a:pt x="76200" y="4349750"/>
                </a:lnTo>
                <a:lnTo>
                  <a:pt x="114300" y="4349750"/>
                </a:lnTo>
                <a:lnTo>
                  <a:pt x="100012" y="4378325"/>
                </a:lnTo>
                <a:close/>
              </a:path>
            </a:pathLst>
          </a:custGeom>
          <a:solidFill>
            <a:srgbClr val="9E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848485" y="1557655"/>
            <a:ext cx="114300" cy="4572000"/>
          </a:xfrm>
          <a:custGeom>
            <a:avLst/>
            <a:gdLst/>
            <a:ahLst/>
            <a:cxnLst/>
            <a:rect l="l" t="t" r="r" b="b"/>
            <a:pathLst>
              <a:path w="114300" h="4572000">
                <a:moveTo>
                  <a:pt x="76200" y="4486275"/>
                </a:moveTo>
                <a:lnTo>
                  <a:pt x="38100" y="4486275"/>
                </a:lnTo>
                <a:lnTo>
                  <a:pt x="38100" y="0"/>
                </a:lnTo>
                <a:lnTo>
                  <a:pt x="76200" y="0"/>
                </a:lnTo>
                <a:lnTo>
                  <a:pt x="76200" y="4486275"/>
                </a:lnTo>
                <a:close/>
              </a:path>
              <a:path w="114300" h="4572000">
                <a:moveTo>
                  <a:pt x="57150" y="4572000"/>
                </a:moveTo>
                <a:lnTo>
                  <a:pt x="0" y="4457700"/>
                </a:lnTo>
                <a:lnTo>
                  <a:pt x="38100" y="4457700"/>
                </a:lnTo>
                <a:lnTo>
                  <a:pt x="38100" y="4486275"/>
                </a:lnTo>
                <a:lnTo>
                  <a:pt x="100012" y="4486275"/>
                </a:lnTo>
                <a:lnTo>
                  <a:pt x="57150" y="4572000"/>
                </a:lnTo>
                <a:close/>
              </a:path>
              <a:path w="114300" h="4572000">
                <a:moveTo>
                  <a:pt x="100012" y="4486275"/>
                </a:moveTo>
                <a:lnTo>
                  <a:pt x="76200" y="4486275"/>
                </a:lnTo>
                <a:lnTo>
                  <a:pt x="76200" y="4457700"/>
                </a:lnTo>
                <a:lnTo>
                  <a:pt x="114300" y="4457700"/>
                </a:lnTo>
                <a:lnTo>
                  <a:pt x="100012" y="4486275"/>
                </a:lnTo>
                <a:close/>
              </a:path>
            </a:pathLst>
          </a:custGeom>
          <a:solidFill>
            <a:srgbClr val="9E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543685" y="1948814"/>
            <a:ext cx="114300" cy="4175760"/>
          </a:xfrm>
          <a:custGeom>
            <a:avLst/>
            <a:gdLst/>
            <a:ahLst/>
            <a:cxnLst/>
            <a:rect l="l" t="t" r="r" b="b"/>
            <a:pathLst>
              <a:path w="114300" h="4175760">
                <a:moveTo>
                  <a:pt x="76200" y="4090035"/>
                </a:moveTo>
                <a:lnTo>
                  <a:pt x="38100" y="4090035"/>
                </a:lnTo>
                <a:lnTo>
                  <a:pt x="38100" y="0"/>
                </a:lnTo>
                <a:lnTo>
                  <a:pt x="76200" y="0"/>
                </a:lnTo>
                <a:lnTo>
                  <a:pt x="76200" y="4090035"/>
                </a:lnTo>
                <a:close/>
              </a:path>
              <a:path w="114300" h="4175760">
                <a:moveTo>
                  <a:pt x="57150" y="4175760"/>
                </a:moveTo>
                <a:lnTo>
                  <a:pt x="0" y="4061460"/>
                </a:lnTo>
                <a:lnTo>
                  <a:pt x="38100" y="4061460"/>
                </a:lnTo>
                <a:lnTo>
                  <a:pt x="38100" y="4090035"/>
                </a:lnTo>
                <a:lnTo>
                  <a:pt x="100012" y="4090035"/>
                </a:lnTo>
                <a:lnTo>
                  <a:pt x="57150" y="4175760"/>
                </a:lnTo>
                <a:close/>
              </a:path>
              <a:path w="114300" h="4175760">
                <a:moveTo>
                  <a:pt x="100012" y="4090035"/>
                </a:moveTo>
                <a:lnTo>
                  <a:pt x="76200" y="4090035"/>
                </a:lnTo>
                <a:lnTo>
                  <a:pt x="76200" y="4061460"/>
                </a:lnTo>
                <a:lnTo>
                  <a:pt x="114300" y="4061460"/>
                </a:lnTo>
                <a:lnTo>
                  <a:pt x="100012" y="4090035"/>
                </a:lnTo>
                <a:close/>
              </a:path>
            </a:pathLst>
          </a:custGeom>
          <a:solidFill>
            <a:srgbClr val="9E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036445" y="1257935"/>
            <a:ext cx="114300" cy="4860290"/>
          </a:xfrm>
          <a:custGeom>
            <a:avLst/>
            <a:gdLst/>
            <a:ahLst/>
            <a:cxnLst/>
            <a:rect l="l" t="t" r="r" b="b"/>
            <a:pathLst>
              <a:path w="114300" h="4860290">
                <a:moveTo>
                  <a:pt x="57150" y="4860290"/>
                </a:moveTo>
                <a:lnTo>
                  <a:pt x="0" y="4745990"/>
                </a:lnTo>
                <a:lnTo>
                  <a:pt x="114300" y="4745990"/>
                </a:lnTo>
                <a:lnTo>
                  <a:pt x="57150" y="4860290"/>
                </a:lnTo>
                <a:close/>
              </a:path>
              <a:path w="114300" h="4860290">
                <a:moveTo>
                  <a:pt x="76200" y="152399"/>
                </a:moveTo>
                <a:lnTo>
                  <a:pt x="38100" y="152399"/>
                </a:lnTo>
                <a:lnTo>
                  <a:pt x="38100" y="0"/>
                </a:lnTo>
                <a:lnTo>
                  <a:pt x="76200" y="0"/>
                </a:lnTo>
                <a:lnTo>
                  <a:pt x="76200" y="152399"/>
                </a:lnTo>
                <a:close/>
              </a:path>
              <a:path w="114300" h="4860290">
                <a:moveTo>
                  <a:pt x="76200" y="419100"/>
                </a:moveTo>
                <a:lnTo>
                  <a:pt x="38100" y="419100"/>
                </a:lnTo>
                <a:lnTo>
                  <a:pt x="38100" y="266699"/>
                </a:lnTo>
                <a:lnTo>
                  <a:pt x="76200" y="266699"/>
                </a:lnTo>
                <a:lnTo>
                  <a:pt x="76200" y="419100"/>
                </a:lnTo>
                <a:close/>
              </a:path>
              <a:path w="114300" h="4860290">
                <a:moveTo>
                  <a:pt x="76200" y="685800"/>
                </a:moveTo>
                <a:lnTo>
                  <a:pt x="38100" y="685800"/>
                </a:lnTo>
                <a:lnTo>
                  <a:pt x="38100" y="533400"/>
                </a:lnTo>
                <a:lnTo>
                  <a:pt x="76200" y="533400"/>
                </a:lnTo>
                <a:lnTo>
                  <a:pt x="76200" y="685800"/>
                </a:lnTo>
                <a:close/>
              </a:path>
              <a:path w="114300" h="4860290">
                <a:moveTo>
                  <a:pt x="76200" y="952500"/>
                </a:moveTo>
                <a:lnTo>
                  <a:pt x="38100" y="952500"/>
                </a:lnTo>
                <a:lnTo>
                  <a:pt x="38100" y="800100"/>
                </a:lnTo>
                <a:lnTo>
                  <a:pt x="76200" y="800100"/>
                </a:lnTo>
                <a:lnTo>
                  <a:pt x="76200" y="952500"/>
                </a:lnTo>
                <a:close/>
              </a:path>
              <a:path w="114300" h="4860290">
                <a:moveTo>
                  <a:pt x="76200" y="1219200"/>
                </a:moveTo>
                <a:lnTo>
                  <a:pt x="38100" y="1219200"/>
                </a:lnTo>
                <a:lnTo>
                  <a:pt x="38100" y="1066800"/>
                </a:lnTo>
                <a:lnTo>
                  <a:pt x="76200" y="1066800"/>
                </a:lnTo>
                <a:lnTo>
                  <a:pt x="76200" y="1219200"/>
                </a:lnTo>
                <a:close/>
              </a:path>
              <a:path w="114300" h="4860290">
                <a:moveTo>
                  <a:pt x="76200" y="1485900"/>
                </a:moveTo>
                <a:lnTo>
                  <a:pt x="38100" y="1485900"/>
                </a:lnTo>
                <a:lnTo>
                  <a:pt x="38100" y="1333500"/>
                </a:lnTo>
                <a:lnTo>
                  <a:pt x="76200" y="1333500"/>
                </a:lnTo>
                <a:lnTo>
                  <a:pt x="76200" y="1485900"/>
                </a:lnTo>
                <a:close/>
              </a:path>
              <a:path w="114300" h="4860290">
                <a:moveTo>
                  <a:pt x="76200" y="1752600"/>
                </a:moveTo>
                <a:lnTo>
                  <a:pt x="38100" y="1752600"/>
                </a:lnTo>
                <a:lnTo>
                  <a:pt x="38100" y="1600200"/>
                </a:lnTo>
                <a:lnTo>
                  <a:pt x="76200" y="1600200"/>
                </a:lnTo>
                <a:lnTo>
                  <a:pt x="76200" y="1752600"/>
                </a:lnTo>
                <a:close/>
              </a:path>
              <a:path w="114300" h="4860290">
                <a:moveTo>
                  <a:pt x="76200" y="2019300"/>
                </a:moveTo>
                <a:lnTo>
                  <a:pt x="38100" y="2019300"/>
                </a:lnTo>
                <a:lnTo>
                  <a:pt x="38100" y="1866900"/>
                </a:lnTo>
                <a:lnTo>
                  <a:pt x="76200" y="1866900"/>
                </a:lnTo>
                <a:lnTo>
                  <a:pt x="76200" y="2019300"/>
                </a:lnTo>
                <a:close/>
              </a:path>
              <a:path w="114300" h="4860290">
                <a:moveTo>
                  <a:pt x="76200" y="2286000"/>
                </a:moveTo>
                <a:lnTo>
                  <a:pt x="38100" y="2286000"/>
                </a:lnTo>
                <a:lnTo>
                  <a:pt x="38100" y="2133600"/>
                </a:lnTo>
                <a:lnTo>
                  <a:pt x="76200" y="2133600"/>
                </a:lnTo>
                <a:lnTo>
                  <a:pt x="76200" y="2286000"/>
                </a:lnTo>
                <a:close/>
              </a:path>
              <a:path w="114300" h="4860290">
                <a:moveTo>
                  <a:pt x="76200" y="2552700"/>
                </a:moveTo>
                <a:lnTo>
                  <a:pt x="38100" y="2552700"/>
                </a:lnTo>
                <a:lnTo>
                  <a:pt x="38100" y="2400300"/>
                </a:lnTo>
                <a:lnTo>
                  <a:pt x="76200" y="2400300"/>
                </a:lnTo>
                <a:lnTo>
                  <a:pt x="76200" y="2552700"/>
                </a:lnTo>
                <a:close/>
              </a:path>
              <a:path w="114300" h="4860290">
                <a:moveTo>
                  <a:pt x="76200" y="2819400"/>
                </a:moveTo>
                <a:lnTo>
                  <a:pt x="38100" y="2819400"/>
                </a:lnTo>
                <a:lnTo>
                  <a:pt x="38100" y="2667000"/>
                </a:lnTo>
                <a:lnTo>
                  <a:pt x="76200" y="2667000"/>
                </a:lnTo>
                <a:lnTo>
                  <a:pt x="76200" y="2819400"/>
                </a:lnTo>
                <a:close/>
              </a:path>
              <a:path w="114300" h="4860290">
                <a:moveTo>
                  <a:pt x="76200" y="3086100"/>
                </a:moveTo>
                <a:lnTo>
                  <a:pt x="38100" y="3086100"/>
                </a:lnTo>
                <a:lnTo>
                  <a:pt x="38100" y="2933700"/>
                </a:lnTo>
                <a:lnTo>
                  <a:pt x="76200" y="2933700"/>
                </a:lnTo>
                <a:lnTo>
                  <a:pt x="76200" y="3086100"/>
                </a:lnTo>
                <a:close/>
              </a:path>
              <a:path w="114300" h="4860290">
                <a:moveTo>
                  <a:pt x="76200" y="3352800"/>
                </a:moveTo>
                <a:lnTo>
                  <a:pt x="38100" y="3352800"/>
                </a:lnTo>
                <a:lnTo>
                  <a:pt x="38100" y="3200400"/>
                </a:lnTo>
                <a:lnTo>
                  <a:pt x="76200" y="3200400"/>
                </a:lnTo>
                <a:lnTo>
                  <a:pt x="76200" y="3352800"/>
                </a:lnTo>
                <a:close/>
              </a:path>
              <a:path w="114300" h="4860290">
                <a:moveTo>
                  <a:pt x="76200" y="3619500"/>
                </a:moveTo>
                <a:lnTo>
                  <a:pt x="38100" y="3619500"/>
                </a:lnTo>
                <a:lnTo>
                  <a:pt x="38100" y="3467100"/>
                </a:lnTo>
                <a:lnTo>
                  <a:pt x="76200" y="3467100"/>
                </a:lnTo>
                <a:lnTo>
                  <a:pt x="76200" y="3619500"/>
                </a:lnTo>
                <a:close/>
              </a:path>
              <a:path w="114300" h="4860290">
                <a:moveTo>
                  <a:pt x="76200" y="3886200"/>
                </a:moveTo>
                <a:lnTo>
                  <a:pt x="38100" y="3886200"/>
                </a:lnTo>
                <a:lnTo>
                  <a:pt x="38100" y="3733800"/>
                </a:lnTo>
                <a:lnTo>
                  <a:pt x="76200" y="3733800"/>
                </a:lnTo>
                <a:lnTo>
                  <a:pt x="76200" y="3886200"/>
                </a:lnTo>
                <a:close/>
              </a:path>
              <a:path w="114300" h="4860290">
                <a:moveTo>
                  <a:pt x="76200" y="4152900"/>
                </a:moveTo>
                <a:lnTo>
                  <a:pt x="38100" y="4152900"/>
                </a:lnTo>
                <a:lnTo>
                  <a:pt x="38100" y="4000500"/>
                </a:lnTo>
                <a:lnTo>
                  <a:pt x="76200" y="4000500"/>
                </a:lnTo>
                <a:lnTo>
                  <a:pt x="76200" y="4152900"/>
                </a:lnTo>
                <a:close/>
              </a:path>
              <a:path w="114300" h="4860290">
                <a:moveTo>
                  <a:pt x="76200" y="4419600"/>
                </a:moveTo>
                <a:lnTo>
                  <a:pt x="38100" y="4419600"/>
                </a:lnTo>
                <a:lnTo>
                  <a:pt x="38100" y="4267200"/>
                </a:lnTo>
                <a:lnTo>
                  <a:pt x="76200" y="4267200"/>
                </a:lnTo>
                <a:lnTo>
                  <a:pt x="76200" y="4419600"/>
                </a:lnTo>
                <a:close/>
              </a:path>
              <a:path w="114300" h="4860290">
                <a:moveTo>
                  <a:pt x="76200" y="4686300"/>
                </a:moveTo>
                <a:lnTo>
                  <a:pt x="38100" y="4686300"/>
                </a:lnTo>
                <a:lnTo>
                  <a:pt x="38100" y="4533900"/>
                </a:lnTo>
                <a:lnTo>
                  <a:pt x="76200" y="4533900"/>
                </a:lnTo>
                <a:lnTo>
                  <a:pt x="76200" y="4686300"/>
                </a:lnTo>
                <a:close/>
              </a:path>
            </a:pathLst>
          </a:custGeom>
          <a:solidFill>
            <a:srgbClr val="9E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27075" y="3910964"/>
            <a:ext cx="38036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6F2F9F"/>
                </a:solidFill>
                <a:latin typeface="华文楷体"/>
                <a:cs typeface="华文楷体"/>
              </a:rPr>
              <a:t>莱 曼 系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324040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气体导电发光的原</a:t>
            </a:r>
            <a:r>
              <a:rPr dirty="0" u="none" spc="-20" b="1">
                <a:latin typeface="黑体"/>
                <a:cs typeface="黑体"/>
              </a:rPr>
              <a:t>因</a:t>
            </a:r>
          </a:p>
        </p:txBody>
      </p:sp>
      <p:sp>
        <p:nvSpPr>
          <p:cNvPr id="7" name="object 7"/>
          <p:cNvSpPr/>
          <p:nvPr/>
        </p:nvSpPr>
        <p:spPr>
          <a:xfrm>
            <a:off x="516636" y="1793748"/>
            <a:ext cx="2542032" cy="22128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48100" y="1773935"/>
            <a:ext cx="2644140" cy="2150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2000" y="4207764"/>
            <a:ext cx="2168652" cy="14340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11860" y="5630545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街道上的霓虹灯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84091" y="4226052"/>
            <a:ext cx="2065019" cy="14173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27475" y="5648325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试电笔中的氖管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359791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六、玻尔理论的局限</a:t>
            </a:r>
            <a:r>
              <a:rPr dirty="0" u="none" spc="-20" b="1">
                <a:latin typeface="黑体"/>
                <a:cs typeface="黑体"/>
              </a:rPr>
              <a:t>性</a:t>
            </a:r>
          </a:p>
        </p:txBody>
      </p:sp>
      <p:sp>
        <p:nvSpPr>
          <p:cNvPr id="7" name="object 7"/>
          <p:cNvSpPr/>
          <p:nvPr/>
        </p:nvSpPr>
        <p:spPr>
          <a:xfrm>
            <a:off x="834072" y="3358832"/>
            <a:ext cx="5202555" cy="488950"/>
          </a:xfrm>
          <a:custGeom>
            <a:avLst/>
            <a:gdLst/>
            <a:ahLst/>
            <a:cxnLst/>
            <a:rect l="l" t="t" r="r" b="b"/>
            <a:pathLst>
              <a:path w="5202555" h="488950">
                <a:moveTo>
                  <a:pt x="5202555" y="488950"/>
                </a:moveTo>
                <a:lnTo>
                  <a:pt x="0" y="488950"/>
                </a:lnTo>
                <a:lnTo>
                  <a:pt x="0" y="0"/>
                </a:lnTo>
                <a:lnTo>
                  <a:pt x="5202555" y="0"/>
                </a:lnTo>
                <a:lnTo>
                  <a:pt x="520255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60375"/>
                </a:lnTo>
                <a:lnTo>
                  <a:pt x="14287" y="460375"/>
                </a:lnTo>
                <a:lnTo>
                  <a:pt x="28575" y="474662"/>
                </a:lnTo>
                <a:lnTo>
                  <a:pt x="5202555" y="474662"/>
                </a:lnTo>
                <a:lnTo>
                  <a:pt x="5202555" y="488950"/>
                </a:lnTo>
                <a:close/>
              </a:path>
              <a:path w="5202555" h="48895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202555" h="488950">
                <a:moveTo>
                  <a:pt x="517398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173980" y="14287"/>
                </a:lnTo>
                <a:lnTo>
                  <a:pt x="5173980" y="28575"/>
                </a:lnTo>
                <a:close/>
              </a:path>
              <a:path w="5202555" h="488950">
                <a:moveTo>
                  <a:pt x="5173980" y="474662"/>
                </a:moveTo>
                <a:lnTo>
                  <a:pt x="5173980" y="14287"/>
                </a:lnTo>
                <a:lnTo>
                  <a:pt x="5188267" y="28575"/>
                </a:lnTo>
                <a:lnTo>
                  <a:pt x="5202555" y="28575"/>
                </a:lnTo>
                <a:lnTo>
                  <a:pt x="5202555" y="460375"/>
                </a:lnTo>
                <a:lnTo>
                  <a:pt x="5188267" y="460375"/>
                </a:lnTo>
                <a:lnTo>
                  <a:pt x="5173980" y="474662"/>
                </a:lnTo>
                <a:close/>
              </a:path>
              <a:path w="5202555" h="488950">
                <a:moveTo>
                  <a:pt x="5202555" y="28575"/>
                </a:moveTo>
                <a:lnTo>
                  <a:pt x="5188267" y="28575"/>
                </a:lnTo>
                <a:lnTo>
                  <a:pt x="5173980" y="14287"/>
                </a:lnTo>
                <a:lnTo>
                  <a:pt x="5202555" y="14287"/>
                </a:lnTo>
                <a:lnTo>
                  <a:pt x="5202555" y="28575"/>
                </a:lnTo>
                <a:close/>
              </a:path>
              <a:path w="5202555" h="488950">
                <a:moveTo>
                  <a:pt x="28575" y="474662"/>
                </a:moveTo>
                <a:lnTo>
                  <a:pt x="14287" y="460375"/>
                </a:lnTo>
                <a:lnTo>
                  <a:pt x="28575" y="460375"/>
                </a:lnTo>
                <a:lnTo>
                  <a:pt x="28575" y="474662"/>
                </a:lnTo>
                <a:close/>
              </a:path>
              <a:path w="5202555" h="488950">
                <a:moveTo>
                  <a:pt x="5173980" y="474662"/>
                </a:moveTo>
                <a:lnTo>
                  <a:pt x="28575" y="474662"/>
                </a:lnTo>
                <a:lnTo>
                  <a:pt x="28575" y="460375"/>
                </a:lnTo>
                <a:lnTo>
                  <a:pt x="5173980" y="460375"/>
                </a:lnTo>
                <a:lnTo>
                  <a:pt x="5173980" y="474662"/>
                </a:lnTo>
                <a:close/>
              </a:path>
              <a:path w="5202555" h="488950">
                <a:moveTo>
                  <a:pt x="5202555" y="474662"/>
                </a:moveTo>
                <a:lnTo>
                  <a:pt x="5173980" y="474662"/>
                </a:lnTo>
                <a:lnTo>
                  <a:pt x="5188267" y="460375"/>
                </a:lnTo>
                <a:lnTo>
                  <a:pt x="5202555" y="460375"/>
                </a:lnTo>
                <a:lnTo>
                  <a:pt x="5202555" y="47466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4072" y="4064952"/>
            <a:ext cx="5201920" cy="488950"/>
          </a:xfrm>
          <a:custGeom>
            <a:avLst/>
            <a:gdLst/>
            <a:ahLst/>
            <a:cxnLst/>
            <a:rect l="l" t="t" r="r" b="b"/>
            <a:pathLst>
              <a:path w="5201920" h="488950">
                <a:moveTo>
                  <a:pt x="5201920" y="488950"/>
                </a:moveTo>
                <a:lnTo>
                  <a:pt x="0" y="488950"/>
                </a:lnTo>
                <a:lnTo>
                  <a:pt x="0" y="0"/>
                </a:lnTo>
                <a:lnTo>
                  <a:pt x="5201920" y="0"/>
                </a:lnTo>
                <a:lnTo>
                  <a:pt x="520192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60375"/>
                </a:lnTo>
                <a:lnTo>
                  <a:pt x="14287" y="460375"/>
                </a:lnTo>
                <a:lnTo>
                  <a:pt x="28575" y="474662"/>
                </a:lnTo>
                <a:lnTo>
                  <a:pt x="5201920" y="474662"/>
                </a:lnTo>
                <a:lnTo>
                  <a:pt x="5201920" y="488950"/>
                </a:lnTo>
                <a:close/>
              </a:path>
              <a:path w="5201920" h="48895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201920" h="488950">
                <a:moveTo>
                  <a:pt x="517334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173345" y="14287"/>
                </a:lnTo>
                <a:lnTo>
                  <a:pt x="5173345" y="28575"/>
                </a:lnTo>
                <a:close/>
              </a:path>
              <a:path w="5201920" h="488950">
                <a:moveTo>
                  <a:pt x="5173345" y="474662"/>
                </a:moveTo>
                <a:lnTo>
                  <a:pt x="5173345" y="14287"/>
                </a:lnTo>
                <a:lnTo>
                  <a:pt x="5187632" y="28575"/>
                </a:lnTo>
                <a:lnTo>
                  <a:pt x="5201920" y="28575"/>
                </a:lnTo>
                <a:lnTo>
                  <a:pt x="5201920" y="460375"/>
                </a:lnTo>
                <a:lnTo>
                  <a:pt x="5187632" y="460375"/>
                </a:lnTo>
                <a:lnTo>
                  <a:pt x="5173345" y="474662"/>
                </a:lnTo>
                <a:close/>
              </a:path>
              <a:path w="5201920" h="488950">
                <a:moveTo>
                  <a:pt x="5201920" y="28575"/>
                </a:moveTo>
                <a:lnTo>
                  <a:pt x="5187632" y="28575"/>
                </a:lnTo>
                <a:lnTo>
                  <a:pt x="5173345" y="14287"/>
                </a:lnTo>
                <a:lnTo>
                  <a:pt x="5201920" y="14287"/>
                </a:lnTo>
                <a:lnTo>
                  <a:pt x="5201920" y="28575"/>
                </a:lnTo>
                <a:close/>
              </a:path>
              <a:path w="5201920" h="488950">
                <a:moveTo>
                  <a:pt x="28575" y="474662"/>
                </a:moveTo>
                <a:lnTo>
                  <a:pt x="14287" y="460375"/>
                </a:lnTo>
                <a:lnTo>
                  <a:pt x="28575" y="460375"/>
                </a:lnTo>
                <a:lnTo>
                  <a:pt x="28575" y="474662"/>
                </a:lnTo>
                <a:close/>
              </a:path>
              <a:path w="5201920" h="488950">
                <a:moveTo>
                  <a:pt x="5173345" y="474662"/>
                </a:moveTo>
                <a:lnTo>
                  <a:pt x="28575" y="474662"/>
                </a:lnTo>
                <a:lnTo>
                  <a:pt x="28575" y="460375"/>
                </a:lnTo>
                <a:lnTo>
                  <a:pt x="5173345" y="460375"/>
                </a:lnTo>
                <a:lnTo>
                  <a:pt x="5173345" y="474662"/>
                </a:lnTo>
                <a:close/>
              </a:path>
              <a:path w="5201920" h="488950">
                <a:moveTo>
                  <a:pt x="5201920" y="474662"/>
                </a:moveTo>
                <a:lnTo>
                  <a:pt x="5173345" y="474662"/>
                </a:lnTo>
                <a:lnTo>
                  <a:pt x="5187632" y="460375"/>
                </a:lnTo>
                <a:lnTo>
                  <a:pt x="5201920" y="460375"/>
                </a:lnTo>
                <a:lnTo>
                  <a:pt x="5201920" y="47466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4072" y="4771072"/>
            <a:ext cx="5201920" cy="858519"/>
          </a:xfrm>
          <a:custGeom>
            <a:avLst/>
            <a:gdLst/>
            <a:ahLst/>
            <a:cxnLst/>
            <a:rect l="l" t="t" r="r" b="b"/>
            <a:pathLst>
              <a:path w="5201920" h="858520">
                <a:moveTo>
                  <a:pt x="5201920" y="858519"/>
                </a:moveTo>
                <a:lnTo>
                  <a:pt x="0" y="858519"/>
                </a:lnTo>
                <a:lnTo>
                  <a:pt x="0" y="0"/>
                </a:lnTo>
                <a:lnTo>
                  <a:pt x="5201920" y="0"/>
                </a:lnTo>
                <a:lnTo>
                  <a:pt x="520192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29944"/>
                </a:lnTo>
                <a:lnTo>
                  <a:pt x="14287" y="829944"/>
                </a:lnTo>
                <a:lnTo>
                  <a:pt x="28575" y="844232"/>
                </a:lnTo>
                <a:lnTo>
                  <a:pt x="5201920" y="844232"/>
                </a:lnTo>
                <a:lnTo>
                  <a:pt x="5201920" y="858519"/>
                </a:lnTo>
                <a:close/>
              </a:path>
              <a:path w="5201920" h="85852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201920" h="858520">
                <a:moveTo>
                  <a:pt x="517334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173345" y="14287"/>
                </a:lnTo>
                <a:lnTo>
                  <a:pt x="5173345" y="28575"/>
                </a:lnTo>
                <a:close/>
              </a:path>
              <a:path w="5201920" h="858520">
                <a:moveTo>
                  <a:pt x="5173345" y="844232"/>
                </a:moveTo>
                <a:lnTo>
                  <a:pt x="5173345" y="14287"/>
                </a:lnTo>
                <a:lnTo>
                  <a:pt x="5187632" y="28575"/>
                </a:lnTo>
                <a:lnTo>
                  <a:pt x="5201920" y="28575"/>
                </a:lnTo>
                <a:lnTo>
                  <a:pt x="5201920" y="829944"/>
                </a:lnTo>
                <a:lnTo>
                  <a:pt x="5187632" y="829944"/>
                </a:lnTo>
                <a:lnTo>
                  <a:pt x="5173345" y="844232"/>
                </a:lnTo>
                <a:close/>
              </a:path>
              <a:path w="5201920" h="858520">
                <a:moveTo>
                  <a:pt x="5201920" y="28575"/>
                </a:moveTo>
                <a:lnTo>
                  <a:pt x="5187632" y="28575"/>
                </a:lnTo>
                <a:lnTo>
                  <a:pt x="5173345" y="14287"/>
                </a:lnTo>
                <a:lnTo>
                  <a:pt x="5201920" y="14287"/>
                </a:lnTo>
                <a:lnTo>
                  <a:pt x="5201920" y="28575"/>
                </a:lnTo>
                <a:close/>
              </a:path>
              <a:path w="5201920" h="858520">
                <a:moveTo>
                  <a:pt x="28575" y="844232"/>
                </a:moveTo>
                <a:lnTo>
                  <a:pt x="14287" y="829944"/>
                </a:lnTo>
                <a:lnTo>
                  <a:pt x="28575" y="829944"/>
                </a:lnTo>
                <a:lnTo>
                  <a:pt x="28575" y="844232"/>
                </a:lnTo>
                <a:close/>
              </a:path>
              <a:path w="5201920" h="858520">
                <a:moveTo>
                  <a:pt x="5173345" y="844232"/>
                </a:moveTo>
                <a:lnTo>
                  <a:pt x="28575" y="844232"/>
                </a:lnTo>
                <a:lnTo>
                  <a:pt x="28575" y="829944"/>
                </a:lnTo>
                <a:lnTo>
                  <a:pt x="5173345" y="829944"/>
                </a:lnTo>
                <a:lnTo>
                  <a:pt x="5173345" y="844232"/>
                </a:lnTo>
                <a:close/>
              </a:path>
              <a:path w="5201920" h="858520">
                <a:moveTo>
                  <a:pt x="5201920" y="844232"/>
                </a:moveTo>
                <a:lnTo>
                  <a:pt x="5173345" y="844232"/>
                </a:lnTo>
                <a:lnTo>
                  <a:pt x="5187632" y="829944"/>
                </a:lnTo>
                <a:lnTo>
                  <a:pt x="5201920" y="829944"/>
                </a:lnTo>
                <a:lnTo>
                  <a:pt x="5201920" y="8442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27100" y="1936115"/>
            <a:ext cx="4911725" cy="360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0915" marR="144208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没有绕</a:t>
            </a:r>
            <a:r>
              <a:rPr dirty="0" sz="2400" spc="-5" b="1">
                <a:solidFill>
                  <a:srgbClr val="0505EE"/>
                </a:solidFill>
                <a:latin typeface="华文楷体"/>
                <a:cs typeface="华文楷体"/>
              </a:rPr>
              <a:t>开 </a:t>
            </a:r>
            <a:r>
              <a:rPr dirty="0" sz="2400" b="1">
                <a:solidFill>
                  <a:srgbClr val="0505EE"/>
                </a:solidFill>
                <a:latin typeface="华文楷体"/>
                <a:cs typeface="华文楷体"/>
              </a:rPr>
              <a:t>经典理</a:t>
            </a:r>
            <a:r>
              <a:rPr dirty="0" sz="2400" spc="-5" b="1">
                <a:solidFill>
                  <a:srgbClr val="0505EE"/>
                </a:solidFill>
                <a:latin typeface="华文楷体"/>
                <a:cs typeface="华文楷体"/>
              </a:rPr>
              <a:t>论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 sz="2400" b="1">
                <a:latin typeface="华文楷体"/>
                <a:cs typeface="华文楷体"/>
              </a:rPr>
              <a:t>“规定”了原子的稳定</a:t>
            </a:r>
            <a:r>
              <a:rPr dirty="0" sz="2400" spc="-5" b="1">
                <a:latin typeface="华文楷体"/>
                <a:cs typeface="华文楷体"/>
              </a:rPr>
              <a:t>性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dirty="0" sz="2400" b="1">
                <a:latin typeface="华文楷体"/>
                <a:cs typeface="华文楷体"/>
              </a:rPr>
              <a:t>成功地解释了氢原子光谱的实验规</a:t>
            </a:r>
            <a:r>
              <a:rPr dirty="0" sz="2400" spc="-5" b="1">
                <a:latin typeface="华文楷体"/>
                <a:cs typeface="华文楷体"/>
              </a:rPr>
              <a:t>律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  <a:spcBef>
                <a:spcPts val="2680"/>
              </a:spcBef>
            </a:pPr>
            <a:r>
              <a:rPr dirty="0" sz="2400" b="1">
                <a:latin typeface="华文楷体"/>
                <a:cs typeface="华文楷体"/>
              </a:rPr>
              <a:t>无法解释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复杂</a:t>
            </a:r>
            <a:r>
              <a:rPr dirty="0" sz="2400" b="1">
                <a:latin typeface="华文楷体"/>
                <a:cs typeface="华文楷体"/>
              </a:rPr>
              <a:t>一点的原子的光谱现</a:t>
            </a:r>
            <a:r>
              <a:rPr dirty="0" sz="2400" spc="-5" b="1">
                <a:latin typeface="华文楷体"/>
                <a:cs typeface="华文楷体"/>
              </a:rPr>
              <a:t>象 </a:t>
            </a:r>
            <a:r>
              <a:rPr dirty="0" sz="2400" b="1">
                <a:latin typeface="华文楷体"/>
                <a:cs typeface="华文楷体"/>
              </a:rPr>
              <a:t>无法解释谱线的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强度</a:t>
            </a:r>
            <a:r>
              <a:rPr dirty="0" sz="2400" spc="-5" b="1">
                <a:latin typeface="华文楷体"/>
                <a:cs typeface="华文楷体"/>
              </a:rPr>
              <a:t>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9619" y="1581911"/>
            <a:ext cx="1086612" cy="1543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1044" y="1553336"/>
            <a:ext cx="1144270" cy="1601470"/>
          </a:xfrm>
          <a:custGeom>
            <a:avLst/>
            <a:gdLst/>
            <a:ahLst/>
            <a:cxnLst/>
            <a:rect l="l" t="t" r="r" b="b"/>
            <a:pathLst>
              <a:path w="1144270" h="1601470">
                <a:moveTo>
                  <a:pt x="1129474" y="1600962"/>
                </a:moveTo>
                <a:lnTo>
                  <a:pt x="14287" y="1600962"/>
                </a:lnTo>
                <a:lnTo>
                  <a:pt x="11506" y="1600682"/>
                </a:lnTo>
                <a:lnTo>
                  <a:pt x="0" y="1586674"/>
                </a:lnTo>
                <a:lnTo>
                  <a:pt x="0" y="14287"/>
                </a:lnTo>
                <a:lnTo>
                  <a:pt x="14287" y="0"/>
                </a:lnTo>
                <a:lnTo>
                  <a:pt x="1129474" y="0"/>
                </a:lnTo>
                <a:lnTo>
                  <a:pt x="11437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72387"/>
                </a:lnTo>
                <a:lnTo>
                  <a:pt x="14287" y="1572387"/>
                </a:lnTo>
                <a:lnTo>
                  <a:pt x="28575" y="1586674"/>
                </a:lnTo>
                <a:lnTo>
                  <a:pt x="1143762" y="1586674"/>
                </a:lnTo>
                <a:lnTo>
                  <a:pt x="1143482" y="1589455"/>
                </a:lnTo>
                <a:lnTo>
                  <a:pt x="1132255" y="1600682"/>
                </a:lnTo>
                <a:lnTo>
                  <a:pt x="1129474" y="1600962"/>
                </a:lnTo>
                <a:close/>
              </a:path>
              <a:path w="1144270" h="160147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144270" h="1601470">
                <a:moveTo>
                  <a:pt x="11151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115187" y="14287"/>
                </a:lnTo>
                <a:lnTo>
                  <a:pt x="1115187" y="28575"/>
                </a:lnTo>
                <a:close/>
              </a:path>
              <a:path w="1144270" h="1601470">
                <a:moveTo>
                  <a:pt x="1115187" y="1586674"/>
                </a:moveTo>
                <a:lnTo>
                  <a:pt x="1115187" y="14287"/>
                </a:lnTo>
                <a:lnTo>
                  <a:pt x="1129474" y="28575"/>
                </a:lnTo>
                <a:lnTo>
                  <a:pt x="1143762" y="28575"/>
                </a:lnTo>
                <a:lnTo>
                  <a:pt x="1143762" y="1572387"/>
                </a:lnTo>
                <a:lnTo>
                  <a:pt x="1129474" y="1572387"/>
                </a:lnTo>
                <a:lnTo>
                  <a:pt x="1115187" y="1586674"/>
                </a:lnTo>
                <a:close/>
              </a:path>
              <a:path w="1144270" h="1601470">
                <a:moveTo>
                  <a:pt x="1143762" y="28575"/>
                </a:moveTo>
                <a:lnTo>
                  <a:pt x="1129474" y="28575"/>
                </a:lnTo>
                <a:lnTo>
                  <a:pt x="1115187" y="14287"/>
                </a:lnTo>
                <a:lnTo>
                  <a:pt x="1143762" y="14287"/>
                </a:lnTo>
                <a:lnTo>
                  <a:pt x="1143762" y="28575"/>
                </a:lnTo>
                <a:close/>
              </a:path>
              <a:path w="1144270" h="1601470">
                <a:moveTo>
                  <a:pt x="28575" y="1586674"/>
                </a:moveTo>
                <a:lnTo>
                  <a:pt x="14287" y="1572387"/>
                </a:lnTo>
                <a:lnTo>
                  <a:pt x="28575" y="1572387"/>
                </a:lnTo>
                <a:lnTo>
                  <a:pt x="28575" y="1586674"/>
                </a:lnTo>
                <a:close/>
              </a:path>
              <a:path w="1144270" h="1601470">
                <a:moveTo>
                  <a:pt x="1115187" y="1586674"/>
                </a:moveTo>
                <a:lnTo>
                  <a:pt x="28575" y="1586674"/>
                </a:lnTo>
                <a:lnTo>
                  <a:pt x="28575" y="1572387"/>
                </a:lnTo>
                <a:lnTo>
                  <a:pt x="1115187" y="1572387"/>
                </a:lnTo>
                <a:lnTo>
                  <a:pt x="1115187" y="1586674"/>
                </a:lnTo>
                <a:close/>
              </a:path>
              <a:path w="1144270" h="1601470">
                <a:moveTo>
                  <a:pt x="1143762" y="1586674"/>
                </a:moveTo>
                <a:lnTo>
                  <a:pt x="1115187" y="1586674"/>
                </a:lnTo>
                <a:lnTo>
                  <a:pt x="1129474" y="1572387"/>
                </a:lnTo>
                <a:lnTo>
                  <a:pt x="1143762" y="1572387"/>
                </a:lnTo>
                <a:lnTo>
                  <a:pt x="1143762" y="1586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359791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六、玻尔理论的局限</a:t>
            </a:r>
            <a:r>
              <a:rPr dirty="0" u="none" spc="-20" b="1">
                <a:latin typeface="黑体"/>
                <a:cs typeface="黑体"/>
              </a:rPr>
              <a:t>性</a:t>
            </a:r>
          </a:p>
        </p:txBody>
      </p:sp>
      <p:sp>
        <p:nvSpPr>
          <p:cNvPr id="6" name="object 6"/>
          <p:cNvSpPr/>
          <p:nvPr/>
        </p:nvSpPr>
        <p:spPr>
          <a:xfrm>
            <a:off x="762000" y="1584960"/>
            <a:ext cx="6024372" cy="4629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65718" y="3180079"/>
            <a:ext cx="558622" cy="670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37106" y="4469765"/>
            <a:ext cx="629818" cy="795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55036" y="4596765"/>
            <a:ext cx="629818" cy="795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37106" y="1958339"/>
            <a:ext cx="629818" cy="7950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55036" y="1958339"/>
            <a:ext cx="629818" cy="7950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991" y="105613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90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6636" y="1278636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5">
                <a:moveTo>
                  <a:pt x="0" y="0"/>
                </a:moveTo>
                <a:lnTo>
                  <a:pt x="245364" y="0"/>
                </a:lnTo>
                <a:lnTo>
                  <a:pt x="245364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8347" y="1523364"/>
            <a:ext cx="1569720" cy="0"/>
          </a:xfrm>
          <a:custGeom>
            <a:avLst/>
            <a:gdLst/>
            <a:ahLst/>
            <a:cxnLst/>
            <a:rect l="l" t="t" r="r" b="b"/>
            <a:pathLst>
              <a:path w="1569720" h="0">
                <a:moveTo>
                  <a:pt x="0" y="0"/>
                </a:moveTo>
                <a:lnTo>
                  <a:pt x="1569110" y="0"/>
                </a:lnTo>
              </a:path>
            </a:pathLst>
          </a:custGeom>
          <a:ln w="15239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5510" y="1040130"/>
            <a:ext cx="39554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b="1">
                <a:latin typeface="黑体"/>
                <a:cs typeface="黑体"/>
              </a:rPr>
              <a:t>原子结构理论的发展过</a:t>
            </a:r>
            <a:r>
              <a:rPr dirty="0" u="none" spc="-20" b="1">
                <a:latin typeface="黑体"/>
                <a:cs typeface="黑体"/>
              </a:rPr>
              <a:t>程</a:t>
            </a:r>
          </a:p>
        </p:txBody>
      </p:sp>
      <p:sp>
        <p:nvSpPr>
          <p:cNvPr id="6" name="object 6"/>
          <p:cNvSpPr/>
          <p:nvPr/>
        </p:nvSpPr>
        <p:spPr>
          <a:xfrm>
            <a:off x="631825" y="2042160"/>
            <a:ext cx="1807845" cy="504825"/>
          </a:xfrm>
          <a:custGeom>
            <a:avLst/>
            <a:gdLst/>
            <a:ahLst/>
            <a:cxnLst/>
            <a:rect l="l" t="t" r="r" b="b"/>
            <a:pathLst>
              <a:path w="1807845" h="504825">
                <a:moveTo>
                  <a:pt x="1785620" y="504825"/>
                </a:moveTo>
                <a:lnTo>
                  <a:pt x="22225" y="504825"/>
                </a:lnTo>
                <a:lnTo>
                  <a:pt x="18745" y="504545"/>
                </a:lnTo>
                <a:lnTo>
                  <a:pt x="0" y="482600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460375"/>
                </a:lnTo>
                <a:lnTo>
                  <a:pt x="22225" y="460375"/>
                </a:lnTo>
                <a:lnTo>
                  <a:pt x="44450" y="482600"/>
                </a:lnTo>
                <a:lnTo>
                  <a:pt x="1807845" y="482600"/>
                </a:lnTo>
                <a:lnTo>
                  <a:pt x="1807565" y="486079"/>
                </a:lnTo>
                <a:lnTo>
                  <a:pt x="1789099" y="504545"/>
                </a:lnTo>
                <a:lnTo>
                  <a:pt x="1785620" y="504825"/>
                </a:lnTo>
                <a:close/>
              </a:path>
              <a:path w="1807845" h="50482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504825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460375"/>
                </a:lnTo>
                <a:lnTo>
                  <a:pt x="1785620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504825">
                <a:moveTo>
                  <a:pt x="44450" y="482600"/>
                </a:moveTo>
                <a:lnTo>
                  <a:pt x="22225" y="460375"/>
                </a:lnTo>
                <a:lnTo>
                  <a:pt x="44450" y="460375"/>
                </a:lnTo>
                <a:lnTo>
                  <a:pt x="44450" y="48260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44450" y="482600"/>
                </a:lnTo>
                <a:lnTo>
                  <a:pt x="44450" y="460375"/>
                </a:lnTo>
                <a:lnTo>
                  <a:pt x="1763395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82600"/>
                </a:moveTo>
                <a:lnTo>
                  <a:pt x="1763395" y="482600"/>
                </a:lnTo>
                <a:lnTo>
                  <a:pt x="1785620" y="460375"/>
                </a:lnTo>
                <a:lnTo>
                  <a:pt x="1807845" y="460375"/>
                </a:lnTo>
                <a:lnTo>
                  <a:pt x="1807845" y="48260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2790" y="2061209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电子的发现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015" y="2794635"/>
            <a:ext cx="7458075" cy="3380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09029" y="1837054"/>
            <a:ext cx="1807845" cy="874394"/>
          </a:xfrm>
          <a:custGeom>
            <a:avLst/>
            <a:gdLst/>
            <a:ahLst/>
            <a:cxnLst/>
            <a:rect l="l" t="t" r="r" b="b"/>
            <a:pathLst>
              <a:path w="1807845" h="874394">
                <a:moveTo>
                  <a:pt x="1785620" y="874395"/>
                </a:moveTo>
                <a:lnTo>
                  <a:pt x="22225" y="874395"/>
                </a:lnTo>
                <a:lnTo>
                  <a:pt x="18745" y="874115"/>
                </a:lnTo>
                <a:lnTo>
                  <a:pt x="0" y="852170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829945"/>
                </a:lnTo>
                <a:lnTo>
                  <a:pt x="22225" y="829945"/>
                </a:lnTo>
                <a:lnTo>
                  <a:pt x="44450" y="852170"/>
                </a:lnTo>
                <a:lnTo>
                  <a:pt x="1807845" y="852170"/>
                </a:lnTo>
                <a:lnTo>
                  <a:pt x="1807565" y="855649"/>
                </a:lnTo>
                <a:lnTo>
                  <a:pt x="1789099" y="874115"/>
                </a:lnTo>
                <a:lnTo>
                  <a:pt x="1785620" y="874395"/>
                </a:lnTo>
                <a:close/>
              </a:path>
              <a:path w="1807845" h="874394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874394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874394">
                <a:moveTo>
                  <a:pt x="1763395" y="852170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829945"/>
                </a:lnTo>
                <a:lnTo>
                  <a:pt x="1785620" y="829945"/>
                </a:lnTo>
                <a:lnTo>
                  <a:pt x="1763395" y="852170"/>
                </a:lnTo>
                <a:close/>
              </a:path>
              <a:path w="1807845" h="874394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874394">
                <a:moveTo>
                  <a:pt x="44450" y="852170"/>
                </a:moveTo>
                <a:lnTo>
                  <a:pt x="22225" y="829945"/>
                </a:lnTo>
                <a:lnTo>
                  <a:pt x="44450" y="829945"/>
                </a:lnTo>
                <a:lnTo>
                  <a:pt x="44450" y="852170"/>
                </a:lnTo>
                <a:close/>
              </a:path>
              <a:path w="1807845" h="874394">
                <a:moveTo>
                  <a:pt x="1763395" y="852170"/>
                </a:moveTo>
                <a:lnTo>
                  <a:pt x="44450" y="852170"/>
                </a:lnTo>
                <a:lnTo>
                  <a:pt x="44450" y="829945"/>
                </a:lnTo>
                <a:lnTo>
                  <a:pt x="1763395" y="829945"/>
                </a:lnTo>
                <a:lnTo>
                  <a:pt x="1763395" y="852170"/>
                </a:lnTo>
                <a:close/>
              </a:path>
              <a:path w="1807845" h="874394">
                <a:moveTo>
                  <a:pt x="1807845" y="852170"/>
                </a:moveTo>
                <a:lnTo>
                  <a:pt x="1763395" y="852170"/>
                </a:lnTo>
                <a:lnTo>
                  <a:pt x="1785620" y="829945"/>
                </a:lnTo>
                <a:lnTo>
                  <a:pt x="1807845" y="829945"/>
                </a:lnTo>
                <a:lnTo>
                  <a:pt x="1807845" y="85217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309995" y="1856104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汤姆孙 枣糕模型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37764" y="2194280"/>
            <a:ext cx="3780154" cy="200025"/>
          </a:xfrm>
          <a:custGeom>
            <a:avLst/>
            <a:gdLst/>
            <a:ahLst/>
            <a:cxnLst/>
            <a:rect l="l" t="t" r="r" b="b"/>
            <a:pathLst>
              <a:path w="3780154" h="200025">
                <a:moveTo>
                  <a:pt x="3603421" y="199999"/>
                </a:moveTo>
                <a:lnTo>
                  <a:pt x="3580511" y="176669"/>
                </a:lnTo>
                <a:lnTo>
                  <a:pt x="3580993" y="173037"/>
                </a:lnTo>
                <a:lnTo>
                  <a:pt x="3653834" y="122225"/>
                </a:lnTo>
                <a:lnTo>
                  <a:pt x="3736047" y="122212"/>
                </a:lnTo>
                <a:lnTo>
                  <a:pt x="3736047" y="77762"/>
                </a:lnTo>
                <a:lnTo>
                  <a:pt x="3653819" y="77762"/>
                </a:lnTo>
                <a:lnTo>
                  <a:pt x="3591483" y="41414"/>
                </a:lnTo>
                <a:lnTo>
                  <a:pt x="3580485" y="23342"/>
                </a:lnTo>
                <a:lnTo>
                  <a:pt x="3580599" y="19672"/>
                </a:lnTo>
                <a:lnTo>
                  <a:pt x="3603396" y="0"/>
                </a:lnTo>
                <a:lnTo>
                  <a:pt x="3607041" y="419"/>
                </a:lnTo>
                <a:lnTo>
                  <a:pt x="3610571" y="1435"/>
                </a:lnTo>
                <a:lnTo>
                  <a:pt x="3613873" y="3022"/>
                </a:lnTo>
                <a:lnTo>
                  <a:pt x="3742058" y="77762"/>
                </a:lnTo>
                <a:lnTo>
                  <a:pt x="3736047" y="77762"/>
                </a:lnTo>
                <a:lnTo>
                  <a:pt x="3742082" y="77775"/>
                </a:lnTo>
                <a:lnTo>
                  <a:pt x="3780155" y="99974"/>
                </a:lnTo>
                <a:lnTo>
                  <a:pt x="3613912" y="196989"/>
                </a:lnTo>
                <a:lnTo>
                  <a:pt x="3610597" y="198564"/>
                </a:lnTo>
                <a:lnTo>
                  <a:pt x="3607066" y="199580"/>
                </a:lnTo>
                <a:lnTo>
                  <a:pt x="3603421" y="199999"/>
                </a:lnTo>
                <a:close/>
              </a:path>
              <a:path w="3780154" h="200025">
                <a:moveTo>
                  <a:pt x="3691938" y="99988"/>
                </a:moveTo>
                <a:lnTo>
                  <a:pt x="3653843" y="77775"/>
                </a:lnTo>
                <a:lnTo>
                  <a:pt x="3736047" y="77762"/>
                </a:lnTo>
                <a:lnTo>
                  <a:pt x="3736047" y="80784"/>
                </a:lnTo>
                <a:lnTo>
                  <a:pt x="3724846" y="80784"/>
                </a:lnTo>
                <a:lnTo>
                  <a:pt x="3691938" y="99988"/>
                </a:lnTo>
                <a:close/>
              </a:path>
              <a:path w="3780154" h="200025">
                <a:moveTo>
                  <a:pt x="0" y="122834"/>
                </a:moveTo>
                <a:lnTo>
                  <a:pt x="0" y="78384"/>
                </a:lnTo>
                <a:lnTo>
                  <a:pt x="3653843" y="77775"/>
                </a:lnTo>
                <a:lnTo>
                  <a:pt x="3691938" y="99988"/>
                </a:lnTo>
                <a:lnTo>
                  <a:pt x="3653834" y="122225"/>
                </a:lnTo>
                <a:lnTo>
                  <a:pt x="0" y="122834"/>
                </a:lnTo>
                <a:close/>
              </a:path>
              <a:path w="3780154" h="200025">
                <a:moveTo>
                  <a:pt x="3724846" y="119176"/>
                </a:moveTo>
                <a:lnTo>
                  <a:pt x="3691938" y="99988"/>
                </a:lnTo>
                <a:lnTo>
                  <a:pt x="3724846" y="80784"/>
                </a:lnTo>
                <a:lnTo>
                  <a:pt x="3724846" y="119176"/>
                </a:lnTo>
                <a:close/>
              </a:path>
              <a:path w="3780154" h="200025">
                <a:moveTo>
                  <a:pt x="3736047" y="119176"/>
                </a:moveTo>
                <a:lnTo>
                  <a:pt x="3724846" y="119176"/>
                </a:lnTo>
                <a:lnTo>
                  <a:pt x="3724846" y="80784"/>
                </a:lnTo>
                <a:lnTo>
                  <a:pt x="3736047" y="80784"/>
                </a:lnTo>
                <a:lnTo>
                  <a:pt x="3736047" y="119176"/>
                </a:lnTo>
                <a:close/>
              </a:path>
              <a:path w="3780154" h="200025">
                <a:moveTo>
                  <a:pt x="3653834" y="122225"/>
                </a:moveTo>
                <a:lnTo>
                  <a:pt x="3691938" y="99988"/>
                </a:lnTo>
                <a:lnTo>
                  <a:pt x="3724846" y="119176"/>
                </a:lnTo>
                <a:lnTo>
                  <a:pt x="3736047" y="119176"/>
                </a:lnTo>
                <a:lnTo>
                  <a:pt x="3736047" y="122212"/>
                </a:lnTo>
                <a:lnTo>
                  <a:pt x="3653834" y="122225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46754" y="2300604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提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8415" y="3061334"/>
            <a:ext cx="1549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卢瑟福核式 结构模型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27604" y="2016798"/>
            <a:ext cx="972185" cy="101600"/>
          </a:xfrm>
          <a:custGeom>
            <a:avLst/>
            <a:gdLst/>
            <a:ahLst/>
            <a:cxnLst/>
            <a:rect l="l" t="t" r="r" b="b"/>
            <a:pathLst>
              <a:path w="972185" h="101600">
                <a:moveTo>
                  <a:pt x="946980" y="50761"/>
                </a:moveTo>
                <a:lnTo>
                  <a:pt x="880186" y="11798"/>
                </a:lnTo>
                <a:lnTo>
                  <a:pt x="878649" y="10541"/>
                </a:lnTo>
                <a:lnTo>
                  <a:pt x="877569" y="8864"/>
                </a:lnTo>
                <a:lnTo>
                  <a:pt x="877061" y="6946"/>
                </a:lnTo>
                <a:lnTo>
                  <a:pt x="877176" y="4965"/>
                </a:lnTo>
                <a:lnTo>
                  <a:pt x="877900" y="3111"/>
                </a:lnTo>
                <a:lnTo>
                  <a:pt x="879157" y="1574"/>
                </a:lnTo>
                <a:lnTo>
                  <a:pt x="880821" y="495"/>
                </a:lnTo>
                <a:lnTo>
                  <a:pt x="882751" y="0"/>
                </a:lnTo>
                <a:lnTo>
                  <a:pt x="884732" y="101"/>
                </a:lnTo>
                <a:lnTo>
                  <a:pt x="886586" y="825"/>
                </a:lnTo>
                <a:lnTo>
                  <a:pt x="961300" y="44411"/>
                </a:lnTo>
                <a:lnTo>
                  <a:pt x="959586" y="44411"/>
                </a:lnTo>
                <a:lnTo>
                  <a:pt x="959586" y="45275"/>
                </a:lnTo>
                <a:lnTo>
                  <a:pt x="956386" y="45275"/>
                </a:lnTo>
                <a:lnTo>
                  <a:pt x="946980" y="50761"/>
                </a:lnTo>
                <a:close/>
              </a:path>
              <a:path w="972185" h="101600">
                <a:moveTo>
                  <a:pt x="936095" y="57111"/>
                </a:moveTo>
                <a:lnTo>
                  <a:pt x="0" y="57111"/>
                </a:lnTo>
                <a:lnTo>
                  <a:pt x="0" y="44411"/>
                </a:lnTo>
                <a:lnTo>
                  <a:pt x="936095" y="44411"/>
                </a:lnTo>
                <a:lnTo>
                  <a:pt x="946980" y="50761"/>
                </a:lnTo>
                <a:lnTo>
                  <a:pt x="936095" y="57111"/>
                </a:lnTo>
                <a:close/>
              </a:path>
              <a:path w="972185" h="101600">
                <a:moveTo>
                  <a:pt x="961300" y="57111"/>
                </a:moveTo>
                <a:lnTo>
                  <a:pt x="959586" y="57111"/>
                </a:lnTo>
                <a:lnTo>
                  <a:pt x="959586" y="44411"/>
                </a:lnTo>
                <a:lnTo>
                  <a:pt x="961300" y="44411"/>
                </a:lnTo>
                <a:lnTo>
                  <a:pt x="972184" y="50761"/>
                </a:lnTo>
                <a:lnTo>
                  <a:pt x="961300" y="57111"/>
                </a:lnTo>
                <a:close/>
              </a:path>
              <a:path w="972185" h="101600">
                <a:moveTo>
                  <a:pt x="956386" y="56248"/>
                </a:moveTo>
                <a:lnTo>
                  <a:pt x="946980" y="50761"/>
                </a:lnTo>
                <a:lnTo>
                  <a:pt x="956386" y="45275"/>
                </a:lnTo>
                <a:lnTo>
                  <a:pt x="956386" y="56248"/>
                </a:lnTo>
                <a:close/>
              </a:path>
              <a:path w="972185" h="101600">
                <a:moveTo>
                  <a:pt x="959586" y="56248"/>
                </a:moveTo>
                <a:lnTo>
                  <a:pt x="956386" y="56248"/>
                </a:lnTo>
                <a:lnTo>
                  <a:pt x="956386" y="45275"/>
                </a:lnTo>
                <a:lnTo>
                  <a:pt x="959586" y="45275"/>
                </a:lnTo>
                <a:lnTo>
                  <a:pt x="959586" y="56248"/>
                </a:lnTo>
                <a:close/>
              </a:path>
              <a:path w="972185" h="101600">
                <a:moveTo>
                  <a:pt x="882751" y="101523"/>
                </a:moveTo>
                <a:lnTo>
                  <a:pt x="877061" y="94576"/>
                </a:lnTo>
                <a:lnTo>
                  <a:pt x="877569" y="92659"/>
                </a:lnTo>
                <a:lnTo>
                  <a:pt x="878649" y="90982"/>
                </a:lnTo>
                <a:lnTo>
                  <a:pt x="880186" y="89725"/>
                </a:lnTo>
                <a:lnTo>
                  <a:pt x="946980" y="50761"/>
                </a:lnTo>
                <a:lnTo>
                  <a:pt x="956386" y="56248"/>
                </a:lnTo>
                <a:lnTo>
                  <a:pt x="959586" y="56248"/>
                </a:lnTo>
                <a:lnTo>
                  <a:pt x="959586" y="57111"/>
                </a:lnTo>
                <a:lnTo>
                  <a:pt x="961300" y="57111"/>
                </a:lnTo>
                <a:lnTo>
                  <a:pt x="886586" y="100698"/>
                </a:lnTo>
                <a:lnTo>
                  <a:pt x="884732" y="101422"/>
                </a:lnTo>
                <a:lnTo>
                  <a:pt x="882751" y="1015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42870" y="1654809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否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94075" y="1790064"/>
            <a:ext cx="1807845" cy="504825"/>
          </a:xfrm>
          <a:custGeom>
            <a:avLst/>
            <a:gdLst/>
            <a:ahLst/>
            <a:cxnLst/>
            <a:rect l="l" t="t" r="r" b="b"/>
            <a:pathLst>
              <a:path w="1807845" h="504825">
                <a:moveTo>
                  <a:pt x="1785620" y="504825"/>
                </a:moveTo>
                <a:lnTo>
                  <a:pt x="22225" y="504825"/>
                </a:lnTo>
                <a:lnTo>
                  <a:pt x="18745" y="504545"/>
                </a:lnTo>
                <a:lnTo>
                  <a:pt x="0" y="482600"/>
                </a:lnTo>
                <a:lnTo>
                  <a:pt x="0" y="22225"/>
                </a:lnTo>
                <a:lnTo>
                  <a:pt x="22225" y="0"/>
                </a:lnTo>
                <a:lnTo>
                  <a:pt x="1785620" y="0"/>
                </a:lnTo>
                <a:lnTo>
                  <a:pt x="1807845" y="22225"/>
                </a:lnTo>
                <a:lnTo>
                  <a:pt x="44450" y="22225"/>
                </a:lnTo>
                <a:lnTo>
                  <a:pt x="22225" y="44450"/>
                </a:lnTo>
                <a:lnTo>
                  <a:pt x="44450" y="44450"/>
                </a:lnTo>
                <a:lnTo>
                  <a:pt x="44450" y="460375"/>
                </a:lnTo>
                <a:lnTo>
                  <a:pt x="22225" y="460375"/>
                </a:lnTo>
                <a:lnTo>
                  <a:pt x="44450" y="482600"/>
                </a:lnTo>
                <a:lnTo>
                  <a:pt x="1807845" y="482600"/>
                </a:lnTo>
                <a:lnTo>
                  <a:pt x="1807565" y="486079"/>
                </a:lnTo>
                <a:lnTo>
                  <a:pt x="1789099" y="504545"/>
                </a:lnTo>
                <a:lnTo>
                  <a:pt x="1785620" y="504825"/>
                </a:lnTo>
                <a:close/>
              </a:path>
              <a:path w="1807845" h="504825">
                <a:moveTo>
                  <a:pt x="44450" y="44450"/>
                </a:moveTo>
                <a:lnTo>
                  <a:pt x="22225" y="44450"/>
                </a:lnTo>
                <a:lnTo>
                  <a:pt x="44450" y="22225"/>
                </a:lnTo>
                <a:lnTo>
                  <a:pt x="44450" y="44450"/>
                </a:lnTo>
                <a:close/>
              </a:path>
              <a:path w="1807845" h="504825">
                <a:moveTo>
                  <a:pt x="1763395" y="44450"/>
                </a:moveTo>
                <a:lnTo>
                  <a:pt x="44450" y="44450"/>
                </a:lnTo>
                <a:lnTo>
                  <a:pt x="44450" y="22225"/>
                </a:lnTo>
                <a:lnTo>
                  <a:pt x="1763395" y="22225"/>
                </a:lnTo>
                <a:lnTo>
                  <a:pt x="1763395" y="4445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1763395" y="22225"/>
                </a:lnTo>
                <a:lnTo>
                  <a:pt x="1785620" y="44450"/>
                </a:lnTo>
                <a:lnTo>
                  <a:pt x="1807845" y="44450"/>
                </a:lnTo>
                <a:lnTo>
                  <a:pt x="1807845" y="460375"/>
                </a:lnTo>
                <a:lnTo>
                  <a:pt x="1785620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4450"/>
                </a:moveTo>
                <a:lnTo>
                  <a:pt x="1785620" y="44450"/>
                </a:lnTo>
                <a:lnTo>
                  <a:pt x="1763395" y="22225"/>
                </a:lnTo>
                <a:lnTo>
                  <a:pt x="1807845" y="22225"/>
                </a:lnTo>
                <a:lnTo>
                  <a:pt x="1807845" y="44450"/>
                </a:lnTo>
                <a:close/>
              </a:path>
              <a:path w="1807845" h="504825">
                <a:moveTo>
                  <a:pt x="44450" y="482600"/>
                </a:moveTo>
                <a:lnTo>
                  <a:pt x="22225" y="460375"/>
                </a:lnTo>
                <a:lnTo>
                  <a:pt x="44450" y="460375"/>
                </a:lnTo>
                <a:lnTo>
                  <a:pt x="44450" y="482600"/>
                </a:lnTo>
                <a:close/>
              </a:path>
              <a:path w="1807845" h="504825">
                <a:moveTo>
                  <a:pt x="1763395" y="482600"/>
                </a:moveTo>
                <a:lnTo>
                  <a:pt x="44450" y="482600"/>
                </a:lnTo>
                <a:lnTo>
                  <a:pt x="44450" y="460375"/>
                </a:lnTo>
                <a:lnTo>
                  <a:pt x="1763395" y="460375"/>
                </a:lnTo>
                <a:lnTo>
                  <a:pt x="1763395" y="482600"/>
                </a:lnTo>
                <a:close/>
              </a:path>
              <a:path w="1807845" h="504825">
                <a:moveTo>
                  <a:pt x="1807845" y="482600"/>
                </a:moveTo>
                <a:lnTo>
                  <a:pt x="1763395" y="482600"/>
                </a:lnTo>
                <a:lnTo>
                  <a:pt x="1785620" y="460375"/>
                </a:lnTo>
                <a:lnTo>
                  <a:pt x="1807845" y="460375"/>
                </a:lnTo>
                <a:lnTo>
                  <a:pt x="1807845" y="482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495040" y="180911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原子不可割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5414" y="2645409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否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50920" y="2813684"/>
            <a:ext cx="2159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汤姆孙枣糕模型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06345" y="3446145"/>
            <a:ext cx="1287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2407" sz="3600" b="1">
                <a:solidFill>
                  <a:srgbClr val="FF0000"/>
                </a:solidFill>
                <a:latin typeface="华文楷体"/>
                <a:cs typeface="华文楷体"/>
              </a:rPr>
              <a:t>否</a:t>
            </a:r>
            <a:r>
              <a:rPr dirty="0" baseline="-32407" sz="3600" spc="480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提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4559" y="3804284"/>
            <a:ext cx="276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卢瑟福核式结构模型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9209" y="4316729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玻尔模型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73095" y="467042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提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790" y="3061334"/>
            <a:ext cx="1577340" cy="301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α粒子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散射实验</a:t>
            </a:r>
            <a:endParaRPr sz="2400">
              <a:latin typeface="华文楷体"/>
              <a:cs typeface="华文楷体"/>
            </a:endParaRPr>
          </a:p>
          <a:p>
            <a:pPr algn="just" marL="40005" marR="5080">
              <a:lnSpc>
                <a:spcPct val="100000"/>
              </a:lnSpc>
              <a:spcBef>
                <a:spcPts val="1775"/>
              </a:spcBef>
            </a:pPr>
            <a:r>
              <a:rPr dirty="0" sz="2400">
                <a:latin typeface="华文楷体"/>
                <a:cs typeface="华文楷体"/>
              </a:rPr>
              <a:t>原子稳定性 原子光谱的 分立特征</a:t>
            </a:r>
            <a:endParaRPr sz="2400">
              <a:latin typeface="华文楷体"/>
              <a:cs typeface="华文楷体"/>
            </a:endParaRPr>
          </a:p>
          <a:p>
            <a:pPr marL="188595" marR="8890" indent="-152400">
              <a:lnSpc>
                <a:spcPct val="100000"/>
              </a:lnSpc>
              <a:spcBef>
                <a:spcPts val="1610"/>
              </a:spcBef>
            </a:pPr>
            <a:r>
              <a:rPr dirty="0" sz="2400">
                <a:latin typeface="华文楷体"/>
                <a:cs typeface="华文楷体"/>
              </a:rPr>
              <a:t>复杂（氦） 原子光谱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3845" y="4921250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否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3159" y="5089525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玻尔模型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8415" y="5225415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量子力学 理论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78175" y="561022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FAC46"/>
                </a:solidFill>
                <a:latin typeface="华文楷体"/>
                <a:cs typeface="华文楷体"/>
              </a:rPr>
              <a:t>提</a:t>
            </a:r>
            <a:r>
              <a:rPr dirty="0" sz="2400" spc="-5" b="1">
                <a:solidFill>
                  <a:srgbClr val="6FAC46"/>
                </a:solidFill>
                <a:latin typeface="华文楷体"/>
                <a:cs typeface="华文楷体"/>
              </a:rPr>
              <a:t>出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2025-04-20T14:29:48Z</dcterms:created>
  <dcterms:modified xsi:type="dcterms:W3CDTF">2025-04-20T14:29:48Z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