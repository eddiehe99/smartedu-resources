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2660" y="1871980"/>
            <a:ext cx="10266679" cy="451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楷体"/>
                <a:cs typeface="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楷体"/>
                <a:cs typeface="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楷体"/>
                <a:cs typeface="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1465" y="965835"/>
            <a:ext cx="1810385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楷体"/>
                <a:cs typeface="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0995" y="1624965"/>
            <a:ext cx="11510009" cy="1948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2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Relationship Id="rId21" Type="http://schemas.openxmlformats.org/officeDocument/2006/relationships/image" Target="../media/image51.png"/><Relationship Id="rId22" Type="http://schemas.openxmlformats.org/officeDocument/2006/relationships/image" Target="../media/image52.png"/><Relationship Id="rId23" Type="http://schemas.openxmlformats.org/officeDocument/2006/relationships/image" Target="../media/image53.png"/><Relationship Id="rId24" Type="http://schemas.openxmlformats.org/officeDocument/2006/relationships/image" Target="../media/image54.png"/><Relationship Id="rId25" Type="http://schemas.openxmlformats.org/officeDocument/2006/relationships/image" Target="../media/image55.jpg"/><Relationship Id="rId26" Type="http://schemas.openxmlformats.org/officeDocument/2006/relationships/image" Target="../media/image56.png"/><Relationship Id="rId27" Type="http://schemas.openxmlformats.org/officeDocument/2006/relationships/image" Target="../media/image57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71.png"/><Relationship Id="rId16" Type="http://schemas.openxmlformats.org/officeDocument/2006/relationships/image" Target="../media/image72.png"/><Relationship Id="rId17" Type="http://schemas.openxmlformats.org/officeDocument/2006/relationships/image" Target="../media/image73.png"/><Relationship Id="rId18" Type="http://schemas.openxmlformats.org/officeDocument/2006/relationships/image" Target="../media/image74.png"/><Relationship Id="rId19" Type="http://schemas.openxmlformats.org/officeDocument/2006/relationships/image" Target="../media/image75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jpg"/><Relationship Id="rId18" Type="http://schemas.openxmlformats.org/officeDocument/2006/relationships/image" Target="../media/image92.png"/><Relationship Id="rId19" Type="http://schemas.openxmlformats.org/officeDocument/2006/relationships/image" Target="../media/image93.png"/><Relationship Id="rId20" Type="http://schemas.openxmlformats.org/officeDocument/2006/relationships/image" Target="../media/image94.png"/><Relationship Id="rId21" Type="http://schemas.openxmlformats.org/officeDocument/2006/relationships/image" Target="../media/image95.png"/><Relationship Id="rId22" Type="http://schemas.openxmlformats.org/officeDocument/2006/relationships/image" Target="../media/image96.png"/><Relationship Id="rId23" Type="http://schemas.openxmlformats.org/officeDocument/2006/relationships/image" Target="../media/image97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8.jpg"/><Relationship Id="rId3" Type="http://schemas.openxmlformats.org/officeDocument/2006/relationships/image" Target="../media/image99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00.jpg"/><Relationship Id="rId4" Type="http://schemas.openxmlformats.org/officeDocument/2006/relationships/image" Target="../media/image101.jpg"/><Relationship Id="rId5" Type="http://schemas.openxmlformats.org/officeDocument/2006/relationships/image" Target="../media/image20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2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image" Target="../media/image110.png"/><Relationship Id="rId9" Type="http://schemas.openxmlformats.org/officeDocument/2006/relationships/image" Target="../media/image111.png"/><Relationship Id="rId10" Type="http://schemas.openxmlformats.org/officeDocument/2006/relationships/image" Target="../media/image112.png"/><Relationship Id="rId11" Type="http://schemas.openxmlformats.org/officeDocument/2006/relationships/image" Target="../media/image113.png"/><Relationship Id="rId12" Type="http://schemas.openxmlformats.org/officeDocument/2006/relationships/image" Target="../media/image114.png"/><Relationship Id="rId13" Type="http://schemas.openxmlformats.org/officeDocument/2006/relationships/image" Target="../media/image115.png"/><Relationship Id="rId14" Type="http://schemas.openxmlformats.org/officeDocument/2006/relationships/image" Target="../media/image116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7.jpg"/><Relationship Id="rId3" Type="http://schemas.openxmlformats.org/officeDocument/2006/relationships/image" Target="../media/image11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Relationship Id="rId11" Type="http://schemas.openxmlformats.org/officeDocument/2006/relationships/image" Target="../media/image129.png"/><Relationship Id="rId12" Type="http://schemas.openxmlformats.org/officeDocument/2006/relationships/image" Target="../media/image130.png"/><Relationship Id="rId13" Type="http://schemas.openxmlformats.org/officeDocument/2006/relationships/image" Target="../media/image131.png"/><Relationship Id="rId14" Type="http://schemas.openxmlformats.org/officeDocument/2006/relationships/image" Target="../media/image132.png"/><Relationship Id="rId15" Type="http://schemas.openxmlformats.org/officeDocument/2006/relationships/image" Target="../media/image133.png"/><Relationship Id="rId16" Type="http://schemas.openxmlformats.org/officeDocument/2006/relationships/image" Target="../media/image134.png"/><Relationship Id="rId17" Type="http://schemas.openxmlformats.org/officeDocument/2006/relationships/image" Target="../media/image135.png"/><Relationship Id="rId18" Type="http://schemas.openxmlformats.org/officeDocument/2006/relationships/image" Target="../media/image136.png"/><Relationship Id="rId19" Type="http://schemas.openxmlformats.org/officeDocument/2006/relationships/image" Target="../media/image137.png"/><Relationship Id="rId20" Type="http://schemas.openxmlformats.org/officeDocument/2006/relationships/image" Target="../media/image138.png"/><Relationship Id="rId21" Type="http://schemas.openxmlformats.org/officeDocument/2006/relationships/image" Target="../media/image139.png"/><Relationship Id="rId22" Type="http://schemas.openxmlformats.org/officeDocument/2006/relationships/image" Target="../media/image140.png"/><Relationship Id="rId23" Type="http://schemas.openxmlformats.org/officeDocument/2006/relationships/image" Target="../media/image141.png"/><Relationship Id="rId24" Type="http://schemas.openxmlformats.org/officeDocument/2006/relationships/image" Target="../media/image142.png"/><Relationship Id="rId25" Type="http://schemas.openxmlformats.org/officeDocument/2006/relationships/image" Target="../media/image143.png"/><Relationship Id="rId26" Type="http://schemas.openxmlformats.org/officeDocument/2006/relationships/image" Target="../media/image144.png"/><Relationship Id="rId27" Type="http://schemas.openxmlformats.org/officeDocument/2006/relationships/image" Target="../media/image145.png"/><Relationship Id="rId28" Type="http://schemas.openxmlformats.org/officeDocument/2006/relationships/image" Target="../media/image146.png"/><Relationship Id="rId29" Type="http://schemas.openxmlformats.org/officeDocument/2006/relationships/image" Target="../media/image147.png"/><Relationship Id="rId30" Type="http://schemas.openxmlformats.org/officeDocument/2006/relationships/image" Target="../media/image148.png"/><Relationship Id="rId31" Type="http://schemas.openxmlformats.org/officeDocument/2006/relationships/image" Target="../media/image149.png"/><Relationship Id="rId32" Type="http://schemas.openxmlformats.org/officeDocument/2006/relationships/image" Target="../media/image150.png"/><Relationship Id="rId33" Type="http://schemas.openxmlformats.org/officeDocument/2006/relationships/image" Target="../media/image151.png"/><Relationship Id="rId34" Type="http://schemas.openxmlformats.org/officeDocument/2006/relationships/image" Target="../media/image152.png"/><Relationship Id="rId35" Type="http://schemas.openxmlformats.org/officeDocument/2006/relationships/image" Target="../media/image153.png"/><Relationship Id="rId36" Type="http://schemas.openxmlformats.org/officeDocument/2006/relationships/image" Target="../media/image154.png"/><Relationship Id="rId37" Type="http://schemas.openxmlformats.org/officeDocument/2006/relationships/image" Target="../media/image155.png"/><Relationship Id="rId38" Type="http://schemas.openxmlformats.org/officeDocument/2006/relationships/image" Target="../media/image156.png"/><Relationship Id="rId39" Type="http://schemas.openxmlformats.org/officeDocument/2006/relationships/image" Target="../media/image157.png"/><Relationship Id="rId40" Type="http://schemas.openxmlformats.org/officeDocument/2006/relationships/image" Target="../media/image158.png"/><Relationship Id="rId41" Type="http://schemas.openxmlformats.org/officeDocument/2006/relationships/image" Target="../media/image159.png"/><Relationship Id="rId42" Type="http://schemas.openxmlformats.org/officeDocument/2006/relationships/image" Target="../media/image160.png"/><Relationship Id="rId43" Type="http://schemas.openxmlformats.org/officeDocument/2006/relationships/image" Target="../media/image161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2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5.jpg"/><Relationship Id="rId3" Type="http://schemas.openxmlformats.org/officeDocument/2006/relationships/image" Target="../media/image166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7.jpg"/><Relationship Id="rId3" Type="http://schemas.openxmlformats.org/officeDocument/2006/relationships/image" Target="../media/image168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9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0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1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jpg"/><Relationship Id="rId3" Type="http://schemas.openxmlformats.org/officeDocument/2006/relationships/image" Target="../media/image17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41323" y="875347"/>
            <a:ext cx="28708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FFFFFF"/>
                </a:solidFill>
                <a:latin typeface="微软雅黑"/>
                <a:cs typeface="微软雅黑"/>
              </a:rPr>
              <a:t>基础教育精品</a:t>
            </a:r>
            <a:r>
              <a:rPr dirty="0" sz="3200" spc="5">
                <a:solidFill>
                  <a:srgbClr val="FFFFFF"/>
                </a:solidFill>
                <a:latin typeface="微软雅黑"/>
                <a:cs typeface="微软雅黑"/>
              </a:rPr>
              <a:t>课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254182" y="2001062"/>
            <a:ext cx="36830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solidFill>
                  <a:srgbClr val="FFFFFF"/>
                </a:solidFill>
                <a:latin typeface="微软雅黑"/>
                <a:cs typeface="微软雅黑"/>
              </a:rPr>
              <a:t>原子核的组成</a:t>
            </a:r>
            <a:endParaRPr sz="4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4469" y="3642867"/>
            <a:ext cx="251777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年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级：高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三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主讲人：陈祖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良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84395" y="3642867"/>
            <a:ext cx="6794500" cy="104648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760"/>
              </a:spcBef>
              <a:tabLst>
                <a:tab pos="73025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8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校：天津市滨海新区大港油田实验中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1272" y="842772"/>
            <a:ext cx="10884408" cy="5443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3394" y="1542415"/>
            <a:ext cx="588835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81355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楷体"/>
                <a:cs typeface="楷体"/>
              </a:rPr>
              <a:t>1896年，法国物理学家</a:t>
            </a:r>
            <a:r>
              <a:rPr dirty="0" sz="2400">
                <a:solidFill>
                  <a:srgbClr val="FF0000"/>
                </a:solidFill>
                <a:latin typeface="楷体"/>
                <a:cs typeface="楷体"/>
              </a:rPr>
              <a:t>贝克勒尔</a:t>
            </a:r>
            <a:r>
              <a:rPr dirty="0" sz="2400">
                <a:latin typeface="楷体"/>
                <a:cs typeface="楷体"/>
              </a:rPr>
              <a:t>发现， </a:t>
            </a:r>
            <a:r>
              <a:rPr dirty="0" sz="2400" spc="5">
                <a:latin typeface="楷体"/>
                <a:cs typeface="楷体"/>
              </a:rPr>
              <a:t>铀和含铀的矿</a:t>
            </a:r>
            <a:r>
              <a:rPr dirty="0" sz="2400" spc="10">
                <a:latin typeface="楷体"/>
                <a:cs typeface="楷体"/>
              </a:rPr>
              <a:t>物能够发出看不见的射线</a:t>
            </a:r>
            <a:r>
              <a:rPr dirty="0" sz="2400">
                <a:latin typeface="楷体"/>
                <a:cs typeface="楷体"/>
              </a:rPr>
              <a:t>，  它能穿透黑纸使照相底片感光。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359" y="5530989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贝克勒</a:t>
            </a:r>
            <a:r>
              <a:rPr dirty="0" sz="2000" spc="5">
                <a:latin typeface="微软雅黑"/>
                <a:cs typeface="微软雅黑"/>
              </a:rPr>
              <a:t>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6091" y="3567684"/>
            <a:ext cx="1828800" cy="1924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26307" y="3566159"/>
            <a:ext cx="2049780" cy="1924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7014" y="1013574"/>
            <a:ext cx="5504776" cy="6963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2915" y="1623060"/>
            <a:ext cx="5269865" cy="2219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09600">
              <a:lnSpc>
                <a:spcPct val="150000"/>
              </a:lnSpc>
              <a:spcBef>
                <a:spcPts val="100"/>
              </a:spcBef>
            </a:pPr>
            <a:r>
              <a:rPr dirty="0" sz="2400" spc="35" b="0">
                <a:solidFill>
                  <a:srgbClr val="000000"/>
                </a:solidFill>
                <a:latin typeface="楷体"/>
                <a:cs typeface="楷体"/>
              </a:rPr>
              <a:t>受到贝克勒尔的发现的鼓舞，</a:t>
            </a:r>
            <a:r>
              <a:rPr dirty="0" sz="2400" spc="40" b="0">
                <a:solidFill>
                  <a:srgbClr val="000000"/>
                </a:solidFill>
                <a:latin typeface="楷体"/>
                <a:cs typeface="楷体"/>
              </a:rPr>
              <a:t>波</a:t>
            </a:r>
            <a:r>
              <a:rPr dirty="0" sz="2400" b="0">
                <a:solidFill>
                  <a:srgbClr val="000000"/>
                </a:solidFill>
                <a:latin typeface="楷体"/>
                <a:cs typeface="楷体"/>
              </a:rPr>
              <a:t>兰 </a:t>
            </a:r>
            <a:r>
              <a:rPr dirty="0" sz="2400" spc="30" b="0">
                <a:solidFill>
                  <a:srgbClr val="000000"/>
                </a:solidFill>
                <a:latin typeface="楷体"/>
                <a:cs typeface="楷体"/>
              </a:rPr>
              <a:t>裔法国物理学家</a:t>
            </a:r>
            <a:r>
              <a:rPr dirty="0" sz="2400" spc="30" b="0">
                <a:latin typeface="楷体"/>
                <a:cs typeface="楷体"/>
              </a:rPr>
              <a:t>玛丽·居里和</a:t>
            </a:r>
            <a:r>
              <a:rPr dirty="0" sz="2400" spc="35" b="0">
                <a:latin typeface="楷体"/>
                <a:cs typeface="楷体"/>
              </a:rPr>
              <a:t>她的丈</a:t>
            </a:r>
            <a:r>
              <a:rPr dirty="0" sz="2400" b="0">
                <a:latin typeface="楷体"/>
                <a:cs typeface="楷体"/>
              </a:rPr>
              <a:t>夫 </a:t>
            </a:r>
            <a:r>
              <a:rPr dirty="0" sz="2400" spc="30" b="0">
                <a:latin typeface="楷体"/>
                <a:cs typeface="楷体"/>
              </a:rPr>
              <a:t>皮埃尔·居里</a:t>
            </a:r>
            <a:r>
              <a:rPr dirty="0" sz="2400" spc="30" b="0">
                <a:solidFill>
                  <a:srgbClr val="000000"/>
                </a:solidFill>
                <a:latin typeface="楷体"/>
                <a:cs typeface="楷体"/>
              </a:rPr>
              <a:t>对铀和含铀的各</a:t>
            </a:r>
            <a:r>
              <a:rPr dirty="0" sz="2400" spc="35" b="0">
                <a:solidFill>
                  <a:srgbClr val="000000"/>
                </a:solidFill>
                <a:latin typeface="楷体"/>
                <a:cs typeface="楷体"/>
              </a:rPr>
              <a:t>种矿石</a:t>
            </a:r>
            <a:r>
              <a:rPr dirty="0" sz="2400" b="0">
                <a:solidFill>
                  <a:srgbClr val="000000"/>
                </a:solidFill>
                <a:latin typeface="楷体"/>
                <a:cs typeface="楷体"/>
              </a:rPr>
              <a:t>进 行了深入研究。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2915" y="4000499"/>
            <a:ext cx="551180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09600">
              <a:lnSpc>
                <a:spcPct val="150000"/>
              </a:lnSpc>
              <a:spcBef>
                <a:spcPts val="100"/>
              </a:spcBef>
            </a:pPr>
            <a:r>
              <a:rPr dirty="0" sz="2400" spc="35">
                <a:latin typeface="楷体"/>
                <a:cs typeface="楷体"/>
              </a:rPr>
              <a:t>发现了两种能够发出更强射线</a:t>
            </a:r>
            <a:r>
              <a:rPr dirty="0" sz="2400" spc="40">
                <a:latin typeface="楷体"/>
                <a:cs typeface="楷体"/>
              </a:rPr>
              <a:t>的</a:t>
            </a:r>
            <a:r>
              <a:rPr dirty="0" sz="2400">
                <a:latin typeface="楷体"/>
                <a:cs typeface="楷体"/>
              </a:rPr>
              <a:t>新 </a:t>
            </a:r>
            <a:r>
              <a:rPr dirty="0" sz="2400" spc="30">
                <a:latin typeface="楷体"/>
                <a:cs typeface="楷体"/>
              </a:rPr>
              <a:t>元素，居里夫人把其中一种元</a:t>
            </a:r>
            <a:r>
              <a:rPr dirty="0" sz="2400" spc="35">
                <a:latin typeface="楷体"/>
                <a:cs typeface="楷体"/>
              </a:rPr>
              <a:t>素命名</a:t>
            </a:r>
            <a:r>
              <a:rPr dirty="0" sz="2400">
                <a:latin typeface="楷体"/>
                <a:cs typeface="楷体"/>
              </a:rPr>
              <a:t>为 钋（Po），另一种元素命名为镭（Ra）。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44792" y="4282287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居里夫</a:t>
            </a:r>
            <a:r>
              <a:rPr dirty="0" sz="2000" spc="5">
                <a:latin typeface="微软雅黑"/>
                <a:cs typeface="微软雅黑"/>
              </a:rPr>
              <a:t>妇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46647" y="1798320"/>
            <a:ext cx="1804416" cy="2322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2389" y="978649"/>
            <a:ext cx="5504776" cy="6963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765" y="1656715"/>
            <a:ext cx="7050405" cy="21824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750" marR="5080">
              <a:lnSpc>
                <a:spcPct val="150000"/>
              </a:lnSpc>
              <a:spcBef>
                <a:spcPts val="100"/>
              </a:spcBef>
              <a:buSzPct val="95833"/>
              <a:buAutoNum type="arabicPeriod"/>
              <a:tabLst>
                <a:tab pos="260350" algn="l"/>
              </a:tabLst>
            </a:pPr>
            <a:r>
              <a:rPr dirty="0" sz="2400" spc="70">
                <a:solidFill>
                  <a:srgbClr val="000000"/>
                </a:solidFill>
                <a:latin typeface="华文楷体"/>
                <a:cs typeface="华文楷体"/>
              </a:rPr>
              <a:t>原子序数大于</a:t>
            </a:r>
            <a:r>
              <a:rPr dirty="0" sz="2400" spc="65">
                <a:solidFill>
                  <a:srgbClr val="000000"/>
                </a:solidFill>
                <a:latin typeface="华文楷体"/>
                <a:cs typeface="华文楷体"/>
              </a:rPr>
              <a:t>83</a:t>
            </a:r>
            <a:r>
              <a:rPr dirty="0" sz="2400" spc="70">
                <a:solidFill>
                  <a:srgbClr val="000000"/>
                </a:solidFill>
                <a:latin typeface="华文楷体"/>
                <a:cs typeface="华文楷体"/>
              </a:rPr>
              <a:t>的元素</a:t>
            </a:r>
            <a:r>
              <a:rPr dirty="0" sz="2400" spc="75">
                <a:solidFill>
                  <a:srgbClr val="000000"/>
                </a:solidFill>
                <a:latin typeface="华文楷体"/>
                <a:cs typeface="华文楷体"/>
              </a:rPr>
              <a:t>，都能自发地发出射线</a:t>
            </a:r>
            <a:r>
              <a:rPr dirty="0" sz="2400" spc="-5">
                <a:solidFill>
                  <a:srgbClr val="000000"/>
                </a:solidFill>
                <a:latin typeface="华文楷体"/>
                <a:cs typeface="华文楷体"/>
              </a:rPr>
              <a:t>，  </a:t>
            </a:r>
            <a:r>
              <a:rPr dirty="0" sz="2400">
                <a:solidFill>
                  <a:srgbClr val="000000"/>
                </a:solidFill>
                <a:latin typeface="华文楷体"/>
                <a:cs typeface="华文楷体"/>
              </a:rPr>
              <a:t>原子序数小于或等于</a:t>
            </a:r>
            <a:r>
              <a:rPr dirty="0" sz="2400" spc="-5">
                <a:solidFill>
                  <a:srgbClr val="000000"/>
                </a:solidFill>
                <a:latin typeface="华文楷体"/>
                <a:cs typeface="华文楷体"/>
              </a:rPr>
              <a:t>83</a:t>
            </a:r>
            <a:r>
              <a:rPr dirty="0" sz="2400">
                <a:solidFill>
                  <a:srgbClr val="000000"/>
                </a:solidFill>
                <a:latin typeface="华文楷体"/>
                <a:cs typeface="华文楷体"/>
              </a:rPr>
              <a:t>的元素，有的也能发出射线</a:t>
            </a:r>
            <a:r>
              <a:rPr dirty="0" sz="2400" spc="-5">
                <a:solidFill>
                  <a:srgbClr val="000000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 marR="339090">
              <a:lnSpc>
                <a:spcPts val="4320"/>
              </a:lnSpc>
              <a:spcBef>
                <a:spcPts val="85"/>
              </a:spcBef>
              <a:buSzPct val="95833"/>
              <a:buAutoNum type="arabicPeriod"/>
              <a:tabLst>
                <a:tab pos="228600" algn="l"/>
              </a:tabLst>
            </a:pPr>
            <a:r>
              <a:rPr dirty="0" sz="2400" spc="20">
                <a:solidFill>
                  <a:srgbClr val="000000"/>
                </a:solidFill>
                <a:latin typeface="华文楷体"/>
                <a:cs typeface="华文楷体"/>
              </a:rPr>
              <a:t>物质发</a:t>
            </a:r>
            <a:r>
              <a:rPr dirty="0" sz="2400" spc="25">
                <a:solidFill>
                  <a:srgbClr val="000000"/>
                </a:solidFill>
                <a:latin typeface="华文楷体"/>
                <a:cs typeface="华文楷体"/>
              </a:rPr>
              <a:t>出射线的性质称为</a:t>
            </a:r>
            <a:r>
              <a:rPr dirty="0" sz="2400" spc="25">
                <a:latin typeface="华文楷体"/>
                <a:cs typeface="华文楷体"/>
              </a:rPr>
              <a:t>放射性</a:t>
            </a:r>
            <a:r>
              <a:rPr dirty="0" sz="2400" spc="25">
                <a:solidFill>
                  <a:srgbClr val="000000"/>
                </a:solidFill>
                <a:latin typeface="华文楷体"/>
                <a:cs typeface="华文楷体"/>
              </a:rPr>
              <a:t>，具有放射性</a:t>
            </a:r>
            <a:r>
              <a:rPr dirty="0" sz="2400" spc="-5">
                <a:solidFill>
                  <a:srgbClr val="000000"/>
                </a:solidFill>
                <a:latin typeface="华文楷体"/>
                <a:cs typeface="华文楷体"/>
              </a:rPr>
              <a:t>的 </a:t>
            </a:r>
            <a:r>
              <a:rPr dirty="0" sz="2400">
                <a:solidFill>
                  <a:srgbClr val="000000"/>
                </a:solidFill>
                <a:latin typeface="华文楷体"/>
                <a:cs typeface="华文楷体"/>
              </a:rPr>
              <a:t>元素称为放射性</a:t>
            </a:r>
            <a:r>
              <a:rPr dirty="0" sz="2400">
                <a:latin typeface="华文楷体"/>
                <a:cs typeface="华文楷体"/>
              </a:rPr>
              <a:t>元素</a:t>
            </a:r>
            <a:r>
              <a:rPr dirty="0" sz="2400" spc="-5">
                <a:solidFill>
                  <a:srgbClr val="000000"/>
                </a:solidFill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765" y="3959225"/>
            <a:ext cx="63442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华文楷体"/>
                <a:cs typeface="华文楷体"/>
              </a:rPr>
              <a:t>3</a:t>
            </a:r>
            <a:r>
              <a:rPr dirty="0" sz="2400" spc="-5" b="1">
                <a:latin typeface="华文楷体"/>
                <a:cs typeface="华文楷体"/>
              </a:rPr>
              <a:t>.</a:t>
            </a:r>
            <a:r>
              <a:rPr dirty="0" sz="2400" b="1">
                <a:latin typeface="华文楷体"/>
                <a:cs typeface="华文楷体"/>
              </a:rPr>
              <a:t>放射性元素自发地发出射线的现象，叫作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天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然 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放射现象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11936" y="4855464"/>
            <a:ext cx="1764792" cy="947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73391" y="5820968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黑体"/>
                <a:cs typeface="黑体"/>
              </a:rPr>
              <a:t>钡铀云</a:t>
            </a:r>
            <a:r>
              <a:rPr dirty="0" sz="2000" spc="5">
                <a:latin typeface="黑体"/>
                <a:cs typeface="黑体"/>
              </a:rPr>
              <a:t>母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32391" y="5820968"/>
            <a:ext cx="1296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黑体"/>
                <a:cs typeface="黑体"/>
              </a:rPr>
              <a:t>斜水钼铀</a:t>
            </a:r>
            <a:r>
              <a:rPr dirty="0" sz="2000" spc="5">
                <a:latin typeface="黑体"/>
                <a:cs typeface="黑体"/>
              </a:rPr>
              <a:t>矿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0391" y="5820968"/>
            <a:ext cx="1296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黑体"/>
                <a:cs typeface="黑体"/>
              </a:rPr>
              <a:t>翠砷铜铀</a:t>
            </a:r>
            <a:r>
              <a:rPr dirty="0" sz="2000" spc="5">
                <a:latin typeface="黑体"/>
                <a:cs typeface="黑体"/>
              </a:rPr>
              <a:t>矿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21935" y="4855464"/>
            <a:ext cx="1781556" cy="9479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909316" y="4855464"/>
            <a:ext cx="1780032" cy="9479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0649" y="980554"/>
            <a:ext cx="5504776" cy="6963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87" cy="842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3759" y="1636632"/>
            <a:ext cx="634617" cy="1343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30628" y="1245794"/>
            <a:ext cx="634617" cy="6228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62880" y="1282435"/>
            <a:ext cx="573597" cy="5984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46315" y="1270221"/>
            <a:ext cx="573597" cy="5984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929749" y="1248847"/>
            <a:ext cx="1232623" cy="63205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6302256"/>
            <a:ext cx="12191987" cy="5496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73922" y="2260061"/>
            <a:ext cx="6141085" cy="110807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3810">
              <a:lnSpc>
                <a:spcPct val="107000"/>
              </a:lnSpc>
              <a:spcBef>
                <a:spcPts val="85"/>
              </a:spcBef>
            </a:pPr>
            <a:r>
              <a:rPr dirty="0" sz="2200" spc="195" b="0">
                <a:solidFill>
                  <a:srgbClr val="070707"/>
                </a:solidFill>
                <a:latin typeface="宋体"/>
                <a:cs typeface="宋体"/>
              </a:rPr>
              <a:t>这些射线是什么粒子，带不带电，我们到底利 </a:t>
            </a:r>
            <a:r>
              <a:rPr dirty="0" sz="2200" spc="200" b="0">
                <a:solidFill>
                  <a:srgbClr val="070707"/>
                </a:solidFill>
                <a:latin typeface="宋体"/>
                <a:cs typeface="宋体"/>
              </a:rPr>
              <a:t>用什么方法可以将天然放射线分离开来，并加 </a:t>
            </a:r>
            <a:r>
              <a:rPr dirty="0" sz="2250" spc="-90" b="0">
                <a:solidFill>
                  <a:srgbClr val="070707"/>
                </a:solidFill>
                <a:latin typeface="宋体"/>
                <a:cs typeface="宋体"/>
              </a:rPr>
              <a:t>以鉴别？</a:t>
            </a:r>
            <a:endParaRPr sz="22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49879" y="4934711"/>
            <a:ext cx="466725" cy="536575"/>
          </a:xfrm>
          <a:custGeom>
            <a:avLst/>
            <a:gdLst/>
            <a:ahLst/>
            <a:cxnLst/>
            <a:rect l="l" t="t" r="r" b="b"/>
            <a:pathLst>
              <a:path w="466725" h="536575">
                <a:moveTo>
                  <a:pt x="371856" y="307848"/>
                </a:moveTo>
                <a:lnTo>
                  <a:pt x="371856" y="230124"/>
                </a:lnTo>
                <a:lnTo>
                  <a:pt x="466344" y="268224"/>
                </a:lnTo>
                <a:lnTo>
                  <a:pt x="371856" y="307848"/>
                </a:lnTo>
                <a:close/>
              </a:path>
              <a:path w="466725" h="536575">
                <a:moveTo>
                  <a:pt x="266700" y="108203"/>
                </a:moveTo>
                <a:lnTo>
                  <a:pt x="199644" y="108203"/>
                </a:lnTo>
                <a:lnTo>
                  <a:pt x="233171" y="0"/>
                </a:lnTo>
                <a:lnTo>
                  <a:pt x="266700" y="108203"/>
                </a:lnTo>
                <a:close/>
              </a:path>
              <a:path w="466725" h="536575">
                <a:moveTo>
                  <a:pt x="111251" y="182879"/>
                </a:moveTo>
                <a:lnTo>
                  <a:pt x="68580" y="79248"/>
                </a:lnTo>
                <a:lnTo>
                  <a:pt x="158495" y="128015"/>
                </a:lnTo>
                <a:lnTo>
                  <a:pt x="111251" y="182879"/>
                </a:lnTo>
                <a:close/>
              </a:path>
              <a:path w="466725" h="536575">
                <a:moveTo>
                  <a:pt x="355092" y="182879"/>
                </a:moveTo>
                <a:lnTo>
                  <a:pt x="307847" y="128015"/>
                </a:lnTo>
                <a:lnTo>
                  <a:pt x="397763" y="79248"/>
                </a:lnTo>
                <a:lnTo>
                  <a:pt x="355092" y="182879"/>
                </a:lnTo>
                <a:close/>
              </a:path>
              <a:path w="466725" h="536575">
                <a:moveTo>
                  <a:pt x="233362" y="402945"/>
                </a:moveTo>
                <a:lnTo>
                  <a:pt x="187955" y="392394"/>
                </a:lnTo>
                <a:lnTo>
                  <a:pt x="150937" y="363583"/>
                </a:lnTo>
                <a:lnTo>
                  <a:pt x="126129" y="320772"/>
                </a:lnTo>
                <a:lnTo>
                  <a:pt x="117347" y="268224"/>
                </a:lnTo>
                <a:lnTo>
                  <a:pt x="126129" y="216343"/>
                </a:lnTo>
                <a:lnTo>
                  <a:pt x="150937" y="173875"/>
                </a:lnTo>
                <a:lnTo>
                  <a:pt x="187955" y="145190"/>
                </a:lnTo>
                <a:lnTo>
                  <a:pt x="233362" y="134658"/>
                </a:lnTo>
                <a:lnTo>
                  <a:pt x="278778" y="145199"/>
                </a:lnTo>
                <a:lnTo>
                  <a:pt x="315864" y="173947"/>
                </a:lnTo>
                <a:lnTo>
                  <a:pt x="340868" y="216584"/>
                </a:lnTo>
                <a:lnTo>
                  <a:pt x="350037" y="268795"/>
                </a:lnTo>
                <a:lnTo>
                  <a:pt x="340868" y="321013"/>
                </a:lnTo>
                <a:lnTo>
                  <a:pt x="315864" y="363654"/>
                </a:lnTo>
                <a:lnTo>
                  <a:pt x="278778" y="392403"/>
                </a:lnTo>
                <a:lnTo>
                  <a:pt x="233362" y="402945"/>
                </a:lnTo>
                <a:close/>
              </a:path>
              <a:path w="466725" h="536575">
                <a:moveTo>
                  <a:pt x="94487" y="307848"/>
                </a:moveTo>
                <a:lnTo>
                  <a:pt x="0" y="268224"/>
                </a:lnTo>
                <a:lnTo>
                  <a:pt x="94487" y="230124"/>
                </a:lnTo>
                <a:lnTo>
                  <a:pt x="94487" y="307848"/>
                </a:lnTo>
                <a:close/>
              </a:path>
              <a:path w="466725" h="536575">
                <a:moveTo>
                  <a:pt x="68580" y="458724"/>
                </a:moveTo>
                <a:lnTo>
                  <a:pt x="111251" y="355091"/>
                </a:lnTo>
                <a:lnTo>
                  <a:pt x="158495" y="408432"/>
                </a:lnTo>
                <a:lnTo>
                  <a:pt x="68580" y="458724"/>
                </a:lnTo>
                <a:close/>
              </a:path>
              <a:path w="466725" h="536575">
                <a:moveTo>
                  <a:pt x="397763" y="458724"/>
                </a:moveTo>
                <a:lnTo>
                  <a:pt x="307847" y="408432"/>
                </a:lnTo>
                <a:lnTo>
                  <a:pt x="355092" y="355091"/>
                </a:lnTo>
                <a:lnTo>
                  <a:pt x="397763" y="458724"/>
                </a:lnTo>
                <a:close/>
              </a:path>
              <a:path w="466725" h="536575">
                <a:moveTo>
                  <a:pt x="233171" y="536448"/>
                </a:moveTo>
                <a:lnTo>
                  <a:pt x="199644" y="428243"/>
                </a:lnTo>
                <a:lnTo>
                  <a:pt x="266700" y="428243"/>
                </a:lnTo>
                <a:lnTo>
                  <a:pt x="233171" y="536448"/>
                </a:lnTo>
                <a:close/>
              </a:path>
            </a:pathLst>
          </a:custGeom>
          <a:solidFill>
            <a:srgbClr val="EBF7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79828" y="2964256"/>
            <a:ext cx="1245870" cy="2030730"/>
          </a:xfrm>
          <a:custGeom>
            <a:avLst/>
            <a:gdLst/>
            <a:ahLst/>
            <a:cxnLst/>
            <a:rect l="l" t="t" r="r" b="b"/>
            <a:pathLst>
              <a:path w="1245870" h="2030729">
                <a:moveTo>
                  <a:pt x="1227343" y="2005279"/>
                </a:moveTo>
                <a:lnTo>
                  <a:pt x="1198473" y="2005279"/>
                </a:lnTo>
                <a:lnTo>
                  <a:pt x="1198499" y="2005101"/>
                </a:lnTo>
                <a:lnTo>
                  <a:pt x="1199502" y="1998052"/>
                </a:lnTo>
                <a:lnTo>
                  <a:pt x="1227797" y="2002091"/>
                </a:lnTo>
                <a:lnTo>
                  <a:pt x="1227343" y="2005279"/>
                </a:lnTo>
                <a:close/>
              </a:path>
              <a:path w="1245870" h="2030729">
                <a:moveTo>
                  <a:pt x="1198497" y="2005108"/>
                </a:moveTo>
                <a:close/>
              </a:path>
              <a:path w="1245870" h="2030729">
                <a:moveTo>
                  <a:pt x="1223479" y="2030514"/>
                </a:moveTo>
                <a:lnTo>
                  <a:pt x="1195235" y="2026132"/>
                </a:lnTo>
                <a:lnTo>
                  <a:pt x="1198497" y="2005108"/>
                </a:lnTo>
                <a:lnTo>
                  <a:pt x="1198473" y="2005279"/>
                </a:lnTo>
                <a:lnTo>
                  <a:pt x="1227343" y="2005279"/>
                </a:lnTo>
                <a:lnTo>
                  <a:pt x="1226769" y="2009305"/>
                </a:lnTo>
                <a:lnTo>
                  <a:pt x="1223479" y="2030514"/>
                </a:lnTo>
                <a:close/>
              </a:path>
              <a:path w="1245870" h="2030729">
                <a:moveTo>
                  <a:pt x="1212858" y="1942541"/>
                </a:moveTo>
                <a:lnTo>
                  <a:pt x="1206627" y="1942541"/>
                </a:lnTo>
                <a:lnTo>
                  <a:pt x="1206690" y="1941893"/>
                </a:lnTo>
                <a:lnTo>
                  <a:pt x="1212858" y="1942541"/>
                </a:lnTo>
                <a:close/>
              </a:path>
              <a:path w="1245870" h="2030729">
                <a:moveTo>
                  <a:pt x="1231671" y="1973592"/>
                </a:moveTo>
                <a:lnTo>
                  <a:pt x="1203325" y="1969922"/>
                </a:lnTo>
                <a:lnTo>
                  <a:pt x="1204188" y="1963305"/>
                </a:lnTo>
                <a:lnTo>
                  <a:pt x="1206639" y="1942363"/>
                </a:lnTo>
                <a:lnTo>
                  <a:pt x="1206627" y="1942541"/>
                </a:lnTo>
                <a:lnTo>
                  <a:pt x="1212858" y="1942541"/>
                </a:lnTo>
                <a:lnTo>
                  <a:pt x="1235113" y="1944877"/>
                </a:lnTo>
                <a:lnTo>
                  <a:pt x="1232547" y="1966810"/>
                </a:lnTo>
                <a:lnTo>
                  <a:pt x="1231671" y="1973592"/>
                </a:lnTo>
                <a:close/>
              </a:path>
              <a:path w="1245870" h="2030729">
                <a:moveTo>
                  <a:pt x="1204163" y="1963483"/>
                </a:moveTo>
                <a:lnTo>
                  <a:pt x="1204184" y="1963305"/>
                </a:lnTo>
                <a:lnTo>
                  <a:pt x="1204163" y="1963483"/>
                </a:lnTo>
                <a:close/>
              </a:path>
              <a:path w="1245870" h="2030729">
                <a:moveTo>
                  <a:pt x="1239436" y="1900593"/>
                </a:moveTo>
                <a:lnTo>
                  <a:pt x="1210767" y="1900593"/>
                </a:lnTo>
                <a:lnTo>
                  <a:pt x="1211986" y="1885353"/>
                </a:lnTo>
                <a:lnTo>
                  <a:pt x="1240472" y="1887626"/>
                </a:lnTo>
                <a:lnTo>
                  <a:pt x="1239436" y="1900593"/>
                </a:lnTo>
                <a:close/>
              </a:path>
              <a:path w="1245870" h="2030729">
                <a:moveTo>
                  <a:pt x="1238008" y="1916277"/>
                </a:moveTo>
                <a:lnTo>
                  <a:pt x="1209560" y="1913648"/>
                </a:lnTo>
                <a:lnTo>
                  <a:pt x="1210779" y="1900427"/>
                </a:lnTo>
                <a:lnTo>
                  <a:pt x="1210767" y="1900593"/>
                </a:lnTo>
                <a:lnTo>
                  <a:pt x="1239436" y="1900593"/>
                </a:lnTo>
                <a:lnTo>
                  <a:pt x="1239253" y="1902879"/>
                </a:lnTo>
                <a:lnTo>
                  <a:pt x="1238008" y="1916277"/>
                </a:lnTo>
                <a:close/>
              </a:path>
              <a:path w="1245870" h="2030729">
                <a:moveTo>
                  <a:pt x="1242491" y="1858784"/>
                </a:moveTo>
                <a:lnTo>
                  <a:pt x="1213954" y="1857184"/>
                </a:lnTo>
                <a:lnTo>
                  <a:pt x="1215059" y="1837372"/>
                </a:lnTo>
                <a:lnTo>
                  <a:pt x="1215428" y="1828825"/>
                </a:lnTo>
                <a:lnTo>
                  <a:pt x="1243977" y="1830069"/>
                </a:lnTo>
                <a:lnTo>
                  <a:pt x="1243596" y="1838972"/>
                </a:lnTo>
                <a:lnTo>
                  <a:pt x="1242491" y="1858784"/>
                </a:lnTo>
                <a:close/>
              </a:path>
              <a:path w="1245870" h="2030729">
                <a:moveTo>
                  <a:pt x="1215047" y="1837550"/>
                </a:moveTo>
                <a:lnTo>
                  <a:pt x="1215054" y="1837372"/>
                </a:lnTo>
                <a:lnTo>
                  <a:pt x="1215047" y="1837550"/>
                </a:lnTo>
                <a:close/>
              </a:path>
              <a:path w="1245870" h="2030729">
                <a:moveTo>
                  <a:pt x="1245618" y="1774405"/>
                </a:moveTo>
                <a:lnTo>
                  <a:pt x="1217041" y="1774405"/>
                </a:lnTo>
                <a:lnTo>
                  <a:pt x="1217053" y="1772221"/>
                </a:lnTo>
                <a:lnTo>
                  <a:pt x="1245628" y="1772424"/>
                </a:lnTo>
                <a:lnTo>
                  <a:pt x="1245618" y="1774405"/>
                </a:lnTo>
                <a:close/>
              </a:path>
              <a:path w="1245870" h="2030729">
                <a:moveTo>
                  <a:pt x="1245211" y="1795462"/>
                </a:moveTo>
                <a:lnTo>
                  <a:pt x="1216634" y="1795462"/>
                </a:lnTo>
                <a:lnTo>
                  <a:pt x="1217041" y="1774228"/>
                </a:lnTo>
                <a:lnTo>
                  <a:pt x="1217041" y="1774405"/>
                </a:lnTo>
                <a:lnTo>
                  <a:pt x="1245618" y="1774405"/>
                </a:lnTo>
                <a:lnTo>
                  <a:pt x="1245211" y="1795462"/>
                </a:lnTo>
                <a:close/>
              </a:path>
              <a:path w="1245870" h="2030729">
                <a:moveTo>
                  <a:pt x="1245031" y="1801342"/>
                </a:moveTo>
                <a:lnTo>
                  <a:pt x="1216469" y="1800440"/>
                </a:lnTo>
                <a:lnTo>
                  <a:pt x="1216634" y="1795284"/>
                </a:lnTo>
                <a:lnTo>
                  <a:pt x="1216634" y="1795462"/>
                </a:lnTo>
                <a:lnTo>
                  <a:pt x="1245211" y="1795462"/>
                </a:lnTo>
                <a:lnTo>
                  <a:pt x="1245031" y="1801342"/>
                </a:lnTo>
                <a:close/>
              </a:path>
              <a:path w="1245870" h="2030729">
                <a:moveTo>
                  <a:pt x="1217142" y="1743824"/>
                </a:moveTo>
                <a:lnTo>
                  <a:pt x="1217086" y="1731975"/>
                </a:lnTo>
                <a:lnTo>
                  <a:pt x="1216812" y="1715414"/>
                </a:lnTo>
                <a:lnTo>
                  <a:pt x="1245374" y="1714944"/>
                </a:lnTo>
                <a:lnTo>
                  <a:pt x="1245666" y="1731975"/>
                </a:lnTo>
                <a:lnTo>
                  <a:pt x="1245717" y="1743684"/>
                </a:lnTo>
                <a:lnTo>
                  <a:pt x="1217142" y="1743824"/>
                </a:lnTo>
                <a:close/>
              </a:path>
              <a:path w="1245870" h="2030729">
                <a:moveTo>
                  <a:pt x="1217091" y="1732279"/>
                </a:moveTo>
                <a:lnTo>
                  <a:pt x="1217089" y="1732114"/>
                </a:lnTo>
                <a:lnTo>
                  <a:pt x="1217091" y="1732279"/>
                </a:lnTo>
                <a:close/>
              </a:path>
              <a:path w="1245870" h="2030729">
                <a:moveTo>
                  <a:pt x="1243873" y="1669110"/>
                </a:moveTo>
                <a:lnTo>
                  <a:pt x="1215275" y="1669110"/>
                </a:lnTo>
                <a:lnTo>
                  <a:pt x="1214729" y="1658823"/>
                </a:lnTo>
                <a:lnTo>
                  <a:pt x="1243266" y="1657311"/>
                </a:lnTo>
                <a:lnTo>
                  <a:pt x="1243812" y="1667611"/>
                </a:lnTo>
                <a:lnTo>
                  <a:pt x="1243873" y="1669110"/>
                </a:lnTo>
                <a:close/>
              </a:path>
              <a:path w="1245870" h="2030729">
                <a:moveTo>
                  <a:pt x="1216012" y="1687194"/>
                </a:moveTo>
                <a:lnTo>
                  <a:pt x="1215263" y="1668945"/>
                </a:lnTo>
                <a:lnTo>
                  <a:pt x="1215275" y="1669110"/>
                </a:lnTo>
                <a:lnTo>
                  <a:pt x="1243873" y="1669110"/>
                </a:lnTo>
                <a:lnTo>
                  <a:pt x="1244561" y="1686039"/>
                </a:lnTo>
                <a:lnTo>
                  <a:pt x="1216012" y="1687194"/>
                </a:lnTo>
                <a:close/>
              </a:path>
              <a:path w="1245870" h="2030729">
                <a:moveTo>
                  <a:pt x="1239863" y="1606003"/>
                </a:moveTo>
                <a:lnTo>
                  <a:pt x="1211199" y="1606003"/>
                </a:lnTo>
                <a:lnTo>
                  <a:pt x="1210868" y="1602320"/>
                </a:lnTo>
                <a:lnTo>
                  <a:pt x="1239342" y="1599793"/>
                </a:lnTo>
                <a:lnTo>
                  <a:pt x="1239685" y="1603654"/>
                </a:lnTo>
                <a:lnTo>
                  <a:pt x="1239863" y="1606003"/>
                </a:lnTo>
                <a:close/>
              </a:path>
              <a:path w="1245870" h="2030729">
                <a:moveTo>
                  <a:pt x="1241445" y="1627035"/>
                </a:moveTo>
                <a:lnTo>
                  <a:pt x="1212811" y="1627035"/>
                </a:lnTo>
                <a:lnTo>
                  <a:pt x="1211198" y="1606000"/>
                </a:lnTo>
                <a:lnTo>
                  <a:pt x="1239863" y="1606003"/>
                </a:lnTo>
                <a:lnTo>
                  <a:pt x="1241298" y="1624850"/>
                </a:lnTo>
                <a:lnTo>
                  <a:pt x="1241445" y="1627035"/>
                </a:lnTo>
                <a:close/>
              </a:path>
              <a:path w="1245870" h="2030729">
                <a:moveTo>
                  <a:pt x="1213027" y="1630464"/>
                </a:moveTo>
                <a:lnTo>
                  <a:pt x="1212803" y="1626927"/>
                </a:lnTo>
                <a:lnTo>
                  <a:pt x="1241445" y="1627035"/>
                </a:lnTo>
                <a:lnTo>
                  <a:pt x="1241552" y="1628622"/>
                </a:lnTo>
                <a:lnTo>
                  <a:pt x="1213027" y="1630464"/>
                </a:lnTo>
                <a:close/>
              </a:path>
              <a:path w="1245870" h="2030729">
                <a:moveTo>
                  <a:pt x="1208239" y="1574038"/>
                </a:moveTo>
                <a:lnTo>
                  <a:pt x="1207223" y="1563839"/>
                </a:lnTo>
                <a:lnTo>
                  <a:pt x="1205191" y="1545793"/>
                </a:lnTo>
                <a:lnTo>
                  <a:pt x="1233589" y="1542592"/>
                </a:lnTo>
                <a:lnTo>
                  <a:pt x="1235633" y="1560817"/>
                </a:lnTo>
                <a:lnTo>
                  <a:pt x="1236675" y="1571180"/>
                </a:lnTo>
                <a:lnTo>
                  <a:pt x="1208239" y="1574038"/>
                </a:lnTo>
                <a:close/>
              </a:path>
              <a:path w="1245870" h="2030729">
                <a:moveTo>
                  <a:pt x="1228255" y="1501165"/>
                </a:moveTo>
                <a:lnTo>
                  <a:pt x="1199426" y="1501165"/>
                </a:lnTo>
                <a:lnTo>
                  <a:pt x="1197711" y="1489646"/>
                </a:lnTo>
                <a:lnTo>
                  <a:pt x="1225981" y="1485455"/>
                </a:lnTo>
                <a:lnTo>
                  <a:pt x="1227683" y="1496974"/>
                </a:lnTo>
                <a:lnTo>
                  <a:pt x="1228255" y="1501165"/>
                </a:lnTo>
                <a:close/>
              </a:path>
              <a:path w="1245870" h="2030729">
                <a:moveTo>
                  <a:pt x="1201686" y="1517777"/>
                </a:moveTo>
                <a:lnTo>
                  <a:pt x="1199400" y="1501000"/>
                </a:lnTo>
                <a:lnTo>
                  <a:pt x="1199426" y="1501165"/>
                </a:lnTo>
                <a:lnTo>
                  <a:pt x="1228255" y="1501165"/>
                </a:lnTo>
                <a:lnTo>
                  <a:pt x="1229995" y="1513916"/>
                </a:lnTo>
                <a:lnTo>
                  <a:pt x="1201686" y="1517777"/>
                </a:lnTo>
                <a:close/>
              </a:path>
              <a:path w="1245870" h="2030729">
                <a:moveTo>
                  <a:pt x="1218382" y="1438567"/>
                </a:moveTo>
                <a:lnTo>
                  <a:pt x="1189393" y="1438567"/>
                </a:lnTo>
                <a:lnTo>
                  <a:pt x="1188504" y="1433753"/>
                </a:lnTo>
                <a:lnTo>
                  <a:pt x="1216596" y="1428572"/>
                </a:lnTo>
                <a:lnTo>
                  <a:pt x="1217551" y="1433753"/>
                </a:lnTo>
                <a:lnTo>
                  <a:pt x="1218382" y="1438567"/>
                </a:lnTo>
                <a:close/>
              </a:path>
              <a:path w="1245870" h="2030729">
                <a:moveTo>
                  <a:pt x="1193330" y="1461579"/>
                </a:moveTo>
                <a:lnTo>
                  <a:pt x="1192949" y="1459229"/>
                </a:lnTo>
                <a:lnTo>
                  <a:pt x="1189355" y="1438402"/>
                </a:lnTo>
                <a:lnTo>
                  <a:pt x="1189393" y="1438567"/>
                </a:lnTo>
                <a:lnTo>
                  <a:pt x="1218382" y="1438567"/>
                </a:lnTo>
                <a:lnTo>
                  <a:pt x="1221143" y="1454543"/>
                </a:lnTo>
                <a:lnTo>
                  <a:pt x="1221536" y="1457058"/>
                </a:lnTo>
                <a:lnTo>
                  <a:pt x="1193330" y="1461579"/>
                </a:lnTo>
                <a:close/>
              </a:path>
              <a:path w="1245870" h="2030729">
                <a:moveTo>
                  <a:pt x="1210592" y="1396987"/>
                </a:moveTo>
                <a:lnTo>
                  <a:pt x="1181468" y="1396987"/>
                </a:lnTo>
                <a:lnTo>
                  <a:pt x="1177505" y="1378013"/>
                </a:lnTo>
                <a:lnTo>
                  <a:pt x="1205483" y="1372171"/>
                </a:lnTo>
                <a:lnTo>
                  <a:pt x="1209446" y="1391158"/>
                </a:lnTo>
                <a:lnTo>
                  <a:pt x="1210592" y="1396987"/>
                </a:lnTo>
                <a:close/>
              </a:path>
              <a:path w="1245870" h="2030729">
                <a:moveTo>
                  <a:pt x="1183208" y="1405839"/>
                </a:moveTo>
                <a:lnTo>
                  <a:pt x="1181430" y="1396822"/>
                </a:lnTo>
                <a:lnTo>
                  <a:pt x="1181468" y="1396987"/>
                </a:lnTo>
                <a:lnTo>
                  <a:pt x="1210592" y="1396987"/>
                </a:lnTo>
                <a:lnTo>
                  <a:pt x="1211249" y="1400327"/>
                </a:lnTo>
                <a:lnTo>
                  <a:pt x="1183208" y="1405839"/>
                </a:lnTo>
                <a:close/>
              </a:path>
              <a:path w="1245870" h="2030729">
                <a:moveTo>
                  <a:pt x="1197103" y="1334922"/>
                </a:moveTo>
                <a:lnTo>
                  <a:pt x="1167764" y="1334922"/>
                </a:lnTo>
                <a:lnTo>
                  <a:pt x="1164780" y="1322806"/>
                </a:lnTo>
                <a:lnTo>
                  <a:pt x="1192542" y="1315999"/>
                </a:lnTo>
                <a:lnTo>
                  <a:pt x="1195514" y="1328115"/>
                </a:lnTo>
                <a:lnTo>
                  <a:pt x="1197103" y="1334922"/>
                </a:lnTo>
                <a:close/>
              </a:path>
              <a:path w="1245870" h="2030729">
                <a:moveTo>
                  <a:pt x="1171371" y="1350441"/>
                </a:moveTo>
                <a:lnTo>
                  <a:pt x="1167726" y="1334769"/>
                </a:lnTo>
                <a:lnTo>
                  <a:pt x="1167764" y="1334922"/>
                </a:lnTo>
                <a:lnTo>
                  <a:pt x="1197103" y="1334922"/>
                </a:lnTo>
                <a:lnTo>
                  <a:pt x="1199210" y="1343952"/>
                </a:lnTo>
                <a:lnTo>
                  <a:pt x="1171371" y="1350441"/>
                </a:lnTo>
                <a:close/>
              </a:path>
              <a:path w="1245870" h="2030729">
                <a:moveTo>
                  <a:pt x="1157795" y="1295273"/>
                </a:moveTo>
                <a:lnTo>
                  <a:pt x="1157363" y="1293609"/>
                </a:lnTo>
                <a:lnTo>
                  <a:pt x="1151826" y="1273111"/>
                </a:lnTo>
                <a:lnTo>
                  <a:pt x="1150378" y="1268018"/>
                </a:lnTo>
                <a:lnTo>
                  <a:pt x="1177874" y="1260246"/>
                </a:lnTo>
                <a:lnTo>
                  <a:pt x="1179360" y="1265504"/>
                </a:lnTo>
                <a:lnTo>
                  <a:pt x="1185468" y="1288148"/>
                </a:lnTo>
                <a:lnTo>
                  <a:pt x="1157795" y="1295273"/>
                </a:lnTo>
                <a:close/>
              </a:path>
              <a:path w="1245870" h="2030729">
                <a:moveTo>
                  <a:pt x="1169863" y="1232433"/>
                </a:moveTo>
                <a:lnTo>
                  <a:pt x="1140066" y="1232433"/>
                </a:lnTo>
                <a:lnTo>
                  <a:pt x="1134249" y="1213548"/>
                </a:lnTo>
                <a:lnTo>
                  <a:pt x="1161554" y="1205141"/>
                </a:lnTo>
                <a:lnTo>
                  <a:pt x="1167371" y="1224026"/>
                </a:lnTo>
                <a:lnTo>
                  <a:pt x="1169863" y="1232433"/>
                </a:lnTo>
                <a:close/>
              </a:path>
              <a:path w="1245870" h="2030729">
                <a:moveTo>
                  <a:pt x="1142517" y="1240726"/>
                </a:moveTo>
                <a:lnTo>
                  <a:pt x="1140016" y="1232272"/>
                </a:lnTo>
                <a:lnTo>
                  <a:pt x="1140066" y="1232433"/>
                </a:lnTo>
                <a:lnTo>
                  <a:pt x="1169863" y="1232433"/>
                </a:lnTo>
                <a:lnTo>
                  <a:pt x="1169924" y="1232636"/>
                </a:lnTo>
                <a:lnTo>
                  <a:pt x="1142517" y="1240726"/>
                </a:lnTo>
                <a:close/>
              </a:path>
              <a:path w="1245870" h="2030729">
                <a:moveTo>
                  <a:pt x="1125588" y="1186662"/>
                </a:moveTo>
                <a:lnTo>
                  <a:pt x="1120508" y="1171448"/>
                </a:lnTo>
                <a:lnTo>
                  <a:pt x="1116457" y="1159764"/>
                </a:lnTo>
                <a:lnTo>
                  <a:pt x="1143457" y="1150404"/>
                </a:lnTo>
                <a:lnTo>
                  <a:pt x="1147559" y="1162253"/>
                </a:lnTo>
                <a:lnTo>
                  <a:pt x="1152690" y="1177620"/>
                </a:lnTo>
                <a:lnTo>
                  <a:pt x="1125588" y="1186662"/>
                </a:lnTo>
                <a:close/>
              </a:path>
              <a:path w="1245870" h="2030729">
                <a:moveTo>
                  <a:pt x="1106944" y="1132992"/>
                </a:moveTo>
                <a:lnTo>
                  <a:pt x="1106309" y="1131214"/>
                </a:lnTo>
                <a:lnTo>
                  <a:pt x="1098854" y="1111199"/>
                </a:lnTo>
                <a:lnTo>
                  <a:pt x="1097051" y="1106538"/>
                </a:lnTo>
                <a:lnTo>
                  <a:pt x="1123708" y="1096251"/>
                </a:lnTo>
                <a:lnTo>
                  <a:pt x="1125575" y="1101064"/>
                </a:lnTo>
                <a:lnTo>
                  <a:pt x="1133144" y="1121397"/>
                </a:lnTo>
                <a:lnTo>
                  <a:pt x="1133843" y="1123327"/>
                </a:lnTo>
                <a:lnTo>
                  <a:pt x="1106944" y="1132992"/>
                </a:lnTo>
                <a:close/>
              </a:path>
              <a:path w="1245870" h="2030729">
                <a:moveTo>
                  <a:pt x="1108119" y="1071537"/>
                </a:moveTo>
                <a:lnTo>
                  <a:pt x="1083297" y="1071537"/>
                </a:lnTo>
                <a:lnTo>
                  <a:pt x="1075969" y="1053782"/>
                </a:lnTo>
                <a:lnTo>
                  <a:pt x="1102385" y="1042885"/>
                </a:lnTo>
                <a:lnTo>
                  <a:pt x="1109713" y="1060640"/>
                </a:lnTo>
                <a:lnTo>
                  <a:pt x="1113243" y="1069492"/>
                </a:lnTo>
                <a:lnTo>
                  <a:pt x="1108119" y="1071537"/>
                </a:lnTo>
                <a:close/>
              </a:path>
              <a:path w="1245870" h="2030729">
                <a:moveTo>
                  <a:pt x="1086700" y="1080084"/>
                </a:moveTo>
                <a:lnTo>
                  <a:pt x="1083233" y="1071384"/>
                </a:lnTo>
                <a:lnTo>
                  <a:pt x="1083297" y="1071537"/>
                </a:lnTo>
                <a:lnTo>
                  <a:pt x="1108119" y="1071537"/>
                </a:lnTo>
                <a:lnTo>
                  <a:pt x="1086700" y="1080084"/>
                </a:lnTo>
                <a:close/>
              </a:path>
              <a:path w="1245870" h="2030729">
                <a:moveTo>
                  <a:pt x="1089316" y="1012405"/>
                </a:moveTo>
                <a:lnTo>
                  <a:pt x="1058100" y="1012405"/>
                </a:lnTo>
                <a:lnTo>
                  <a:pt x="1053312" y="1001852"/>
                </a:lnTo>
                <a:lnTo>
                  <a:pt x="1079334" y="990041"/>
                </a:lnTo>
                <a:lnTo>
                  <a:pt x="1084122" y="1000594"/>
                </a:lnTo>
                <a:lnTo>
                  <a:pt x="1089316" y="1012405"/>
                </a:lnTo>
                <a:close/>
              </a:path>
              <a:path w="1245870" h="2030729">
                <a:moveTo>
                  <a:pt x="1064869" y="1027798"/>
                </a:moveTo>
                <a:lnTo>
                  <a:pt x="1058024" y="1012253"/>
                </a:lnTo>
                <a:lnTo>
                  <a:pt x="1058100" y="1012405"/>
                </a:lnTo>
                <a:lnTo>
                  <a:pt x="1089316" y="1012405"/>
                </a:lnTo>
                <a:lnTo>
                  <a:pt x="1091031" y="1016304"/>
                </a:lnTo>
                <a:lnTo>
                  <a:pt x="1064869" y="1027798"/>
                </a:lnTo>
                <a:close/>
              </a:path>
              <a:path w="1245870" h="2030729">
                <a:moveTo>
                  <a:pt x="1062510" y="954011"/>
                </a:moveTo>
                <a:lnTo>
                  <a:pt x="1030795" y="954011"/>
                </a:lnTo>
                <a:lnTo>
                  <a:pt x="1029106" y="950633"/>
                </a:lnTo>
                <a:lnTo>
                  <a:pt x="1054709" y="937933"/>
                </a:lnTo>
                <a:lnTo>
                  <a:pt x="1056386" y="941311"/>
                </a:lnTo>
                <a:lnTo>
                  <a:pt x="1062510" y="954011"/>
                </a:lnTo>
                <a:close/>
              </a:path>
              <a:path w="1245870" h="2030729">
                <a:moveTo>
                  <a:pt x="1047105" y="973391"/>
                </a:moveTo>
                <a:lnTo>
                  <a:pt x="1040130" y="973391"/>
                </a:lnTo>
                <a:lnTo>
                  <a:pt x="1030719" y="953871"/>
                </a:lnTo>
                <a:lnTo>
                  <a:pt x="1030795" y="954011"/>
                </a:lnTo>
                <a:lnTo>
                  <a:pt x="1062510" y="954011"/>
                </a:lnTo>
                <a:lnTo>
                  <a:pt x="1065872" y="960983"/>
                </a:lnTo>
                <a:lnTo>
                  <a:pt x="1067257" y="963968"/>
                </a:lnTo>
                <a:lnTo>
                  <a:pt x="1047105" y="973391"/>
                </a:lnTo>
                <a:close/>
              </a:path>
              <a:path w="1245870" h="2030729">
                <a:moveTo>
                  <a:pt x="1041374" y="976071"/>
                </a:moveTo>
                <a:lnTo>
                  <a:pt x="1040053" y="973239"/>
                </a:lnTo>
                <a:lnTo>
                  <a:pt x="1040130" y="973391"/>
                </a:lnTo>
                <a:lnTo>
                  <a:pt x="1047105" y="973391"/>
                </a:lnTo>
                <a:lnTo>
                  <a:pt x="1041374" y="976071"/>
                </a:lnTo>
                <a:close/>
              </a:path>
              <a:path w="1245870" h="2030729">
                <a:moveTo>
                  <a:pt x="1016381" y="925233"/>
                </a:moveTo>
                <a:lnTo>
                  <a:pt x="1011351" y="915390"/>
                </a:lnTo>
                <a:lnTo>
                  <a:pt x="1003274" y="900023"/>
                </a:lnTo>
                <a:lnTo>
                  <a:pt x="1028573" y="886739"/>
                </a:lnTo>
                <a:lnTo>
                  <a:pt x="1036726" y="902246"/>
                </a:lnTo>
                <a:lnTo>
                  <a:pt x="1041819" y="912240"/>
                </a:lnTo>
                <a:lnTo>
                  <a:pt x="1016381" y="925233"/>
                </a:lnTo>
                <a:close/>
              </a:path>
              <a:path w="1245870" h="2030729">
                <a:moveTo>
                  <a:pt x="989876" y="875169"/>
                </a:moveTo>
                <a:lnTo>
                  <a:pt x="980567" y="858392"/>
                </a:lnTo>
                <a:lnTo>
                  <a:pt x="975982" y="850379"/>
                </a:lnTo>
                <a:lnTo>
                  <a:pt x="1000810" y="836218"/>
                </a:lnTo>
                <a:lnTo>
                  <a:pt x="1005458" y="844384"/>
                </a:lnTo>
                <a:lnTo>
                  <a:pt x="1014857" y="861288"/>
                </a:lnTo>
                <a:lnTo>
                  <a:pt x="989876" y="875169"/>
                </a:lnTo>
                <a:close/>
              </a:path>
              <a:path w="1245870" h="2030729">
                <a:moveTo>
                  <a:pt x="981126" y="802462"/>
                </a:moveTo>
                <a:lnTo>
                  <a:pt x="947788" y="802462"/>
                </a:lnTo>
                <a:lnTo>
                  <a:pt x="947229" y="801573"/>
                </a:lnTo>
                <a:lnTo>
                  <a:pt x="971550" y="786549"/>
                </a:lnTo>
                <a:lnTo>
                  <a:pt x="981126" y="802462"/>
                </a:lnTo>
                <a:close/>
              </a:path>
              <a:path w="1245870" h="2030729">
                <a:moveTo>
                  <a:pt x="961745" y="825792"/>
                </a:moveTo>
                <a:lnTo>
                  <a:pt x="958888" y="820902"/>
                </a:lnTo>
                <a:lnTo>
                  <a:pt x="947699" y="802322"/>
                </a:lnTo>
                <a:lnTo>
                  <a:pt x="947788" y="802462"/>
                </a:lnTo>
                <a:lnTo>
                  <a:pt x="981126" y="802462"/>
                </a:lnTo>
                <a:lnTo>
                  <a:pt x="983449" y="806323"/>
                </a:lnTo>
                <a:lnTo>
                  <a:pt x="986396" y="811352"/>
                </a:lnTo>
                <a:lnTo>
                  <a:pt x="961745" y="825792"/>
                </a:lnTo>
                <a:close/>
              </a:path>
              <a:path w="1245870" h="2030729">
                <a:moveTo>
                  <a:pt x="958964" y="821054"/>
                </a:moveTo>
                <a:lnTo>
                  <a:pt x="958872" y="820902"/>
                </a:lnTo>
                <a:lnTo>
                  <a:pt x="958964" y="821054"/>
                </a:lnTo>
                <a:close/>
              </a:path>
              <a:path w="1245870" h="2030729">
                <a:moveTo>
                  <a:pt x="950899" y="765619"/>
                </a:moveTo>
                <a:lnTo>
                  <a:pt x="924737" y="765619"/>
                </a:lnTo>
                <a:lnTo>
                  <a:pt x="916889" y="753541"/>
                </a:lnTo>
                <a:lnTo>
                  <a:pt x="940841" y="737958"/>
                </a:lnTo>
                <a:lnTo>
                  <a:pt x="948702" y="750049"/>
                </a:lnTo>
                <a:lnTo>
                  <a:pt x="956373" y="762152"/>
                </a:lnTo>
                <a:lnTo>
                  <a:pt x="950899" y="765619"/>
                </a:lnTo>
                <a:close/>
              </a:path>
              <a:path w="1245870" h="2030729">
                <a:moveTo>
                  <a:pt x="932230" y="777443"/>
                </a:moveTo>
                <a:lnTo>
                  <a:pt x="924723" y="765596"/>
                </a:lnTo>
                <a:lnTo>
                  <a:pt x="950899" y="765619"/>
                </a:lnTo>
                <a:lnTo>
                  <a:pt x="932230" y="777443"/>
                </a:lnTo>
                <a:close/>
              </a:path>
              <a:path w="1245870" h="2030729">
                <a:moveTo>
                  <a:pt x="924916" y="713930"/>
                </a:moveTo>
                <a:lnTo>
                  <a:pt x="890346" y="713930"/>
                </a:lnTo>
                <a:lnTo>
                  <a:pt x="885189" y="706539"/>
                </a:lnTo>
                <a:lnTo>
                  <a:pt x="908634" y="690194"/>
                </a:lnTo>
                <a:lnTo>
                  <a:pt x="913790" y="697598"/>
                </a:lnTo>
                <a:lnTo>
                  <a:pt x="924382" y="713117"/>
                </a:lnTo>
                <a:lnTo>
                  <a:pt x="924916" y="713930"/>
                </a:lnTo>
                <a:close/>
              </a:path>
              <a:path w="1245870" h="2030729">
                <a:moveTo>
                  <a:pt x="902125" y="729234"/>
                </a:moveTo>
                <a:lnTo>
                  <a:pt x="900785" y="729234"/>
                </a:lnTo>
                <a:lnTo>
                  <a:pt x="890257" y="713816"/>
                </a:lnTo>
                <a:lnTo>
                  <a:pt x="924916" y="713930"/>
                </a:lnTo>
                <a:lnTo>
                  <a:pt x="902125" y="729234"/>
                </a:lnTo>
                <a:close/>
              </a:path>
              <a:path w="1245870" h="2030729">
                <a:moveTo>
                  <a:pt x="901192" y="729856"/>
                </a:moveTo>
                <a:lnTo>
                  <a:pt x="900696" y="729106"/>
                </a:lnTo>
                <a:lnTo>
                  <a:pt x="900785" y="729234"/>
                </a:lnTo>
                <a:lnTo>
                  <a:pt x="902125" y="729234"/>
                </a:lnTo>
                <a:lnTo>
                  <a:pt x="901192" y="729856"/>
                </a:lnTo>
                <a:close/>
              </a:path>
              <a:path w="1245870" h="2030729">
                <a:moveTo>
                  <a:pt x="868857" y="683437"/>
                </a:moveTo>
                <a:lnTo>
                  <a:pt x="858100" y="668629"/>
                </a:lnTo>
                <a:lnTo>
                  <a:pt x="852055" y="660501"/>
                </a:lnTo>
                <a:lnTo>
                  <a:pt x="875004" y="643470"/>
                </a:lnTo>
                <a:lnTo>
                  <a:pt x="881126" y="651725"/>
                </a:lnTo>
                <a:lnTo>
                  <a:pt x="891971" y="666635"/>
                </a:lnTo>
                <a:lnTo>
                  <a:pt x="868857" y="683437"/>
                </a:lnTo>
                <a:close/>
              </a:path>
              <a:path w="1245870" h="2030729">
                <a:moveTo>
                  <a:pt x="852176" y="624649"/>
                </a:moveTo>
                <a:lnTo>
                  <a:pt x="824776" y="624649"/>
                </a:lnTo>
                <a:lnTo>
                  <a:pt x="817549" y="615480"/>
                </a:lnTo>
                <a:lnTo>
                  <a:pt x="839977" y="597776"/>
                </a:lnTo>
                <a:lnTo>
                  <a:pt x="847217" y="606945"/>
                </a:lnTo>
                <a:lnTo>
                  <a:pt x="857631" y="620433"/>
                </a:lnTo>
                <a:lnTo>
                  <a:pt x="852176" y="624649"/>
                </a:lnTo>
                <a:close/>
              </a:path>
              <a:path w="1245870" h="2030729">
                <a:moveTo>
                  <a:pt x="835025" y="637908"/>
                </a:moveTo>
                <a:lnTo>
                  <a:pt x="824747" y="624613"/>
                </a:lnTo>
                <a:lnTo>
                  <a:pt x="852176" y="624649"/>
                </a:lnTo>
                <a:lnTo>
                  <a:pt x="835025" y="637908"/>
                </a:lnTo>
                <a:close/>
              </a:path>
              <a:path w="1245870" h="2030729">
                <a:moveTo>
                  <a:pt x="814146" y="581660"/>
                </a:moveTo>
                <a:lnTo>
                  <a:pt x="790168" y="581660"/>
                </a:lnTo>
                <a:lnTo>
                  <a:pt x="781685" y="571538"/>
                </a:lnTo>
                <a:lnTo>
                  <a:pt x="803579" y="553173"/>
                </a:lnTo>
                <a:lnTo>
                  <a:pt x="812076" y="563308"/>
                </a:lnTo>
                <a:lnTo>
                  <a:pt x="821905" y="575284"/>
                </a:lnTo>
                <a:lnTo>
                  <a:pt x="814146" y="581660"/>
                </a:lnTo>
                <a:close/>
              </a:path>
              <a:path w="1245870" h="2030729">
                <a:moveTo>
                  <a:pt x="799833" y="593420"/>
                </a:moveTo>
                <a:lnTo>
                  <a:pt x="790079" y="581558"/>
                </a:lnTo>
                <a:lnTo>
                  <a:pt x="814146" y="581660"/>
                </a:lnTo>
                <a:lnTo>
                  <a:pt x="799833" y="593420"/>
                </a:lnTo>
                <a:close/>
              </a:path>
              <a:path w="1245870" h="2030729">
                <a:moveTo>
                  <a:pt x="775018" y="539800"/>
                </a:moveTo>
                <a:lnTo>
                  <a:pt x="754380" y="539800"/>
                </a:lnTo>
                <a:lnTo>
                  <a:pt x="744499" y="528688"/>
                </a:lnTo>
                <a:lnTo>
                  <a:pt x="765848" y="509701"/>
                </a:lnTo>
                <a:lnTo>
                  <a:pt x="775728" y="520814"/>
                </a:lnTo>
                <a:lnTo>
                  <a:pt x="784834" y="531240"/>
                </a:lnTo>
                <a:lnTo>
                  <a:pt x="775018" y="539800"/>
                </a:lnTo>
                <a:close/>
              </a:path>
              <a:path w="1245870" h="2030729">
                <a:moveTo>
                  <a:pt x="763295" y="550024"/>
                </a:moveTo>
                <a:lnTo>
                  <a:pt x="754364" y="539783"/>
                </a:lnTo>
                <a:lnTo>
                  <a:pt x="775018" y="539800"/>
                </a:lnTo>
                <a:lnTo>
                  <a:pt x="763295" y="550024"/>
                </a:lnTo>
                <a:close/>
              </a:path>
              <a:path w="1245870" h="2030729">
                <a:moveTo>
                  <a:pt x="734806" y="499110"/>
                </a:moveTo>
                <a:lnTo>
                  <a:pt x="717461" y="499110"/>
                </a:lnTo>
                <a:lnTo>
                  <a:pt x="706031" y="487006"/>
                </a:lnTo>
                <a:lnTo>
                  <a:pt x="726808" y="467385"/>
                </a:lnTo>
                <a:lnTo>
                  <a:pt x="738238" y="479488"/>
                </a:lnTo>
                <a:lnTo>
                  <a:pt x="746429" y="488353"/>
                </a:lnTo>
                <a:lnTo>
                  <a:pt x="734806" y="499110"/>
                </a:lnTo>
                <a:close/>
              </a:path>
              <a:path w="1245870" h="2030729">
                <a:moveTo>
                  <a:pt x="725462" y="507758"/>
                </a:moveTo>
                <a:lnTo>
                  <a:pt x="717359" y="499008"/>
                </a:lnTo>
                <a:lnTo>
                  <a:pt x="734806" y="499110"/>
                </a:lnTo>
                <a:lnTo>
                  <a:pt x="725462" y="507758"/>
                </a:lnTo>
                <a:close/>
              </a:path>
              <a:path w="1245870" h="2030729">
                <a:moveTo>
                  <a:pt x="693558" y="459600"/>
                </a:moveTo>
                <a:lnTo>
                  <a:pt x="679411" y="459600"/>
                </a:lnTo>
                <a:lnTo>
                  <a:pt x="666496" y="446697"/>
                </a:lnTo>
                <a:lnTo>
                  <a:pt x="686396" y="426186"/>
                </a:lnTo>
                <a:lnTo>
                  <a:pt x="699604" y="439381"/>
                </a:lnTo>
                <a:lnTo>
                  <a:pt x="706692" y="446595"/>
                </a:lnTo>
                <a:lnTo>
                  <a:pt x="693558" y="459600"/>
                </a:lnTo>
                <a:close/>
              </a:path>
              <a:path w="1245870" h="2030729">
                <a:moveTo>
                  <a:pt x="686358" y="466674"/>
                </a:moveTo>
                <a:lnTo>
                  <a:pt x="679315" y="459504"/>
                </a:lnTo>
                <a:lnTo>
                  <a:pt x="693558" y="459600"/>
                </a:lnTo>
                <a:lnTo>
                  <a:pt x="686358" y="466674"/>
                </a:lnTo>
                <a:close/>
              </a:path>
              <a:path w="1245870" h="2030729">
                <a:moveTo>
                  <a:pt x="663284" y="408800"/>
                </a:moveTo>
                <a:lnTo>
                  <a:pt x="627024" y="408800"/>
                </a:lnTo>
                <a:lnTo>
                  <a:pt x="625449" y="407352"/>
                </a:lnTo>
                <a:lnTo>
                  <a:pt x="644829" y="386359"/>
                </a:lnTo>
                <a:lnTo>
                  <a:pt x="646391" y="387794"/>
                </a:lnTo>
                <a:lnTo>
                  <a:pt x="659879" y="400481"/>
                </a:lnTo>
                <a:lnTo>
                  <a:pt x="665810" y="406171"/>
                </a:lnTo>
                <a:lnTo>
                  <a:pt x="663284" y="408800"/>
                </a:lnTo>
                <a:close/>
              </a:path>
              <a:path w="1245870" h="2030729">
                <a:moveTo>
                  <a:pt x="646010" y="426783"/>
                </a:moveTo>
                <a:lnTo>
                  <a:pt x="640194" y="421195"/>
                </a:lnTo>
                <a:lnTo>
                  <a:pt x="626910" y="408698"/>
                </a:lnTo>
                <a:lnTo>
                  <a:pt x="663284" y="408800"/>
                </a:lnTo>
                <a:lnTo>
                  <a:pt x="646010" y="426783"/>
                </a:lnTo>
                <a:close/>
              </a:path>
              <a:path w="1245870" h="2030729">
                <a:moveTo>
                  <a:pt x="618961" y="372148"/>
                </a:moveTo>
                <a:lnTo>
                  <a:pt x="586511" y="372148"/>
                </a:lnTo>
                <a:lnTo>
                  <a:pt x="583323" y="369379"/>
                </a:lnTo>
                <a:lnTo>
                  <a:pt x="602068" y="347814"/>
                </a:lnTo>
                <a:lnTo>
                  <a:pt x="605256" y="350583"/>
                </a:lnTo>
                <a:lnTo>
                  <a:pt x="619086" y="362851"/>
                </a:lnTo>
                <a:lnTo>
                  <a:pt x="623646" y="366966"/>
                </a:lnTo>
                <a:lnTo>
                  <a:pt x="618961" y="372148"/>
                </a:lnTo>
                <a:close/>
              </a:path>
              <a:path w="1245870" h="2030729">
                <a:moveTo>
                  <a:pt x="608041" y="384225"/>
                </a:moveTo>
                <a:lnTo>
                  <a:pt x="600125" y="384225"/>
                </a:lnTo>
                <a:lnTo>
                  <a:pt x="586397" y="372059"/>
                </a:lnTo>
                <a:lnTo>
                  <a:pt x="618961" y="372148"/>
                </a:lnTo>
                <a:lnTo>
                  <a:pt x="608041" y="384225"/>
                </a:lnTo>
                <a:close/>
              </a:path>
              <a:path w="1245870" h="2030729">
                <a:moveTo>
                  <a:pt x="604481" y="388162"/>
                </a:moveTo>
                <a:lnTo>
                  <a:pt x="600024" y="384136"/>
                </a:lnTo>
                <a:lnTo>
                  <a:pt x="608041" y="384225"/>
                </a:lnTo>
                <a:lnTo>
                  <a:pt x="604481" y="388162"/>
                </a:lnTo>
                <a:close/>
              </a:path>
              <a:path w="1245870" h="2030729">
                <a:moveTo>
                  <a:pt x="573753" y="336765"/>
                </a:moveTo>
                <a:lnTo>
                  <a:pt x="544995" y="336765"/>
                </a:lnTo>
                <a:lnTo>
                  <a:pt x="540042" y="332701"/>
                </a:lnTo>
                <a:lnTo>
                  <a:pt x="558139" y="310591"/>
                </a:lnTo>
                <a:lnTo>
                  <a:pt x="563092" y="314655"/>
                </a:lnTo>
                <a:lnTo>
                  <a:pt x="577265" y="326478"/>
                </a:lnTo>
                <a:lnTo>
                  <a:pt x="580301" y="329082"/>
                </a:lnTo>
                <a:lnTo>
                  <a:pt x="573753" y="336765"/>
                </a:lnTo>
                <a:close/>
              </a:path>
              <a:path w="1245870" h="2030729">
                <a:moveTo>
                  <a:pt x="561771" y="350824"/>
                </a:moveTo>
                <a:lnTo>
                  <a:pt x="558838" y="348322"/>
                </a:lnTo>
                <a:lnTo>
                  <a:pt x="544880" y="336676"/>
                </a:lnTo>
                <a:lnTo>
                  <a:pt x="573753" y="336765"/>
                </a:lnTo>
                <a:lnTo>
                  <a:pt x="561771" y="350824"/>
                </a:lnTo>
                <a:close/>
              </a:path>
              <a:path w="1245870" h="2030729">
                <a:moveTo>
                  <a:pt x="527694" y="302666"/>
                </a:moveTo>
                <a:lnTo>
                  <a:pt x="502513" y="302666"/>
                </a:lnTo>
                <a:lnTo>
                  <a:pt x="495655" y="297383"/>
                </a:lnTo>
                <a:lnTo>
                  <a:pt x="513092" y="274751"/>
                </a:lnTo>
                <a:lnTo>
                  <a:pt x="519950" y="280034"/>
                </a:lnTo>
                <a:lnTo>
                  <a:pt x="535825" y="292531"/>
                </a:lnTo>
                <a:lnTo>
                  <a:pt x="527694" y="302666"/>
                </a:lnTo>
                <a:close/>
              </a:path>
              <a:path w="1245870" h="2030729">
                <a:moveTo>
                  <a:pt x="518687" y="313893"/>
                </a:moveTo>
                <a:lnTo>
                  <a:pt x="516775" y="313893"/>
                </a:lnTo>
                <a:lnTo>
                  <a:pt x="502449" y="302617"/>
                </a:lnTo>
                <a:lnTo>
                  <a:pt x="527694" y="302666"/>
                </a:lnTo>
                <a:lnTo>
                  <a:pt x="518687" y="313893"/>
                </a:lnTo>
                <a:close/>
              </a:path>
              <a:path w="1245870" h="2030729">
                <a:moveTo>
                  <a:pt x="517944" y="314820"/>
                </a:moveTo>
                <a:lnTo>
                  <a:pt x="516661" y="313804"/>
                </a:lnTo>
                <a:lnTo>
                  <a:pt x="518687" y="313893"/>
                </a:lnTo>
                <a:lnTo>
                  <a:pt x="517944" y="314820"/>
                </a:lnTo>
                <a:close/>
              </a:path>
              <a:path w="1245870" h="2030729">
                <a:moveTo>
                  <a:pt x="473125" y="280276"/>
                </a:moveTo>
                <a:lnTo>
                  <a:pt x="458965" y="269811"/>
                </a:lnTo>
                <a:lnTo>
                  <a:pt x="450202" y="263461"/>
                </a:lnTo>
                <a:lnTo>
                  <a:pt x="466953" y="240309"/>
                </a:lnTo>
                <a:lnTo>
                  <a:pt x="475843" y="246748"/>
                </a:lnTo>
                <a:lnTo>
                  <a:pt x="490105" y="257301"/>
                </a:lnTo>
                <a:lnTo>
                  <a:pt x="473125" y="280276"/>
                </a:lnTo>
                <a:close/>
              </a:path>
              <a:path w="1245870" h="2030729">
                <a:moveTo>
                  <a:pt x="433117" y="238455"/>
                </a:moveTo>
                <a:lnTo>
                  <a:pt x="414756" y="238455"/>
                </a:lnTo>
                <a:lnTo>
                  <a:pt x="403707" y="230962"/>
                </a:lnTo>
                <a:lnTo>
                  <a:pt x="419773" y="207327"/>
                </a:lnTo>
                <a:lnTo>
                  <a:pt x="430809" y="214820"/>
                </a:lnTo>
                <a:lnTo>
                  <a:pt x="443433" y="223596"/>
                </a:lnTo>
                <a:lnTo>
                  <a:pt x="433117" y="238455"/>
                </a:lnTo>
                <a:close/>
              </a:path>
              <a:path w="1245870" h="2030729">
                <a:moveTo>
                  <a:pt x="427139" y="247065"/>
                </a:moveTo>
                <a:lnTo>
                  <a:pt x="414629" y="238378"/>
                </a:lnTo>
                <a:lnTo>
                  <a:pt x="433117" y="238455"/>
                </a:lnTo>
                <a:lnTo>
                  <a:pt x="427139" y="247065"/>
                </a:lnTo>
                <a:close/>
              </a:path>
              <a:path w="1245870" h="2030729">
                <a:moveTo>
                  <a:pt x="384643" y="208394"/>
                </a:moveTo>
                <a:lnTo>
                  <a:pt x="369544" y="208394"/>
                </a:lnTo>
                <a:lnTo>
                  <a:pt x="356235" y="199923"/>
                </a:lnTo>
                <a:lnTo>
                  <a:pt x="371576" y="175818"/>
                </a:lnTo>
                <a:lnTo>
                  <a:pt x="384886" y="184289"/>
                </a:lnTo>
                <a:lnTo>
                  <a:pt x="395731" y="191350"/>
                </a:lnTo>
                <a:lnTo>
                  <a:pt x="384643" y="208394"/>
                </a:lnTo>
                <a:close/>
              </a:path>
              <a:path w="1245870" h="2030729">
                <a:moveTo>
                  <a:pt x="380149" y="215303"/>
                </a:moveTo>
                <a:lnTo>
                  <a:pt x="369417" y="208318"/>
                </a:lnTo>
                <a:lnTo>
                  <a:pt x="369544" y="208394"/>
                </a:lnTo>
                <a:lnTo>
                  <a:pt x="384643" y="208394"/>
                </a:lnTo>
                <a:lnTo>
                  <a:pt x="380149" y="215303"/>
                </a:lnTo>
                <a:close/>
              </a:path>
              <a:path w="1245870" h="2030729">
                <a:moveTo>
                  <a:pt x="341045" y="170472"/>
                </a:moveTo>
                <a:lnTo>
                  <a:pt x="307962" y="170472"/>
                </a:lnTo>
                <a:lnTo>
                  <a:pt x="322300" y="145757"/>
                </a:lnTo>
                <a:lnTo>
                  <a:pt x="338112" y="155168"/>
                </a:lnTo>
                <a:lnTo>
                  <a:pt x="347052" y="160604"/>
                </a:lnTo>
                <a:lnTo>
                  <a:pt x="341045" y="170472"/>
                </a:lnTo>
                <a:close/>
              </a:path>
              <a:path w="1245870" h="2030729">
                <a:moveTo>
                  <a:pt x="335417" y="179717"/>
                </a:moveTo>
                <a:lnTo>
                  <a:pt x="323494" y="179717"/>
                </a:lnTo>
                <a:lnTo>
                  <a:pt x="307835" y="170408"/>
                </a:lnTo>
                <a:lnTo>
                  <a:pt x="341045" y="170472"/>
                </a:lnTo>
                <a:lnTo>
                  <a:pt x="335417" y="179717"/>
                </a:lnTo>
                <a:close/>
              </a:path>
              <a:path w="1245870" h="2030729">
                <a:moveTo>
                  <a:pt x="332193" y="185013"/>
                </a:moveTo>
                <a:lnTo>
                  <a:pt x="323416" y="179671"/>
                </a:lnTo>
                <a:lnTo>
                  <a:pt x="335417" y="179717"/>
                </a:lnTo>
                <a:lnTo>
                  <a:pt x="332193" y="185013"/>
                </a:lnTo>
                <a:close/>
              </a:path>
              <a:path w="1245870" h="2030729">
                <a:moveTo>
                  <a:pt x="283311" y="156260"/>
                </a:moveTo>
                <a:lnTo>
                  <a:pt x="276504" y="152387"/>
                </a:lnTo>
                <a:lnTo>
                  <a:pt x="260705" y="143624"/>
                </a:lnTo>
                <a:lnTo>
                  <a:pt x="258597" y="142481"/>
                </a:lnTo>
                <a:lnTo>
                  <a:pt x="272211" y="117360"/>
                </a:lnTo>
                <a:lnTo>
                  <a:pt x="274446" y="118567"/>
                </a:lnTo>
                <a:lnTo>
                  <a:pt x="290499" y="127482"/>
                </a:lnTo>
                <a:lnTo>
                  <a:pt x="297421" y="131419"/>
                </a:lnTo>
                <a:lnTo>
                  <a:pt x="283311" y="156260"/>
                </a:lnTo>
                <a:close/>
              </a:path>
              <a:path w="1245870" h="2030729">
                <a:moveTo>
                  <a:pt x="239196" y="118363"/>
                </a:moveTo>
                <a:lnTo>
                  <a:pt x="212940" y="118363"/>
                </a:lnTo>
                <a:lnTo>
                  <a:pt x="208406" y="116077"/>
                </a:lnTo>
                <a:lnTo>
                  <a:pt x="221259" y="90550"/>
                </a:lnTo>
                <a:lnTo>
                  <a:pt x="225793" y="92837"/>
                </a:lnTo>
                <a:lnTo>
                  <a:pt x="242087" y="101257"/>
                </a:lnTo>
                <a:lnTo>
                  <a:pt x="246900" y="103797"/>
                </a:lnTo>
                <a:lnTo>
                  <a:pt x="239196" y="118363"/>
                </a:lnTo>
                <a:close/>
              </a:path>
              <a:path w="1245870" h="2030729">
                <a:moveTo>
                  <a:pt x="234816" y="126644"/>
                </a:moveTo>
                <a:lnTo>
                  <a:pt x="228993" y="126644"/>
                </a:lnTo>
                <a:lnTo>
                  <a:pt x="212813" y="118300"/>
                </a:lnTo>
                <a:lnTo>
                  <a:pt x="239196" y="118363"/>
                </a:lnTo>
                <a:lnTo>
                  <a:pt x="234816" y="126644"/>
                </a:lnTo>
                <a:close/>
              </a:path>
              <a:path w="1245870" h="2030729">
                <a:moveTo>
                  <a:pt x="233540" y="129057"/>
                </a:moveTo>
                <a:lnTo>
                  <a:pt x="228866" y="126580"/>
                </a:lnTo>
                <a:lnTo>
                  <a:pt x="228993" y="126644"/>
                </a:lnTo>
                <a:lnTo>
                  <a:pt x="234816" y="126644"/>
                </a:lnTo>
                <a:lnTo>
                  <a:pt x="233540" y="129057"/>
                </a:lnTo>
                <a:close/>
              </a:path>
              <a:path w="1245870" h="2030729">
                <a:moveTo>
                  <a:pt x="182943" y="103441"/>
                </a:moveTo>
                <a:lnTo>
                  <a:pt x="180479" y="102234"/>
                </a:lnTo>
                <a:lnTo>
                  <a:pt x="164185" y="94449"/>
                </a:lnTo>
                <a:lnTo>
                  <a:pt x="157403" y="91287"/>
                </a:lnTo>
                <a:lnTo>
                  <a:pt x="169468" y="65379"/>
                </a:lnTo>
                <a:lnTo>
                  <a:pt x="176377" y="68605"/>
                </a:lnTo>
                <a:lnTo>
                  <a:pt x="195529" y="77787"/>
                </a:lnTo>
                <a:lnTo>
                  <a:pt x="182943" y="103441"/>
                </a:lnTo>
                <a:close/>
              </a:path>
              <a:path w="1245870" h="2030729">
                <a:moveTo>
                  <a:pt x="134870" y="72148"/>
                </a:moveTo>
                <a:lnTo>
                  <a:pt x="114985" y="72148"/>
                </a:lnTo>
                <a:lnTo>
                  <a:pt x="105638" y="68148"/>
                </a:lnTo>
                <a:lnTo>
                  <a:pt x="116890" y="41884"/>
                </a:lnTo>
                <a:lnTo>
                  <a:pt x="126237" y="45885"/>
                </a:lnTo>
                <a:lnTo>
                  <a:pt x="143344" y="53428"/>
                </a:lnTo>
                <a:lnTo>
                  <a:pt x="134870" y="72148"/>
                </a:lnTo>
                <a:close/>
              </a:path>
              <a:path w="1245870" h="2030729">
                <a:moveTo>
                  <a:pt x="131570" y="79438"/>
                </a:moveTo>
                <a:lnTo>
                  <a:pt x="114846" y="72097"/>
                </a:lnTo>
                <a:lnTo>
                  <a:pt x="114985" y="72148"/>
                </a:lnTo>
                <a:lnTo>
                  <a:pt x="134870" y="72148"/>
                </a:lnTo>
                <a:lnTo>
                  <a:pt x="131570" y="79438"/>
                </a:lnTo>
                <a:close/>
              </a:path>
              <a:path w="1245870" h="2030729">
                <a:moveTo>
                  <a:pt x="131559" y="79463"/>
                </a:moveTo>
                <a:close/>
              </a:path>
              <a:path w="1245870" h="2030729">
                <a:moveTo>
                  <a:pt x="79552" y="57213"/>
                </a:moveTo>
                <a:lnTo>
                  <a:pt x="64846" y="51257"/>
                </a:lnTo>
                <a:lnTo>
                  <a:pt x="53149" y="46672"/>
                </a:lnTo>
                <a:lnTo>
                  <a:pt x="63588" y="20078"/>
                </a:lnTo>
                <a:lnTo>
                  <a:pt x="75425" y="24714"/>
                </a:lnTo>
                <a:lnTo>
                  <a:pt x="90271" y="30721"/>
                </a:lnTo>
                <a:lnTo>
                  <a:pt x="79552" y="57213"/>
                </a:lnTo>
                <a:close/>
              </a:path>
              <a:path w="1245870" h="2030729">
                <a:moveTo>
                  <a:pt x="28407" y="32029"/>
                </a:moveTo>
                <a:lnTo>
                  <a:pt x="14338" y="32029"/>
                </a:lnTo>
                <a:lnTo>
                  <a:pt x="0" y="26911"/>
                </a:lnTo>
                <a:lnTo>
                  <a:pt x="9613" y="0"/>
                </a:lnTo>
                <a:lnTo>
                  <a:pt x="23952" y="5118"/>
                </a:lnTo>
                <a:lnTo>
                  <a:pt x="36614" y="9791"/>
                </a:lnTo>
                <a:lnTo>
                  <a:pt x="28407" y="32029"/>
                </a:lnTo>
                <a:close/>
              </a:path>
              <a:path w="1245870" h="2030729">
                <a:moveTo>
                  <a:pt x="26720" y="36601"/>
                </a:moveTo>
                <a:lnTo>
                  <a:pt x="14275" y="32006"/>
                </a:lnTo>
                <a:lnTo>
                  <a:pt x="28407" y="32029"/>
                </a:lnTo>
                <a:lnTo>
                  <a:pt x="26720" y="3660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894395" y="3190811"/>
            <a:ext cx="1152525" cy="1905000"/>
          </a:xfrm>
          <a:custGeom>
            <a:avLst/>
            <a:gdLst/>
            <a:ahLst/>
            <a:cxnLst/>
            <a:rect l="l" t="t" r="r" b="b"/>
            <a:pathLst>
              <a:path w="1152525" h="1905000">
                <a:moveTo>
                  <a:pt x="1134944" y="1880349"/>
                </a:moveTo>
                <a:lnTo>
                  <a:pt x="1106081" y="1880349"/>
                </a:lnTo>
                <a:lnTo>
                  <a:pt x="1107287" y="1871916"/>
                </a:lnTo>
                <a:lnTo>
                  <a:pt x="1135570" y="1875967"/>
                </a:lnTo>
                <a:lnTo>
                  <a:pt x="1134944" y="1880349"/>
                </a:lnTo>
                <a:close/>
              </a:path>
              <a:path w="1152525" h="1905000">
                <a:moveTo>
                  <a:pt x="1131239" y="1904390"/>
                </a:moveTo>
                <a:lnTo>
                  <a:pt x="1103007" y="1899983"/>
                </a:lnTo>
                <a:lnTo>
                  <a:pt x="1106106" y="1880171"/>
                </a:lnTo>
                <a:lnTo>
                  <a:pt x="1106081" y="1880349"/>
                </a:lnTo>
                <a:lnTo>
                  <a:pt x="1134944" y="1880349"/>
                </a:lnTo>
                <a:lnTo>
                  <a:pt x="1134364" y="1884413"/>
                </a:lnTo>
                <a:lnTo>
                  <a:pt x="1131239" y="1904390"/>
                </a:lnTo>
                <a:close/>
              </a:path>
              <a:path w="1152525" h="1905000">
                <a:moveTo>
                  <a:pt x="1139444" y="1847481"/>
                </a:moveTo>
                <a:lnTo>
                  <a:pt x="1111110" y="1843773"/>
                </a:lnTo>
                <a:lnTo>
                  <a:pt x="1111504" y="1840826"/>
                </a:lnTo>
                <a:lnTo>
                  <a:pt x="1113840" y="1821103"/>
                </a:lnTo>
                <a:lnTo>
                  <a:pt x="1114399" y="1815744"/>
                </a:lnTo>
                <a:lnTo>
                  <a:pt x="1142822" y="1818754"/>
                </a:lnTo>
                <a:lnTo>
                  <a:pt x="1142238" y="1824291"/>
                </a:lnTo>
                <a:lnTo>
                  <a:pt x="1139863" y="1844357"/>
                </a:lnTo>
                <a:lnTo>
                  <a:pt x="1139444" y="1847481"/>
                </a:lnTo>
                <a:close/>
              </a:path>
              <a:path w="1152525" h="1905000">
                <a:moveTo>
                  <a:pt x="1113815" y="1821281"/>
                </a:moveTo>
                <a:lnTo>
                  <a:pt x="1113834" y="1821103"/>
                </a:lnTo>
                <a:lnTo>
                  <a:pt x="1113815" y="1821281"/>
                </a:lnTo>
                <a:close/>
              </a:path>
              <a:path w="1152525" h="1905000">
                <a:moveTo>
                  <a:pt x="1111478" y="1840991"/>
                </a:moveTo>
                <a:lnTo>
                  <a:pt x="1111498" y="1840826"/>
                </a:lnTo>
                <a:lnTo>
                  <a:pt x="1111478" y="1840991"/>
                </a:lnTo>
                <a:close/>
              </a:path>
              <a:path w="1152525" h="1905000">
                <a:moveTo>
                  <a:pt x="1148017" y="1762023"/>
                </a:moveTo>
                <a:lnTo>
                  <a:pt x="1119365" y="1762023"/>
                </a:lnTo>
                <a:lnTo>
                  <a:pt x="1119555" y="1759356"/>
                </a:lnTo>
                <a:lnTo>
                  <a:pt x="1148067" y="1761324"/>
                </a:lnTo>
                <a:lnTo>
                  <a:pt x="1148017" y="1762023"/>
                </a:lnTo>
                <a:close/>
              </a:path>
              <a:path w="1152525" h="1905000">
                <a:moveTo>
                  <a:pt x="1119370" y="1761954"/>
                </a:moveTo>
                <a:close/>
              </a:path>
              <a:path w="1152525" h="1905000">
                <a:moveTo>
                  <a:pt x="1146426" y="1781797"/>
                </a:moveTo>
                <a:lnTo>
                  <a:pt x="1117765" y="1781797"/>
                </a:lnTo>
                <a:lnTo>
                  <a:pt x="1119370" y="1761954"/>
                </a:lnTo>
                <a:lnTo>
                  <a:pt x="1148017" y="1762023"/>
                </a:lnTo>
                <a:lnTo>
                  <a:pt x="1147876" y="1763991"/>
                </a:lnTo>
                <a:lnTo>
                  <a:pt x="1146426" y="1781797"/>
                </a:lnTo>
                <a:close/>
              </a:path>
              <a:path w="1152525" h="1905000">
                <a:moveTo>
                  <a:pt x="1145679" y="1790153"/>
                </a:moveTo>
                <a:lnTo>
                  <a:pt x="1117231" y="1787486"/>
                </a:lnTo>
                <a:lnTo>
                  <a:pt x="1117777" y="1781619"/>
                </a:lnTo>
                <a:lnTo>
                  <a:pt x="1117765" y="1781797"/>
                </a:lnTo>
                <a:lnTo>
                  <a:pt x="1146426" y="1781797"/>
                </a:lnTo>
                <a:lnTo>
                  <a:pt x="1146238" y="1784108"/>
                </a:lnTo>
                <a:lnTo>
                  <a:pt x="1145679" y="1790153"/>
                </a:lnTo>
                <a:close/>
              </a:path>
              <a:path w="1152525" h="1905000">
                <a:moveTo>
                  <a:pt x="1150473" y="1722450"/>
                </a:moveTo>
                <a:lnTo>
                  <a:pt x="1121867" y="1722450"/>
                </a:lnTo>
                <a:lnTo>
                  <a:pt x="1122743" y="1702638"/>
                </a:lnTo>
                <a:lnTo>
                  <a:pt x="1151293" y="1703920"/>
                </a:lnTo>
                <a:lnTo>
                  <a:pt x="1150473" y="1722450"/>
                </a:lnTo>
                <a:close/>
              </a:path>
              <a:path w="1152525" h="1905000">
                <a:moveTo>
                  <a:pt x="1149908" y="1732635"/>
                </a:moveTo>
                <a:lnTo>
                  <a:pt x="1121371" y="1731010"/>
                </a:lnTo>
                <a:lnTo>
                  <a:pt x="1121867" y="1722272"/>
                </a:lnTo>
                <a:lnTo>
                  <a:pt x="1121867" y="1722450"/>
                </a:lnTo>
                <a:lnTo>
                  <a:pt x="1150473" y="1722450"/>
                </a:lnTo>
                <a:lnTo>
                  <a:pt x="1150416" y="1723720"/>
                </a:lnTo>
                <a:lnTo>
                  <a:pt x="1149908" y="1732635"/>
                </a:lnTo>
                <a:close/>
              </a:path>
              <a:path w="1152525" h="1905000">
                <a:moveTo>
                  <a:pt x="1152375" y="1663001"/>
                </a:moveTo>
                <a:lnTo>
                  <a:pt x="1123797" y="1663001"/>
                </a:lnTo>
                <a:lnTo>
                  <a:pt x="1123937" y="1646034"/>
                </a:lnTo>
                <a:lnTo>
                  <a:pt x="1152512" y="1646262"/>
                </a:lnTo>
                <a:lnTo>
                  <a:pt x="1152375" y="1663001"/>
                </a:lnTo>
                <a:close/>
              </a:path>
              <a:path w="1152525" h="1905000">
                <a:moveTo>
                  <a:pt x="1152131" y="1675015"/>
                </a:moveTo>
                <a:lnTo>
                  <a:pt x="1123569" y="1674431"/>
                </a:lnTo>
                <a:lnTo>
                  <a:pt x="1123797" y="1662823"/>
                </a:lnTo>
                <a:lnTo>
                  <a:pt x="1123797" y="1663001"/>
                </a:lnTo>
                <a:lnTo>
                  <a:pt x="1152375" y="1663001"/>
                </a:lnTo>
                <a:lnTo>
                  <a:pt x="1152131" y="1675015"/>
                </a:lnTo>
                <a:close/>
              </a:path>
              <a:path w="1152525" h="1905000">
                <a:moveTo>
                  <a:pt x="1123810" y="1617802"/>
                </a:moveTo>
                <a:lnTo>
                  <a:pt x="1123564" y="1602905"/>
                </a:lnTo>
                <a:lnTo>
                  <a:pt x="1123188" y="1589404"/>
                </a:lnTo>
                <a:lnTo>
                  <a:pt x="1151750" y="1588604"/>
                </a:lnTo>
                <a:lnTo>
                  <a:pt x="1152153" y="1603527"/>
                </a:lnTo>
                <a:lnTo>
                  <a:pt x="1152372" y="1617345"/>
                </a:lnTo>
                <a:lnTo>
                  <a:pt x="1123810" y="1617802"/>
                </a:lnTo>
                <a:close/>
              </a:path>
              <a:path w="1152525" h="1905000">
                <a:moveTo>
                  <a:pt x="1123581" y="1603527"/>
                </a:moveTo>
                <a:lnTo>
                  <a:pt x="1123576" y="1603349"/>
                </a:lnTo>
                <a:lnTo>
                  <a:pt x="1123581" y="1603527"/>
                </a:lnTo>
                <a:close/>
              </a:path>
              <a:path w="1152525" h="1905000">
                <a:moveTo>
                  <a:pt x="1122108" y="1561185"/>
                </a:moveTo>
                <a:lnTo>
                  <a:pt x="1121219" y="1543900"/>
                </a:lnTo>
                <a:lnTo>
                  <a:pt x="1120508" y="1532826"/>
                </a:lnTo>
                <a:lnTo>
                  <a:pt x="1149032" y="1531010"/>
                </a:lnTo>
                <a:lnTo>
                  <a:pt x="1149743" y="1542262"/>
                </a:lnTo>
                <a:lnTo>
                  <a:pt x="1150645" y="1559712"/>
                </a:lnTo>
                <a:lnTo>
                  <a:pt x="1122108" y="1561185"/>
                </a:lnTo>
                <a:close/>
              </a:path>
              <a:path w="1152525" h="1905000">
                <a:moveTo>
                  <a:pt x="1121219" y="1544078"/>
                </a:moveTo>
                <a:lnTo>
                  <a:pt x="1121208" y="1543900"/>
                </a:lnTo>
                <a:lnTo>
                  <a:pt x="1121219" y="1544078"/>
                </a:lnTo>
                <a:close/>
              </a:path>
              <a:path w="1152525" h="1905000">
                <a:moveTo>
                  <a:pt x="1145419" y="1484718"/>
                </a:moveTo>
                <a:lnTo>
                  <a:pt x="1116749" y="1484718"/>
                </a:lnTo>
                <a:lnTo>
                  <a:pt x="1115910" y="1476375"/>
                </a:lnTo>
                <a:lnTo>
                  <a:pt x="1144346" y="1473555"/>
                </a:lnTo>
                <a:lnTo>
                  <a:pt x="1145171" y="1481886"/>
                </a:lnTo>
                <a:lnTo>
                  <a:pt x="1145419" y="1484718"/>
                </a:lnTo>
                <a:close/>
              </a:path>
              <a:path w="1152525" h="1905000">
                <a:moveTo>
                  <a:pt x="1118476" y="1504492"/>
                </a:moveTo>
                <a:lnTo>
                  <a:pt x="1116723" y="1484541"/>
                </a:lnTo>
                <a:lnTo>
                  <a:pt x="1116749" y="1484718"/>
                </a:lnTo>
                <a:lnTo>
                  <a:pt x="1145419" y="1484718"/>
                </a:lnTo>
                <a:lnTo>
                  <a:pt x="1146962" y="1502346"/>
                </a:lnTo>
                <a:lnTo>
                  <a:pt x="1118476" y="1504492"/>
                </a:lnTo>
                <a:close/>
              </a:path>
              <a:path w="1152525" h="1905000">
                <a:moveTo>
                  <a:pt x="1138939" y="1425498"/>
                </a:moveTo>
                <a:lnTo>
                  <a:pt x="1110145" y="1425498"/>
                </a:lnTo>
                <a:lnTo>
                  <a:pt x="1109421" y="1420114"/>
                </a:lnTo>
                <a:lnTo>
                  <a:pt x="1137729" y="1416278"/>
                </a:lnTo>
                <a:lnTo>
                  <a:pt x="1138466" y="1421663"/>
                </a:lnTo>
                <a:lnTo>
                  <a:pt x="1138939" y="1425498"/>
                </a:lnTo>
                <a:close/>
              </a:path>
              <a:path w="1152525" h="1905000">
                <a:moveTo>
                  <a:pt x="1139017" y="1445221"/>
                </a:moveTo>
                <a:lnTo>
                  <a:pt x="1112583" y="1445221"/>
                </a:lnTo>
                <a:lnTo>
                  <a:pt x="1110119" y="1425333"/>
                </a:lnTo>
                <a:lnTo>
                  <a:pt x="1110145" y="1425498"/>
                </a:lnTo>
                <a:lnTo>
                  <a:pt x="1138939" y="1425498"/>
                </a:lnTo>
                <a:lnTo>
                  <a:pt x="1140942" y="1441716"/>
                </a:lnTo>
                <a:lnTo>
                  <a:pt x="1141298" y="1444967"/>
                </a:lnTo>
                <a:lnTo>
                  <a:pt x="1139017" y="1445221"/>
                </a:lnTo>
                <a:close/>
              </a:path>
              <a:path w="1152525" h="1905000">
                <a:moveTo>
                  <a:pt x="1112901" y="1448130"/>
                </a:moveTo>
                <a:lnTo>
                  <a:pt x="1112558" y="1445056"/>
                </a:lnTo>
                <a:lnTo>
                  <a:pt x="1112583" y="1445221"/>
                </a:lnTo>
                <a:lnTo>
                  <a:pt x="1139017" y="1445221"/>
                </a:lnTo>
                <a:lnTo>
                  <a:pt x="1112901" y="1448130"/>
                </a:lnTo>
                <a:close/>
              </a:path>
              <a:path w="1152525" h="1905000">
                <a:moveTo>
                  <a:pt x="1130384" y="1366494"/>
                </a:moveTo>
                <a:lnTo>
                  <a:pt x="1101458" y="1366494"/>
                </a:lnTo>
                <a:lnTo>
                  <a:pt x="1101039" y="1364094"/>
                </a:lnTo>
                <a:lnTo>
                  <a:pt x="1129207" y="1359255"/>
                </a:lnTo>
                <a:lnTo>
                  <a:pt x="1129614" y="1361668"/>
                </a:lnTo>
                <a:lnTo>
                  <a:pt x="1130384" y="1366494"/>
                </a:lnTo>
                <a:close/>
              </a:path>
              <a:path w="1152525" h="1905000">
                <a:moveTo>
                  <a:pt x="1133468" y="1386141"/>
                </a:moveTo>
                <a:lnTo>
                  <a:pt x="1104582" y="1386141"/>
                </a:lnTo>
                <a:lnTo>
                  <a:pt x="1101420" y="1366329"/>
                </a:lnTo>
                <a:lnTo>
                  <a:pt x="1101458" y="1366494"/>
                </a:lnTo>
                <a:lnTo>
                  <a:pt x="1130384" y="1366494"/>
                </a:lnTo>
                <a:lnTo>
                  <a:pt x="1132801" y="1381633"/>
                </a:lnTo>
                <a:lnTo>
                  <a:pt x="1133468" y="1386141"/>
                </a:lnTo>
                <a:close/>
              </a:path>
              <a:path w="1152525" h="1905000">
                <a:moveTo>
                  <a:pt x="1105446" y="1391983"/>
                </a:moveTo>
                <a:lnTo>
                  <a:pt x="1104569" y="1386058"/>
                </a:lnTo>
                <a:lnTo>
                  <a:pt x="1133468" y="1386141"/>
                </a:lnTo>
                <a:lnTo>
                  <a:pt x="1133716" y="1387817"/>
                </a:lnTo>
                <a:lnTo>
                  <a:pt x="1105446" y="1391983"/>
                </a:lnTo>
                <a:close/>
              </a:path>
              <a:path w="1152525" h="1905000">
                <a:moveTo>
                  <a:pt x="1123546" y="1327302"/>
                </a:moveTo>
                <a:lnTo>
                  <a:pt x="1094498" y="1327302"/>
                </a:lnTo>
                <a:lnTo>
                  <a:pt x="1090764" y="1308214"/>
                </a:lnTo>
                <a:lnTo>
                  <a:pt x="1118806" y="1302727"/>
                </a:lnTo>
                <a:lnTo>
                  <a:pt x="1122540" y="1321815"/>
                </a:lnTo>
                <a:lnTo>
                  <a:pt x="1123546" y="1327302"/>
                </a:lnTo>
                <a:close/>
              </a:path>
              <a:path w="1152525" h="1905000">
                <a:moveTo>
                  <a:pt x="1096111" y="1336116"/>
                </a:moveTo>
                <a:lnTo>
                  <a:pt x="1094460" y="1327137"/>
                </a:lnTo>
                <a:lnTo>
                  <a:pt x="1094498" y="1327302"/>
                </a:lnTo>
                <a:lnTo>
                  <a:pt x="1123546" y="1327302"/>
                </a:lnTo>
                <a:lnTo>
                  <a:pt x="1124216" y="1330960"/>
                </a:lnTo>
                <a:lnTo>
                  <a:pt x="1096111" y="1336116"/>
                </a:lnTo>
                <a:close/>
              </a:path>
              <a:path w="1152525" h="1905000">
                <a:moveTo>
                  <a:pt x="1111591" y="1268780"/>
                </a:moveTo>
                <a:lnTo>
                  <a:pt x="1082332" y="1268780"/>
                </a:lnTo>
                <a:lnTo>
                  <a:pt x="1078636" y="1252880"/>
                </a:lnTo>
                <a:lnTo>
                  <a:pt x="1106474" y="1246416"/>
                </a:lnTo>
                <a:lnTo>
                  <a:pt x="1110170" y="1262316"/>
                </a:lnTo>
                <a:lnTo>
                  <a:pt x="1111591" y="1268780"/>
                </a:lnTo>
                <a:close/>
              </a:path>
              <a:path w="1152525" h="1905000">
                <a:moveTo>
                  <a:pt x="1084935" y="1280579"/>
                </a:moveTo>
                <a:lnTo>
                  <a:pt x="1082299" y="1268639"/>
                </a:lnTo>
                <a:lnTo>
                  <a:pt x="1082332" y="1268780"/>
                </a:lnTo>
                <a:lnTo>
                  <a:pt x="1111591" y="1268780"/>
                </a:lnTo>
                <a:lnTo>
                  <a:pt x="1112837" y="1274445"/>
                </a:lnTo>
                <a:lnTo>
                  <a:pt x="1084935" y="1280579"/>
                </a:lnTo>
                <a:close/>
              </a:path>
              <a:path w="1152525" h="1905000">
                <a:moveTo>
                  <a:pt x="1097607" y="1210627"/>
                </a:moveTo>
                <a:lnTo>
                  <a:pt x="1068108" y="1210627"/>
                </a:lnTo>
                <a:lnTo>
                  <a:pt x="1064691" y="1197978"/>
                </a:lnTo>
                <a:lnTo>
                  <a:pt x="1092288" y="1190536"/>
                </a:lnTo>
                <a:lnTo>
                  <a:pt x="1095692" y="1203185"/>
                </a:lnTo>
                <a:lnTo>
                  <a:pt x="1097607" y="1210627"/>
                </a:lnTo>
                <a:close/>
              </a:path>
              <a:path w="1152525" h="1905000">
                <a:moveTo>
                  <a:pt x="1071918" y="1225448"/>
                </a:moveTo>
                <a:lnTo>
                  <a:pt x="1068057" y="1210462"/>
                </a:lnTo>
                <a:lnTo>
                  <a:pt x="1068108" y="1210627"/>
                </a:lnTo>
                <a:lnTo>
                  <a:pt x="1097607" y="1210627"/>
                </a:lnTo>
                <a:lnTo>
                  <a:pt x="1099591" y="1218336"/>
                </a:lnTo>
                <a:lnTo>
                  <a:pt x="1071918" y="1225448"/>
                </a:lnTo>
                <a:close/>
              </a:path>
              <a:path w="1152525" h="1905000">
                <a:moveTo>
                  <a:pt x="1081616" y="1152893"/>
                </a:moveTo>
                <a:lnTo>
                  <a:pt x="1051826" y="1152893"/>
                </a:lnTo>
                <a:lnTo>
                  <a:pt x="1048956" y="1143558"/>
                </a:lnTo>
                <a:lnTo>
                  <a:pt x="1076274" y="1135164"/>
                </a:lnTo>
                <a:lnTo>
                  <a:pt x="1079144" y="1144498"/>
                </a:lnTo>
                <a:lnTo>
                  <a:pt x="1081616" y="1152893"/>
                </a:lnTo>
                <a:close/>
              </a:path>
              <a:path w="1152525" h="1905000">
                <a:moveTo>
                  <a:pt x="1057097" y="1170774"/>
                </a:moveTo>
                <a:lnTo>
                  <a:pt x="1051775" y="1152728"/>
                </a:lnTo>
                <a:lnTo>
                  <a:pt x="1051826" y="1152893"/>
                </a:lnTo>
                <a:lnTo>
                  <a:pt x="1081616" y="1152893"/>
                </a:lnTo>
                <a:lnTo>
                  <a:pt x="1084503" y="1162697"/>
                </a:lnTo>
                <a:lnTo>
                  <a:pt x="1057097" y="1170774"/>
                </a:lnTo>
                <a:close/>
              </a:path>
              <a:path w="1152525" h="1905000">
                <a:moveTo>
                  <a:pt x="1046016" y="1114678"/>
                </a:moveTo>
                <a:lnTo>
                  <a:pt x="1039850" y="1114678"/>
                </a:lnTo>
                <a:lnTo>
                  <a:pt x="1033462" y="1095489"/>
                </a:lnTo>
                <a:lnTo>
                  <a:pt x="1031455" y="1089685"/>
                </a:lnTo>
                <a:lnTo>
                  <a:pt x="1058456" y="1080338"/>
                </a:lnTo>
                <a:lnTo>
                  <a:pt x="1060526" y="1086319"/>
                </a:lnTo>
                <a:lnTo>
                  <a:pt x="1066952" y="1105649"/>
                </a:lnTo>
                <a:lnTo>
                  <a:pt x="1067638" y="1107757"/>
                </a:lnTo>
                <a:lnTo>
                  <a:pt x="1046016" y="1114678"/>
                </a:lnTo>
                <a:close/>
              </a:path>
              <a:path w="1152525" h="1905000">
                <a:moveTo>
                  <a:pt x="1040422" y="1116469"/>
                </a:moveTo>
                <a:lnTo>
                  <a:pt x="1039787" y="1114513"/>
                </a:lnTo>
                <a:lnTo>
                  <a:pt x="1039850" y="1114678"/>
                </a:lnTo>
                <a:lnTo>
                  <a:pt x="1046016" y="1114678"/>
                </a:lnTo>
                <a:lnTo>
                  <a:pt x="1040422" y="1116469"/>
                </a:lnTo>
                <a:close/>
              </a:path>
              <a:path w="1152525" h="1905000">
                <a:moveTo>
                  <a:pt x="1043662" y="1038961"/>
                </a:moveTo>
                <a:lnTo>
                  <a:pt x="1013180" y="1038961"/>
                </a:lnTo>
                <a:lnTo>
                  <a:pt x="1012190" y="1036408"/>
                </a:lnTo>
                <a:lnTo>
                  <a:pt x="1038860" y="1026134"/>
                </a:lnTo>
                <a:lnTo>
                  <a:pt x="1039837" y="1028687"/>
                </a:lnTo>
                <a:lnTo>
                  <a:pt x="1043662" y="1038961"/>
                </a:lnTo>
                <a:close/>
              </a:path>
              <a:path w="1152525" h="1905000">
                <a:moveTo>
                  <a:pt x="1022007" y="1062888"/>
                </a:moveTo>
                <a:lnTo>
                  <a:pt x="1020127" y="1057630"/>
                </a:lnTo>
                <a:lnTo>
                  <a:pt x="1013117" y="1038809"/>
                </a:lnTo>
                <a:lnTo>
                  <a:pt x="1013180" y="1038961"/>
                </a:lnTo>
                <a:lnTo>
                  <a:pt x="1043662" y="1038961"/>
                </a:lnTo>
                <a:lnTo>
                  <a:pt x="1046962" y="1047826"/>
                </a:lnTo>
                <a:lnTo>
                  <a:pt x="1048905" y="1053236"/>
                </a:lnTo>
                <a:lnTo>
                  <a:pt x="1022007" y="1062888"/>
                </a:lnTo>
                <a:close/>
              </a:path>
              <a:path w="1152525" h="1905000">
                <a:moveTo>
                  <a:pt x="1023054" y="1001496"/>
                </a:moveTo>
                <a:lnTo>
                  <a:pt x="998499" y="1001496"/>
                </a:lnTo>
                <a:lnTo>
                  <a:pt x="991146" y="983627"/>
                </a:lnTo>
                <a:lnTo>
                  <a:pt x="1017562" y="972743"/>
                </a:lnTo>
                <a:lnTo>
                  <a:pt x="1024928" y="990612"/>
                </a:lnTo>
                <a:lnTo>
                  <a:pt x="1028407" y="999363"/>
                </a:lnTo>
                <a:lnTo>
                  <a:pt x="1023054" y="1001496"/>
                </a:lnTo>
                <a:close/>
              </a:path>
              <a:path w="1152525" h="1905000">
                <a:moveTo>
                  <a:pt x="1001864" y="1009942"/>
                </a:moveTo>
                <a:lnTo>
                  <a:pt x="998435" y="1001344"/>
                </a:lnTo>
                <a:lnTo>
                  <a:pt x="998499" y="1001496"/>
                </a:lnTo>
                <a:lnTo>
                  <a:pt x="1023054" y="1001496"/>
                </a:lnTo>
                <a:lnTo>
                  <a:pt x="1001864" y="1009942"/>
                </a:lnTo>
                <a:close/>
              </a:path>
              <a:path w="1152525" h="1905000">
                <a:moveTo>
                  <a:pt x="980020" y="957668"/>
                </a:moveTo>
                <a:lnTo>
                  <a:pt x="974763" y="945705"/>
                </a:lnTo>
                <a:lnTo>
                  <a:pt x="968425" y="931735"/>
                </a:lnTo>
                <a:lnTo>
                  <a:pt x="994448" y="919937"/>
                </a:lnTo>
                <a:lnTo>
                  <a:pt x="1000848" y="934059"/>
                </a:lnTo>
                <a:lnTo>
                  <a:pt x="1006182" y="946175"/>
                </a:lnTo>
                <a:lnTo>
                  <a:pt x="980020" y="957668"/>
                </a:lnTo>
                <a:close/>
              </a:path>
              <a:path w="1152525" h="1905000">
                <a:moveTo>
                  <a:pt x="980874" y="890917"/>
                </a:moveTo>
                <a:lnTo>
                  <a:pt x="949159" y="890917"/>
                </a:lnTo>
                <a:lnTo>
                  <a:pt x="944041" y="880592"/>
                </a:lnTo>
                <a:lnTo>
                  <a:pt x="969644" y="867905"/>
                </a:lnTo>
                <a:lnTo>
                  <a:pt x="974763" y="878217"/>
                </a:lnTo>
                <a:lnTo>
                  <a:pt x="980874" y="890917"/>
                </a:lnTo>
                <a:close/>
              </a:path>
              <a:path w="1152525" h="1905000">
                <a:moveTo>
                  <a:pt x="956487" y="906132"/>
                </a:moveTo>
                <a:lnTo>
                  <a:pt x="949083" y="890765"/>
                </a:lnTo>
                <a:lnTo>
                  <a:pt x="949159" y="890917"/>
                </a:lnTo>
                <a:lnTo>
                  <a:pt x="980874" y="890917"/>
                </a:lnTo>
                <a:lnTo>
                  <a:pt x="982230" y="893737"/>
                </a:lnTo>
                <a:lnTo>
                  <a:pt x="956487" y="906132"/>
                </a:lnTo>
                <a:close/>
              </a:path>
              <a:path w="1152525" h="1905000">
                <a:moveTo>
                  <a:pt x="932273" y="854710"/>
                </a:moveTo>
                <a:lnTo>
                  <a:pt x="930948" y="854710"/>
                </a:lnTo>
                <a:lnTo>
                  <a:pt x="921448" y="836599"/>
                </a:lnTo>
                <a:lnTo>
                  <a:pt x="918032" y="830275"/>
                </a:lnTo>
                <a:lnTo>
                  <a:pt x="943178" y="816698"/>
                </a:lnTo>
                <a:lnTo>
                  <a:pt x="946670" y="823175"/>
                </a:lnTo>
                <a:lnTo>
                  <a:pt x="956678" y="842263"/>
                </a:lnTo>
                <a:lnTo>
                  <a:pt x="932273" y="854710"/>
                </a:lnTo>
                <a:close/>
              </a:path>
              <a:path w="1152525" h="1905000">
                <a:moveTo>
                  <a:pt x="931227" y="855243"/>
                </a:moveTo>
                <a:lnTo>
                  <a:pt x="930871" y="854570"/>
                </a:lnTo>
                <a:lnTo>
                  <a:pt x="930948" y="854710"/>
                </a:lnTo>
                <a:lnTo>
                  <a:pt x="932273" y="854710"/>
                </a:lnTo>
                <a:lnTo>
                  <a:pt x="931227" y="855243"/>
                </a:lnTo>
                <a:close/>
              </a:path>
              <a:path w="1152525" h="1905000">
                <a:moveTo>
                  <a:pt x="904379" y="805357"/>
                </a:moveTo>
                <a:lnTo>
                  <a:pt x="901928" y="800950"/>
                </a:lnTo>
                <a:lnTo>
                  <a:pt x="891844" y="783259"/>
                </a:lnTo>
                <a:lnTo>
                  <a:pt x="890409" y="780821"/>
                </a:lnTo>
                <a:lnTo>
                  <a:pt x="915060" y="766368"/>
                </a:lnTo>
                <a:lnTo>
                  <a:pt x="916584" y="768959"/>
                </a:lnTo>
                <a:lnTo>
                  <a:pt x="926833" y="786942"/>
                </a:lnTo>
                <a:lnTo>
                  <a:pt x="929360" y="791502"/>
                </a:lnTo>
                <a:lnTo>
                  <a:pt x="904379" y="805357"/>
                </a:lnTo>
                <a:close/>
              </a:path>
              <a:path w="1152525" h="1905000">
                <a:moveTo>
                  <a:pt x="889305" y="748334"/>
                </a:moveTo>
                <a:lnTo>
                  <a:pt x="871105" y="748334"/>
                </a:lnTo>
                <a:lnTo>
                  <a:pt x="861110" y="732142"/>
                </a:lnTo>
                <a:lnTo>
                  <a:pt x="885418" y="717130"/>
                </a:lnTo>
                <a:lnTo>
                  <a:pt x="895426" y="733323"/>
                </a:lnTo>
                <a:lnTo>
                  <a:pt x="900430" y="741641"/>
                </a:lnTo>
                <a:lnTo>
                  <a:pt x="889305" y="748334"/>
                </a:lnTo>
                <a:close/>
              </a:path>
              <a:path w="1152525" h="1905000">
                <a:moveTo>
                  <a:pt x="875944" y="756373"/>
                </a:moveTo>
                <a:lnTo>
                  <a:pt x="871016" y="748195"/>
                </a:lnTo>
                <a:lnTo>
                  <a:pt x="871105" y="748334"/>
                </a:lnTo>
                <a:lnTo>
                  <a:pt x="889305" y="748334"/>
                </a:lnTo>
                <a:lnTo>
                  <a:pt x="875944" y="756373"/>
                </a:lnTo>
                <a:close/>
              </a:path>
              <a:path w="1152525" h="1905000">
                <a:moveTo>
                  <a:pt x="845947" y="708317"/>
                </a:moveTo>
                <a:lnTo>
                  <a:pt x="838187" y="696379"/>
                </a:lnTo>
                <a:lnTo>
                  <a:pt x="830326" y="684580"/>
                </a:lnTo>
                <a:lnTo>
                  <a:pt x="854100" y="668731"/>
                </a:lnTo>
                <a:lnTo>
                  <a:pt x="862050" y="680656"/>
                </a:lnTo>
                <a:lnTo>
                  <a:pt x="869899" y="692734"/>
                </a:lnTo>
                <a:lnTo>
                  <a:pt x="845947" y="708317"/>
                </a:lnTo>
                <a:close/>
              </a:path>
              <a:path w="1152525" h="1905000">
                <a:moveTo>
                  <a:pt x="814400" y="661212"/>
                </a:moveTo>
                <a:lnTo>
                  <a:pt x="807046" y="650659"/>
                </a:lnTo>
                <a:lnTo>
                  <a:pt x="798017" y="637984"/>
                </a:lnTo>
                <a:lnTo>
                  <a:pt x="821296" y="621411"/>
                </a:lnTo>
                <a:lnTo>
                  <a:pt x="830402" y="634199"/>
                </a:lnTo>
                <a:lnTo>
                  <a:pt x="837844" y="644880"/>
                </a:lnTo>
                <a:lnTo>
                  <a:pt x="814400" y="661212"/>
                </a:lnTo>
                <a:close/>
              </a:path>
              <a:path w="1152525" h="1905000">
                <a:moveTo>
                  <a:pt x="801804" y="594791"/>
                </a:moveTo>
                <a:lnTo>
                  <a:pt x="766000" y="594791"/>
                </a:lnTo>
                <a:lnTo>
                  <a:pt x="764273" y="592556"/>
                </a:lnTo>
                <a:lnTo>
                  <a:pt x="786879" y="575081"/>
                </a:lnTo>
                <a:lnTo>
                  <a:pt x="788606" y="577303"/>
                </a:lnTo>
                <a:lnTo>
                  <a:pt x="799249" y="591350"/>
                </a:lnTo>
                <a:lnTo>
                  <a:pt x="801804" y="594791"/>
                </a:lnTo>
                <a:close/>
              </a:path>
              <a:path w="1152525" h="1905000">
                <a:moveTo>
                  <a:pt x="790112" y="608609"/>
                </a:moveTo>
                <a:lnTo>
                  <a:pt x="776478" y="608609"/>
                </a:lnTo>
                <a:lnTo>
                  <a:pt x="765911" y="594677"/>
                </a:lnTo>
                <a:lnTo>
                  <a:pt x="801804" y="594791"/>
                </a:lnTo>
                <a:lnTo>
                  <a:pt x="804265" y="598106"/>
                </a:lnTo>
                <a:lnTo>
                  <a:pt x="790112" y="608609"/>
                </a:lnTo>
                <a:close/>
              </a:path>
              <a:path w="1152525" h="1905000">
                <a:moveTo>
                  <a:pt x="781316" y="615137"/>
                </a:moveTo>
                <a:lnTo>
                  <a:pt x="776389" y="608495"/>
                </a:lnTo>
                <a:lnTo>
                  <a:pt x="790112" y="608609"/>
                </a:lnTo>
                <a:lnTo>
                  <a:pt x="781316" y="615137"/>
                </a:lnTo>
                <a:close/>
              </a:path>
              <a:path w="1152525" h="1905000">
                <a:moveTo>
                  <a:pt x="767238" y="553999"/>
                </a:moveTo>
                <a:lnTo>
                  <a:pt x="733806" y="553999"/>
                </a:lnTo>
                <a:lnTo>
                  <a:pt x="728992" y="548144"/>
                </a:lnTo>
                <a:lnTo>
                  <a:pt x="751065" y="529996"/>
                </a:lnTo>
                <a:lnTo>
                  <a:pt x="755891" y="535863"/>
                </a:lnTo>
                <a:lnTo>
                  <a:pt x="766914" y="549554"/>
                </a:lnTo>
                <a:lnTo>
                  <a:pt x="769200" y="552450"/>
                </a:lnTo>
                <a:lnTo>
                  <a:pt x="767238" y="553999"/>
                </a:lnTo>
                <a:close/>
              </a:path>
              <a:path w="1152525" h="1905000">
                <a:moveTo>
                  <a:pt x="750167" y="567474"/>
                </a:moveTo>
                <a:lnTo>
                  <a:pt x="744664" y="567474"/>
                </a:lnTo>
                <a:lnTo>
                  <a:pt x="733717" y="553897"/>
                </a:lnTo>
                <a:lnTo>
                  <a:pt x="767238" y="553999"/>
                </a:lnTo>
                <a:lnTo>
                  <a:pt x="750167" y="567474"/>
                </a:lnTo>
                <a:close/>
              </a:path>
              <a:path w="1152525" h="1905000">
                <a:moveTo>
                  <a:pt x="746772" y="570153"/>
                </a:moveTo>
                <a:lnTo>
                  <a:pt x="744575" y="567372"/>
                </a:lnTo>
                <a:lnTo>
                  <a:pt x="750167" y="567474"/>
                </a:lnTo>
                <a:lnTo>
                  <a:pt x="746772" y="570153"/>
                </a:lnTo>
                <a:close/>
              </a:path>
              <a:path w="1152525" h="1905000">
                <a:moveTo>
                  <a:pt x="725060" y="514273"/>
                </a:moveTo>
                <a:lnTo>
                  <a:pt x="700506" y="514273"/>
                </a:lnTo>
                <a:lnTo>
                  <a:pt x="692302" y="504875"/>
                </a:lnTo>
                <a:lnTo>
                  <a:pt x="713828" y="486092"/>
                </a:lnTo>
                <a:lnTo>
                  <a:pt x="722033" y="495490"/>
                </a:lnTo>
                <a:lnTo>
                  <a:pt x="732586" y="507834"/>
                </a:lnTo>
                <a:lnTo>
                  <a:pt x="725060" y="514273"/>
                </a:lnTo>
                <a:close/>
              </a:path>
              <a:path w="1152525" h="1905000">
                <a:moveTo>
                  <a:pt x="710882" y="526402"/>
                </a:moveTo>
                <a:lnTo>
                  <a:pt x="700405" y="514172"/>
                </a:lnTo>
                <a:lnTo>
                  <a:pt x="725060" y="514273"/>
                </a:lnTo>
                <a:lnTo>
                  <a:pt x="710882" y="526402"/>
                </a:lnTo>
                <a:close/>
              </a:path>
              <a:path w="1152525" h="1905000">
                <a:moveTo>
                  <a:pt x="693231" y="463003"/>
                </a:moveTo>
                <a:lnTo>
                  <a:pt x="654405" y="463003"/>
                </a:lnTo>
                <a:lnTo>
                  <a:pt x="675106" y="443306"/>
                </a:lnTo>
                <a:lnTo>
                  <a:pt x="687069" y="456222"/>
                </a:lnTo>
                <a:lnTo>
                  <a:pt x="693231" y="463003"/>
                </a:lnTo>
                <a:close/>
              </a:path>
              <a:path w="1152525" h="1905000">
                <a:moveTo>
                  <a:pt x="673481" y="483755"/>
                </a:moveTo>
                <a:lnTo>
                  <a:pt x="666013" y="475538"/>
                </a:lnTo>
                <a:lnTo>
                  <a:pt x="654304" y="462902"/>
                </a:lnTo>
                <a:lnTo>
                  <a:pt x="693231" y="463003"/>
                </a:lnTo>
                <a:lnTo>
                  <a:pt x="694639" y="464553"/>
                </a:lnTo>
                <a:lnTo>
                  <a:pt x="673481" y="483755"/>
                </a:lnTo>
                <a:close/>
              </a:path>
              <a:path w="1152525" h="1905000">
                <a:moveTo>
                  <a:pt x="651841" y="425843"/>
                </a:moveTo>
                <a:lnTo>
                  <a:pt x="618604" y="425843"/>
                </a:lnTo>
                <a:lnTo>
                  <a:pt x="614895" y="422148"/>
                </a:lnTo>
                <a:lnTo>
                  <a:pt x="635076" y="401929"/>
                </a:lnTo>
                <a:lnTo>
                  <a:pt x="638784" y="405612"/>
                </a:lnTo>
                <a:lnTo>
                  <a:pt x="651027" y="418084"/>
                </a:lnTo>
                <a:lnTo>
                  <a:pt x="655307" y="422503"/>
                </a:lnTo>
                <a:lnTo>
                  <a:pt x="651841" y="425843"/>
                </a:lnTo>
                <a:close/>
              </a:path>
              <a:path w="1152525" h="1905000">
                <a:moveTo>
                  <a:pt x="639109" y="438111"/>
                </a:moveTo>
                <a:lnTo>
                  <a:pt x="630656" y="438111"/>
                </a:lnTo>
                <a:lnTo>
                  <a:pt x="618519" y="425758"/>
                </a:lnTo>
                <a:lnTo>
                  <a:pt x="651841" y="425843"/>
                </a:lnTo>
                <a:lnTo>
                  <a:pt x="639109" y="438111"/>
                </a:lnTo>
                <a:close/>
              </a:path>
              <a:path w="1152525" h="1905000">
                <a:moveTo>
                  <a:pt x="634720" y="442340"/>
                </a:moveTo>
                <a:lnTo>
                  <a:pt x="630555" y="438010"/>
                </a:lnTo>
                <a:lnTo>
                  <a:pt x="639109" y="438111"/>
                </a:lnTo>
                <a:lnTo>
                  <a:pt x="634720" y="442340"/>
                </a:lnTo>
                <a:close/>
              </a:path>
              <a:path w="1152525" h="1905000">
                <a:moveTo>
                  <a:pt x="606747" y="389826"/>
                </a:moveTo>
                <a:lnTo>
                  <a:pt x="581787" y="389826"/>
                </a:lnTo>
                <a:lnTo>
                  <a:pt x="574167" y="382676"/>
                </a:lnTo>
                <a:lnTo>
                  <a:pt x="593737" y="361848"/>
                </a:lnTo>
                <a:lnTo>
                  <a:pt x="601357" y="369011"/>
                </a:lnTo>
                <a:lnTo>
                  <a:pt x="614641" y="381762"/>
                </a:lnTo>
                <a:lnTo>
                  <a:pt x="606747" y="389826"/>
                </a:lnTo>
                <a:close/>
              </a:path>
              <a:path w="1152525" h="1905000">
                <a:moveTo>
                  <a:pt x="594652" y="402183"/>
                </a:moveTo>
                <a:lnTo>
                  <a:pt x="581685" y="389737"/>
                </a:lnTo>
                <a:lnTo>
                  <a:pt x="606747" y="389826"/>
                </a:lnTo>
                <a:lnTo>
                  <a:pt x="594652" y="402183"/>
                </a:lnTo>
                <a:close/>
              </a:path>
              <a:path w="1152525" h="1905000">
                <a:moveTo>
                  <a:pt x="561058" y="354977"/>
                </a:moveTo>
                <a:lnTo>
                  <a:pt x="543979" y="354977"/>
                </a:lnTo>
                <a:lnTo>
                  <a:pt x="532180" y="344525"/>
                </a:lnTo>
                <a:lnTo>
                  <a:pt x="551129" y="323138"/>
                </a:lnTo>
                <a:lnTo>
                  <a:pt x="562927" y="333590"/>
                </a:lnTo>
                <a:lnTo>
                  <a:pt x="572541" y="342277"/>
                </a:lnTo>
                <a:lnTo>
                  <a:pt x="561058" y="354977"/>
                </a:lnTo>
                <a:close/>
              </a:path>
              <a:path w="1152525" h="1905000">
                <a:moveTo>
                  <a:pt x="553377" y="363474"/>
                </a:moveTo>
                <a:lnTo>
                  <a:pt x="543877" y="354888"/>
                </a:lnTo>
                <a:lnTo>
                  <a:pt x="561058" y="354977"/>
                </a:lnTo>
                <a:lnTo>
                  <a:pt x="553377" y="363474"/>
                </a:lnTo>
                <a:close/>
              </a:path>
              <a:path w="1152525" h="1905000">
                <a:moveTo>
                  <a:pt x="524118" y="310349"/>
                </a:moveTo>
                <a:lnTo>
                  <a:pt x="492086" y="310349"/>
                </a:lnTo>
                <a:lnTo>
                  <a:pt x="489064" y="307886"/>
                </a:lnTo>
                <a:lnTo>
                  <a:pt x="507161" y="285762"/>
                </a:lnTo>
                <a:lnTo>
                  <a:pt x="510171" y="288239"/>
                </a:lnTo>
                <a:lnTo>
                  <a:pt x="523519" y="299364"/>
                </a:lnTo>
                <a:lnTo>
                  <a:pt x="529285" y="304279"/>
                </a:lnTo>
                <a:lnTo>
                  <a:pt x="524118" y="310349"/>
                </a:lnTo>
                <a:close/>
              </a:path>
              <a:path w="1152525" h="1905000">
                <a:moveTo>
                  <a:pt x="510768" y="326034"/>
                </a:moveTo>
                <a:lnTo>
                  <a:pt x="505104" y="321221"/>
                </a:lnTo>
                <a:lnTo>
                  <a:pt x="491972" y="310261"/>
                </a:lnTo>
                <a:lnTo>
                  <a:pt x="524118" y="310349"/>
                </a:lnTo>
                <a:lnTo>
                  <a:pt x="510768" y="326034"/>
                </a:lnTo>
                <a:close/>
              </a:path>
              <a:path w="1152525" h="1905000">
                <a:moveTo>
                  <a:pt x="476338" y="278307"/>
                </a:moveTo>
                <a:lnTo>
                  <a:pt x="452094" y="278307"/>
                </a:lnTo>
                <a:lnTo>
                  <a:pt x="444665" y="272592"/>
                </a:lnTo>
                <a:lnTo>
                  <a:pt x="462089" y="249948"/>
                </a:lnTo>
                <a:lnTo>
                  <a:pt x="469506" y="255650"/>
                </a:lnTo>
                <a:lnTo>
                  <a:pt x="483171" y="266369"/>
                </a:lnTo>
                <a:lnTo>
                  <a:pt x="484835" y="267703"/>
                </a:lnTo>
                <a:lnTo>
                  <a:pt x="476338" y="278307"/>
                </a:lnTo>
                <a:close/>
              </a:path>
              <a:path w="1152525" h="1905000">
                <a:moveTo>
                  <a:pt x="467892" y="288848"/>
                </a:moveTo>
                <a:lnTo>
                  <a:pt x="465518" y="288848"/>
                </a:lnTo>
                <a:lnTo>
                  <a:pt x="452041" y="278266"/>
                </a:lnTo>
                <a:lnTo>
                  <a:pt x="476338" y="278307"/>
                </a:lnTo>
                <a:lnTo>
                  <a:pt x="467892" y="288848"/>
                </a:lnTo>
                <a:close/>
              </a:path>
              <a:path w="1152525" h="1905000">
                <a:moveTo>
                  <a:pt x="466966" y="290004"/>
                </a:moveTo>
                <a:lnTo>
                  <a:pt x="465404" y="288759"/>
                </a:lnTo>
                <a:lnTo>
                  <a:pt x="467892" y="288848"/>
                </a:lnTo>
                <a:lnTo>
                  <a:pt x="466966" y="290004"/>
                </a:lnTo>
                <a:close/>
              </a:path>
              <a:path w="1152525" h="1905000">
                <a:moveTo>
                  <a:pt x="422097" y="255536"/>
                </a:moveTo>
                <a:lnTo>
                  <a:pt x="411099" y="247408"/>
                </a:lnTo>
                <a:lnTo>
                  <a:pt x="399135" y="238772"/>
                </a:lnTo>
                <a:lnTo>
                  <a:pt x="415874" y="215607"/>
                </a:lnTo>
                <a:lnTo>
                  <a:pt x="427951" y="224332"/>
                </a:lnTo>
                <a:lnTo>
                  <a:pt x="439064" y="232537"/>
                </a:lnTo>
                <a:lnTo>
                  <a:pt x="422097" y="255536"/>
                </a:lnTo>
                <a:close/>
              </a:path>
              <a:path w="1152525" h="1905000">
                <a:moveTo>
                  <a:pt x="385775" y="208381"/>
                </a:moveTo>
                <a:lnTo>
                  <a:pt x="355371" y="208381"/>
                </a:lnTo>
                <a:lnTo>
                  <a:pt x="352615" y="206552"/>
                </a:lnTo>
                <a:lnTo>
                  <a:pt x="368427" y="182752"/>
                </a:lnTo>
                <a:lnTo>
                  <a:pt x="371182" y="184581"/>
                </a:lnTo>
                <a:lnTo>
                  <a:pt x="385508" y="194297"/>
                </a:lnTo>
                <a:lnTo>
                  <a:pt x="392277" y="198996"/>
                </a:lnTo>
                <a:lnTo>
                  <a:pt x="385775" y="208381"/>
                </a:lnTo>
                <a:close/>
              </a:path>
              <a:path w="1152525" h="1905000">
                <a:moveTo>
                  <a:pt x="379150" y="217944"/>
                </a:moveTo>
                <a:lnTo>
                  <a:pt x="369468" y="217944"/>
                </a:lnTo>
                <a:lnTo>
                  <a:pt x="355281" y="208321"/>
                </a:lnTo>
                <a:lnTo>
                  <a:pt x="385775" y="208381"/>
                </a:lnTo>
                <a:lnTo>
                  <a:pt x="379150" y="217944"/>
                </a:lnTo>
                <a:close/>
              </a:path>
              <a:path w="1152525" h="1905000">
                <a:moveTo>
                  <a:pt x="376008" y="222478"/>
                </a:moveTo>
                <a:lnTo>
                  <a:pt x="369354" y="217868"/>
                </a:lnTo>
                <a:lnTo>
                  <a:pt x="379150" y="217944"/>
                </a:lnTo>
                <a:lnTo>
                  <a:pt x="376008" y="222478"/>
                </a:lnTo>
                <a:close/>
              </a:path>
              <a:path w="1152525" h="1905000">
                <a:moveTo>
                  <a:pt x="335597" y="180568"/>
                </a:moveTo>
                <a:lnTo>
                  <a:pt x="312547" y="180568"/>
                </a:lnTo>
                <a:lnTo>
                  <a:pt x="304939" y="175844"/>
                </a:lnTo>
                <a:lnTo>
                  <a:pt x="320027" y="151574"/>
                </a:lnTo>
                <a:lnTo>
                  <a:pt x="327621" y="156298"/>
                </a:lnTo>
                <a:lnTo>
                  <a:pt x="342226" y="165569"/>
                </a:lnTo>
                <a:lnTo>
                  <a:pt x="344411" y="166992"/>
                </a:lnTo>
                <a:lnTo>
                  <a:pt x="335597" y="180568"/>
                </a:lnTo>
                <a:close/>
              </a:path>
              <a:path w="1152525" h="1905000">
                <a:moveTo>
                  <a:pt x="329678" y="189687"/>
                </a:moveTo>
                <a:lnTo>
                  <a:pt x="326910" y="189687"/>
                </a:lnTo>
                <a:lnTo>
                  <a:pt x="312419" y="180492"/>
                </a:lnTo>
                <a:lnTo>
                  <a:pt x="312547" y="180568"/>
                </a:lnTo>
                <a:lnTo>
                  <a:pt x="335597" y="180568"/>
                </a:lnTo>
                <a:lnTo>
                  <a:pt x="329678" y="189687"/>
                </a:lnTo>
                <a:close/>
              </a:path>
              <a:path w="1152525" h="1905000">
                <a:moveTo>
                  <a:pt x="328853" y="190957"/>
                </a:moveTo>
                <a:lnTo>
                  <a:pt x="326783" y="189611"/>
                </a:lnTo>
                <a:lnTo>
                  <a:pt x="326910" y="189687"/>
                </a:lnTo>
                <a:lnTo>
                  <a:pt x="329678" y="189687"/>
                </a:lnTo>
                <a:lnTo>
                  <a:pt x="328853" y="190957"/>
                </a:lnTo>
                <a:close/>
              </a:path>
              <a:path w="1152525" h="1905000">
                <a:moveTo>
                  <a:pt x="280797" y="161112"/>
                </a:moveTo>
                <a:lnTo>
                  <a:pt x="268795" y="153987"/>
                </a:lnTo>
                <a:lnTo>
                  <a:pt x="256273" y="146710"/>
                </a:lnTo>
                <a:lnTo>
                  <a:pt x="270611" y="121996"/>
                </a:lnTo>
                <a:lnTo>
                  <a:pt x="283273" y="129349"/>
                </a:lnTo>
                <a:lnTo>
                  <a:pt x="295376" y="136537"/>
                </a:lnTo>
                <a:lnTo>
                  <a:pt x="280797" y="161112"/>
                </a:lnTo>
                <a:close/>
              </a:path>
              <a:path w="1152525" h="1905000">
                <a:moveTo>
                  <a:pt x="233808" y="128892"/>
                </a:moveTo>
                <a:lnTo>
                  <a:pt x="224548" y="128892"/>
                </a:lnTo>
                <a:lnTo>
                  <a:pt x="209473" y="120738"/>
                </a:lnTo>
                <a:lnTo>
                  <a:pt x="206781" y="119316"/>
                </a:lnTo>
                <a:lnTo>
                  <a:pt x="220116" y="94043"/>
                </a:lnTo>
                <a:lnTo>
                  <a:pt x="238137" y="103759"/>
                </a:lnTo>
                <a:lnTo>
                  <a:pt x="245478" y="107823"/>
                </a:lnTo>
                <a:lnTo>
                  <a:pt x="233808" y="128892"/>
                </a:lnTo>
                <a:close/>
              </a:path>
              <a:path w="1152525" h="1905000">
                <a:moveTo>
                  <a:pt x="231635" y="132816"/>
                </a:moveTo>
                <a:lnTo>
                  <a:pt x="224421" y="128828"/>
                </a:lnTo>
                <a:lnTo>
                  <a:pt x="233808" y="128892"/>
                </a:lnTo>
                <a:lnTo>
                  <a:pt x="231635" y="132816"/>
                </a:lnTo>
                <a:close/>
              </a:path>
              <a:path w="1152525" h="1905000">
                <a:moveTo>
                  <a:pt x="186045" y="97472"/>
                </a:moveTo>
                <a:lnTo>
                  <a:pt x="164274" y="97472"/>
                </a:lnTo>
                <a:lnTo>
                  <a:pt x="156260" y="93560"/>
                </a:lnTo>
                <a:lnTo>
                  <a:pt x="168808" y="67894"/>
                </a:lnTo>
                <a:lnTo>
                  <a:pt x="176834" y="71805"/>
                </a:lnTo>
                <a:lnTo>
                  <a:pt x="192278" y="79565"/>
                </a:lnTo>
                <a:lnTo>
                  <a:pt x="194640" y="80784"/>
                </a:lnTo>
                <a:lnTo>
                  <a:pt x="186045" y="97472"/>
                </a:lnTo>
                <a:close/>
              </a:path>
              <a:path w="1152525" h="1905000">
                <a:moveTo>
                  <a:pt x="182115" y="105105"/>
                </a:moveTo>
                <a:lnTo>
                  <a:pt x="179463" y="105105"/>
                </a:lnTo>
                <a:lnTo>
                  <a:pt x="164134" y="97409"/>
                </a:lnTo>
                <a:lnTo>
                  <a:pt x="164274" y="97472"/>
                </a:lnTo>
                <a:lnTo>
                  <a:pt x="186045" y="97472"/>
                </a:lnTo>
                <a:lnTo>
                  <a:pt x="182115" y="105105"/>
                </a:lnTo>
                <a:close/>
              </a:path>
              <a:path w="1152525" h="1905000">
                <a:moveTo>
                  <a:pt x="181559" y="106184"/>
                </a:moveTo>
                <a:lnTo>
                  <a:pt x="179324" y="105041"/>
                </a:lnTo>
                <a:lnTo>
                  <a:pt x="179463" y="105105"/>
                </a:lnTo>
                <a:lnTo>
                  <a:pt x="182115" y="105105"/>
                </a:lnTo>
                <a:lnTo>
                  <a:pt x="181559" y="106184"/>
                </a:lnTo>
                <a:close/>
              </a:path>
              <a:path w="1152525" h="1905000">
                <a:moveTo>
                  <a:pt x="130746" y="81343"/>
                </a:moveTo>
                <a:lnTo>
                  <a:pt x="118122" y="75476"/>
                </a:lnTo>
                <a:lnTo>
                  <a:pt x="104902" y="69507"/>
                </a:lnTo>
                <a:lnTo>
                  <a:pt x="116662" y="43459"/>
                </a:lnTo>
                <a:lnTo>
                  <a:pt x="130022" y="49491"/>
                </a:lnTo>
                <a:lnTo>
                  <a:pt x="142786" y="55422"/>
                </a:lnTo>
                <a:lnTo>
                  <a:pt x="130746" y="81343"/>
                </a:lnTo>
                <a:close/>
              </a:path>
              <a:path w="1152525" h="1905000">
                <a:moveTo>
                  <a:pt x="80333" y="55016"/>
                </a:moveTo>
                <a:lnTo>
                  <a:pt x="71589" y="55016"/>
                </a:lnTo>
                <a:lnTo>
                  <a:pt x="55753" y="48437"/>
                </a:lnTo>
                <a:lnTo>
                  <a:pt x="52882" y="47282"/>
                </a:lnTo>
                <a:lnTo>
                  <a:pt x="63576" y="20789"/>
                </a:lnTo>
                <a:lnTo>
                  <a:pt x="66573" y="21996"/>
                </a:lnTo>
                <a:lnTo>
                  <a:pt x="82550" y="28625"/>
                </a:lnTo>
                <a:lnTo>
                  <a:pt x="90220" y="31902"/>
                </a:lnTo>
                <a:lnTo>
                  <a:pt x="80333" y="55016"/>
                </a:lnTo>
                <a:close/>
              </a:path>
              <a:path w="1152525" h="1905000">
                <a:moveTo>
                  <a:pt x="78981" y="58178"/>
                </a:moveTo>
                <a:lnTo>
                  <a:pt x="71450" y="54965"/>
                </a:lnTo>
                <a:lnTo>
                  <a:pt x="71589" y="55016"/>
                </a:lnTo>
                <a:lnTo>
                  <a:pt x="80333" y="55016"/>
                </a:lnTo>
                <a:lnTo>
                  <a:pt x="78981" y="58178"/>
                </a:lnTo>
                <a:close/>
              </a:path>
              <a:path w="1152525" h="1905000">
                <a:moveTo>
                  <a:pt x="29161" y="29908"/>
                </a:moveTo>
                <a:lnTo>
                  <a:pt x="8394" y="29908"/>
                </a:lnTo>
                <a:lnTo>
                  <a:pt x="0" y="26822"/>
                </a:lnTo>
                <a:lnTo>
                  <a:pt x="9867" y="0"/>
                </a:lnTo>
                <a:lnTo>
                  <a:pt x="18249" y="3086"/>
                </a:lnTo>
                <a:lnTo>
                  <a:pt x="34429" y="9220"/>
                </a:lnTo>
                <a:lnTo>
                  <a:pt x="36880" y="10185"/>
                </a:lnTo>
                <a:lnTo>
                  <a:pt x="29161" y="29908"/>
                </a:lnTo>
                <a:close/>
              </a:path>
              <a:path w="1152525" h="1905000">
                <a:moveTo>
                  <a:pt x="26799" y="35940"/>
                </a:moveTo>
                <a:lnTo>
                  <a:pt x="24295" y="35940"/>
                </a:lnTo>
                <a:lnTo>
                  <a:pt x="8255" y="29857"/>
                </a:lnTo>
                <a:lnTo>
                  <a:pt x="8394" y="29908"/>
                </a:lnTo>
                <a:lnTo>
                  <a:pt x="29161" y="29908"/>
                </a:lnTo>
                <a:lnTo>
                  <a:pt x="26799" y="35940"/>
                </a:lnTo>
                <a:close/>
              </a:path>
              <a:path w="1152525" h="1905000">
                <a:moveTo>
                  <a:pt x="26466" y="36791"/>
                </a:moveTo>
                <a:lnTo>
                  <a:pt x="24155" y="35890"/>
                </a:lnTo>
                <a:lnTo>
                  <a:pt x="24295" y="35940"/>
                </a:lnTo>
                <a:lnTo>
                  <a:pt x="26799" y="35940"/>
                </a:lnTo>
                <a:lnTo>
                  <a:pt x="26466" y="3679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08581" y="3388080"/>
            <a:ext cx="1259840" cy="1611630"/>
          </a:xfrm>
          <a:custGeom>
            <a:avLst/>
            <a:gdLst/>
            <a:ahLst/>
            <a:cxnLst/>
            <a:rect l="l" t="t" r="r" b="b"/>
            <a:pathLst>
              <a:path w="1259839" h="1611629">
                <a:moveTo>
                  <a:pt x="1258779" y="1592287"/>
                </a:moveTo>
                <a:lnTo>
                  <a:pt x="1230198" y="1592287"/>
                </a:lnTo>
                <a:lnTo>
                  <a:pt x="1230426" y="1582077"/>
                </a:lnTo>
                <a:lnTo>
                  <a:pt x="1259001" y="1582737"/>
                </a:lnTo>
                <a:lnTo>
                  <a:pt x="1258779" y="1592287"/>
                </a:lnTo>
                <a:close/>
              </a:path>
              <a:path w="1259839" h="1611629">
                <a:moveTo>
                  <a:pt x="1258100" y="1611477"/>
                </a:moveTo>
                <a:lnTo>
                  <a:pt x="1229550" y="1610461"/>
                </a:lnTo>
                <a:lnTo>
                  <a:pt x="1230198" y="1592110"/>
                </a:lnTo>
                <a:lnTo>
                  <a:pt x="1230198" y="1592287"/>
                </a:lnTo>
                <a:lnTo>
                  <a:pt x="1258779" y="1592287"/>
                </a:lnTo>
                <a:lnTo>
                  <a:pt x="1258100" y="1611477"/>
                </a:lnTo>
                <a:close/>
              </a:path>
              <a:path w="1259839" h="1611629">
                <a:moveTo>
                  <a:pt x="1230807" y="1553857"/>
                </a:moveTo>
                <a:lnTo>
                  <a:pt x="1230779" y="1537563"/>
                </a:lnTo>
                <a:lnTo>
                  <a:pt x="1230617" y="1525460"/>
                </a:lnTo>
                <a:lnTo>
                  <a:pt x="1259192" y="1525066"/>
                </a:lnTo>
                <a:lnTo>
                  <a:pt x="1259357" y="1537563"/>
                </a:lnTo>
                <a:lnTo>
                  <a:pt x="1259382" y="1553819"/>
                </a:lnTo>
                <a:lnTo>
                  <a:pt x="1230807" y="1553857"/>
                </a:lnTo>
                <a:close/>
              </a:path>
              <a:path w="1259839" h="1611629">
                <a:moveTo>
                  <a:pt x="1230782" y="1537779"/>
                </a:moveTo>
                <a:lnTo>
                  <a:pt x="1230780" y="1537601"/>
                </a:lnTo>
                <a:lnTo>
                  <a:pt x="1230782" y="1537779"/>
                </a:lnTo>
                <a:close/>
              </a:path>
              <a:path w="1259839" h="1611629">
                <a:moveTo>
                  <a:pt x="1229893" y="1497253"/>
                </a:moveTo>
                <a:lnTo>
                  <a:pt x="1229360" y="1483169"/>
                </a:lnTo>
                <a:lnTo>
                  <a:pt x="1228636" y="1468881"/>
                </a:lnTo>
                <a:lnTo>
                  <a:pt x="1257173" y="1467434"/>
                </a:lnTo>
                <a:lnTo>
                  <a:pt x="1257909" y="1482077"/>
                </a:lnTo>
                <a:lnTo>
                  <a:pt x="1258455" y="1496148"/>
                </a:lnTo>
                <a:lnTo>
                  <a:pt x="1229893" y="1497253"/>
                </a:lnTo>
                <a:close/>
              </a:path>
              <a:path w="1259839" h="1611629">
                <a:moveTo>
                  <a:pt x="1229360" y="1483347"/>
                </a:moveTo>
                <a:lnTo>
                  <a:pt x="1229351" y="1483169"/>
                </a:lnTo>
                <a:lnTo>
                  <a:pt x="1229360" y="1483347"/>
                </a:lnTo>
                <a:close/>
              </a:path>
              <a:path w="1259839" h="1611629">
                <a:moveTo>
                  <a:pt x="1254615" y="1429029"/>
                </a:moveTo>
                <a:lnTo>
                  <a:pt x="1225956" y="1429029"/>
                </a:lnTo>
                <a:lnTo>
                  <a:pt x="1224508" y="1412405"/>
                </a:lnTo>
                <a:lnTo>
                  <a:pt x="1252969" y="1409915"/>
                </a:lnTo>
                <a:lnTo>
                  <a:pt x="1254442" y="1426717"/>
                </a:lnTo>
                <a:lnTo>
                  <a:pt x="1254615" y="1429029"/>
                </a:lnTo>
                <a:close/>
              </a:path>
              <a:path w="1259839" h="1611629">
                <a:moveTo>
                  <a:pt x="1226832" y="1440713"/>
                </a:moveTo>
                <a:lnTo>
                  <a:pt x="1225954" y="1429003"/>
                </a:lnTo>
                <a:lnTo>
                  <a:pt x="1254615" y="1429029"/>
                </a:lnTo>
                <a:lnTo>
                  <a:pt x="1255331" y="1438567"/>
                </a:lnTo>
                <a:lnTo>
                  <a:pt x="1226832" y="1440713"/>
                </a:lnTo>
                <a:close/>
              </a:path>
              <a:path w="1259839" h="1611629">
                <a:moveTo>
                  <a:pt x="1247135" y="1356906"/>
                </a:moveTo>
                <a:lnTo>
                  <a:pt x="1218349" y="1356906"/>
                </a:lnTo>
                <a:lnTo>
                  <a:pt x="1218260" y="1356296"/>
                </a:lnTo>
                <a:lnTo>
                  <a:pt x="1246581" y="1352435"/>
                </a:lnTo>
                <a:lnTo>
                  <a:pt x="1247135" y="1356906"/>
                </a:lnTo>
                <a:close/>
              </a:path>
              <a:path w="1259839" h="1611629">
                <a:moveTo>
                  <a:pt x="1221625" y="1384325"/>
                </a:moveTo>
                <a:lnTo>
                  <a:pt x="1220558" y="1374724"/>
                </a:lnTo>
                <a:lnTo>
                  <a:pt x="1218326" y="1356752"/>
                </a:lnTo>
                <a:lnTo>
                  <a:pt x="1218349" y="1356906"/>
                </a:lnTo>
                <a:lnTo>
                  <a:pt x="1247135" y="1356906"/>
                </a:lnTo>
                <a:lnTo>
                  <a:pt x="1248930" y="1371384"/>
                </a:lnTo>
                <a:lnTo>
                  <a:pt x="1250022" y="1381150"/>
                </a:lnTo>
                <a:lnTo>
                  <a:pt x="1221625" y="1384325"/>
                </a:lnTo>
                <a:close/>
              </a:path>
              <a:path w="1259839" h="1611629">
                <a:moveTo>
                  <a:pt x="1242124" y="1320990"/>
                </a:moveTo>
                <a:lnTo>
                  <a:pt x="1213243" y="1320990"/>
                </a:lnTo>
                <a:lnTo>
                  <a:pt x="1210335" y="1302918"/>
                </a:lnTo>
                <a:lnTo>
                  <a:pt x="1209878" y="1300289"/>
                </a:lnTo>
                <a:lnTo>
                  <a:pt x="1238034" y="1295412"/>
                </a:lnTo>
                <a:lnTo>
                  <a:pt x="1238516" y="1298219"/>
                </a:lnTo>
                <a:lnTo>
                  <a:pt x="1241450" y="1316456"/>
                </a:lnTo>
                <a:lnTo>
                  <a:pt x="1242124" y="1320990"/>
                </a:lnTo>
                <a:close/>
              </a:path>
              <a:path w="1259839" h="1611629">
                <a:moveTo>
                  <a:pt x="1214297" y="1328165"/>
                </a:moveTo>
                <a:lnTo>
                  <a:pt x="1213205" y="1320825"/>
                </a:lnTo>
                <a:lnTo>
                  <a:pt x="1213243" y="1320990"/>
                </a:lnTo>
                <a:lnTo>
                  <a:pt x="1242124" y="1320990"/>
                </a:lnTo>
                <a:lnTo>
                  <a:pt x="1242568" y="1323975"/>
                </a:lnTo>
                <a:lnTo>
                  <a:pt x="1214297" y="1328165"/>
                </a:lnTo>
                <a:close/>
              </a:path>
              <a:path w="1259839" h="1611629">
                <a:moveTo>
                  <a:pt x="1229570" y="1249565"/>
                </a:moveTo>
                <a:lnTo>
                  <a:pt x="1200454" y="1249565"/>
                </a:lnTo>
                <a:lnTo>
                  <a:pt x="1199413" y="1244625"/>
                </a:lnTo>
                <a:lnTo>
                  <a:pt x="1227378" y="1238745"/>
                </a:lnTo>
                <a:lnTo>
                  <a:pt x="1228407" y="1243698"/>
                </a:lnTo>
                <a:lnTo>
                  <a:pt x="1229570" y="1249565"/>
                </a:lnTo>
                <a:close/>
              </a:path>
              <a:path w="1259839" h="1611629">
                <a:moveTo>
                  <a:pt x="1204887" y="1272324"/>
                </a:moveTo>
                <a:lnTo>
                  <a:pt x="1203909" y="1267117"/>
                </a:lnTo>
                <a:lnTo>
                  <a:pt x="1200416" y="1249400"/>
                </a:lnTo>
                <a:lnTo>
                  <a:pt x="1200454" y="1249565"/>
                </a:lnTo>
                <a:lnTo>
                  <a:pt x="1229570" y="1249565"/>
                </a:lnTo>
                <a:lnTo>
                  <a:pt x="1232001" y="1261833"/>
                </a:lnTo>
                <a:lnTo>
                  <a:pt x="1232979" y="1267117"/>
                </a:lnTo>
                <a:lnTo>
                  <a:pt x="1204887" y="1272324"/>
                </a:lnTo>
                <a:close/>
              </a:path>
              <a:path w="1259839" h="1611629">
                <a:moveTo>
                  <a:pt x="1217978" y="1196403"/>
                </a:moveTo>
                <a:lnTo>
                  <a:pt x="1188631" y="1196403"/>
                </a:lnTo>
                <a:lnTo>
                  <a:pt x="1186891" y="1189380"/>
                </a:lnTo>
                <a:lnTo>
                  <a:pt x="1214628" y="1182522"/>
                </a:lnTo>
                <a:lnTo>
                  <a:pt x="1216367" y="1189545"/>
                </a:lnTo>
                <a:lnTo>
                  <a:pt x="1217978" y="1196403"/>
                </a:lnTo>
                <a:close/>
              </a:path>
              <a:path w="1259839" h="1611629">
                <a:moveTo>
                  <a:pt x="1193393" y="1216863"/>
                </a:moveTo>
                <a:lnTo>
                  <a:pt x="1192745" y="1213916"/>
                </a:lnTo>
                <a:lnTo>
                  <a:pt x="1188580" y="1196238"/>
                </a:lnTo>
                <a:lnTo>
                  <a:pt x="1188631" y="1196403"/>
                </a:lnTo>
                <a:lnTo>
                  <a:pt x="1217978" y="1196403"/>
                </a:lnTo>
                <a:lnTo>
                  <a:pt x="1220597" y="1207554"/>
                </a:lnTo>
                <a:lnTo>
                  <a:pt x="1221282" y="1210652"/>
                </a:lnTo>
                <a:lnTo>
                  <a:pt x="1193393" y="1216863"/>
                </a:lnTo>
                <a:close/>
              </a:path>
              <a:path w="1259839" h="1611629">
                <a:moveTo>
                  <a:pt x="1192771" y="1214081"/>
                </a:moveTo>
                <a:lnTo>
                  <a:pt x="1192732" y="1213916"/>
                </a:lnTo>
                <a:lnTo>
                  <a:pt x="1192771" y="1214081"/>
                </a:lnTo>
                <a:close/>
              </a:path>
              <a:path w="1259839" h="1611629">
                <a:moveTo>
                  <a:pt x="1204525" y="1143647"/>
                </a:moveTo>
                <a:lnTo>
                  <a:pt x="1174915" y="1143647"/>
                </a:lnTo>
                <a:lnTo>
                  <a:pt x="1172337" y="1134643"/>
                </a:lnTo>
                <a:lnTo>
                  <a:pt x="1199819" y="1126807"/>
                </a:lnTo>
                <a:lnTo>
                  <a:pt x="1202385" y="1135811"/>
                </a:lnTo>
                <a:lnTo>
                  <a:pt x="1204525" y="1143647"/>
                </a:lnTo>
                <a:close/>
              </a:path>
              <a:path w="1259839" h="1611629">
                <a:moveTo>
                  <a:pt x="1179868" y="1161859"/>
                </a:moveTo>
                <a:lnTo>
                  <a:pt x="1174864" y="1143482"/>
                </a:lnTo>
                <a:lnTo>
                  <a:pt x="1174915" y="1143647"/>
                </a:lnTo>
                <a:lnTo>
                  <a:pt x="1204525" y="1143647"/>
                </a:lnTo>
                <a:lnTo>
                  <a:pt x="1207262" y="1153667"/>
                </a:lnTo>
                <a:lnTo>
                  <a:pt x="1207516" y="1154671"/>
                </a:lnTo>
                <a:lnTo>
                  <a:pt x="1179868" y="1161859"/>
                </a:lnTo>
                <a:close/>
              </a:path>
              <a:path w="1259839" h="1611629">
                <a:moveTo>
                  <a:pt x="1164361" y="1107554"/>
                </a:moveTo>
                <a:lnTo>
                  <a:pt x="1159268" y="1091183"/>
                </a:lnTo>
                <a:lnTo>
                  <a:pt x="1155801" y="1080477"/>
                </a:lnTo>
                <a:lnTo>
                  <a:pt x="1182979" y="1071664"/>
                </a:lnTo>
                <a:lnTo>
                  <a:pt x="1186510" y="1082547"/>
                </a:lnTo>
                <a:lnTo>
                  <a:pt x="1191653" y="1099070"/>
                </a:lnTo>
                <a:lnTo>
                  <a:pt x="1164361" y="1107554"/>
                </a:lnTo>
                <a:close/>
              </a:path>
              <a:path w="1259839" h="1611629">
                <a:moveTo>
                  <a:pt x="1172154" y="1039558"/>
                </a:moveTo>
                <a:lnTo>
                  <a:pt x="1141882" y="1039558"/>
                </a:lnTo>
                <a:lnTo>
                  <a:pt x="1137297" y="1026934"/>
                </a:lnTo>
                <a:lnTo>
                  <a:pt x="1164158" y="1017181"/>
                </a:lnTo>
                <a:lnTo>
                  <a:pt x="1168742" y="1029804"/>
                </a:lnTo>
                <a:lnTo>
                  <a:pt x="1172154" y="1039558"/>
                </a:lnTo>
                <a:close/>
              </a:path>
              <a:path w="1259839" h="1611629">
                <a:moveTo>
                  <a:pt x="1146822" y="1053693"/>
                </a:moveTo>
                <a:lnTo>
                  <a:pt x="1141818" y="1039406"/>
                </a:lnTo>
                <a:lnTo>
                  <a:pt x="1141882" y="1039558"/>
                </a:lnTo>
                <a:lnTo>
                  <a:pt x="1172154" y="1039558"/>
                </a:lnTo>
                <a:lnTo>
                  <a:pt x="1173797" y="1044257"/>
                </a:lnTo>
                <a:lnTo>
                  <a:pt x="1146822" y="1053693"/>
                </a:lnTo>
                <a:close/>
              </a:path>
              <a:path w="1259839" h="1611629">
                <a:moveTo>
                  <a:pt x="1153274" y="988339"/>
                </a:moveTo>
                <a:lnTo>
                  <a:pt x="1122603" y="988339"/>
                </a:lnTo>
                <a:lnTo>
                  <a:pt x="1116863" y="974102"/>
                </a:lnTo>
                <a:lnTo>
                  <a:pt x="1143355" y="963421"/>
                </a:lnTo>
                <a:lnTo>
                  <a:pt x="1149108" y="977658"/>
                </a:lnTo>
                <a:lnTo>
                  <a:pt x="1153274" y="988339"/>
                </a:lnTo>
                <a:close/>
              </a:path>
              <a:path w="1259839" h="1611629">
                <a:moveTo>
                  <a:pt x="1127340" y="1000505"/>
                </a:moveTo>
                <a:lnTo>
                  <a:pt x="1122540" y="988187"/>
                </a:lnTo>
                <a:lnTo>
                  <a:pt x="1122603" y="988339"/>
                </a:lnTo>
                <a:lnTo>
                  <a:pt x="1153274" y="988339"/>
                </a:lnTo>
                <a:lnTo>
                  <a:pt x="1153972" y="990130"/>
                </a:lnTo>
                <a:lnTo>
                  <a:pt x="1127340" y="1000505"/>
                </a:lnTo>
                <a:close/>
              </a:path>
              <a:path w="1259839" h="1611629">
                <a:moveTo>
                  <a:pt x="1105954" y="948054"/>
                </a:moveTo>
                <a:lnTo>
                  <a:pt x="1101445" y="937590"/>
                </a:lnTo>
                <a:lnTo>
                  <a:pt x="1094536" y="922045"/>
                </a:lnTo>
                <a:lnTo>
                  <a:pt x="1120648" y="910437"/>
                </a:lnTo>
                <a:lnTo>
                  <a:pt x="1127620" y="926134"/>
                </a:lnTo>
                <a:lnTo>
                  <a:pt x="1132192" y="936751"/>
                </a:lnTo>
                <a:lnTo>
                  <a:pt x="1105954" y="948054"/>
                </a:lnTo>
                <a:close/>
              </a:path>
              <a:path w="1259839" h="1611629">
                <a:moveTo>
                  <a:pt x="1082675" y="896404"/>
                </a:moveTo>
                <a:lnTo>
                  <a:pt x="1078547" y="887653"/>
                </a:lnTo>
                <a:lnTo>
                  <a:pt x="1070521" y="871169"/>
                </a:lnTo>
                <a:lnTo>
                  <a:pt x="1070406" y="870965"/>
                </a:lnTo>
                <a:lnTo>
                  <a:pt x="1095959" y="858164"/>
                </a:lnTo>
                <a:lnTo>
                  <a:pt x="1104303" y="875296"/>
                </a:lnTo>
                <a:lnTo>
                  <a:pt x="1108519" y="884199"/>
                </a:lnTo>
                <a:lnTo>
                  <a:pt x="1082675" y="896404"/>
                </a:lnTo>
                <a:close/>
              </a:path>
              <a:path w="1259839" h="1611629">
                <a:moveTo>
                  <a:pt x="1077672" y="822363"/>
                </a:moveTo>
                <a:lnTo>
                  <a:pt x="1045324" y="822363"/>
                </a:lnTo>
                <a:lnTo>
                  <a:pt x="1044397" y="820648"/>
                </a:lnTo>
                <a:lnTo>
                  <a:pt x="1069467" y="806957"/>
                </a:lnTo>
                <a:lnTo>
                  <a:pt x="1070406" y="808672"/>
                </a:lnTo>
                <a:lnTo>
                  <a:pt x="1077672" y="822363"/>
                </a:lnTo>
                <a:close/>
              </a:path>
              <a:path w="1259839" h="1611629">
                <a:moveTo>
                  <a:pt x="1057567" y="845629"/>
                </a:moveTo>
                <a:lnTo>
                  <a:pt x="1053871" y="838453"/>
                </a:lnTo>
                <a:lnTo>
                  <a:pt x="1045248" y="822223"/>
                </a:lnTo>
                <a:lnTo>
                  <a:pt x="1045324" y="822363"/>
                </a:lnTo>
                <a:lnTo>
                  <a:pt x="1077672" y="822363"/>
                </a:lnTo>
                <a:lnTo>
                  <a:pt x="1079182" y="825207"/>
                </a:lnTo>
                <a:lnTo>
                  <a:pt x="1082967" y="832523"/>
                </a:lnTo>
                <a:lnTo>
                  <a:pt x="1057567" y="845629"/>
                </a:lnTo>
                <a:close/>
              </a:path>
              <a:path w="1259839" h="1611629">
                <a:moveTo>
                  <a:pt x="1040664" y="790168"/>
                </a:moveTo>
                <a:lnTo>
                  <a:pt x="1027518" y="790168"/>
                </a:lnTo>
                <a:lnTo>
                  <a:pt x="1018235" y="774064"/>
                </a:lnTo>
                <a:lnTo>
                  <a:pt x="1016584" y="771296"/>
                </a:lnTo>
                <a:lnTo>
                  <a:pt x="1041184" y="756742"/>
                </a:lnTo>
                <a:lnTo>
                  <a:pt x="1042911" y="759650"/>
                </a:lnTo>
                <a:lnTo>
                  <a:pt x="1052271" y="775906"/>
                </a:lnTo>
                <a:lnTo>
                  <a:pt x="1055585" y="781799"/>
                </a:lnTo>
                <a:lnTo>
                  <a:pt x="1040664" y="790168"/>
                </a:lnTo>
                <a:close/>
              </a:path>
              <a:path w="1259839" h="1611629">
                <a:moveTo>
                  <a:pt x="1030655" y="795781"/>
                </a:moveTo>
                <a:lnTo>
                  <a:pt x="1027430" y="790028"/>
                </a:lnTo>
                <a:lnTo>
                  <a:pt x="1027518" y="790168"/>
                </a:lnTo>
                <a:lnTo>
                  <a:pt x="1040664" y="790168"/>
                </a:lnTo>
                <a:lnTo>
                  <a:pt x="1030655" y="795781"/>
                </a:lnTo>
                <a:close/>
              </a:path>
              <a:path w="1259839" h="1611629">
                <a:moveTo>
                  <a:pt x="1023233" y="726897"/>
                </a:moveTo>
                <a:lnTo>
                  <a:pt x="989571" y="726897"/>
                </a:lnTo>
                <a:lnTo>
                  <a:pt x="987044" y="722960"/>
                </a:lnTo>
                <a:lnTo>
                  <a:pt x="1011110" y="707555"/>
                </a:lnTo>
                <a:lnTo>
                  <a:pt x="1013637" y="711504"/>
                </a:lnTo>
                <a:lnTo>
                  <a:pt x="1023233" y="726897"/>
                </a:lnTo>
                <a:close/>
              </a:path>
              <a:path w="1259839" h="1611629">
                <a:moveTo>
                  <a:pt x="1009144" y="742568"/>
                </a:moveTo>
                <a:lnTo>
                  <a:pt x="999337" y="742568"/>
                </a:lnTo>
                <a:lnTo>
                  <a:pt x="989508" y="726799"/>
                </a:lnTo>
                <a:lnTo>
                  <a:pt x="1023233" y="726897"/>
                </a:lnTo>
                <a:lnTo>
                  <a:pt x="1026401" y="732078"/>
                </a:lnTo>
                <a:lnTo>
                  <a:pt x="1009144" y="742568"/>
                </a:lnTo>
                <a:close/>
              </a:path>
              <a:path w="1259839" h="1611629">
                <a:moveTo>
                  <a:pt x="1001979" y="746925"/>
                </a:moveTo>
                <a:lnTo>
                  <a:pt x="999248" y="742429"/>
                </a:lnTo>
                <a:lnTo>
                  <a:pt x="999337" y="742568"/>
                </a:lnTo>
                <a:lnTo>
                  <a:pt x="1009144" y="742568"/>
                </a:lnTo>
                <a:lnTo>
                  <a:pt x="1001979" y="746925"/>
                </a:lnTo>
                <a:close/>
              </a:path>
              <a:path w="1259839" h="1611629">
                <a:moveTo>
                  <a:pt x="971588" y="699122"/>
                </a:moveTo>
                <a:lnTo>
                  <a:pt x="969352" y="695718"/>
                </a:lnTo>
                <a:lnTo>
                  <a:pt x="959015" y="680351"/>
                </a:lnTo>
                <a:lnTo>
                  <a:pt x="955802" y="675703"/>
                </a:lnTo>
                <a:lnTo>
                  <a:pt x="979309" y="659472"/>
                </a:lnTo>
                <a:lnTo>
                  <a:pt x="982624" y="664260"/>
                </a:lnTo>
                <a:lnTo>
                  <a:pt x="993537" y="680491"/>
                </a:lnTo>
                <a:lnTo>
                  <a:pt x="995476" y="683437"/>
                </a:lnTo>
                <a:lnTo>
                  <a:pt x="971588" y="699122"/>
                </a:lnTo>
                <a:close/>
              </a:path>
              <a:path w="1259839" h="1611629">
                <a:moveTo>
                  <a:pt x="962207" y="635038"/>
                </a:moveTo>
                <a:lnTo>
                  <a:pt x="926947" y="635038"/>
                </a:lnTo>
                <a:lnTo>
                  <a:pt x="922896" y="629589"/>
                </a:lnTo>
                <a:lnTo>
                  <a:pt x="945832" y="612546"/>
                </a:lnTo>
                <a:lnTo>
                  <a:pt x="949871" y="617994"/>
                </a:lnTo>
                <a:lnTo>
                  <a:pt x="960983" y="633310"/>
                </a:lnTo>
                <a:lnTo>
                  <a:pt x="962207" y="635038"/>
                </a:lnTo>
                <a:close/>
              </a:path>
              <a:path w="1259839" h="1611629">
                <a:moveTo>
                  <a:pt x="939507" y="652437"/>
                </a:moveTo>
                <a:lnTo>
                  <a:pt x="937755" y="649947"/>
                </a:lnTo>
                <a:lnTo>
                  <a:pt x="926846" y="634911"/>
                </a:lnTo>
                <a:lnTo>
                  <a:pt x="962207" y="635038"/>
                </a:lnTo>
                <a:lnTo>
                  <a:pt x="962837" y="635927"/>
                </a:lnTo>
                <a:lnTo>
                  <a:pt x="939507" y="652437"/>
                </a:lnTo>
                <a:close/>
              </a:path>
              <a:path w="1259839" h="1611629">
                <a:moveTo>
                  <a:pt x="907908" y="605294"/>
                </a:moveTo>
                <a:lnTo>
                  <a:pt x="904570" y="605294"/>
                </a:lnTo>
                <a:lnTo>
                  <a:pt x="893000" y="590461"/>
                </a:lnTo>
                <a:lnTo>
                  <a:pt x="888377" y="584682"/>
                </a:lnTo>
                <a:lnTo>
                  <a:pt x="910704" y="566839"/>
                </a:lnTo>
                <a:lnTo>
                  <a:pt x="915428" y="572757"/>
                </a:lnTo>
                <a:lnTo>
                  <a:pt x="927100" y="587717"/>
                </a:lnTo>
                <a:lnTo>
                  <a:pt x="928535" y="589597"/>
                </a:lnTo>
                <a:lnTo>
                  <a:pt x="907908" y="605294"/>
                </a:lnTo>
                <a:close/>
              </a:path>
              <a:path w="1259839" h="1611629">
                <a:moveTo>
                  <a:pt x="905789" y="606907"/>
                </a:moveTo>
                <a:lnTo>
                  <a:pt x="904468" y="605167"/>
                </a:lnTo>
                <a:lnTo>
                  <a:pt x="904570" y="605294"/>
                </a:lnTo>
                <a:lnTo>
                  <a:pt x="907908" y="605294"/>
                </a:lnTo>
                <a:lnTo>
                  <a:pt x="905789" y="606907"/>
                </a:lnTo>
                <a:close/>
              </a:path>
              <a:path w="1259839" h="1611629">
                <a:moveTo>
                  <a:pt x="889315" y="547204"/>
                </a:moveTo>
                <a:lnTo>
                  <a:pt x="857605" y="547204"/>
                </a:lnTo>
                <a:lnTo>
                  <a:pt x="852284" y="541019"/>
                </a:lnTo>
                <a:lnTo>
                  <a:pt x="873975" y="522414"/>
                </a:lnTo>
                <a:lnTo>
                  <a:pt x="879284" y="528599"/>
                </a:lnTo>
                <a:lnTo>
                  <a:pt x="892606" y="544512"/>
                </a:lnTo>
                <a:lnTo>
                  <a:pt x="889315" y="547204"/>
                </a:lnTo>
                <a:close/>
              </a:path>
              <a:path w="1259839" h="1611629">
                <a:moveTo>
                  <a:pt x="870483" y="562609"/>
                </a:moveTo>
                <a:lnTo>
                  <a:pt x="869518" y="561416"/>
                </a:lnTo>
                <a:lnTo>
                  <a:pt x="857491" y="547077"/>
                </a:lnTo>
                <a:lnTo>
                  <a:pt x="889315" y="547204"/>
                </a:lnTo>
                <a:lnTo>
                  <a:pt x="870483" y="562609"/>
                </a:lnTo>
                <a:close/>
              </a:path>
              <a:path w="1259839" h="1611629">
                <a:moveTo>
                  <a:pt x="833716" y="519696"/>
                </a:moveTo>
                <a:lnTo>
                  <a:pt x="824204" y="509054"/>
                </a:lnTo>
                <a:lnTo>
                  <a:pt x="814654" y="498601"/>
                </a:lnTo>
                <a:lnTo>
                  <a:pt x="835748" y="479336"/>
                </a:lnTo>
                <a:lnTo>
                  <a:pt x="845400" y="489902"/>
                </a:lnTo>
                <a:lnTo>
                  <a:pt x="855014" y="500633"/>
                </a:lnTo>
                <a:lnTo>
                  <a:pt x="833716" y="519696"/>
                </a:lnTo>
                <a:close/>
              </a:path>
              <a:path w="1259839" h="1611629">
                <a:moveTo>
                  <a:pt x="811131" y="462927"/>
                </a:moveTo>
                <a:lnTo>
                  <a:pt x="780808" y="462927"/>
                </a:lnTo>
                <a:lnTo>
                  <a:pt x="775601" y="457657"/>
                </a:lnTo>
                <a:lnTo>
                  <a:pt x="795921" y="437565"/>
                </a:lnTo>
                <a:lnTo>
                  <a:pt x="801128" y="442836"/>
                </a:lnTo>
                <a:lnTo>
                  <a:pt x="812355" y="454418"/>
                </a:lnTo>
                <a:lnTo>
                  <a:pt x="816025" y="458279"/>
                </a:lnTo>
                <a:lnTo>
                  <a:pt x="811131" y="462927"/>
                </a:lnTo>
                <a:close/>
              </a:path>
              <a:path w="1259839" h="1611629">
                <a:moveTo>
                  <a:pt x="799150" y="474306"/>
                </a:moveTo>
                <a:lnTo>
                  <a:pt x="791832" y="474306"/>
                </a:lnTo>
                <a:lnTo>
                  <a:pt x="780707" y="462826"/>
                </a:lnTo>
                <a:lnTo>
                  <a:pt x="811131" y="462927"/>
                </a:lnTo>
                <a:lnTo>
                  <a:pt x="799150" y="474306"/>
                </a:lnTo>
                <a:close/>
              </a:path>
              <a:path w="1259839" h="1611629">
                <a:moveTo>
                  <a:pt x="795299" y="477964"/>
                </a:moveTo>
                <a:lnTo>
                  <a:pt x="791730" y="474205"/>
                </a:lnTo>
                <a:lnTo>
                  <a:pt x="799150" y="474306"/>
                </a:lnTo>
                <a:lnTo>
                  <a:pt x="795299" y="477964"/>
                </a:lnTo>
                <a:close/>
              </a:path>
              <a:path w="1259839" h="1611629">
                <a:moveTo>
                  <a:pt x="763536" y="429488"/>
                </a:moveTo>
                <a:lnTo>
                  <a:pt x="747102" y="429488"/>
                </a:lnTo>
                <a:lnTo>
                  <a:pt x="735558" y="418490"/>
                </a:lnTo>
                <a:lnTo>
                  <a:pt x="735139" y="418109"/>
                </a:lnTo>
                <a:lnTo>
                  <a:pt x="754646" y="397230"/>
                </a:lnTo>
                <a:lnTo>
                  <a:pt x="766813" y="408813"/>
                </a:lnTo>
                <a:lnTo>
                  <a:pt x="775462" y="417220"/>
                </a:lnTo>
                <a:lnTo>
                  <a:pt x="763536" y="429488"/>
                </a:lnTo>
                <a:close/>
              </a:path>
              <a:path w="1259839" h="1611629">
                <a:moveTo>
                  <a:pt x="755548" y="437705"/>
                </a:moveTo>
                <a:lnTo>
                  <a:pt x="747001" y="429399"/>
                </a:lnTo>
                <a:lnTo>
                  <a:pt x="763536" y="429488"/>
                </a:lnTo>
                <a:lnTo>
                  <a:pt x="755548" y="437705"/>
                </a:lnTo>
                <a:close/>
              </a:path>
              <a:path w="1259839" h="1611629">
                <a:moveTo>
                  <a:pt x="725432" y="386613"/>
                </a:moveTo>
                <a:lnTo>
                  <a:pt x="700760" y="386613"/>
                </a:lnTo>
                <a:lnTo>
                  <a:pt x="693178" y="379945"/>
                </a:lnTo>
                <a:lnTo>
                  <a:pt x="712050" y="358495"/>
                </a:lnTo>
                <a:lnTo>
                  <a:pt x="719632" y="365163"/>
                </a:lnTo>
                <a:lnTo>
                  <a:pt x="731583" y="375894"/>
                </a:lnTo>
                <a:lnTo>
                  <a:pt x="733577" y="377723"/>
                </a:lnTo>
                <a:lnTo>
                  <a:pt x="725432" y="386613"/>
                </a:lnTo>
                <a:close/>
              </a:path>
              <a:path w="1259839" h="1611629">
                <a:moveTo>
                  <a:pt x="714273" y="398792"/>
                </a:moveTo>
                <a:lnTo>
                  <a:pt x="712381" y="397052"/>
                </a:lnTo>
                <a:lnTo>
                  <a:pt x="700646" y="386524"/>
                </a:lnTo>
                <a:lnTo>
                  <a:pt x="725432" y="386613"/>
                </a:lnTo>
                <a:lnTo>
                  <a:pt x="714273" y="398792"/>
                </a:lnTo>
                <a:close/>
              </a:path>
              <a:path w="1259839" h="1611629">
                <a:moveTo>
                  <a:pt x="676587" y="355752"/>
                </a:moveTo>
                <a:lnTo>
                  <a:pt x="664997" y="355752"/>
                </a:lnTo>
                <a:lnTo>
                  <a:pt x="652780" y="345630"/>
                </a:lnTo>
                <a:lnTo>
                  <a:pt x="649998" y="343369"/>
                </a:lnTo>
                <a:lnTo>
                  <a:pt x="668020" y="321195"/>
                </a:lnTo>
                <a:lnTo>
                  <a:pt x="670902" y="323545"/>
                </a:lnTo>
                <a:lnTo>
                  <a:pt x="683221" y="333755"/>
                </a:lnTo>
                <a:lnTo>
                  <a:pt x="690206" y="339648"/>
                </a:lnTo>
                <a:lnTo>
                  <a:pt x="676587" y="355752"/>
                </a:lnTo>
                <a:close/>
              </a:path>
              <a:path w="1259839" h="1611629">
                <a:moveTo>
                  <a:pt x="671753" y="361467"/>
                </a:moveTo>
                <a:lnTo>
                  <a:pt x="664883" y="355663"/>
                </a:lnTo>
                <a:lnTo>
                  <a:pt x="676587" y="355752"/>
                </a:lnTo>
                <a:lnTo>
                  <a:pt x="671753" y="361467"/>
                </a:lnTo>
                <a:close/>
              </a:path>
              <a:path w="1259839" h="1611629">
                <a:moveTo>
                  <a:pt x="627938" y="325666"/>
                </a:moveTo>
                <a:lnTo>
                  <a:pt x="615911" y="316280"/>
                </a:lnTo>
                <a:lnTo>
                  <a:pt x="605434" y="308279"/>
                </a:lnTo>
                <a:lnTo>
                  <a:pt x="622782" y="285572"/>
                </a:lnTo>
                <a:lnTo>
                  <a:pt x="633374" y="293662"/>
                </a:lnTo>
                <a:lnTo>
                  <a:pt x="645515" y="303136"/>
                </a:lnTo>
                <a:lnTo>
                  <a:pt x="627938" y="325666"/>
                </a:lnTo>
                <a:close/>
              </a:path>
              <a:path w="1259839" h="1611629">
                <a:moveTo>
                  <a:pt x="591801" y="279031"/>
                </a:moveTo>
                <a:lnTo>
                  <a:pt x="565632" y="279031"/>
                </a:lnTo>
                <a:lnTo>
                  <a:pt x="559752" y="274891"/>
                </a:lnTo>
                <a:lnTo>
                  <a:pt x="576199" y="251523"/>
                </a:lnTo>
                <a:lnTo>
                  <a:pt x="582079" y="255663"/>
                </a:lnTo>
                <a:lnTo>
                  <a:pt x="595033" y="264960"/>
                </a:lnTo>
                <a:lnTo>
                  <a:pt x="599643" y="268338"/>
                </a:lnTo>
                <a:lnTo>
                  <a:pt x="591801" y="279031"/>
                </a:lnTo>
                <a:close/>
              </a:path>
              <a:path w="1259839" h="1611629">
                <a:moveTo>
                  <a:pt x="582739" y="291388"/>
                </a:moveTo>
                <a:lnTo>
                  <a:pt x="578243" y="288086"/>
                </a:lnTo>
                <a:lnTo>
                  <a:pt x="565518" y="278955"/>
                </a:lnTo>
                <a:lnTo>
                  <a:pt x="591801" y="279031"/>
                </a:lnTo>
                <a:lnTo>
                  <a:pt x="582739" y="291388"/>
                </a:lnTo>
                <a:close/>
              </a:path>
              <a:path w="1259839" h="1611629">
                <a:moveTo>
                  <a:pt x="540797" y="252399"/>
                </a:moveTo>
                <a:lnTo>
                  <a:pt x="526973" y="252399"/>
                </a:lnTo>
                <a:lnTo>
                  <a:pt x="513803" y="243712"/>
                </a:lnTo>
                <a:lnTo>
                  <a:pt x="512927" y="243154"/>
                </a:lnTo>
                <a:lnTo>
                  <a:pt x="528421" y="219138"/>
                </a:lnTo>
                <a:lnTo>
                  <a:pt x="542709" y="228549"/>
                </a:lnTo>
                <a:lnTo>
                  <a:pt x="552450" y="235115"/>
                </a:lnTo>
                <a:lnTo>
                  <a:pt x="540797" y="252399"/>
                </a:lnTo>
                <a:close/>
              </a:path>
              <a:path w="1259839" h="1611629">
                <a:moveTo>
                  <a:pt x="536473" y="258813"/>
                </a:moveTo>
                <a:lnTo>
                  <a:pt x="526911" y="252358"/>
                </a:lnTo>
                <a:lnTo>
                  <a:pt x="540797" y="252399"/>
                </a:lnTo>
                <a:lnTo>
                  <a:pt x="536473" y="258813"/>
                </a:lnTo>
                <a:close/>
              </a:path>
              <a:path w="1259839" h="1611629">
                <a:moveTo>
                  <a:pt x="494688" y="218770"/>
                </a:moveTo>
                <a:lnTo>
                  <a:pt x="474306" y="218770"/>
                </a:lnTo>
                <a:lnTo>
                  <a:pt x="464845" y="213055"/>
                </a:lnTo>
                <a:lnTo>
                  <a:pt x="479615" y="188594"/>
                </a:lnTo>
                <a:lnTo>
                  <a:pt x="489077" y="194309"/>
                </a:lnTo>
                <a:lnTo>
                  <a:pt x="502602" y="202666"/>
                </a:lnTo>
                <a:lnTo>
                  <a:pt x="504215" y="203682"/>
                </a:lnTo>
                <a:lnTo>
                  <a:pt x="494688" y="218770"/>
                </a:lnTo>
                <a:close/>
              </a:path>
              <a:path w="1259839" h="1611629">
                <a:moveTo>
                  <a:pt x="489508" y="226974"/>
                </a:moveTo>
                <a:lnTo>
                  <a:pt x="487591" y="226974"/>
                </a:lnTo>
                <a:lnTo>
                  <a:pt x="474179" y="218693"/>
                </a:lnTo>
                <a:lnTo>
                  <a:pt x="494688" y="218770"/>
                </a:lnTo>
                <a:lnTo>
                  <a:pt x="489508" y="226974"/>
                </a:lnTo>
                <a:close/>
              </a:path>
              <a:path w="1259839" h="1611629">
                <a:moveTo>
                  <a:pt x="488962" y="227837"/>
                </a:moveTo>
                <a:lnTo>
                  <a:pt x="487464" y="226898"/>
                </a:lnTo>
                <a:lnTo>
                  <a:pt x="489508" y="226974"/>
                </a:lnTo>
                <a:lnTo>
                  <a:pt x="488962" y="227837"/>
                </a:lnTo>
                <a:close/>
              </a:path>
              <a:path w="1259839" h="1611629">
                <a:moveTo>
                  <a:pt x="440474" y="198691"/>
                </a:moveTo>
                <a:lnTo>
                  <a:pt x="433882" y="194881"/>
                </a:lnTo>
                <a:lnTo>
                  <a:pt x="420306" y="187223"/>
                </a:lnTo>
                <a:lnTo>
                  <a:pt x="415836" y="184772"/>
                </a:lnTo>
                <a:lnTo>
                  <a:pt x="429628" y="159740"/>
                </a:lnTo>
                <a:lnTo>
                  <a:pt x="434213" y="162267"/>
                </a:lnTo>
                <a:lnTo>
                  <a:pt x="448043" y="170065"/>
                </a:lnTo>
                <a:lnTo>
                  <a:pt x="454761" y="173939"/>
                </a:lnTo>
                <a:lnTo>
                  <a:pt x="440474" y="198691"/>
                </a:lnTo>
                <a:close/>
              </a:path>
              <a:path w="1259839" h="1611629">
                <a:moveTo>
                  <a:pt x="394203" y="165138"/>
                </a:moveTo>
                <a:lnTo>
                  <a:pt x="379260" y="165138"/>
                </a:lnTo>
                <a:lnTo>
                  <a:pt x="365734" y="158203"/>
                </a:lnTo>
                <a:lnTo>
                  <a:pt x="378764" y="132778"/>
                </a:lnTo>
                <a:lnTo>
                  <a:pt x="392303" y="139712"/>
                </a:lnTo>
                <a:lnTo>
                  <a:pt x="404253" y="145999"/>
                </a:lnTo>
                <a:lnTo>
                  <a:pt x="394203" y="165138"/>
                </a:lnTo>
                <a:close/>
              </a:path>
              <a:path w="1259839" h="1611629">
                <a:moveTo>
                  <a:pt x="390969" y="171297"/>
                </a:moveTo>
                <a:lnTo>
                  <a:pt x="379133" y="165074"/>
                </a:lnTo>
                <a:lnTo>
                  <a:pt x="394203" y="165138"/>
                </a:lnTo>
                <a:lnTo>
                  <a:pt x="390969" y="171297"/>
                </a:lnTo>
                <a:close/>
              </a:path>
              <a:path w="1259839" h="1611629">
                <a:moveTo>
                  <a:pt x="344317" y="137566"/>
                </a:moveTo>
                <a:lnTo>
                  <a:pt x="323443" y="137566"/>
                </a:lnTo>
                <a:lnTo>
                  <a:pt x="314794" y="133565"/>
                </a:lnTo>
                <a:lnTo>
                  <a:pt x="326809" y="107645"/>
                </a:lnTo>
                <a:lnTo>
                  <a:pt x="335445" y="111645"/>
                </a:lnTo>
                <a:lnTo>
                  <a:pt x="349758" y="118440"/>
                </a:lnTo>
                <a:lnTo>
                  <a:pt x="352894" y="119976"/>
                </a:lnTo>
                <a:lnTo>
                  <a:pt x="344317" y="137566"/>
                </a:lnTo>
                <a:close/>
              </a:path>
              <a:path w="1259839" h="1611629">
                <a:moveTo>
                  <a:pt x="340372" y="145656"/>
                </a:moveTo>
                <a:lnTo>
                  <a:pt x="337362" y="144183"/>
                </a:lnTo>
                <a:lnTo>
                  <a:pt x="323316" y="137515"/>
                </a:lnTo>
                <a:lnTo>
                  <a:pt x="344317" y="137566"/>
                </a:lnTo>
                <a:lnTo>
                  <a:pt x="340372" y="145656"/>
                </a:lnTo>
                <a:close/>
              </a:path>
              <a:path w="1259839" h="1611629">
                <a:moveTo>
                  <a:pt x="293265" y="112306"/>
                </a:moveTo>
                <a:lnTo>
                  <a:pt x="266674" y="112306"/>
                </a:lnTo>
                <a:lnTo>
                  <a:pt x="263080" y="110845"/>
                </a:lnTo>
                <a:lnTo>
                  <a:pt x="273888" y="84391"/>
                </a:lnTo>
                <a:lnTo>
                  <a:pt x="277495" y="85864"/>
                </a:lnTo>
                <a:lnTo>
                  <a:pt x="300418" y="95783"/>
                </a:lnTo>
                <a:lnTo>
                  <a:pt x="293265" y="112306"/>
                </a:lnTo>
                <a:close/>
              </a:path>
              <a:path w="1259839" h="1611629">
                <a:moveTo>
                  <a:pt x="289064" y="122008"/>
                </a:moveTo>
                <a:lnTo>
                  <a:pt x="266407" y="112204"/>
                </a:lnTo>
                <a:lnTo>
                  <a:pt x="266674" y="112306"/>
                </a:lnTo>
                <a:lnTo>
                  <a:pt x="293265" y="112306"/>
                </a:lnTo>
                <a:lnTo>
                  <a:pt x="289064" y="122008"/>
                </a:lnTo>
                <a:close/>
              </a:path>
              <a:path w="1259839" h="1611629">
                <a:moveTo>
                  <a:pt x="236893" y="100152"/>
                </a:moveTo>
                <a:lnTo>
                  <a:pt x="210223" y="89865"/>
                </a:lnTo>
                <a:lnTo>
                  <a:pt x="220510" y="63207"/>
                </a:lnTo>
                <a:lnTo>
                  <a:pt x="247167" y="73482"/>
                </a:lnTo>
                <a:lnTo>
                  <a:pt x="236893" y="100152"/>
                </a:lnTo>
                <a:close/>
              </a:path>
              <a:path w="1259839" h="1611629">
                <a:moveTo>
                  <a:pt x="184167" y="78752"/>
                </a:moveTo>
                <a:lnTo>
                  <a:pt x="179666" y="78752"/>
                </a:lnTo>
                <a:lnTo>
                  <a:pt x="156895" y="71018"/>
                </a:lnTo>
                <a:lnTo>
                  <a:pt x="166077" y="43967"/>
                </a:lnTo>
                <a:lnTo>
                  <a:pt x="188861" y="51701"/>
                </a:lnTo>
                <a:lnTo>
                  <a:pt x="193382" y="53339"/>
                </a:lnTo>
                <a:lnTo>
                  <a:pt x="184167" y="78752"/>
                </a:lnTo>
                <a:close/>
              </a:path>
              <a:path w="1259839" h="1611629">
                <a:moveTo>
                  <a:pt x="183642" y="80200"/>
                </a:moveTo>
                <a:lnTo>
                  <a:pt x="179400" y="78663"/>
                </a:lnTo>
                <a:lnTo>
                  <a:pt x="179666" y="78752"/>
                </a:lnTo>
                <a:lnTo>
                  <a:pt x="184167" y="78752"/>
                </a:lnTo>
                <a:lnTo>
                  <a:pt x="183642" y="80200"/>
                </a:lnTo>
                <a:close/>
              </a:path>
              <a:path w="1259839" h="1611629">
                <a:moveTo>
                  <a:pt x="129971" y="62331"/>
                </a:moveTo>
                <a:lnTo>
                  <a:pt x="120332" y="59283"/>
                </a:lnTo>
                <a:lnTo>
                  <a:pt x="102908" y="54152"/>
                </a:lnTo>
                <a:lnTo>
                  <a:pt x="110985" y="26746"/>
                </a:lnTo>
                <a:lnTo>
                  <a:pt x="128689" y="31953"/>
                </a:lnTo>
                <a:lnTo>
                  <a:pt x="138607" y="35102"/>
                </a:lnTo>
                <a:lnTo>
                  <a:pt x="129971" y="62331"/>
                </a:lnTo>
                <a:close/>
              </a:path>
              <a:path w="1259839" h="1611629">
                <a:moveTo>
                  <a:pt x="76798" y="42405"/>
                </a:moveTo>
                <a:lnTo>
                  <a:pt x="60794" y="42405"/>
                </a:lnTo>
                <a:lnTo>
                  <a:pt x="48336" y="39293"/>
                </a:lnTo>
                <a:lnTo>
                  <a:pt x="55270" y="11569"/>
                </a:lnTo>
                <a:lnTo>
                  <a:pt x="68021" y="14757"/>
                </a:lnTo>
                <a:lnTo>
                  <a:pt x="83197" y="18897"/>
                </a:lnTo>
                <a:lnTo>
                  <a:pt x="76798" y="42405"/>
                </a:lnTo>
                <a:close/>
              </a:path>
              <a:path w="1259839" h="1611629">
                <a:moveTo>
                  <a:pt x="75692" y="46469"/>
                </a:moveTo>
                <a:lnTo>
                  <a:pt x="60793" y="42405"/>
                </a:lnTo>
                <a:lnTo>
                  <a:pt x="76798" y="42405"/>
                </a:lnTo>
                <a:lnTo>
                  <a:pt x="75692" y="46469"/>
                </a:lnTo>
                <a:close/>
              </a:path>
              <a:path w="1259839" h="1611629">
                <a:moveTo>
                  <a:pt x="20853" y="32626"/>
                </a:moveTo>
                <a:lnTo>
                  <a:pt x="0" y="27863"/>
                </a:lnTo>
                <a:lnTo>
                  <a:pt x="6350" y="0"/>
                </a:lnTo>
                <a:lnTo>
                  <a:pt x="27216" y="4775"/>
                </a:lnTo>
                <a:lnTo>
                  <a:pt x="20853" y="3262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17392" y="505532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16452" y="499818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115525" y="494103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114598" y="488389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113671" y="482674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112731" y="476961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111804" y="471247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10877" y="465532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109937" y="459818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09010" y="454103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08083" y="448389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07156" y="442676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06216" y="436961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105289" y="431247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04362" y="425532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03435" y="419818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102495" y="414105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01568" y="408390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100641" y="402676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99714" y="396961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98774" y="391247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97847" y="385533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96920" y="379818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95993" y="37410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95053" y="368390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94126" y="362676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93199" y="356962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92272" y="351247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91332" y="345533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090405" y="339818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89478" y="334105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88551" y="32839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87611" y="322676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086684" y="316962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85757" y="311247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84829" y="305534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83890" y="299820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082963" y="294105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82035" y="288391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81108" y="282676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4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080169" y="27696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4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079242" y="27124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4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078314" y="265534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077387" y="259820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076575" y="2548661"/>
            <a:ext cx="29209" cy="21590"/>
          </a:xfrm>
          <a:custGeom>
            <a:avLst/>
            <a:gdLst/>
            <a:ahLst/>
            <a:cxnLst/>
            <a:rect l="l" t="t" r="r" b="b"/>
            <a:pathLst>
              <a:path w="29210" h="21589">
                <a:moveTo>
                  <a:pt x="342" y="21437"/>
                </a:moveTo>
                <a:lnTo>
                  <a:pt x="0" y="457"/>
                </a:lnTo>
                <a:lnTo>
                  <a:pt x="28575" y="0"/>
                </a:lnTo>
                <a:lnTo>
                  <a:pt x="28917" y="20967"/>
                </a:lnTo>
                <a:lnTo>
                  <a:pt x="342" y="2143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159137" y="505499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161474" y="499789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7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163823" y="494078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166160" y="488368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30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168510" y="482658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170847" y="476948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7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173196" y="471238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175533" y="465527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30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81"/>
                </a:lnTo>
                <a:lnTo>
                  <a:pt x="28562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177882" y="459817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180219" y="454107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7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182569" y="448397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184905" y="442686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30"/>
                </a:moveTo>
                <a:lnTo>
                  <a:pt x="0" y="28562"/>
                </a:lnTo>
                <a:lnTo>
                  <a:pt x="1181" y="0"/>
                </a:lnTo>
                <a:lnTo>
                  <a:pt x="29730" y="1181"/>
                </a:lnTo>
                <a:lnTo>
                  <a:pt x="28562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187255" y="436976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189592" y="431266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8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191941" y="425556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194291" y="419846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196628" y="414135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198977" y="408425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201314" y="402715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203663" y="397005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206000" y="391295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208350" y="385584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210686" y="379874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213036" y="374164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215373" y="368454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217722" y="362743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62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220059" y="357033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222409" y="351323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7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224745" y="345613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227095" y="339904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229432" y="334192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7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231781" y="328482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7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234118" y="322773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236467" y="317063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238804" y="311351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30"/>
                </a:moveTo>
                <a:lnTo>
                  <a:pt x="0" y="28562"/>
                </a:lnTo>
                <a:lnTo>
                  <a:pt x="1168" y="0"/>
                </a:lnTo>
                <a:lnTo>
                  <a:pt x="29717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241154" y="305642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7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243491" y="299932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245840" y="294222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248177" y="288512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7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250526" y="282801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7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252863" y="277091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255213" y="271381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257550" y="265671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7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259899" y="259961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7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262236" y="2568943"/>
            <a:ext cx="29209" cy="3810"/>
          </a:xfrm>
          <a:custGeom>
            <a:avLst/>
            <a:gdLst/>
            <a:ahLst/>
            <a:cxnLst/>
            <a:rect l="l" t="t" r="r" b="b"/>
            <a:pathLst>
              <a:path w="29210" h="3810">
                <a:moveTo>
                  <a:pt x="28549" y="3289"/>
                </a:moveTo>
                <a:lnTo>
                  <a:pt x="0" y="2108"/>
                </a:lnTo>
                <a:lnTo>
                  <a:pt x="88" y="0"/>
                </a:lnTo>
                <a:lnTo>
                  <a:pt x="28638" y="1168"/>
                </a:lnTo>
                <a:lnTo>
                  <a:pt x="28549" y="328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198410" y="4184942"/>
            <a:ext cx="987425" cy="778510"/>
          </a:xfrm>
          <a:custGeom>
            <a:avLst/>
            <a:gdLst/>
            <a:ahLst/>
            <a:cxnLst/>
            <a:rect l="l" t="t" r="r" b="b"/>
            <a:pathLst>
              <a:path w="987425" h="778510">
                <a:moveTo>
                  <a:pt x="2332" y="778230"/>
                </a:moveTo>
                <a:lnTo>
                  <a:pt x="1024" y="757097"/>
                </a:lnTo>
                <a:lnTo>
                  <a:pt x="744" y="749338"/>
                </a:lnTo>
                <a:lnTo>
                  <a:pt x="29294" y="748283"/>
                </a:lnTo>
                <a:lnTo>
                  <a:pt x="29594" y="756030"/>
                </a:lnTo>
                <a:lnTo>
                  <a:pt x="30856" y="776465"/>
                </a:lnTo>
                <a:lnTo>
                  <a:pt x="2332" y="778230"/>
                </a:lnTo>
                <a:close/>
              </a:path>
              <a:path w="987425" h="778510">
                <a:moveTo>
                  <a:pt x="58" y="720420"/>
                </a:moveTo>
                <a:lnTo>
                  <a:pt x="0" y="715175"/>
                </a:lnTo>
                <a:lnTo>
                  <a:pt x="262" y="694753"/>
                </a:lnTo>
                <a:lnTo>
                  <a:pt x="389" y="691133"/>
                </a:lnTo>
                <a:lnTo>
                  <a:pt x="28951" y="692213"/>
                </a:lnTo>
                <a:lnTo>
                  <a:pt x="28832" y="695464"/>
                </a:lnTo>
                <a:lnTo>
                  <a:pt x="28575" y="715530"/>
                </a:lnTo>
                <a:lnTo>
                  <a:pt x="28633" y="720077"/>
                </a:lnTo>
                <a:lnTo>
                  <a:pt x="58" y="720420"/>
                </a:lnTo>
                <a:close/>
              </a:path>
              <a:path w="987425" h="778510">
                <a:moveTo>
                  <a:pt x="28836" y="695154"/>
                </a:moveTo>
                <a:close/>
              </a:path>
              <a:path w="987425" h="778510">
                <a:moveTo>
                  <a:pt x="28832" y="695464"/>
                </a:moveTo>
                <a:lnTo>
                  <a:pt x="28836" y="695154"/>
                </a:lnTo>
                <a:lnTo>
                  <a:pt x="28832" y="695464"/>
                </a:lnTo>
                <a:close/>
              </a:path>
              <a:path w="987425" h="778510">
                <a:moveTo>
                  <a:pt x="30297" y="664044"/>
                </a:moveTo>
                <a:lnTo>
                  <a:pt x="1786" y="662241"/>
                </a:lnTo>
                <a:lnTo>
                  <a:pt x="2357" y="653224"/>
                </a:lnTo>
                <a:lnTo>
                  <a:pt x="4122" y="633387"/>
                </a:lnTo>
                <a:lnTo>
                  <a:pt x="32583" y="635927"/>
                </a:lnTo>
                <a:lnTo>
                  <a:pt x="30820" y="655764"/>
                </a:lnTo>
                <a:lnTo>
                  <a:pt x="30297" y="664044"/>
                </a:lnTo>
                <a:close/>
              </a:path>
              <a:path w="987425" h="778510">
                <a:moveTo>
                  <a:pt x="30825" y="655681"/>
                </a:moveTo>
                <a:lnTo>
                  <a:pt x="30843" y="655396"/>
                </a:lnTo>
                <a:lnTo>
                  <a:pt x="30825" y="655681"/>
                </a:lnTo>
                <a:close/>
              </a:path>
              <a:path w="987425" h="778510">
                <a:moveTo>
                  <a:pt x="30820" y="655764"/>
                </a:moveTo>
                <a:close/>
              </a:path>
              <a:path w="987425" h="778510">
                <a:moveTo>
                  <a:pt x="35974" y="608291"/>
                </a:moveTo>
                <a:lnTo>
                  <a:pt x="7678" y="604304"/>
                </a:lnTo>
                <a:lnTo>
                  <a:pt x="9329" y="592632"/>
                </a:lnTo>
                <a:lnTo>
                  <a:pt x="12174" y="575703"/>
                </a:lnTo>
                <a:lnTo>
                  <a:pt x="40356" y="580440"/>
                </a:lnTo>
                <a:lnTo>
                  <a:pt x="37522" y="597357"/>
                </a:lnTo>
                <a:lnTo>
                  <a:pt x="35974" y="608291"/>
                </a:lnTo>
                <a:close/>
              </a:path>
              <a:path w="987425" h="778510">
                <a:moveTo>
                  <a:pt x="37522" y="597357"/>
                </a:moveTo>
                <a:lnTo>
                  <a:pt x="37574" y="596988"/>
                </a:lnTo>
                <a:lnTo>
                  <a:pt x="37522" y="597357"/>
                </a:lnTo>
                <a:close/>
              </a:path>
              <a:path w="987425" h="778510">
                <a:moveTo>
                  <a:pt x="45766" y="553148"/>
                </a:moveTo>
                <a:lnTo>
                  <a:pt x="17877" y="546938"/>
                </a:lnTo>
                <a:lnTo>
                  <a:pt x="20848" y="533603"/>
                </a:lnTo>
                <a:lnTo>
                  <a:pt x="24557" y="518769"/>
                </a:lnTo>
                <a:lnTo>
                  <a:pt x="52281" y="525716"/>
                </a:lnTo>
                <a:lnTo>
                  <a:pt x="48665" y="540169"/>
                </a:lnTo>
                <a:lnTo>
                  <a:pt x="45766" y="553148"/>
                </a:lnTo>
                <a:close/>
              </a:path>
              <a:path w="987425" h="778510">
                <a:moveTo>
                  <a:pt x="48572" y="540537"/>
                </a:moveTo>
                <a:lnTo>
                  <a:pt x="48649" y="540169"/>
                </a:lnTo>
                <a:lnTo>
                  <a:pt x="48572" y="540537"/>
                </a:lnTo>
                <a:close/>
              </a:path>
              <a:path w="987425" h="778510">
                <a:moveTo>
                  <a:pt x="59774" y="498944"/>
                </a:moveTo>
                <a:lnTo>
                  <a:pt x="32469" y="490524"/>
                </a:lnTo>
                <a:lnTo>
                  <a:pt x="36838" y="476376"/>
                </a:lnTo>
                <a:lnTo>
                  <a:pt x="41372" y="462965"/>
                </a:lnTo>
                <a:lnTo>
                  <a:pt x="68435" y="472122"/>
                </a:lnTo>
                <a:lnTo>
                  <a:pt x="63902" y="485533"/>
                </a:lnTo>
                <a:lnTo>
                  <a:pt x="59774" y="498944"/>
                </a:lnTo>
                <a:close/>
              </a:path>
              <a:path w="987425" h="778510">
                <a:moveTo>
                  <a:pt x="63912" y="485503"/>
                </a:moveTo>
                <a:lnTo>
                  <a:pt x="64016" y="485165"/>
                </a:lnTo>
                <a:lnTo>
                  <a:pt x="63912" y="485503"/>
                </a:lnTo>
                <a:close/>
              </a:path>
              <a:path w="987425" h="778510">
                <a:moveTo>
                  <a:pt x="63902" y="485533"/>
                </a:moveTo>
                <a:close/>
              </a:path>
              <a:path w="987425" h="778510">
                <a:moveTo>
                  <a:pt x="78036" y="446036"/>
                </a:moveTo>
                <a:lnTo>
                  <a:pt x="51506" y="435419"/>
                </a:lnTo>
                <a:lnTo>
                  <a:pt x="57208" y="421182"/>
                </a:lnTo>
                <a:lnTo>
                  <a:pt x="62631" y="408673"/>
                </a:lnTo>
                <a:lnTo>
                  <a:pt x="88844" y="420014"/>
                </a:lnTo>
                <a:lnTo>
                  <a:pt x="83439" y="432536"/>
                </a:lnTo>
                <a:lnTo>
                  <a:pt x="78036" y="446036"/>
                </a:lnTo>
                <a:close/>
              </a:path>
              <a:path w="987425" h="778510">
                <a:moveTo>
                  <a:pt x="83502" y="432379"/>
                </a:moveTo>
                <a:lnTo>
                  <a:pt x="83586" y="432168"/>
                </a:lnTo>
                <a:lnTo>
                  <a:pt x="83502" y="432379"/>
                </a:lnTo>
                <a:close/>
              </a:path>
              <a:path w="987425" h="778510">
                <a:moveTo>
                  <a:pt x="83439" y="432536"/>
                </a:moveTo>
                <a:lnTo>
                  <a:pt x="83502" y="432379"/>
                </a:lnTo>
                <a:lnTo>
                  <a:pt x="83439" y="432536"/>
                </a:lnTo>
                <a:close/>
              </a:path>
              <a:path w="987425" h="778510">
                <a:moveTo>
                  <a:pt x="100554" y="394830"/>
                </a:moveTo>
                <a:lnTo>
                  <a:pt x="75001" y="382041"/>
                </a:lnTo>
                <a:lnTo>
                  <a:pt x="81897" y="368274"/>
                </a:lnTo>
                <a:lnTo>
                  <a:pt x="88311" y="356298"/>
                </a:lnTo>
                <a:lnTo>
                  <a:pt x="113495" y="369811"/>
                </a:lnTo>
                <a:lnTo>
                  <a:pt x="107272" y="381419"/>
                </a:lnTo>
                <a:lnTo>
                  <a:pt x="100554" y="394830"/>
                </a:lnTo>
                <a:close/>
              </a:path>
              <a:path w="987425" h="778510">
                <a:moveTo>
                  <a:pt x="107081" y="381774"/>
                </a:moveTo>
                <a:lnTo>
                  <a:pt x="107259" y="381419"/>
                </a:lnTo>
                <a:lnTo>
                  <a:pt x="107081" y="381774"/>
                </a:lnTo>
                <a:close/>
              </a:path>
              <a:path w="987425" h="778510">
                <a:moveTo>
                  <a:pt x="127274" y="345706"/>
                </a:moveTo>
                <a:lnTo>
                  <a:pt x="102903" y="330796"/>
                </a:lnTo>
                <a:lnTo>
                  <a:pt x="110815" y="317855"/>
                </a:lnTo>
                <a:lnTo>
                  <a:pt x="118359" y="306285"/>
                </a:lnTo>
                <a:lnTo>
                  <a:pt x="142298" y="321881"/>
                </a:lnTo>
                <a:lnTo>
                  <a:pt x="134773" y="333451"/>
                </a:lnTo>
                <a:lnTo>
                  <a:pt x="127274" y="345706"/>
                </a:lnTo>
                <a:close/>
              </a:path>
              <a:path w="987425" h="778510">
                <a:moveTo>
                  <a:pt x="134869" y="333295"/>
                </a:moveTo>
                <a:lnTo>
                  <a:pt x="134983" y="333108"/>
                </a:lnTo>
                <a:lnTo>
                  <a:pt x="134869" y="333295"/>
                </a:lnTo>
                <a:close/>
              </a:path>
              <a:path w="987425" h="778510">
                <a:moveTo>
                  <a:pt x="134773" y="333451"/>
                </a:moveTo>
                <a:lnTo>
                  <a:pt x="134869" y="333295"/>
                </a:lnTo>
                <a:lnTo>
                  <a:pt x="134773" y="333451"/>
                </a:lnTo>
                <a:close/>
              </a:path>
              <a:path w="987425" h="778510">
                <a:moveTo>
                  <a:pt x="158135" y="298970"/>
                </a:moveTo>
                <a:lnTo>
                  <a:pt x="135009" y="282181"/>
                </a:lnTo>
                <a:lnTo>
                  <a:pt x="138044" y="278015"/>
                </a:lnTo>
                <a:lnTo>
                  <a:pt x="143835" y="270268"/>
                </a:lnTo>
                <a:lnTo>
                  <a:pt x="149741" y="262597"/>
                </a:lnTo>
                <a:lnTo>
                  <a:pt x="152662" y="258927"/>
                </a:lnTo>
                <a:lnTo>
                  <a:pt x="175039" y="276707"/>
                </a:lnTo>
                <a:lnTo>
                  <a:pt x="172249" y="280212"/>
                </a:lnTo>
                <a:lnTo>
                  <a:pt x="166470" y="287705"/>
                </a:lnTo>
                <a:lnTo>
                  <a:pt x="160924" y="295122"/>
                </a:lnTo>
                <a:lnTo>
                  <a:pt x="158135" y="298970"/>
                </a:lnTo>
                <a:close/>
              </a:path>
              <a:path w="987425" h="778510">
                <a:moveTo>
                  <a:pt x="172118" y="280377"/>
                </a:moveTo>
                <a:lnTo>
                  <a:pt x="172245" y="280212"/>
                </a:lnTo>
                <a:lnTo>
                  <a:pt x="172118" y="280377"/>
                </a:lnTo>
                <a:close/>
              </a:path>
              <a:path w="987425" h="778510">
                <a:moveTo>
                  <a:pt x="166583" y="287555"/>
                </a:moveTo>
                <a:close/>
              </a:path>
              <a:path w="987425" h="778510">
                <a:moveTo>
                  <a:pt x="166470" y="287705"/>
                </a:moveTo>
                <a:lnTo>
                  <a:pt x="166583" y="287555"/>
                </a:lnTo>
                <a:lnTo>
                  <a:pt x="166470" y="287705"/>
                </a:lnTo>
                <a:close/>
              </a:path>
              <a:path w="987425" h="778510">
                <a:moveTo>
                  <a:pt x="160924" y="295122"/>
                </a:moveTo>
                <a:lnTo>
                  <a:pt x="161044" y="294957"/>
                </a:lnTo>
                <a:lnTo>
                  <a:pt x="160924" y="295122"/>
                </a:lnTo>
                <a:close/>
              </a:path>
              <a:path w="987425" h="778510">
                <a:moveTo>
                  <a:pt x="192895" y="255206"/>
                </a:moveTo>
                <a:lnTo>
                  <a:pt x="171318" y="236473"/>
                </a:lnTo>
                <a:lnTo>
                  <a:pt x="174506" y="232790"/>
                </a:lnTo>
                <a:lnTo>
                  <a:pt x="180983" y="225564"/>
                </a:lnTo>
                <a:lnTo>
                  <a:pt x="187561" y="218414"/>
                </a:lnTo>
                <a:lnTo>
                  <a:pt x="190939" y="214858"/>
                </a:lnTo>
                <a:lnTo>
                  <a:pt x="211666" y="234518"/>
                </a:lnTo>
                <a:lnTo>
                  <a:pt x="208445" y="237921"/>
                </a:lnTo>
                <a:lnTo>
                  <a:pt x="202153" y="244754"/>
                </a:lnTo>
                <a:lnTo>
                  <a:pt x="195952" y="251688"/>
                </a:lnTo>
                <a:lnTo>
                  <a:pt x="192895" y="255206"/>
                </a:lnTo>
                <a:close/>
              </a:path>
              <a:path w="987425" h="778510">
                <a:moveTo>
                  <a:pt x="208300" y="238074"/>
                </a:moveTo>
                <a:lnTo>
                  <a:pt x="208440" y="237921"/>
                </a:lnTo>
                <a:lnTo>
                  <a:pt x="208300" y="238074"/>
                </a:lnTo>
                <a:close/>
              </a:path>
              <a:path w="987425" h="778510">
                <a:moveTo>
                  <a:pt x="202001" y="244919"/>
                </a:moveTo>
                <a:lnTo>
                  <a:pt x="202141" y="244754"/>
                </a:lnTo>
                <a:lnTo>
                  <a:pt x="202001" y="244919"/>
                </a:lnTo>
                <a:close/>
              </a:path>
              <a:path w="987425" h="778510">
                <a:moveTo>
                  <a:pt x="195816" y="251840"/>
                </a:moveTo>
                <a:lnTo>
                  <a:pt x="195943" y="251688"/>
                </a:lnTo>
                <a:lnTo>
                  <a:pt x="195816" y="251840"/>
                </a:lnTo>
                <a:close/>
              </a:path>
              <a:path w="987425" h="778510">
                <a:moveTo>
                  <a:pt x="231325" y="214693"/>
                </a:moveTo>
                <a:lnTo>
                  <a:pt x="211526" y="194106"/>
                </a:lnTo>
                <a:lnTo>
                  <a:pt x="217140" y="188709"/>
                </a:lnTo>
                <a:lnTo>
                  <a:pt x="226436" y="180111"/>
                </a:lnTo>
                <a:lnTo>
                  <a:pt x="232913" y="174332"/>
                </a:lnTo>
                <a:lnTo>
                  <a:pt x="251912" y="195681"/>
                </a:lnTo>
                <a:lnTo>
                  <a:pt x="245649" y="201256"/>
                </a:lnTo>
                <a:lnTo>
                  <a:pt x="236545" y="209676"/>
                </a:lnTo>
                <a:lnTo>
                  <a:pt x="231325" y="214693"/>
                </a:lnTo>
                <a:close/>
              </a:path>
              <a:path w="987425" h="778510">
                <a:moveTo>
                  <a:pt x="245435" y="201447"/>
                </a:moveTo>
                <a:lnTo>
                  <a:pt x="245638" y="201256"/>
                </a:lnTo>
                <a:lnTo>
                  <a:pt x="245435" y="201447"/>
                </a:lnTo>
                <a:close/>
              </a:path>
              <a:path w="987425" h="778510">
                <a:moveTo>
                  <a:pt x="236695" y="209538"/>
                </a:moveTo>
                <a:close/>
              </a:path>
              <a:path w="987425" h="778510">
                <a:moveTo>
                  <a:pt x="236550" y="209676"/>
                </a:moveTo>
                <a:lnTo>
                  <a:pt x="236695" y="209538"/>
                </a:lnTo>
                <a:lnTo>
                  <a:pt x="236550" y="209676"/>
                </a:lnTo>
                <a:close/>
              </a:path>
              <a:path w="987425" h="778510">
                <a:moveTo>
                  <a:pt x="273096" y="177736"/>
                </a:moveTo>
                <a:lnTo>
                  <a:pt x="255328" y="155346"/>
                </a:lnTo>
                <a:lnTo>
                  <a:pt x="265057" y="147637"/>
                </a:lnTo>
                <a:lnTo>
                  <a:pt x="275052" y="140004"/>
                </a:lnTo>
                <a:lnTo>
                  <a:pt x="278379" y="137566"/>
                </a:lnTo>
                <a:lnTo>
                  <a:pt x="295283" y="160604"/>
                </a:lnTo>
                <a:lnTo>
                  <a:pt x="292179" y="162890"/>
                </a:lnTo>
                <a:lnTo>
                  <a:pt x="282392" y="170357"/>
                </a:lnTo>
                <a:lnTo>
                  <a:pt x="273096" y="177736"/>
                </a:lnTo>
                <a:close/>
              </a:path>
              <a:path w="987425" h="778510">
                <a:moveTo>
                  <a:pt x="291955" y="163055"/>
                </a:moveTo>
                <a:lnTo>
                  <a:pt x="292171" y="162890"/>
                </a:lnTo>
                <a:lnTo>
                  <a:pt x="291955" y="163055"/>
                </a:lnTo>
                <a:close/>
              </a:path>
              <a:path w="987425" h="778510">
                <a:moveTo>
                  <a:pt x="282600" y="170198"/>
                </a:moveTo>
                <a:close/>
              </a:path>
              <a:path w="987425" h="778510">
                <a:moveTo>
                  <a:pt x="282400" y="170357"/>
                </a:moveTo>
                <a:lnTo>
                  <a:pt x="282600" y="170198"/>
                </a:lnTo>
                <a:lnTo>
                  <a:pt x="282400" y="170357"/>
                </a:lnTo>
                <a:close/>
              </a:path>
              <a:path w="987425" h="778510">
                <a:moveTo>
                  <a:pt x="318193" y="144449"/>
                </a:moveTo>
                <a:lnTo>
                  <a:pt x="302166" y="120789"/>
                </a:lnTo>
                <a:lnTo>
                  <a:pt x="305836" y="118313"/>
                </a:lnTo>
                <a:lnTo>
                  <a:pt x="316339" y="111467"/>
                </a:lnTo>
                <a:lnTo>
                  <a:pt x="326639" y="105041"/>
                </a:lnTo>
                <a:lnTo>
                  <a:pt x="341777" y="129273"/>
                </a:lnTo>
                <a:lnTo>
                  <a:pt x="331478" y="135712"/>
                </a:lnTo>
                <a:lnTo>
                  <a:pt x="321653" y="142112"/>
                </a:lnTo>
                <a:lnTo>
                  <a:pt x="318193" y="144449"/>
                </a:lnTo>
                <a:close/>
              </a:path>
              <a:path w="987425" h="778510">
                <a:moveTo>
                  <a:pt x="331492" y="135712"/>
                </a:moveTo>
                <a:lnTo>
                  <a:pt x="331706" y="135572"/>
                </a:lnTo>
                <a:lnTo>
                  <a:pt x="331492" y="135712"/>
                </a:lnTo>
                <a:close/>
              </a:path>
              <a:path w="987425" h="778510">
                <a:moveTo>
                  <a:pt x="321419" y="142265"/>
                </a:moveTo>
                <a:lnTo>
                  <a:pt x="321635" y="142112"/>
                </a:lnTo>
                <a:lnTo>
                  <a:pt x="321419" y="142265"/>
                </a:lnTo>
                <a:close/>
              </a:path>
              <a:path w="987425" h="778510">
                <a:moveTo>
                  <a:pt x="365793" y="115315"/>
                </a:moveTo>
                <a:lnTo>
                  <a:pt x="352026" y="90271"/>
                </a:lnTo>
                <a:lnTo>
                  <a:pt x="359595" y="86118"/>
                </a:lnTo>
                <a:lnTo>
                  <a:pt x="370695" y="80276"/>
                </a:lnTo>
                <a:lnTo>
                  <a:pt x="377769" y="76720"/>
                </a:lnTo>
                <a:lnTo>
                  <a:pt x="390609" y="102234"/>
                </a:lnTo>
                <a:lnTo>
                  <a:pt x="383535" y="105803"/>
                </a:lnTo>
                <a:lnTo>
                  <a:pt x="373146" y="111277"/>
                </a:lnTo>
                <a:lnTo>
                  <a:pt x="365793" y="115315"/>
                </a:lnTo>
                <a:close/>
              </a:path>
              <a:path w="987425" h="778510">
                <a:moveTo>
                  <a:pt x="383541" y="105800"/>
                </a:moveTo>
                <a:lnTo>
                  <a:pt x="383776" y="105676"/>
                </a:lnTo>
                <a:lnTo>
                  <a:pt x="383541" y="105800"/>
                </a:lnTo>
                <a:close/>
              </a:path>
              <a:path w="987425" h="778510">
                <a:moveTo>
                  <a:pt x="383535" y="105803"/>
                </a:moveTo>
                <a:close/>
              </a:path>
              <a:path w="987425" h="778510">
                <a:moveTo>
                  <a:pt x="372905" y="111404"/>
                </a:moveTo>
                <a:lnTo>
                  <a:pt x="373134" y="111277"/>
                </a:lnTo>
                <a:lnTo>
                  <a:pt x="372905" y="111404"/>
                </a:lnTo>
                <a:close/>
              </a:path>
              <a:path w="987425" h="778510">
                <a:moveTo>
                  <a:pt x="415958" y="90208"/>
                </a:moveTo>
                <a:lnTo>
                  <a:pt x="404045" y="64236"/>
                </a:lnTo>
                <a:lnTo>
                  <a:pt x="416161" y="58927"/>
                </a:lnTo>
                <a:lnTo>
                  <a:pt x="427794" y="54101"/>
                </a:lnTo>
                <a:lnTo>
                  <a:pt x="431071" y="52806"/>
                </a:lnTo>
                <a:lnTo>
                  <a:pt x="441561" y="79387"/>
                </a:lnTo>
                <a:lnTo>
                  <a:pt x="438542" y="80581"/>
                </a:lnTo>
                <a:lnTo>
                  <a:pt x="427134" y="85318"/>
                </a:lnTo>
                <a:lnTo>
                  <a:pt x="416085" y="90144"/>
                </a:lnTo>
                <a:close/>
              </a:path>
              <a:path w="987425" h="778510">
                <a:moveTo>
                  <a:pt x="438285" y="80683"/>
                </a:moveTo>
                <a:lnTo>
                  <a:pt x="438526" y="80581"/>
                </a:lnTo>
                <a:lnTo>
                  <a:pt x="438285" y="80683"/>
                </a:lnTo>
                <a:close/>
              </a:path>
              <a:path w="987425" h="778510">
                <a:moveTo>
                  <a:pt x="427314" y="85243"/>
                </a:moveTo>
                <a:close/>
              </a:path>
              <a:path w="987425" h="778510">
                <a:moveTo>
                  <a:pt x="427143" y="85318"/>
                </a:moveTo>
                <a:lnTo>
                  <a:pt x="427314" y="85243"/>
                </a:lnTo>
                <a:lnTo>
                  <a:pt x="427143" y="85318"/>
                </a:lnTo>
                <a:close/>
              </a:path>
              <a:path w="987425" h="778510">
                <a:moveTo>
                  <a:pt x="416248" y="90073"/>
                </a:moveTo>
                <a:close/>
              </a:path>
              <a:path w="987425" h="778510">
                <a:moveTo>
                  <a:pt x="416095" y="90144"/>
                </a:moveTo>
                <a:lnTo>
                  <a:pt x="416248" y="90073"/>
                </a:lnTo>
                <a:lnTo>
                  <a:pt x="416095" y="90144"/>
                </a:lnTo>
                <a:close/>
              </a:path>
              <a:path w="987425" h="778510">
                <a:moveTo>
                  <a:pt x="467838" y="69519"/>
                </a:moveTo>
                <a:lnTo>
                  <a:pt x="458300" y="42583"/>
                </a:lnTo>
                <a:lnTo>
                  <a:pt x="463240" y="40830"/>
                </a:lnTo>
                <a:lnTo>
                  <a:pt x="475242" y="36817"/>
                </a:lnTo>
                <a:lnTo>
                  <a:pt x="485897" y="33464"/>
                </a:lnTo>
                <a:lnTo>
                  <a:pt x="494495" y="60705"/>
                </a:lnTo>
                <a:lnTo>
                  <a:pt x="483827" y="64071"/>
                </a:lnTo>
                <a:lnTo>
                  <a:pt x="472308" y="67932"/>
                </a:lnTo>
                <a:lnTo>
                  <a:pt x="467838" y="69519"/>
                </a:lnTo>
                <a:close/>
              </a:path>
              <a:path w="987425" h="778510">
                <a:moveTo>
                  <a:pt x="484064" y="63996"/>
                </a:moveTo>
                <a:close/>
              </a:path>
              <a:path w="987425" h="778510">
                <a:moveTo>
                  <a:pt x="483841" y="64071"/>
                </a:moveTo>
                <a:lnTo>
                  <a:pt x="484064" y="63996"/>
                </a:lnTo>
                <a:lnTo>
                  <a:pt x="483841" y="64071"/>
                </a:lnTo>
                <a:close/>
              </a:path>
              <a:path w="987425" h="778510">
                <a:moveTo>
                  <a:pt x="472333" y="67932"/>
                </a:moveTo>
                <a:lnTo>
                  <a:pt x="472549" y="67856"/>
                </a:lnTo>
                <a:lnTo>
                  <a:pt x="472333" y="67932"/>
                </a:lnTo>
                <a:close/>
              </a:path>
              <a:path w="987425" h="778510">
                <a:moveTo>
                  <a:pt x="521254" y="53073"/>
                </a:moveTo>
                <a:lnTo>
                  <a:pt x="514091" y="25400"/>
                </a:lnTo>
                <a:lnTo>
                  <a:pt x="524086" y="22821"/>
                </a:lnTo>
                <a:lnTo>
                  <a:pt x="536494" y="19837"/>
                </a:lnTo>
                <a:lnTo>
                  <a:pt x="542336" y="18541"/>
                </a:lnTo>
                <a:lnTo>
                  <a:pt x="548533" y="46431"/>
                </a:lnTo>
                <a:lnTo>
                  <a:pt x="542704" y="47726"/>
                </a:lnTo>
                <a:lnTo>
                  <a:pt x="531030" y="50545"/>
                </a:lnTo>
                <a:lnTo>
                  <a:pt x="521254" y="53073"/>
                </a:lnTo>
                <a:close/>
              </a:path>
              <a:path w="987425" h="778510">
                <a:moveTo>
                  <a:pt x="542734" y="47726"/>
                </a:moveTo>
                <a:lnTo>
                  <a:pt x="542945" y="47675"/>
                </a:lnTo>
                <a:lnTo>
                  <a:pt x="542734" y="47726"/>
                </a:lnTo>
                <a:close/>
              </a:path>
              <a:path w="987425" h="778510">
                <a:moveTo>
                  <a:pt x="530766" y="50609"/>
                </a:moveTo>
                <a:lnTo>
                  <a:pt x="531007" y="50545"/>
                </a:lnTo>
                <a:lnTo>
                  <a:pt x="530766" y="50609"/>
                </a:lnTo>
                <a:close/>
              </a:path>
              <a:path w="987425" h="778510">
                <a:moveTo>
                  <a:pt x="576067" y="40843"/>
                </a:moveTo>
                <a:lnTo>
                  <a:pt x="570809" y="12750"/>
                </a:lnTo>
                <a:lnTo>
                  <a:pt x="574175" y="12128"/>
                </a:lnTo>
                <a:lnTo>
                  <a:pt x="586875" y="9969"/>
                </a:lnTo>
                <a:lnTo>
                  <a:pt x="599638" y="8026"/>
                </a:lnTo>
                <a:lnTo>
                  <a:pt x="603546" y="36309"/>
                </a:lnTo>
                <a:lnTo>
                  <a:pt x="591180" y="38226"/>
                </a:lnTo>
                <a:lnTo>
                  <a:pt x="578950" y="40297"/>
                </a:lnTo>
                <a:lnTo>
                  <a:pt x="576067" y="40843"/>
                </a:lnTo>
                <a:close/>
              </a:path>
              <a:path w="987425" h="778510">
                <a:moveTo>
                  <a:pt x="603554" y="36334"/>
                </a:moveTo>
                <a:lnTo>
                  <a:pt x="603715" y="36309"/>
                </a:lnTo>
                <a:lnTo>
                  <a:pt x="603554" y="36334"/>
                </a:lnTo>
                <a:close/>
              </a:path>
              <a:path w="987425" h="778510">
                <a:moveTo>
                  <a:pt x="603474" y="36347"/>
                </a:moveTo>
                <a:close/>
              </a:path>
              <a:path w="987425" h="778510">
                <a:moveTo>
                  <a:pt x="591347" y="38201"/>
                </a:moveTo>
                <a:close/>
              </a:path>
              <a:path w="987425" h="778510">
                <a:moveTo>
                  <a:pt x="591196" y="38226"/>
                </a:moveTo>
                <a:lnTo>
                  <a:pt x="591347" y="38201"/>
                </a:lnTo>
                <a:lnTo>
                  <a:pt x="591196" y="38226"/>
                </a:lnTo>
                <a:close/>
              </a:path>
              <a:path w="987425" h="778510">
                <a:moveTo>
                  <a:pt x="578987" y="40297"/>
                </a:moveTo>
                <a:lnTo>
                  <a:pt x="579191" y="40258"/>
                </a:lnTo>
                <a:lnTo>
                  <a:pt x="578987" y="40297"/>
                </a:lnTo>
                <a:close/>
              </a:path>
              <a:path w="987425" h="778510">
                <a:moveTo>
                  <a:pt x="631439" y="32867"/>
                </a:moveTo>
                <a:lnTo>
                  <a:pt x="628543" y="4444"/>
                </a:lnTo>
                <a:lnTo>
                  <a:pt x="638297" y="3454"/>
                </a:lnTo>
                <a:lnTo>
                  <a:pt x="651302" y="2349"/>
                </a:lnTo>
                <a:lnTo>
                  <a:pt x="657474" y="1930"/>
                </a:lnTo>
                <a:lnTo>
                  <a:pt x="659430" y="30429"/>
                </a:lnTo>
                <a:lnTo>
                  <a:pt x="653621" y="30835"/>
                </a:lnTo>
                <a:lnTo>
                  <a:pt x="641020" y="31902"/>
                </a:lnTo>
                <a:lnTo>
                  <a:pt x="631439" y="32867"/>
                </a:lnTo>
                <a:close/>
              </a:path>
              <a:path w="987425" h="778510">
                <a:moveTo>
                  <a:pt x="653258" y="30860"/>
                </a:moveTo>
                <a:lnTo>
                  <a:pt x="653499" y="30835"/>
                </a:lnTo>
                <a:lnTo>
                  <a:pt x="653258" y="30860"/>
                </a:lnTo>
                <a:close/>
              </a:path>
              <a:path w="987425" h="778510">
                <a:moveTo>
                  <a:pt x="640723" y="31927"/>
                </a:moveTo>
                <a:lnTo>
                  <a:pt x="640964" y="31902"/>
                </a:lnTo>
                <a:lnTo>
                  <a:pt x="640723" y="31927"/>
                </a:lnTo>
                <a:close/>
              </a:path>
              <a:path w="987425" h="778510">
                <a:moveTo>
                  <a:pt x="687509" y="29006"/>
                </a:moveTo>
                <a:lnTo>
                  <a:pt x="686481" y="444"/>
                </a:lnTo>
                <a:lnTo>
                  <a:pt x="690392" y="304"/>
                </a:lnTo>
                <a:lnTo>
                  <a:pt x="703600" y="38"/>
                </a:lnTo>
                <a:lnTo>
                  <a:pt x="715513" y="0"/>
                </a:lnTo>
                <a:lnTo>
                  <a:pt x="715615" y="28575"/>
                </a:lnTo>
                <a:lnTo>
                  <a:pt x="704159" y="28613"/>
                </a:lnTo>
                <a:lnTo>
                  <a:pt x="691192" y="28867"/>
                </a:lnTo>
                <a:lnTo>
                  <a:pt x="691421" y="28867"/>
                </a:lnTo>
                <a:lnTo>
                  <a:pt x="687509" y="29006"/>
                </a:lnTo>
                <a:close/>
              </a:path>
              <a:path w="987425" h="778510">
                <a:moveTo>
                  <a:pt x="771648" y="29667"/>
                </a:moveTo>
                <a:lnTo>
                  <a:pt x="755340" y="29654"/>
                </a:lnTo>
                <a:lnTo>
                  <a:pt x="743491" y="29133"/>
                </a:lnTo>
                <a:lnTo>
                  <a:pt x="744761" y="584"/>
                </a:lnTo>
                <a:lnTo>
                  <a:pt x="757055" y="1130"/>
                </a:lnTo>
                <a:lnTo>
                  <a:pt x="770453" y="1943"/>
                </a:lnTo>
                <a:lnTo>
                  <a:pt x="773742" y="2184"/>
                </a:lnTo>
                <a:lnTo>
                  <a:pt x="771648" y="29667"/>
                </a:lnTo>
                <a:close/>
              </a:path>
              <a:path w="987425" h="778510">
                <a:moveTo>
                  <a:pt x="768510" y="30454"/>
                </a:moveTo>
                <a:lnTo>
                  <a:pt x="755497" y="29664"/>
                </a:lnTo>
                <a:lnTo>
                  <a:pt x="771648" y="29667"/>
                </a:lnTo>
                <a:lnTo>
                  <a:pt x="771590" y="30429"/>
                </a:lnTo>
                <a:lnTo>
                  <a:pt x="768294" y="30429"/>
                </a:lnTo>
                <a:lnTo>
                  <a:pt x="768510" y="30454"/>
                </a:lnTo>
                <a:close/>
              </a:path>
              <a:path w="987425" h="778510">
                <a:moveTo>
                  <a:pt x="771571" y="30683"/>
                </a:moveTo>
                <a:lnTo>
                  <a:pt x="768294" y="30429"/>
                </a:lnTo>
                <a:lnTo>
                  <a:pt x="771590" y="30429"/>
                </a:lnTo>
                <a:lnTo>
                  <a:pt x="771571" y="30683"/>
                </a:lnTo>
                <a:close/>
              </a:path>
              <a:path w="987425" h="778510">
                <a:moveTo>
                  <a:pt x="827873" y="34035"/>
                </a:moveTo>
                <a:lnTo>
                  <a:pt x="807482" y="34028"/>
                </a:lnTo>
                <a:lnTo>
                  <a:pt x="799587" y="33185"/>
                </a:lnTo>
                <a:lnTo>
                  <a:pt x="802648" y="4775"/>
                </a:lnTo>
                <a:lnTo>
                  <a:pt x="810826" y="5651"/>
                </a:lnTo>
                <a:lnTo>
                  <a:pt x="824339" y="7315"/>
                </a:lnTo>
                <a:lnTo>
                  <a:pt x="831451" y="8305"/>
                </a:lnTo>
                <a:lnTo>
                  <a:pt x="827873" y="34035"/>
                </a:lnTo>
                <a:close/>
              </a:path>
              <a:path w="987425" h="778510">
                <a:moveTo>
                  <a:pt x="827648" y="35648"/>
                </a:moveTo>
                <a:lnTo>
                  <a:pt x="820618" y="35648"/>
                </a:lnTo>
                <a:lnTo>
                  <a:pt x="807475" y="34028"/>
                </a:lnTo>
                <a:lnTo>
                  <a:pt x="827873" y="34035"/>
                </a:lnTo>
                <a:lnTo>
                  <a:pt x="827648" y="35648"/>
                </a:lnTo>
                <a:close/>
              </a:path>
              <a:path w="987425" h="778510">
                <a:moveTo>
                  <a:pt x="827514" y="36614"/>
                </a:moveTo>
                <a:lnTo>
                  <a:pt x="820402" y="35623"/>
                </a:lnTo>
                <a:lnTo>
                  <a:pt x="820618" y="35648"/>
                </a:lnTo>
                <a:lnTo>
                  <a:pt x="827648" y="35648"/>
                </a:lnTo>
                <a:lnTo>
                  <a:pt x="827514" y="36614"/>
                </a:lnTo>
                <a:close/>
              </a:path>
              <a:path w="987425" h="778510">
                <a:moveTo>
                  <a:pt x="883848" y="41757"/>
                </a:moveTo>
                <a:lnTo>
                  <a:pt x="859975" y="41757"/>
                </a:lnTo>
                <a:lnTo>
                  <a:pt x="855302" y="40957"/>
                </a:lnTo>
                <a:lnTo>
                  <a:pt x="860115" y="12788"/>
                </a:lnTo>
                <a:lnTo>
                  <a:pt x="864992" y="13627"/>
                </a:lnTo>
                <a:lnTo>
                  <a:pt x="878581" y="16154"/>
                </a:lnTo>
                <a:lnTo>
                  <a:pt x="888614" y="18186"/>
                </a:lnTo>
                <a:lnTo>
                  <a:pt x="883848" y="41757"/>
                </a:lnTo>
                <a:close/>
              </a:path>
              <a:path w="987425" h="778510">
                <a:moveTo>
                  <a:pt x="883353" y="44208"/>
                </a:moveTo>
                <a:lnTo>
                  <a:pt x="873133" y="44208"/>
                </a:lnTo>
                <a:lnTo>
                  <a:pt x="859836" y="41733"/>
                </a:lnTo>
                <a:lnTo>
                  <a:pt x="859975" y="41757"/>
                </a:lnTo>
                <a:lnTo>
                  <a:pt x="883848" y="41757"/>
                </a:lnTo>
                <a:lnTo>
                  <a:pt x="883353" y="44208"/>
                </a:lnTo>
                <a:close/>
              </a:path>
              <a:path w="987425" h="778510">
                <a:moveTo>
                  <a:pt x="882950" y="46202"/>
                </a:moveTo>
                <a:lnTo>
                  <a:pt x="872917" y="44170"/>
                </a:lnTo>
                <a:lnTo>
                  <a:pt x="873133" y="44208"/>
                </a:lnTo>
                <a:lnTo>
                  <a:pt x="883353" y="44208"/>
                </a:lnTo>
                <a:lnTo>
                  <a:pt x="882950" y="46202"/>
                </a:lnTo>
                <a:close/>
              </a:path>
              <a:path w="987425" h="778510">
                <a:moveTo>
                  <a:pt x="939392" y="52844"/>
                </a:moveTo>
                <a:lnTo>
                  <a:pt x="912669" y="52841"/>
                </a:lnTo>
                <a:lnTo>
                  <a:pt x="910407" y="52311"/>
                </a:lnTo>
                <a:lnTo>
                  <a:pt x="916935" y="24498"/>
                </a:lnTo>
                <a:lnTo>
                  <a:pt x="919411" y="25082"/>
                </a:lnTo>
                <a:lnTo>
                  <a:pt x="933026" y="28486"/>
                </a:lnTo>
                <a:lnTo>
                  <a:pt x="945027" y="31686"/>
                </a:lnTo>
                <a:lnTo>
                  <a:pt x="939392" y="52844"/>
                </a:lnTo>
                <a:close/>
              </a:path>
              <a:path w="987425" h="778510">
                <a:moveTo>
                  <a:pt x="937674" y="59296"/>
                </a:moveTo>
                <a:lnTo>
                  <a:pt x="925673" y="56095"/>
                </a:lnTo>
                <a:lnTo>
                  <a:pt x="912669" y="52841"/>
                </a:lnTo>
                <a:lnTo>
                  <a:pt x="939392" y="52844"/>
                </a:lnTo>
                <a:lnTo>
                  <a:pt x="937674" y="59296"/>
                </a:lnTo>
                <a:close/>
              </a:path>
              <a:path w="987425" h="778510">
                <a:moveTo>
                  <a:pt x="980058" y="67348"/>
                </a:moveTo>
                <a:lnTo>
                  <a:pt x="965525" y="67348"/>
                </a:lnTo>
                <a:lnTo>
                  <a:pt x="964712" y="67106"/>
                </a:lnTo>
                <a:lnTo>
                  <a:pt x="972891" y="39725"/>
                </a:lnTo>
                <a:lnTo>
                  <a:pt x="973907" y="40030"/>
                </a:lnTo>
                <a:lnTo>
                  <a:pt x="987331" y="44259"/>
                </a:lnTo>
                <a:lnTo>
                  <a:pt x="980058" y="67348"/>
                </a:lnTo>
                <a:close/>
              </a:path>
              <a:path w="987425" h="778510">
                <a:moveTo>
                  <a:pt x="978746" y="71513"/>
                </a:moveTo>
                <a:lnTo>
                  <a:pt x="965322" y="67297"/>
                </a:lnTo>
                <a:lnTo>
                  <a:pt x="965525" y="67348"/>
                </a:lnTo>
                <a:lnTo>
                  <a:pt x="980058" y="67348"/>
                </a:lnTo>
                <a:lnTo>
                  <a:pt x="978746" y="7151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191167" y="4366983"/>
            <a:ext cx="878205" cy="692150"/>
          </a:xfrm>
          <a:custGeom>
            <a:avLst/>
            <a:gdLst/>
            <a:ahLst/>
            <a:cxnLst/>
            <a:rect l="l" t="t" r="r" b="b"/>
            <a:pathLst>
              <a:path w="878204" h="692150">
                <a:moveTo>
                  <a:pt x="2006" y="691934"/>
                </a:moveTo>
                <a:lnTo>
                  <a:pt x="863" y="673176"/>
                </a:lnTo>
                <a:lnTo>
                  <a:pt x="495" y="663054"/>
                </a:lnTo>
                <a:lnTo>
                  <a:pt x="29044" y="662012"/>
                </a:lnTo>
                <a:lnTo>
                  <a:pt x="29412" y="671779"/>
                </a:lnTo>
                <a:lnTo>
                  <a:pt x="30530" y="690194"/>
                </a:lnTo>
                <a:lnTo>
                  <a:pt x="2006" y="691934"/>
                </a:lnTo>
                <a:close/>
              </a:path>
              <a:path w="878204" h="692150">
                <a:moveTo>
                  <a:pt x="28575" y="634149"/>
                </a:moveTo>
                <a:lnTo>
                  <a:pt x="0" y="633768"/>
                </a:lnTo>
                <a:lnTo>
                  <a:pt x="215" y="617461"/>
                </a:lnTo>
                <a:lnTo>
                  <a:pt x="711" y="604850"/>
                </a:lnTo>
                <a:lnTo>
                  <a:pt x="29260" y="605942"/>
                </a:lnTo>
                <a:lnTo>
                  <a:pt x="28773" y="618553"/>
                </a:lnTo>
                <a:lnTo>
                  <a:pt x="28575" y="634149"/>
                </a:lnTo>
                <a:close/>
              </a:path>
              <a:path w="878204" h="692150">
                <a:moveTo>
                  <a:pt x="28778" y="618553"/>
                </a:moveTo>
                <a:lnTo>
                  <a:pt x="28778" y="618197"/>
                </a:lnTo>
                <a:lnTo>
                  <a:pt x="28778" y="618553"/>
                </a:lnTo>
                <a:close/>
              </a:path>
              <a:path w="878204" h="692150">
                <a:moveTo>
                  <a:pt x="31026" y="578154"/>
                </a:moveTo>
                <a:lnTo>
                  <a:pt x="2565" y="575614"/>
                </a:lnTo>
                <a:lnTo>
                  <a:pt x="3721" y="562800"/>
                </a:lnTo>
                <a:lnTo>
                  <a:pt x="5562" y="546823"/>
                </a:lnTo>
                <a:lnTo>
                  <a:pt x="33947" y="550100"/>
                </a:lnTo>
                <a:lnTo>
                  <a:pt x="32110" y="566077"/>
                </a:lnTo>
                <a:lnTo>
                  <a:pt x="31026" y="578154"/>
                </a:lnTo>
                <a:close/>
              </a:path>
              <a:path w="878204" h="692150">
                <a:moveTo>
                  <a:pt x="32128" y="565879"/>
                </a:moveTo>
                <a:lnTo>
                  <a:pt x="32143" y="565708"/>
                </a:lnTo>
                <a:lnTo>
                  <a:pt x="32128" y="565879"/>
                </a:lnTo>
                <a:close/>
              </a:path>
              <a:path w="878204" h="692150">
                <a:moveTo>
                  <a:pt x="32110" y="566077"/>
                </a:moveTo>
                <a:lnTo>
                  <a:pt x="32128" y="565879"/>
                </a:lnTo>
                <a:lnTo>
                  <a:pt x="32110" y="566077"/>
                </a:lnTo>
                <a:close/>
              </a:path>
              <a:path w="878204" h="692150">
                <a:moveTo>
                  <a:pt x="38061" y="522579"/>
                </a:moveTo>
                <a:lnTo>
                  <a:pt x="9880" y="517829"/>
                </a:lnTo>
                <a:lnTo>
                  <a:pt x="11303" y="509396"/>
                </a:lnTo>
                <a:lnTo>
                  <a:pt x="14731" y="491909"/>
                </a:lnTo>
                <a:lnTo>
                  <a:pt x="15367" y="489026"/>
                </a:lnTo>
                <a:lnTo>
                  <a:pt x="43256" y="495249"/>
                </a:lnTo>
                <a:lnTo>
                  <a:pt x="42625" y="498119"/>
                </a:lnTo>
                <a:lnTo>
                  <a:pt x="39416" y="514502"/>
                </a:lnTo>
                <a:lnTo>
                  <a:pt x="38061" y="522579"/>
                </a:lnTo>
                <a:close/>
              </a:path>
              <a:path w="878204" h="692150">
                <a:moveTo>
                  <a:pt x="42656" y="497959"/>
                </a:moveTo>
                <a:lnTo>
                  <a:pt x="42697" y="497751"/>
                </a:lnTo>
                <a:lnTo>
                  <a:pt x="42656" y="497959"/>
                </a:lnTo>
                <a:close/>
              </a:path>
              <a:path w="878204" h="692150">
                <a:moveTo>
                  <a:pt x="42625" y="498119"/>
                </a:moveTo>
                <a:lnTo>
                  <a:pt x="42656" y="497959"/>
                </a:lnTo>
                <a:lnTo>
                  <a:pt x="42625" y="498119"/>
                </a:lnTo>
                <a:close/>
              </a:path>
              <a:path w="878204" h="692150">
                <a:moveTo>
                  <a:pt x="39358" y="514870"/>
                </a:moveTo>
                <a:lnTo>
                  <a:pt x="39420" y="514502"/>
                </a:lnTo>
                <a:lnTo>
                  <a:pt x="39358" y="514870"/>
                </a:lnTo>
                <a:close/>
              </a:path>
              <a:path w="878204" h="692150">
                <a:moveTo>
                  <a:pt x="49758" y="467817"/>
                </a:moveTo>
                <a:lnTo>
                  <a:pt x="22034" y="460857"/>
                </a:lnTo>
                <a:lnTo>
                  <a:pt x="22898" y="457441"/>
                </a:lnTo>
                <a:lnTo>
                  <a:pt x="27647" y="440486"/>
                </a:lnTo>
                <a:lnTo>
                  <a:pt x="30073" y="432638"/>
                </a:lnTo>
                <a:lnTo>
                  <a:pt x="57378" y="441070"/>
                </a:lnTo>
                <a:lnTo>
                  <a:pt x="54951" y="448919"/>
                </a:lnTo>
                <a:lnTo>
                  <a:pt x="50428" y="465137"/>
                </a:lnTo>
                <a:lnTo>
                  <a:pt x="49758" y="467817"/>
                </a:lnTo>
                <a:close/>
              </a:path>
              <a:path w="878204" h="692150">
                <a:moveTo>
                  <a:pt x="54952" y="448919"/>
                </a:moveTo>
                <a:lnTo>
                  <a:pt x="55054" y="448551"/>
                </a:lnTo>
                <a:lnTo>
                  <a:pt x="54952" y="448919"/>
                </a:lnTo>
                <a:close/>
              </a:path>
              <a:path w="878204" h="692150">
                <a:moveTo>
                  <a:pt x="50509" y="464814"/>
                </a:moveTo>
                <a:close/>
              </a:path>
              <a:path w="878204" h="692150">
                <a:moveTo>
                  <a:pt x="50428" y="465137"/>
                </a:moveTo>
                <a:lnTo>
                  <a:pt x="50509" y="464814"/>
                </a:lnTo>
                <a:lnTo>
                  <a:pt x="50428" y="465137"/>
                </a:lnTo>
                <a:close/>
              </a:path>
              <a:path w="878204" h="692150">
                <a:moveTo>
                  <a:pt x="66128" y="414693"/>
                </a:moveTo>
                <a:lnTo>
                  <a:pt x="39319" y="404787"/>
                </a:lnTo>
                <a:lnTo>
                  <a:pt x="44488" y="390817"/>
                </a:lnTo>
                <a:lnTo>
                  <a:pt x="49720" y="377761"/>
                </a:lnTo>
                <a:lnTo>
                  <a:pt x="76250" y="388391"/>
                </a:lnTo>
                <a:lnTo>
                  <a:pt x="71022" y="401446"/>
                </a:lnTo>
                <a:lnTo>
                  <a:pt x="66128" y="414693"/>
                </a:lnTo>
                <a:close/>
              </a:path>
              <a:path w="878204" h="692150">
                <a:moveTo>
                  <a:pt x="71065" y="401330"/>
                </a:moveTo>
                <a:lnTo>
                  <a:pt x="71158" y="401078"/>
                </a:lnTo>
                <a:lnTo>
                  <a:pt x="71065" y="401330"/>
                </a:lnTo>
                <a:close/>
              </a:path>
              <a:path w="878204" h="692150">
                <a:moveTo>
                  <a:pt x="71022" y="401446"/>
                </a:moveTo>
                <a:close/>
              </a:path>
              <a:path w="878204" h="692150">
                <a:moveTo>
                  <a:pt x="87439" y="362965"/>
                </a:moveTo>
                <a:lnTo>
                  <a:pt x="61544" y="350875"/>
                </a:lnTo>
                <a:lnTo>
                  <a:pt x="65189" y="343077"/>
                </a:lnTo>
                <a:lnTo>
                  <a:pt x="72936" y="327634"/>
                </a:lnTo>
                <a:lnTo>
                  <a:pt x="74587" y="324561"/>
                </a:lnTo>
                <a:lnTo>
                  <a:pt x="99758" y="338073"/>
                </a:lnTo>
                <a:lnTo>
                  <a:pt x="98309" y="340791"/>
                </a:lnTo>
                <a:lnTo>
                  <a:pt x="90925" y="355511"/>
                </a:lnTo>
                <a:lnTo>
                  <a:pt x="87439" y="362965"/>
                </a:lnTo>
                <a:close/>
              </a:path>
              <a:path w="878204" h="692150">
                <a:moveTo>
                  <a:pt x="98120" y="341147"/>
                </a:moveTo>
                <a:lnTo>
                  <a:pt x="98297" y="340791"/>
                </a:lnTo>
                <a:lnTo>
                  <a:pt x="98120" y="341147"/>
                </a:lnTo>
                <a:close/>
              </a:path>
              <a:path w="878204" h="692150">
                <a:moveTo>
                  <a:pt x="90741" y="355879"/>
                </a:moveTo>
                <a:lnTo>
                  <a:pt x="90906" y="355511"/>
                </a:lnTo>
                <a:lnTo>
                  <a:pt x="90741" y="355879"/>
                </a:lnTo>
                <a:close/>
              </a:path>
              <a:path w="878204" h="692150">
                <a:moveTo>
                  <a:pt x="113449" y="313461"/>
                </a:moveTo>
                <a:lnTo>
                  <a:pt x="88671" y="299237"/>
                </a:lnTo>
                <a:lnTo>
                  <a:pt x="89674" y="297484"/>
                </a:lnTo>
                <a:lnTo>
                  <a:pt x="98666" y="282803"/>
                </a:lnTo>
                <a:lnTo>
                  <a:pt x="104216" y="274307"/>
                </a:lnTo>
                <a:lnTo>
                  <a:pt x="128155" y="289915"/>
                </a:lnTo>
                <a:lnTo>
                  <a:pt x="122611" y="298411"/>
                </a:lnTo>
                <a:lnTo>
                  <a:pt x="114045" y="312407"/>
                </a:lnTo>
                <a:lnTo>
                  <a:pt x="113449" y="313461"/>
                </a:lnTo>
                <a:close/>
              </a:path>
              <a:path w="878204" h="692150">
                <a:moveTo>
                  <a:pt x="122701" y="298265"/>
                </a:moveTo>
                <a:lnTo>
                  <a:pt x="122821" y="298068"/>
                </a:lnTo>
                <a:lnTo>
                  <a:pt x="122701" y="298265"/>
                </a:lnTo>
                <a:close/>
              </a:path>
              <a:path w="878204" h="692150">
                <a:moveTo>
                  <a:pt x="122611" y="298411"/>
                </a:moveTo>
                <a:lnTo>
                  <a:pt x="122701" y="298265"/>
                </a:lnTo>
                <a:lnTo>
                  <a:pt x="122611" y="298411"/>
                </a:lnTo>
                <a:close/>
              </a:path>
              <a:path w="878204" h="692150">
                <a:moveTo>
                  <a:pt x="114233" y="312100"/>
                </a:moveTo>
                <a:close/>
              </a:path>
              <a:path w="878204" h="692150">
                <a:moveTo>
                  <a:pt x="114056" y="312407"/>
                </a:moveTo>
                <a:lnTo>
                  <a:pt x="114233" y="312100"/>
                </a:lnTo>
                <a:lnTo>
                  <a:pt x="114056" y="312407"/>
                </a:lnTo>
                <a:close/>
              </a:path>
              <a:path w="878204" h="692150">
                <a:moveTo>
                  <a:pt x="143929" y="267093"/>
                </a:moveTo>
                <a:lnTo>
                  <a:pt x="120929" y="250126"/>
                </a:lnTo>
                <a:lnTo>
                  <a:pt x="128104" y="240410"/>
                </a:lnTo>
                <a:lnTo>
                  <a:pt x="138785" y="226771"/>
                </a:lnTo>
                <a:lnTo>
                  <a:pt x="160677" y="244957"/>
                </a:lnTo>
                <a:lnTo>
                  <a:pt x="160710" y="245122"/>
                </a:lnTo>
                <a:lnTo>
                  <a:pt x="150596" y="258025"/>
                </a:lnTo>
                <a:lnTo>
                  <a:pt x="143929" y="267093"/>
                </a:lnTo>
                <a:close/>
              </a:path>
              <a:path w="878204" h="692150">
                <a:moveTo>
                  <a:pt x="160840" y="244957"/>
                </a:moveTo>
                <a:lnTo>
                  <a:pt x="160959" y="244805"/>
                </a:lnTo>
                <a:lnTo>
                  <a:pt x="160840" y="244957"/>
                </a:lnTo>
                <a:close/>
              </a:path>
              <a:path w="878204" h="692150">
                <a:moveTo>
                  <a:pt x="160768" y="245033"/>
                </a:moveTo>
                <a:close/>
              </a:path>
              <a:path w="878204" h="692150">
                <a:moveTo>
                  <a:pt x="160780" y="245033"/>
                </a:moveTo>
                <a:close/>
              </a:path>
              <a:path w="878204" h="692150">
                <a:moveTo>
                  <a:pt x="160710" y="245122"/>
                </a:moveTo>
                <a:close/>
              </a:path>
              <a:path w="878204" h="692150">
                <a:moveTo>
                  <a:pt x="150775" y="257797"/>
                </a:moveTo>
                <a:close/>
              </a:path>
              <a:path w="878204" h="692150">
                <a:moveTo>
                  <a:pt x="150607" y="258025"/>
                </a:moveTo>
                <a:lnTo>
                  <a:pt x="150775" y="257797"/>
                </a:lnTo>
                <a:lnTo>
                  <a:pt x="150607" y="258025"/>
                </a:lnTo>
                <a:close/>
              </a:path>
              <a:path w="878204" h="692150">
                <a:moveTo>
                  <a:pt x="179019" y="223596"/>
                </a:moveTo>
                <a:lnTo>
                  <a:pt x="157581" y="204711"/>
                </a:lnTo>
                <a:lnTo>
                  <a:pt x="161150" y="200672"/>
                </a:lnTo>
                <a:lnTo>
                  <a:pt x="172872" y="188112"/>
                </a:lnTo>
                <a:lnTo>
                  <a:pt x="177584" y="183299"/>
                </a:lnTo>
                <a:lnTo>
                  <a:pt x="198031" y="203263"/>
                </a:lnTo>
                <a:lnTo>
                  <a:pt x="193319" y="208076"/>
                </a:lnTo>
                <a:lnTo>
                  <a:pt x="182029" y="220179"/>
                </a:lnTo>
                <a:lnTo>
                  <a:pt x="179019" y="223596"/>
                </a:lnTo>
                <a:close/>
              </a:path>
              <a:path w="878204" h="692150">
                <a:moveTo>
                  <a:pt x="193333" y="208076"/>
                </a:moveTo>
                <a:lnTo>
                  <a:pt x="193535" y="207860"/>
                </a:lnTo>
                <a:lnTo>
                  <a:pt x="193333" y="208076"/>
                </a:lnTo>
                <a:close/>
              </a:path>
              <a:path w="878204" h="692150">
                <a:moveTo>
                  <a:pt x="182215" y="219980"/>
                </a:moveTo>
                <a:close/>
              </a:path>
              <a:path w="878204" h="692150">
                <a:moveTo>
                  <a:pt x="182039" y="220179"/>
                </a:moveTo>
                <a:lnTo>
                  <a:pt x="182215" y="219980"/>
                </a:lnTo>
                <a:lnTo>
                  <a:pt x="182039" y="220179"/>
                </a:lnTo>
                <a:close/>
              </a:path>
              <a:path w="878204" h="692150">
                <a:moveTo>
                  <a:pt x="218071" y="183921"/>
                </a:moveTo>
                <a:lnTo>
                  <a:pt x="198666" y="162953"/>
                </a:lnTo>
                <a:lnTo>
                  <a:pt x="201510" y="160324"/>
                </a:lnTo>
                <a:lnTo>
                  <a:pt x="209905" y="152844"/>
                </a:lnTo>
                <a:lnTo>
                  <a:pt x="218427" y="145529"/>
                </a:lnTo>
                <a:lnTo>
                  <a:pt x="220776" y="143598"/>
                </a:lnTo>
                <a:lnTo>
                  <a:pt x="238963" y="165646"/>
                </a:lnTo>
                <a:lnTo>
                  <a:pt x="236830" y="167398"/>
                </a:lnTo>
                <a:lnTo>
                  <a:pt x="228502" y="174536"/>
                </a:lnTo>
                <a:lnTo>
                  <a:pt x="220723" y="181470"/>
                </a:lnTo>
                <a:lnTo>
                  <a:pt x="218071" y="183921"/>
                </a:lnTo>
                <a:close/>
              </a:path>
              <a:path w="878204" h="692150">
                <a:moveTo>
                  <a:pt x="236613" y="167576"/>
                </a:moveTo>
                <a:lnTo>
                  <a:pt x="236816" y="167398"/>
                </a:lnTo>
                <a:lnTo>
                  <a:pt x="236613" y="167576"/>
                </a:lnTo>
                <a:close/>
              </a:path>
              <a:path w="878204" h="692150">
                <a:moveTo>
                  <a:pt x="228598" y="174450"/>
                </a:moveTo>
                <a:close/>
              </a:path>
              <a:path w="878204" h="692150">
                <a:moveTo>
                  <a:pt x="228502" y="174536"/>
                </a:moveTo>
                <a:close/>
              </a:path>
              <a:path w="878204" h="692150">
                <a:moveTo>
                  <a:pt x="220510" y="181660"/>
                </a:moveTo>
                <a:lnTo>
                  <a:pt x="220713" y="181470"/>
                </a:lnTo>
                <a:lnTo>
                  <a:pt x="220510" y="181660"/>
                </a:lnTo>
                <a:close/>
              </a:path>
              <a:path w="878204" h="692150">
                <a:moveTo>
                  <a:pt x="260934" y="148234"/>
                </a:moveTo>
                <a:lnTo>
                  <a:pt x="243598" y="125526"/>
                </a:lnTo>
                <a:lnTo>
                  <a:pt x="244741" y="124663"/>
                </a:lnTo>
                <a:lnTo>
                  <a:pt x="253745" y="118046"/>
                </a:lnTo>
                <a:lnTo>
                  <a:pt x="262877" y="111607"/>
                </a:lnTo>
                <a:lnTo>
                  <a:pt x="267512" y="108470"/>
                </a:lnTo>
                <a:lnTo>
                  <a:pt x="283552" y="132118"/>
                </a:lnTo>
                <a:lnTo>
                  <a:pt x="278904" y="135267"/>
                </a:lnTo>
                <a:lnTo>
                  <a:pt x="270464" y="141236"/>
                </a:lnTo>
                <a:lnTo>
                  <a:pt x="261645" y="147688"/>
                </a:lnTo>
                <a:lnTo>
                  <a:pt x="260934" y="148234"/>
                </a:lnTo>
                <a:close/>
              </a:path>
              <a:path w="878204" h="692150">
                <a:moveTo>
                  <a:pt x="278917" y="135267"/>
                </a:moveTo>
                <a:lnTo>
                  <a:pt x="279133" y="135115"/>
                </a:lnTo>
                <a:lnTo>
                  <a:pt x="278917" y="135267"/>
                </a:lnTo>
                <a:close/>
              </a:path>
              <a:path w="878204" h="692150">
                <a:moveTo>
                  <a:pt x="270230" y="141401"/>
                </a:moveTo>
                <a:lnTo>
                  <a:pt x="270446" y="141236"/>
                </a:lnTo>
                <a:lnTo>
                  <a:pt x="270230" y="141401"/>
                </a:lnTo>
                <a:close/>
              </a:path>
              <a:path w="878204" h="692150">
                <a:moveTo>
                  <a:pt x="261659" y="147688"/>
                </a:moveTo>
                <a:lnTo>
                  <a:pt x="261861" y="147535"/>
                </a:lnTo>
                <a:lnTo>
                  <a:pt x="261659" y="147688"/>
                </a:lnTo>
                <a:close/>
              </a:path>
              <a:path w="878204" h="692150">
                <a:moveTo>
                  <a:pt x="306908" y="117093"/>
                </a:moveTo>
                <a:lnTo>
                  <a:pt x="292214" y="92582"/>
                </a:lnTo>
                <a:lnTo>
                  <a:pt x="300481" y="87642"/>
                </a:lnTo>
                <a:lnTo>
                  <a:pt x="310146" y="82080"/>
                </a:lnTo>
                <a:lnTo>
                  <a:pt x="317436" y="78066"/>
                </a:lnTo>
                <a:lnTo>
                  <a:pt x="331216" y="103111"/>
                </a:lnTo>
                <a:lnTo>
                  <a:pt x="324179" y="106984"/>
                </a:lnTo>
                <a:lnTo>
                  <a:pt x="314718" y="112407"/>
                </a:lnTo>
                <a:lnTo>
                  <a:pt x="306908" y="117093"/>
                </a:lnTo>
                <a:close/>
              </a:path>
              <a:path w="878204" h="692150">
                <a:moveTo>
                  <a:pt x="323926" y="107124"/>
                </a:moveTo>
                <a:lnTo>
                  <a:pt x="324154" y="106984"/>
                </a:lnTo>
                <a:lnTo>
                  <a:pt x="323926" y="107124"/>
                </a:lnTo>
                <a:close/>
              </a:path>
              <a:path w="878204" h="692150">
                <a:moveTo>
                  <a:pt x="314735" y="112407"/>
                </a:moveTo>
                <a:lnTo>
                  <a:pt x="314947" y="112280"/>
                </a:lnTo>
                <a:lnTo>
                  <a:pt x="314735" y="112407"/>
                </a:lnTo>
                <a:close/>
              </a:path>
              <a:path w="878204" h="692150">
                <a:moveTo>
                  <a:pt x="355942" y="90423"/>
                </a:moveTo>
                <a:lnTo>
                  <a:pt x="343547" y="64668"/>
                </a:lnTo>
                <a:lnTo>
                  <a:pt x="349808" y="61658"/>
                </a:lnTo>
                <a:lnTo>
                  <a:pt x="359968" y="56997"/>
                </a:lnTo>
                <a:lnTo>
                  <a:pt x="370255" y="52501"/>
                </a:lnTo>
                <a:lnTo>
                  <a:pt x="381204" y="78803"/>
                </a:lnTo>
                <a:lnTo>
                  <a:pt x="371411" y="83184"/>
                </a:lnTo>
                <a:lnTo>
                  <a:pt x="361983" y="87515"/>
                </a:lnTo>
                <a:lnTo>
                  <a:pt x="355942" y="90423"/>
                </a:lnTo>
                <a:close/>
              </a:path>
              <a:path w="878204" h="692150">
                <a:moveTo>
                  <a:pt x="371431" y="83184"/>
                </a:moveTo>
                <a:lnTo>
                  <a:pt x="371652" y="83083"/>
                </a:lnTo>
                <a:lnTo>
                  <a:pt x="371431" y="83184"/>
                </a:lnTo>
                <a:close/>
              </a:path>
              <a:path w="878204" h="692150">
                <a:moveTo>
                  <a:pt x="361734" y="87629"/>
                </a:moveTo>
                <a:lnTo>
                  <a:pt x="361962" y="87515"/>
                </a:lnTo>
                <a:lnTo>
                  <a:pt x="361734" y="87629"/>
                </a:lnTo>
                <a:close/>
              </a:path>
              <a:path w="878204" h="692150">
                <a:moveTo>
                  <a:pt x="407301" y="68503"/>
                </a:moveTo>
                <a:lnTo>
                  <a:pt x="397268" y="41744"/>
                </a:lnTo>
                <a:lnTo>
                  <a:pt x="401472" y="40170"/>
                </a:lnTo>
                <a:lnTo>
                  <a:pt x="412051" y="36423"/>
                </a:lnTo>
                <a:lnTo>
                  <a:pt x="422719" y="32842"/>
                </a:lnTo>
                <a:lnTo>
                  <a:pt x="424980" y="32130"/>
                </a:lnTo>
                <a:lnTo>
                  <a:pt x="433590" y="59385"/>
                </a:lnTo>
                <a:lnTo>
                  <a:pt x="431317" y="60096"/>
                </a:lnTo>
                <a:lnTo>
                  <a:pt x="421131" y="63512"/>
                </a:lnTo>
                <a:lnTo>
                  <a:pt x="411027" y="67106"/>
                </a:lnTo>
                <a:lnTo>
                  <a:pt x="407301" y="68503"/>
                </a:lnTo>
                <a:close/>
              </a:path>
              <a:path w="878204" h="692150">
                <a:moveTo>
                  <a:pt x="431526" y="60030"/>
                </a:moveTo>
                <a:close/>
              </a:path>
              <a:path w="878204" h="692150">
                <a:moveTo>
                  <a:pt x="431331" y="60096"/>
                </a:moveTo>
                <a:lnTo>
                  <a:pt x="431526" y="60030"/>
                </a:lnTo>
                <a:lnTo>
                  <a:pt x="431331" y="60096"/>
                </a:lnTo>
                <a:close/>
              </a:path>
              <a:path w="878204" h="692150">
                <a:moveTo>
                  <a:pt x="421158" y="63512"/>
                </a:moveTo>
                <a:lnTo>
                  <a:pt x="421373" y="63436"/>
                </a:lnTo>
                <a:lnTo>
                  <a:pt x="421158" y="63512"/>
                </a:lnTo>
                <a:close/>
              </a:path>
              <a:path w="878204" h="692150">
                <a:moveTo>
                  <a:pt x="411100" y="67079"/>
                </a:moveTo>
                <a:lnTo>
                  <a:pt x="411264" y="67017"/>
                </a:lnTo>
                <a:lnTo>
                  <a:pt x="411100" y="67079"/>
                </a:lnTo>
                <a:close/>
              </a:path>
              <a:path w="878204" h="692150">
                <a:moveTo>
                  <a:pt x="411027" y="67106"/>
                </a:moveTo>
                <a:close/>
              </a:path>
              <a:path w="878204" h="692150">
                <a:moveTo>
                  <a:pt x="460502" y="51396"/>
                </a:moveTo>
                <a:lnTo>
                  <a:pt x="452856" y="23863"/>
                </a:lnTo>
                <a:lnTo>
                  <a:pt x="455168" y="23228"/>
                </a:lnTo>
                <a:lnTo>
                  <a:pt x="466128" y="20383"/>
                </a:lnTo>
                <a:lnTo>
                  <a:pt x="477164" y="17729"/>
                </a:lnTo>
                <a:lnTo>
                  <a:pt x="481291" y="16802"/>
                </a:lnTo>
                <a:lnTo>
                  <a:pt x="487514" y="44691"/>
                </a:lnTo>
                <a:lnTo>
                  <a:pt x="483670" y="45554"/>
                </a:lnTo>
                <a:lnTo>
                  <a:pt x="472833" y="48158"/>
                </a:lnTo>
                <a:lnTo>
                  <a:pt x="462343" y="50888"/>
                </a:lnTo>
                <a:lnTo>
                  <a:pt x="460502" y="51396"/>
                </a:lnTo>
                <a:close/>
              </a:path>
              <a:path w="878204" h="692150">
                <a:moveTo>
                  <a:pt x="483387" y="45618"/>
                </a:moveTo>
                <a:lnTo>
                  <a:pt x="483628" y="45554"/>
                </a:lnTo>
                <a:lnTo>
                  <a:pt x="483387" y="45618"/>
                </a:lnTo>
                <a:close/>
              </a:path>
              <a:path w="878204" h="692150">
                <a:moveTo>
                  <a:pt x="472878" y="48158"/>
                </a:moveTo>
                <a:lnTo>
                  <a:pt x="473075" y="48107"/>
                </a:lnTo>
                <a:lnTo>
                  <a:pt x="472878" y="48158"/>
                </a:lnTo>
                <a:close/>
              </a:path>
              <a:path w="878204" h="692150">
                <a:moveTo>
                  <a:pt x="462521" y="50842"/>
                </a:moveTo>
                <a:close/>
              </a:path>
              <a:path w="878204" h="692150">
                <a:moveTo>
                  <a:pt x="462353" y="50888"/>
                </a:moveTo>
                <a:lnTo>
                  <a:pt x="462521" y="50842"/>
                </a:lnTo>
                <a:lnTo>
                  <a:pt x="462353" y="50888"/>
                </a:lnTo>
                <a:close/>
              </a:path>
              <a:path w="878204" h="692150">
                <a:moveTo>
                  <a:pt x="515048" y="39103"/>
                </a:moveTo>
                <a:lnTo>
                  <a:pt x="509778" y="11023"/>
                </a:lnTo>
                <a:lnTo>
                  <a:pt x="510654" y="10858"/>
                </a:lnTo>
                <a:lnTo>
                  <a:pt x="521931" y="8940"/>
                </a:lnTo>
                <a:lnTo>
                  <a:pt x="533285" y="7200"/>
                </a:lnTo>
                <a:lnTo>
                  <a:pt x="538708" y="6464"/>
                </a:lnTo>
                <a:lnTo>
                  <a:pt x="542556" y="34785"/>
                </a:lnTo>
                <a:lnTo>
                  <a:pt x="537414" y="35483"/>
                </a:lnTo>
                <a:lnTo>
                  <a:pt x="526267" y="37185"/>
                </a:lnTo>
                <a:lnTo>
                  <a:pt x="515442" y="39027"/>
                </a:lnTo>
                <a:lnTo>
                  <a:pt x="515048" y="39103"/>
                </a:lnTo>
                <a:close/>
              </a:path>
              <a:path w="878204" h="692150">
                <a:moveTo>
                  <a:pt x="537133" y="35521"/>
                </a:moveTo>
                <a:lnTo>
                  <a:pt x="537362" y="35483"/>
                </a:lnTo>
                <a:lnTo>
                  <a:pt x="537133" y="35521"/>
                </a:lnTo>
                <a:close/>
              </a:path>
              <a:path w="878204" h="692150">
                <a:moveTo>
                  <a:pt x="526309" y="37178"/>
                </a:moveTo>
                <a:lnTo>
                  <a:pt x="526491" y="37147"/>
                </a:lnTo>
                <a:lnTo>
                  <a:pt x="526309" y="37178"/>
                </a:lnTo>
                <a:close/>
              </a:path>
              <a:path w="878204" h="692150">
                <a:moveTo>
                  <a:pt x="526267" y="37185"/>
                </a:moveTo>
                <a:close/>
              </a:path>
              <a:path w="878204" h="692150">
                <a:moveTo>
                  <a:pt x="515471" y="39027"/>
                </a:moveTo>
                <a:lnTo>
                  <a:pt x="515683" y="38988"/>
                </a:lnTo>
                <a:lnTo>
                  <a:pt x="515471" y="39027"/>
                </a:lnTo>
                <a:close/>
              </a:path>
              <a:path w="878204" h="692150">
                <a:moveTo>
                  <a:pt x="570242" y="31572"/>
                </a:moveTo>
                <a:lnTo>
                  <a:pt x="567791" y="3098"/>
                </a:lnTo>
                <a:lnTo>
                  <a:pt x="579196" y="2133"/>
                </a:lnTo>
                <a:lnTo>
                  <a:pt x="590791" y="1333"/>
                </a:lnTo>
                <a:lnTo>
                  <a:pt x="596760" y="1015"/>
                </a:lnTo>
                <a:lnTo>
                  <a:pt x="598271" y="29552"/>
                </a:lnTo>
                <a:lnTo>
                  <a:pt x="592347" y="29857"/>
                </a:lnTo>
                <a:lnTo>
                  <a:pt x="581164" y="30632"/>
                </a:lnTo>
                <a:lnTo>
                  <a:pt x="570242" y="31572"/>
                </a:lnTo>
                <a:close/>
              </a:path>
              <a:path w="878204" h="692150">
                <a:moveTo>
                  <a:pt x="592474" y="29848"/>
                </a:moveTo>
                <a:close/>
              </a:path>
              <a:path w="878204" h="692150">
                <a:moveTo>
                  <a:pt x="592347" y="29857"/>
                </a:moveTo>
                <a:close/>
              </a:path>
              <a:path w="878204" h="692150">
                <a:moveTo>
                  <a:pt x="581244" y="30632"/>
                </a:moveTo>
                <a:lnTo>
                  <a:pt x="581393" y="30619"/>
                </a:lnTo>
                <a:lnTo>
                  <a:pt x="581244" y="30632"/>
                </a:lnTo>
                <a:close/>
              </a:path>
              <a:path w="878204" h="692150">
                <a:moveTo>
                  <a:pt x="626135" y="28625"/>
                </a:moveTo>
                <a:lnTo>
                  <a:pt x="626008" y="50"/>
                </a:lnTo>
                <a:lnTo>
                  <a:pt x="637400" y="0"/>
                </a:lnTo>
                <a:lnTo>
                  <a:pt x="649427" y="152"/>
                </a:lnTo>
                <a:lnTo>
                  <a:pt x="655040" y="304"/>
                </a:lnTo>
                <a:lnTo>
                  <a:pt x="654261" y="28575"/>
                </a:lnTo>
                <a:lnTo>
                  <a:pt x="637285" y="28575"/>
                </a:lnTo>
                <a:lnTo>
                  <a:pt x="626135" y="28625"/>
                </a:lnTo>
                <a:close/>
              </a:path>
              <a:path w="878204" h="692150">
                <a:moveTo>
                  <a:pt x="637347" y="28575"/>
                </a:moveTo>
                <a:lnTo>
                  <a:pt x="637514" y="28575"/>
                </a:lnTo>
                <a:lnTo>
                  <a:pt x="637347" y="28575"/>
                </a:lnTo>
                <a:close/>
              </a:path>
              <a:path w="878204" h="692150">
                <a:moveTo>
                  <a:pt x="654253" y="28867"/>
                </a:moveTo>
                <a:lnTo>
                  <a:pt x="648639" y="28714"/>
                </a:lnTo>
                <a:lnTo>
                  <a:pt x="648868" y="28714"/>
                </a:lnTo>
                <a:lnTo>
                  <a:pt x="637347" y="28575"/>
                </a:lnTo>
                <a:lnTo>
                  <a:pt x="637514" y="28575"/>
                </a:lnTo>
                <a:lnTo>
                  <a:pt x="654261" y="28575"/>
                </a:lnTo>
                <a:lnTo>
                  <a:pt x="654253" y="28867"/>
                </a:lnTo>
                <a:close/>
              </a:path>
              <a:path w="878204" h="692150">
                <a:moveTo>
                  <a:pt x="710386" y="30213"/>
                </a:moveTo>
                <a:lnTo>
                  <a:pt x="682891" y="30200"/>
                </a:lnTo>
                <a:lnTo>
                  <a:pt x="682332" y="30175"/>
                </a:lnTo>
                <a:lnTo>
                  <a:pt x="684034" y="1650"/>
                </a:lnTo>
                <a:lnTo>
                  <a:pt x="696976" y="2603"/>
                </a:lnTo>
                <a:lnTo>
                  <a:pt x="708926" y="3695"/>
                </a:lnTo>
                <a:lnTo>
                  <a:pt x="713181" y="4152"/>
                </a:lnTo>
                <a:lnTo>
                  <a:pt x="710386" y="30213"/>
                </a:lnTo>
                <a:close/>
              </a:path>
              <a:path w="878204" h="692150">
                <a:moveTo>
                  <a:pt x="710180" y="32130"/>
                </a:moveTo>
                <a:lnTo>
                  <a:pt x="706119" y="32130"/>
                </a:lnTo>
                <a:lnTo>
                  <a:pt x="694385" y="31064"/>
                </a:lnTo>
                <a:lnTo>
                  <a:pt x="682951" y="30205"/>
                </a:lnTo>
                <a:lnTo>
                  <a:pt x="683120" y="30213"/>
                </a:lnTo>
                <a:lnTo>
                  <a:pt x="710386" y="30213"/>
                </a:lnTo>
                <a:lnTo>
                  <a:pt x="710180" y="32130"/>
                </a:lnTo>
                <a:close/>
              </a:path>
              <a:path w="878204" h="692150">
                <a:moveTo>
                  <a:pt x="710133" y="32575"/>
                </a:moveTo>
                <a:lnTo>
                  <a:pt x="705891" y="32118"/>
                </a:lnTo>
                <a:lnTo>
                  <a:pt x="706119" y="32130"/>
                </a:lnTo>
                <a:lnTo>
                  <a:pt x="710180" y="32130"/>
                </a:lnTo>
                <a:lnTo>
                  <a:pt x="710133" y="32575"/>
                </a:lnTo>
                <a:close/>
              </a:path>
              <a:path w="878204" h="692150">
                <a:moveTo>
                  <a:pt x="766364" y="36398"/>
                </a:moveTo>
                <a:lnTo>
                  <a:pt x="740791" y="36398"/>
                </a:lnTo>
                <a:lnTo>
                  <a:pt x="738047" y="36017"/>
                </a:lnTo>
                <a:lnTo>
                  <a:pt x="741972" y="7721"/>
                </a:lnTo>
                <a:lnTo>
                  <a:pt x="744931" y="8127"/>
                </a:lnTo>
                <a:lnTo>
                  <a:pt x="756970" y="9982"/>
                </a:lnTo>
                <a:lnTo>
                  <a:pt x="769023" y="12039"/>
                </a:lnTo>
                <a:lnTo>
                  <a:pt x="770826" y="12382"/>
                </a:lnTo>
                <a:lnTo>
                  <a:pt x="766364" y="36398"/>
                </a:lnTo>
                <a:close/>
              </a:path>
              <a:path w="878204" h="692150">
                <a:moveTo>
                  <a:pt x="766031" y="38188"/>
                </a:moveTo>
                <a:lnTo>
                  <a:pt x="752398" y="38188"/>
                </a:lnTo>
                <a:lnTo>
                  <a:pt x="740575" y="36372"/>
                </a:lnTo>
                <a:lnTo>
                  <a:pt x="740791" y="36398"/>
                </a:lnTo>
                <a:lnTo>
                  <a:pt x="766364" y="36398"/>
                </a:lnTo>
                <a:lnTo>
                  <a:pt x="766031" y="38188"/>
                </a:lnTo>
                <a:close/>
              </a:path>
              <a:path w="878204" h="692150">
                <a:moveTo>
                  <a:pt x="765663" y="40170"/>
                </a:moveTo>
                <a:lnTo>
                  <a:pt x="764019" y="40170"/>
                </a:lnTo>
                <a:lnTo>
                  <a:pt x="752182" y="38163"/>
                </a:lnTo>
                <a:lnTo>
                  <a:pt x="752398" y="38188"/>
                </a:lnTo>
                <a:lnTo>
                  <a:pt x="766031" y="38188"/>
                </a:lnTo>
                <a:lnTo>
                  <a:pt x="765663" y="40170"/>
                </a:lnTo>
                <a:close/>
              </a:path>
              <a:path w="878204" h="692150">
                <a:moveTo>
                  <a:pt x="765606" y="40474"/>
                </a:moveTo>
                <a:lnTo>
                  <a:pt x="763876" y="40145"/>
                </a:lnTo>
                <a:lnTo>
                  <a:pt x="764019" y="40170"/>
                </a:lnTo>
                <a:lnTo>
                  <a:pt x="765663" y="40170"/>
                </a:lnTo>
                <a:lnTo>
                  <a:pt x="765606" y="40474"/>
                </a:lnTo>
                <a:close/>
              </a:path>
              <a:path w="878204" h="692150">
                <a:moveTo>
                  <a:pt x="821206" y="49961"/>
                </a:moveTo>
                <a:lnTo>
                  <a:pt x="810641" y="49961"/>
                </a:lnTo>
                <a:lnTo>
                  <a:pt x="798753" y="47180"/>
                </a:lnTo>
                <a:lnTo>
                  <a:pt x="793203" y="45973"/>
                </a:lnTo>
                <a:lnTo>
                  <a:pt x="799274" y="18059"/>
                </a:lnTo>
                <a:lnTo>
                  <a:pt x="805256" y="19354"/>
                </a:lnTo>
                <a:lnTo>
                  <a:pt x="817346" y="22186"/>
                </a:lnTo>
                <a:lnTo>
                  <a:pt x="827506" y="24726"/>
                </a:lnTo>
                <a:lnTo>
                  <a:pt x="821206" y="49961"/>
                </a:lnTo>
                <a:close/>
              </a:path>
              <a:path w="878204" h="692150">
                <a:moveTo>
                  <a:pt x="820585" y="52450"/>
                </a:moveTo>
                <a:lnTo>
                  <a:pt x="810442" y="49915"/>
                </a:lnTo>
                <a:lnTo>
                  <a:pt x="810641" y="49961"/>
                </a:lnTo>
                <a:lnTo>
                  <a:pt x="821206" y="49961"/>
                </a:lnTo>
                <a:lnTo>
                  <a:pt x="820585" y="52450"/>
                </a:lnTo>
                <a:close/>
              </a:path>
              <a:path w="878204" h="692150">
                <a:moveTo>
                  <a:pt x="870231" y="62763"/>
                </a:moveTo>
                <a:lnTo>
                  <a:pt x="857360" y="62754"/>
                </a:lnTo>
                <a:lnTo>
                  <a:pt x="847521" y="59829"/>
                </a:lnTo>
                <a:lnTo>
                  <a:pt x="855687" y="32448"/>
                </a:lnTo>
                <a:lnTo>
                  <a:pt x="865746" y="35445"/>
                </a:lnTo>
                <a:lnTo>
                  <a:pt x="877646" y="39179"/>
                </a:lnTo>
                <a:lnTo>
                  <a:pt x="870231" y="62763"/>
                </a:lnTo>
                <a:close/>
              </a:path>
              <a:path w="878204" h="692150">
                <a:moveTo>
                  <a:pt x="869073" y="66446"/>
                </a:moveTo>
                <a:lnTo>
                  <a:pt x="857359" y="62754"/>
                </a:lnTo>
                <a:lnTo>
                  <a:pt x="870231" y="62763"/>
                </a:lnTo>
                <a:lnTo>
                  <a:pt x="869073" y="6644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181223" y="4515726"/>
            <a:ext cx="1027430" cy="515620"/>
          </a:xfrm>
          <a:custGeom>
            <a:avLst/>
            <a:gdLst/>
            <a:ahLst/>
            <a:cxnLst/>
            <a:rect l="l" t="t" r="r" b="b"/>
            <a:pathLst>
              <a:path w="1027429" h="515620">
                <a:moveTo>
                  <a:pt x="27800" y="515404"/>
                </a:moveTo>
                <a:lnTo>
                  <a:pt x="0" y="508812"/>
                </a:lnTo>
                <a:lnTo>
                  <a:pt x="4343" y="490512"/>
                </a:lnTo>
                <a:lnTo>
                  <a:pt x="6921" y="480733"/>
                </a:lnTo>
                <a:lnTo>
                  <a:pt x="34543" y="488010"/>
                </a:lnTo>
                <a:lnTo>
                  <a:pt x="31973" y="497801"/>
                </a:lnTo>
                <a:lnTo>
                  <a:pt x="27800" y="515404"/>
                </a:lnTo>
                <a:close/>
              </a:path>
              <a:path w="1027429" h="515620">
                <a:moveTo>
                  <a:pt x="32042" y="497511"/>
                </a:moveTo>
                <a:close/>
              </a:path>
              <a:path w="1027429" h="515620">
                <a:moveTo>
                  <a:pt x="31973" y="497801"/>
                </a:moveTo>
                <a:lnTo>
                  <a:pt x="32042" y="497511"/>
                </a:lnTo>
                <a:lnTo>
                  <a:pt x="31973" y="497801"/>
                </a:lnTo>
                <a:close/>
              </a:path>
              <a:path w="1027429" h="515620">
                <a:moveTo>
                  <a:pt x="42163" y="461213"/>
                </a:moveTo>
                <a:lnTo>
                  <a:pt x="14935" y="452564"/>
                </a:lnTo>
                <a:lnTo>
                  <a:pt x="19875" y="437019"/>
                </a:lnTo>
                <a:lnTo>
                  <a:pt x="23990" y="425081"/>
                </a:lnTo>
                <a:lnTo>
                  <a:pt x="51003" y="434416"/>
                </a:lnTo>
                <a:lnTo>
                  <a:pt x="46893" y="446341"/>
                </a:lnTo>
                <a:lnTo>
                  <a:pt x="42163" y="461213"/>
                </a:lnTo>
                <a:close/>
              </a:path>
              <a:path w="1027429" h="515620">
                <a:moveTo>
                  <a:pt x="46955" y="446147"/>
                </a:moveTo>
                <a:lnTo>
                  <a:pt x="47002" y="445998"/>
                </a:lnTo>
                <a:lnTo>
                  <a:pt x="46955" y="446147"/>
                </a:lnTo>
                <a:close/>
              </a:path>
              <a:path w="1027429" h="515620">
                <a:moveTo>
                  <a:pt x="46893" y="446341"/>
                </a:moveTo>
                <a:lnTo>
                  <a:pt x="46955" y="446147"/>
                </a:lnTo>
                <a:lnTo>
                  <a:pt x="46893" y="446341"/>
                </a:lnTo>
                <a:close/>
              </a:path>
              <a:path w="1027429" h="515620">
                <a:moveTo>
                  <a:pt x="60756" y="408330"/>
                </a:moveTo>
                <a:lnTo>
                  <a:pt x="34264" y="397649"/>
                </a:lnTo>
                <a:lnTo>
                  <a:pt x="39077" y="385711"/>
                </a:lnTo>
                <a:lnTo>
                  <a:pt x="45478" y="370966"/>
                </a:lnTo>
                <a:lnTo>
                  <a:pt x="71691" y="382333"/>
                </a:lnTo>
                <a:lnTo>
                  <a:pt x="65297" y="397078"/>
                </a:lnTo>
                <a:lnTo>
                  <a:pt x="60756" y="408330"/>
                </a:lnTo>
                <a:close/>
              </a:path>
              <a:path w="1027429" h="515620">
                <a:moveTo>
                  <a:pt x="65382" y="396867"/>
                </a:moveTo>
                <a:close/>
              </a:path>
              <a:path w="1027429" h="515620">
                <a:moveTo>
                  <a:pt x="65297" y="397078"/>
                </a:moveTo>
                <a:lnTo>
                  <a:pt x="65382" y="396867"/>
                </a:lnTo>
                <a:lnTo>
                  <a:pt x="65297" y="397078"/>
                </a:lnTo>
                <a:close/>
              </a:path>
              <a:path w="1027429" h="515620">
                <a:moveTo>
                  <a:pt x="83604" y="357174"/>
                </a:moveTo>
                <a:lnTo>
                  <a:pt x="58000" y="344462"/>
                </a:lnTo>
                <a:lnTo>
                  <a:pt x="61823" y="336803"/>
                </a:lnTo>
                <a:lnTo>
                  <a:pt x="70167" y="321055"/>
                </a:lnTo>
                <a:lnTo>
                  <a:pt x="71615" y="318490"/>
                </a:lnTo>
                <a:lnTo>
                  <a:pt x="96507" y="332536"/>
                </a:lnTo>
                <a:lnTo>
                  <a:pt x="95062" y="335102"/>
                </a:lnTo>
                <a:lnTo>
                  <a:pt x="87072" y="350177"/>
                </a:lnTo>
                <a:lnTo>
                  <a:pt x="83604" y="357174"/>
                </a:lnTo>
                <a:close/>
              </a:path>
              <a:path w="1027429" h="515620">
                <a:moveTo>
                  <a:pt x="95105" y="335021"/>
                </a:moveTo>
                <a:lnTo>
                  <a:pt x="95237" y="334771"/>
                </a:lnTo>
                <a:lnTo>
                  <a:pt x="95105" y="335021"/>
                </a:lnTo>
                <a:close/>
              </a:path>
              <a:path w="1027429" h="515620">
                <a:moveTo>
                  <a:pt x="95062" y="335102"/>
                </a:moveTo>
                <a:close/>
              </a:path>
              <a:path w="1027429" h="515620">
                <a:moveTo>
                  <a:pt x="87093" y="350135"/>
                </a:moveTo>
                <a:lnTo>
                  <a:pt x="87236" y="349846"/>
                </a:lnTo>
                <a:lnTo>
                  <a:pt x="87093" y="350135"/>
                </a:lnTo>
                <a:close/>
              </a:path>
              <a:path w="1027429" h="515620">
                <a:moveTo>
                  <a:pt x="87072" y="350177"/>
                </a:moveTo>
                <a:close/>
              </a:path>
              <a:path w="1027429" h="515620">
                <a:moveTo>
                  <a:pt x="110667" y="308152"/>
                </a:moveTo>
                <a:lnTo>
                  <a:pt x="86169" y="293458"/>
                </a:lnTo>
                <a:lnTo>
                  <a:pt x="87985" y="290449"/>
                </a:lnTo>
                <a:lnTo>
                  <a:pt x="97434" y="275602"/>
                </a:lnTo>
                <a:lnTo>
                  <a:pt x="102031" y="268795"/>
                </a:lnTo>
                <a:lnTo>
                  <a:pt x="125717" y="284772"/>
                </a:lnTo>
                <a:lnTo>
                  <a:pt x="121119" y="291579"/>
                </a:lnTo>
                <a:lnTo>
                  <a:pt x="112292" y="305473"/>
                </a:lnTo>
                <a:lnTo>
                  <a:pt x="110667" y="308152"/>
                </a:lnTo>
                <a:close/>
              </a:path>
              <a:path w="1027429" h="515620">
                <a:moveTo>
                  <a:pt x="121133" y="291579"/>
                </a:moveTo>
                <a:lnTo>
                  <a:pt x="121335" y="291261"/>
                </a:lnTo>
                <a:lnTo>
                  <a:pt x="121133" y="291579"/>
                </a:lnTo>
                <a:close/>
              </a:path>
              <a:path w="1027429" h="515620">
                <a:moveTo>
                  <a:pt x="112090" y="305790"/>
                </a:moveTo>
                <a:lnTo>
                  <a:pt x="112280" y="305473"/>
                </a:lnTo>
                <a:lnTo>
                  <a:pt x="112090" y="305790"/>
                </a:lnTo>
                <a:close/>
              </a:path>
              <a:path w="1027429" h="515620">
                <a:moveTo>
                  <a:pt x="141744" y="262064"/>
                </a:moveTo>
                <a:lnTo>
                  <a:pt x="118960" y="244817"/>
                </a:lnTo>
                <a:lnTo>
                  <a:pt x="127965" y="232943"/>
                </a:lnTo>
                <a:lnTo>
                  <a:pt x="136753" y="221957"/>
                </a:lnTo>
                <a:lnTo>
                  <a:pt x="159054" y="239826"/>
                </a:lnTo>
                <a:lnTo>
                  <a:pt x="150266" y="250799"/>
                </a:lnTo>
                <a:lnTo>
                  <a:pt x="141744" y="262064"/>
                </a:lnTo>
                <a:close/>
              </a:path>
              <a:path w="1027429" h="515620">
                <a:moveTo>
                  <a:pt x="150458" y="250559"/>
                </a:moveTo>
                <a:close/>
              </a:path>
              <a:path w="1027429" h="515620">
                <a:moveTo>
                  <a:pt x="150276" y="250799"/>
                </a:moveTo>
                <a:lnTo>
                  <a:pt x="150458" y="250559"/>
                </a:lnTo>
                <a:lnTo>
                  <a:pt x="150276" y="250799"/>
                </a:lnTo>
                <a:close/>
              </a:path>
              <a:path w="1027429" h="515620">
                <a:moveTo>
                  <a:pt x="177139" y="218744"/>
                </a:moveTo>
                <a:lnTo>
                  <a:pt x="155867" y="199669"/>
                </a:lnTo>
                <a:lnTo>
                  <a:pt x="161340" y="193548"/>
                </a:lnTo>
                <a:lnTo>
                  <a:pt x="173507" y="180720"/>
                </a:lnTo>
                <a:lnTo>
                  <a:pt x="175971" y="178257"/>
                </a:lnTo>
                <a:lnTo>
                  <a:pt x="196151" y="198500"/>
                </a:lnTo>
                <a:lnTo>
                  <a:pt x="193690" y="200952"/>
                </a:lnTo>
                <a:lnTo>
                  <a:pt x="182364" y="212915"/>
                </a:lnTo>
                <a:lnTo>
                  <a:pt x="177139" y="218744"/>
                </a:lnTo>
                <a:close/>
              </a:path>
              <a:path w="1027429" h="515620">
                <a:moveTo>
                  <a:pt x="193735" y="200904"/>
                </a:moveTo>
                <a:lnTo>
                  <a:pt x="193967" y="200660"/>
                </a:lnTo>
                <a:lnTo>
                  <a:pt x="193735" y="200904"/>
                </a:lnTo>
                <a:close/>
              </a:path>
              <a:path w="1027429" h="515620">
                <a:moveTo>
                  <a:pt x="193690" y="200952"/>
                </a:moveTo>
                <a:close/>
              </a:path>
              <a:path w="1027429" h="515620">
                <a:moveTo>
                  <a:pt x="182450" y="212819"/>
                </a:moveTo>
                <a:lnTo>
                  <a:pt x="182625" y="212623"/>
                </a:lnTo>
                <a:lnTo>
                  <a:pt x="182450" y="212819"/>
                </a:lnTo>
                <a:close/>
              </a:path>
              <a:path w="1027429" h="515620">
                <a:moveTo>
                  <a:pt x="182364" y="212915"/>
                </a:moveTo>
                <a:close/>
              </a:path>
              <a:path w="1027429" h="515620">
                <a:moveTo>
                  <a:pt x="216395" y="178904"/>
                </a:moveTo>
                <a:lnTo>
                  <a:pt x="196799" y="158114"/>
                </a:lnTo>
                <a:lnTo>
                  <a:pt x="197967" y="156997"/>
                </a:lnTo>
                <a:lnTo>
                  <a:pt x="211137" y="145287"/>
                </a:lnTo>
                <a:lnTo>
                  <a:pt x="218909" y="138760"/>
                </a:lnTo>
                <a:lnTo>
                  <a:pt x="237286" y="160629"/>
                </a:lnTo>
                <a:lnTo>
                  <a:pt x="229514" y="167157"/>
                </a:lnTo>
                <a:lnTo>
                  <a:pt x="217271" y="178066"/>
                </a:lnTo>
                <a:lnTo>
                  <a:pt x="216395" y="178904"/>
                </a:lnTo>
                <a:close/>
              </a:path>
              <a:path w="1027429" h="515620">
                <a:moveTo>
                  <a:pt x="229831" y="166891"/>
                </a:moveTo>
                <a:close/>
              </a:path>
              <a:path w="1027429" h="515620">
                <a:moveTo>
                  <a:pt x="229532" y="167157"/>
                </a:moveTo>
                <a:lnTo>
                  <a:pt x="229831" y="166891"/>
                </a:lnTo>
                <a:lnTo>
                  <a:pt x="229532" y="167157"/>
                </a:lnTo>
                <a:close/>
              </a:path>
              <a:path w="1027429" h="515620">
                <a:moveTo>
                  <a:pt x="217291" y="178066"/>
                </a:moveTo>
                <a:lnTo>
                  <a:pt x="217576" y="177800"/>
                </a:lnTo>
                <a:lnTo>
                  <a:pt x="217291" y="178066"/>
                </a:lnTo>
                <a:close/>
              </a:path>
              <a:path w="1027429" h="515620">
                <a:moveTo>
                  <a:pt x="259003" y="143370"/>
                </a:moveTo>
                <a:lnTo>
                  <a:pt x="241909" y="120472"/>
                </a:lnTo>
                <a:lnTo>
                  <a:pt x="251587" y="113245"/>
                </a:lnTo>
                <a:lnTo>
                  <a:pt x="265772" y="103289"/>
                </a:lnTo>
                <a:lnTo>
                  <a:pt x="281411" y="126974"/>
                </a:lnTo>
                <a:lnTo>
                  <a:pt x="281436" y="127203"/>
                </a:lnTo>
                <a:lnTo>
                  <a:pt x="268028" y="136626"/>
                </a:lnTo>
                <a:lnTo>
                  <a:pt x="259003" y="143370"/>
                </a:lnTo>
                <a:close/>
              </a:path>
              <a:path w="1027429" h="515620">
                <a:moveTo>
                  <a:pt x="281599" y="127088"/>
                </a:moveTo>
                <a:lnTo>
                  <a:pt x="281762" y="126974"/>
                </a:lnTo>
                <a:lnTo>
                  <a:pt x="281599" y="127088"/>
                </a:lnTo>
                <a:close/>
              </a:path>
              <a:path w="1027429" h="515620">
                <a:moveTo>
                  <a:pt x="281520" y="127138"/>
                </a:moveTo>
                <a:close/>
              </a:path>
              <a:path w="1027429" h="515620">
                <a:moveTo>
                  <a:pt x="281527" y="127139"/>
                </a:moveTo>
                <a:close/>
              </a:path>
              <a:path w="1027429" h="515620">
                <a:moveTo>
                  <a:pt x="281436" y="127203"/>
                </a:moveTo>
                <a:close/>
              </a:path>
              <a:path w="1027429" h="515620">
                <a:moveTo>
                  <a:pt x="268142" y="136541"/>
                </a:moveTo>
                <a:lnTo>
                  <a:pt x="268350" y="136385"/>
                </a:lnTo>
                <a:lnTo>
                  <a:pt x="268142" y="136541"/>
                </a:lnTo>
                <a:close/>
              </a:path>
              <a:path w="1027429" h="515620">
                <a:moveTo>
                  <a:pt x="268028" y="136626"/>
                </a:moveTo>
                <a:close/>
              </a:path>
              <a:path w="1027429" h="515620">
                <a:moveTo>
                  <a:pt x="305206" y="111912"/>
                </a:moveTo>
                <a:lnTo>
                  <a:pt x="290156" y="87617"/>
                </a:lnTo>
                <a:lnTo>
                  <a:pt x="294741" y="84785"/>
                </a:lnTo>
                <a:lnTo>
                  <a:pt x="309613" y="76187"/>
                </a:lnTo>
                <a:lnTo>
                  <a:pt x="315518" y="72936"/>
                </a:lnTo>
                <a:lnTo>
                  <a:pt x="329298" y="97967"/>
                </a:lnTo>
                <a:lnTo>
                  <a:pt x="323396" y="101218"/>
                </a:lnTo>
                <a:lnTo>
                  <a:pt x="309074" y="109512"/>
                </a:lnTo>
                <a:lnTo>
                  <a:pt x="305206" y="111912"/>
                </a:lnTo>
                <a:close/>
              </a:path>
              <a:path w="1027429" h="515620">
                <a:moveTo>
                  <a:pt x="323462" y="101180"/>
                </a:moveTo>
                <a:lnTo>
                  <a:pt x="323659" y="101066"/>
                </a:lnTo>
                <a:lnTo>
                  <a:pt x="323462" y="101180"/>
                </a:lnTo>
                <a:close/>
              </a:path>
              <a:path w="1027429" h="515620">
                <a:moveTo>
                  <a:pt x="323396" y="101218"/>
                </a:moveTo>
                <a:close/>
              </a:path>
              <a:path w="1027429" h="515620">
                <a:moveTo>
                  <a:pt x="309180" y="109446"/>
                </a:moveTo>
                <a:lnTo>
                  <a:pt x="309422" y="109296"/>
                </a:lnTo>
                <a:lnTo>
                  <a:pt x="309180" y="109446"/>
                </a:lnTo>
                <a:close/>
              </a:path>
              <a:path w="1027429" h="515620">
                <a:moveTo>
                  <a:pt x="309074" y="109512"/>
                </a:moveTo>
                <a:close/>
              </a:path>
              <a:path w="1027429" h="515620">
                <a:moveTo>
                  <a:pt x="354075" y="85267"/>
                </a:moveTo>
                <a:lnTo>
                  <a:pt x="341579" y="59562"/>
                </a:lnTo>
                <a:lnTo>
                  <a:pt x="345071" y="57873"/>
                </a:lnTo>
                <a:lnTo>
                  <a:pt x="355269" y="53149"/>
                </a:lnTo>
                <a:lnTo>
                  <a:pt x="365556" y="48628"/>
                </a:lnTo>
                <a:lnTo>
                  <a:pt x="368363" y="47459"/>
                </a:lnTo>
                <a:lnTo>
                  <a:pt x="379374" y="73825"/>
                </a:lnTo>
                <a:lnTo>
                  <a:pt x="376839" y="74891"/>
                </a:lnTo>
                <a:lnTo>
                  <a:pt x="367047" y="79197"/>
                </a:lnTo>
                <a:lnTo>
                  <a:pt x="357079" y="83807"/>
                </a:lnTo>
                <a:lnTo>
                  <a:pt x="354075" y="85267"/>
                </a:lnTo>
                <a:close/>
              </a:path>
              <a:path w="1027429" h="515620">
                <a:moveTo>
                  <a:pt x="376567" y="75006"/>
                </a:moveTo>
                <a:lnTo>
                  <a:pt x="376809" y="74891"/>
                </a:lnTo>
                <a:lnTo>
                  <a:pt x="376567" y="75006"/>
                </a:lnTo>
                <a:close/>
              </a:path>
              <a:path w="1027429" h="515620">
                <a:moveTo>
                  <a:pt x="366788" y="79311"/>
                </a:moveTo>
                <a:lnTo>
                  <a:pt x="367029" y="79197"/>
                </a:lnTo>
                <a:lnTo>
                  <a:pt x="366788" y="79311"/>
                </a:lnTo>
                <a:close/>
              </a:path>
              <a:path w="1027429" h="515620">
                <a:moveTo>
                  <a:pt x="357203" y="83746"/>
                </a:moveTo>
                <a:close/>
              </a:path>
              <a:path w="1027429" h="515620">
                <a:moveTo>
                  <a:pt x="357079" y="83807"/>
                </a:moveTo>
                <a:close/>
              </a:path>
              <a:path w="1027429" h="515620">
                <a:moveTo>
                  <a:pt x="405447" y="63550"/>
                </a:moveTo>
                <a:lnTo>
                  <a:pt x="395439" y="36779"/>
                </a:lnTo>
                <a:lnTo>
                  <a:pt x="396786" y="36283"/>
                </a:lnTo>
                <a:lnTo>
                  <a:pt x="407327" y="32575"/>
                </a:lnTo>
                <a:lnTo>
                  <a:pt x="417918" y="29057"/>
                </a:lnTo>
                <a:lnTo>
                  <a:pt x="423278" y="27393"/>
                </a:lnTo>
                <a:lnTo>
                  <a:pt x="431761" y="54673"/>
                </a:lnTo>
                <a:lnTo>
                  <a:pt x="426698" y="56261"/>
                </a:lnTo>
                <a:lnTo>
                  <a:pt x="416320" y="59689"/>
                </a:lnTo>
                <a:lnTo>
                  <a:pt x="406285" y="63233"/>
                </a:lnTo>
                <a:lnTo>
                  <a:pt x="405447" y="63550"/>
                </a:lnTo>
                <a:close/>
              </a:path>
              <a:path w="1027429" h="515620">
                <a:moveTo>
                  <a:pt x="426415" y="56349"/>
                </a:moveTo>
                <a:lnTo>
                  <a:pt x="426669" y="56261"/>
                </a:lnTo>
                <a:lnTo>
                  <a:pt x="426415" y="56349"/>
                </a:lnTo>
                <a:close/>
              </a:path>
              <a:path w="1027429" h="515620">
                <a:moveTo>
                  <a:pt x="416354" y="59678"/>
                </a:moveTo>
                <a:lnTo>
                  <a:pt x="416572" y="59601"/>
                </a:lnTo>
                <a:lnTo>
                  <a:pt x="416354" y="59678"/>
                </a:lnTo>
                <a:close/>
              </a:path>
              <a:path w="1027429" h="515620">
                <a:moveTo>
                  <a:pt x="416320" y="59689"/>
                </a:moveTo>
                <a:close/>
              </a:path>
              <a:path w="1027429" h="515620">
                <a:moveTo>
                  <a:pt x="406300" y="63233"/>
                </a:moveTo>
                <a:lnTo>
                  <a:pt x="406539" y="63144"/>
                </a:lnTo>
                <a:lnTo>
                  <a:pt x="406300" y="63233"/>
                </a:lnTo>
                <a:close/>
              </a:path>
              <a:path w="1027429" h="515620">
                <a:moveTo>
                  <a:pt x="458469" y="47078"/>
                </a:moveTo>
                <a:lnTo>
                  <a:pt x="451523" y="19354"/>
                </a:lnTo>
                <a:lnTo>
                  <a:pt x="460870" y="17017"/>
                </a:lnTo>
                <a:lnTo>
                  <a:pt x="471728" y="14503"/>
                </a:lnTo>
                <a:lnTo>
                  <a:pt x="479869" y="12776"/>
                </a:lnTo>
                <a:lnTo>
                  <a:pt x="485800" y="40728"/>
                </a:lnTo>
                <a:lnTo>
                  <a:pt x="477647" y="42456"/>
                </a:lnTo>
                <a:lnTo>
                  <a:pt x="467310" y="44856"/>
                </a:lnTo>
                <a:lnTo>
                  <a:pt x="458469" y="47078"/>
                </a:lnTo>
                <a:close/>
              </a:path>
              <a:path w="1027429" h="515620">
                <a:moveTo>
                  <a:pt x="477693" y="42456"/>
                </a:moveTo>
                <a:lnTo>
                  <a:pt x="477913" y="42405"/>
                </a:lnTo>
                <a:lnTo>
                  <a:pt x="477693" y="42456"/>
                </a:lnTo>
                <a:close/>
              </a:path>
              <a:path w="1027429" h="515620">
                <a:moveTo>
                  <a:pt x="467326" y="44852"/>
                </a:moveTo>
                <a:lnTo>
                  <a:pt x="467563" y="44792"/>
                </a:lnTo>
                <a:lnTo>
                  <a:pt x="467326" y="44852"/>
                </a:lnTo>
                <a:close/>
              </a:path>
              <a:path w="1027429" h="515620">
                <a:moveTo>
                  <a:pt x="467310" y="44856"/>
                </a:moveTo>
                <a:close/>
              </a:path>
              <a:path w="1027429" h="515620">
                <a:moveTo>
                  <a:pt x="513130" y="35763"/>
                </a:moveTo>
                <a:lnTo>
                  <a:pt x="508749" y="7531"/>
                </a:lnTo>
                <a:lnTo>
                  <a:pt x="515607" y="6464"/>
                </a:lnTo>
                <a:lnTo>
                  <a:pt x="526681" y="4952"/>
                </a:lnTo>
                <a:lnTo>
                  <a:pt x="537781" y="3632"/>
                </a:lnTo>
                <a:lnTo>
                  <a:pt x="540688" y="32042"/>
                </a:lnTo>
                <a:lnTo>
                  <a:pt x="530369" y="33286"/>
                </a:lnTo>
                <a:lnTo>
                  <a:pt x="519490" y="34772"/>
                </a:lnTo>
                <a:lnTo>
                  <a:pt x="513130" y="35763"/>
                </a:lnTo>
                <a:close/>
              </a:path>
              <a:path w="1027429" h="515620">
                <a:moveTo>
                  <a:pt x="540678" y="32067"/>
                </a:moveTo>
                <a:lnTo>
                  <a:pt x="540892" y="32042"/>
                </a:lnTo>
                <a:lnTo>
                  <a:pt x="540678" y="32067"/>
                </a:lnTo>
                <a:close/>
              </a:path>
              <a:path w="1027429" h="515620">
                <a:moveTo>
                  <a:pt x="530047" y="33324"/>
                </a:moveTo>
                <a:lnTo>
                  <a:pt x="530301" y="33286"/>
                </a:lnTo>
                <a:lnTo>
                  <a:pt x="530047" y="33324"/>
                </a:lnTo>
                <a:close/>
              </a:path>
              <a:path w="1027429" h="515620">
                <a:moveTo>
                  <a:pt x="519560" y="34761"/>
                </a:moveTo>
                <a:lnTo>
                  <a:pt x="519734" y="34734"/>
                </a:lnTo>
                <a:lnTo>
                  <a:pt x="519560" y="34761"/>
                </a:lnTo>
                <a:close/>
              </a:path>
              <a:path w="1027429" h="515620">
                <a:moveTo>
                  <a:pt x="519490" y="34772"/>
                </a:moveTo>
                <a:close/>
              </a:path>
              <a:path w="1027429" h="515620">
                <a:moveTo>
                  <a:pt x="568655" y="29679"/>
                </a:moveTo>
                <a:lnTo>
                  <a:pt x="593483" y="25"/>
                </a:lnTo>
                <a:lnTo>
                  <a:pt x="596112" y="0"/>
                </a:lnTo>
                <a:lnTo>
                  <a:pt x="596442" y="28575"/>
                </a:lnTo>
                <a:lnTo>
                  <a:pt x="595255" y="28587"/>
                </a:lnTo>
                <a:lnTo>
                  <a:pt x="594321" y="28587"/>
                </a:lnTo>
                <a:lnTo>
                  <a:pt x="583746" y="28905"/>
                </a:lnTo>
                <a:lnTo>
                  <a:pt x="572667" y="29413"/>
                </a:lnTo>
                <a:lnTo>
                  <a:pt x="568655" y="29679"/>
                </a:lnTo>
                <a:close/>
              </a:path>
              <a:path w="1027429" h="515620">
                <a:moveTo>
                  <a:pt x="594067" y="28600"/>
                </a:moveTo>
                <a:lnTo>
                  <a:pt x="594321" y="28587"/>
                </a:lnTo>
                <a:lnTo>
                  <a:pt x="595255" y="28587"/>
                </a:lnTo>
                <a:lnTo>
                  <a:pt x="594067" y="28600"/>
                </a:lnTo>
                <a:close/>
              </a:path>
              <a:path w="1027429" h="515620">
                <a:moveTo>
                  <a:pt x="583323" y="28917"/>
                </a:moveTo>
                <a:lnTo>
                  <a:pt x="583577" y="28905"/>
                </a:lnTo>
                <a:lnTo>
                  <a:pt x="583746" y="28905"/>
                </a:lnTo>
                <a:lnTo>
                  <a:pt x="583323" y="28917"/>
                </a:lnTo>
                <a:close/>
              </a:path>
              <a:path w="1027429" h="515620">
                <a:moveTo>
                  <a:pt x="572783" y="29405"/>
                </a:moveTo>
                <a:close/>
              </a:path>
              <a:path w="1027429" h="515620">
                <a:moveTo>
                  <a:pt x="572667" y="29413"/>
                </a:moveTo>
                <a:close/>
              </a:path>
              <a:path w="1027429" h="515620">
                <a:moveTo>
                  <a:pt x="626681" y="28790"/>
                </a:moveTo>
                <a:lnTo>
                  <a:pt x="624522" y="28740"/>
                </a:lnTo>
                <a:lnTo>
                  <a:pt x="625182" y="165"/>
                </a:lnTo>
                <a:lnTo>
                  <a:pt x="627583" y="228"/>
                </a:lnTo>
                <a:lnTo>
                  <a:pt x="638898" y="685"/>
                </a:lnTo>
                <a:lnTo>
                  <a:pt x="650227" y="1333"/>
                </a:lnTo>
                <a:lnTo>
                  <a:pt x="654456" y="1650"/>
                </a:lnTo>
                <a:lnTo>
                  <a:pt x="652425" y="28778"/>
                </a:lnTo>
                <a:lnTo>
                  <a:pt x="626427" y="28778"/>
                </a:lnTo>
                <a:lnTo>
                  <a:pt x="626681" y="28790"/>
                </a:lnTo>
                <a:close/>
              </a:path>
              <a:path w="1027429" h="515620">
                <a:moveTo>
                  <a:pt x="652392" y="29222"/>
                </a:moveTo>
                <a:lnTo>
                  <a:pt x="637260" y="29210"/>
                </a:lnTo>
                <a:lnTo>
                  <a:pt x="626427" y="28778"/>
                </a:lnTo>
                <a:lnTo>
                  <a:pt x="652425" y="28778"/>
                </a:lnTo>
                <a:lnTo>
                  <a:pt x="652392" y="29222"/>
                </a:lnTo>
                <a:close/>
              </a:path>
              <a:path w="1027429" h="515620">
                <a:moveTo>
                  <a:pt x="652345" y="29844"/>
                </a:moveTo>
                <a:lnTo>
                  <a:pt x="648347" y="29844"/>
                </a:lnTo>
                <a:lnTo>
                  <a:pt x="637436" y="29220"/>
                </a:lnTo>
                <a:lnTo>
                  <a:pt x="652392" y="29222"/>
                </a:lnTo>
                <a:lnTo>
                  <a:pt x="652345" y="29844"/>
                </a:lnTo>
                <a:close/>
              </a:path>
              <a:path w="1027429" h="515620">
                <a:moveTo>
                  <a:pt x="652322" y="30149"/>
                </a:moveTo>
                <a:lnTo>
                  <a:pt x="648093" y="29832"/>
                </a:lnTo>
                <a:lnTo>
                  <a:pt x="648347" y="29844"/>
                </a:lnTo>
                <a:lnTo>
                  <a:pt x="652345" y="29844"/>
                </a:lnTo>
                <a:lnTo>
                  <a:pt x="652322" y="30149"/>
                </a:lnTo>
                <a:close/>
              </a:path>
              <a:path w="1027429" h="515620">
                <a:moveTo>
                  <a:pt x="708476" y="32854"/>
                </a:moveTo>
                <a:lnTo>
                  <a:pt x="680935" y="32854"/>
                </a:lnTo>
                <a:lnTo>
                  <a:pt x="680288" y="32778"/>
                </a:lnTo>
                <a:lnTo>
                  <a:pt x="683387" y="4381"/>
                </a:lnTo>
                <a:lnTo>
                  <a:pt x="684276" y="4470"/>
                </a:lnTo>
                <a:lnTo>
                  <a:pt x="695629" y="5905"/>
                </a:lnTo>
                <a:lnTo>
                  <a:pt x="706983" y="7543"/>
                </a:lnTo>
                <a:lnTo>
                  <a:pt x="712393" y="8407"/>
                </a:lnTo>
                <a:lnTo>
                  <a:pt x="708476" y="32854"/>
                </a:lnTo>
                <a:close/>
              </a:path>
              <a:path w="1027429" h="515620">
                <a:moveTo>
                  <a:pt x="708257" y="34226"/>
                </a:moveTo>
                <a:lnTo>
                  <a:pt x="691807" y="34226"/>
                </a:lnTo>
                <a:lnTo>
                  <a:pt x="680694" y="32829"/>
                </a:lnTo>
                <a:lnTo>
                  <a:pt x="680935" y="32854"/>
                </a:lnTo>
                <a:lnTo>
                  <a:pt x="708476" y="32854"/>
                </a:lnTo>
                <a:lnTo>
                  <a:pt x="708257" y="34226"/>
                </a:lnTo>
                <a:close/>
              </a:path>
              <a:path w="1027429" h="515620">
                <a:moveTo>
                  <a:pt x="708006" y="35788"/>
                </a:moveTo>
                <a:lnTo>
                  <a:pt x="702657" y="35781"/>
                </a:lnTo>
                <a:lnTo>
                  <a:pt x="691578" y="34201"/>
                </a:lnTo>
                <a:lnTo>
                  <a:pt x="691807" y="34226"/>
                </a:lnTo>
                <a:lnTo>
                  <a:pt x="708257" y="34226"/>
                </a:lnTo>
                <a:lnTo>
                  <a:pt x="708006" y="35788"/>
                </a:lnTo>
                <a:close/>
              </a:path>
              <a:path w="1027429" h="515620">
                <a:moveTo>
                  <a:pt x="707872" y="36626"/>
                </a:moveTo>
                <a:lnTo>
                  <a:pt x="702652" y="35781"/>
                </a:lnTo>
                <a:lnTo>
                  <a:pt x="708006" y="35788"/>
                </a:lnTo>
                <a:lnTo>
                  <a:pt x="707872" y="36626"/>
                </a:lnTo>
                <a:close/>
              </a:path>
              <a:path w="1027429" h="515620">
                <a:moveTo>
                  <a:pt x="763652" y="43903"/>
                </a:moveTo>
                <a:lnTo>
                  <a:pt x="746251" y="43903"/>
                </a:lnTo>
                <a:lnTo>
                  <a:pt x="735291" y="41579"/>
                </a:lnTo>
                <a:lnTo>
                  <a:pt x="741210" y="13627"/>
                </a:lnTo>
                <a:lnTo>
                  <a:pt x="752398" y="16001"/>
                </a:lnTo>
                <a:lnTo>
                  <a:pt x="763727" y="18592"/>
                </a:lnTo>
                <a:lnTo>
                  <a:pt x="769531" y="20027"/>
                </a:lnTo>
                <a:lnTo>
                  <a:pt x="763652" y="43903"/>
                </a:lnTo>
                <a:close/>
              </a:path>
              <a:path w="1027429" h="515620">
                <a:moveTo>
                  <a:pt x="763039" y="46393"/>
                </a:moveTo>
                <a:lnTo>
                  <a:pt x="757123" y="46393"/>
                </a:lnTo>
                <a:lnTo>
                  <a:pt x="746161" y="43884"/>
                </a:lnTo>
                <a:lnTo>
                  <a:pt x="763652" y="43903"/>
                </a:lnTo>
                <a:lnTo>
                  <a:pt x="763039" y="46393"/>
                </a:lnTo>
                <a:close/>
              </a:path>
              <a:path w="1027429" h="515620">
                <a:moveTo>
                  <a:pt x="762698" y="47777"/>
                </a:moveTo>
                <a:lnTo>
                  <a:pt x="756894" y="46342"/>
                </a:lnTo>
                <a:lnTo>
                  <a:pt x="757123" y="46393"/>
                </a:lnTo>
                <a:lnTo>
                  <a:pt x="763039" y="46393"/>
                </a:lnTo>
                <a:lnTo>
                  <a:pt x="762698" y="47777"/>
                </a:lnTo>
                <a:close/>
              </a:path>
              <a:path w="1027429" h="515620">
                <a:moveTo>
                  <a:pt x="816470" y="63347"/>
                </a:moveTo>
                <a:lnTo>
                  <a:pt x="811149" y="61569"/>
                </a:lnTo>
                <a:lnTo>
                  <a:pt x="800328" y="58153"/>
                </a:lnTo>
                <a:lnTo>
                  <a:pt x="789635" y="54965"/>
                </a:lnTo>
                <a:lnTo>
                  <a:pt x="797813" y="27584"/>
                </a:lnTo>
                <a:lnTo>
                  <a:pt x="808939" y="30911"/>
                </a:lnTo>
                <a:lnTo>
                  <a:pt x="820191" y="34467"/>
                </a:lnTo>
                <a:lnTo>
                  <a:pt x="825512" y="36245"/>
                </a:lnTo>
                <a:lnTo>
                  <a:pt x="816470" y="63347"/>
                </a:lnTo>
                <a:close/>
              </a:path>
              <a:path w="1027429" h="515620">
                <a:moveTo>
                  <a:pt x="873156" y="73012"/>
                </a:moveTo>
                <a:lnTo>
                  <a:pt x="843711" y="73012"/>
                </a:lnTo>
                <a:lnTo>
                  <a:pt x="842975" y="72745"/>
                </a:lnTo>
                <a:lnTo>
                  <a:pt x="852881" y="45935"/>
                </a:lnTo>
                <a:lnTo>
                  <a:pt x="864984" y="50609"/>
                </a:lnTo>
                <a:lnTo>
                  <a:pt x="876109" y="55117"/>
                </a:lnTo>
                <a:lnTo>
                  <a:pt x="880033" y="56781"/>
                </a:lnTo>
                <a:lnTo>
                  <a:pt x="873156" y="73012"/>
                </a:lnTo>
                <a:close/>
              </a:path>
              <a:path w="1027429" h="515620">
                <a:moveTo>
                  <a:pt x="868883" y="83096"/>
                </a:moveTo>
                <a:lnTo>
                  <a:pt x="864958" y="81432"/>
                </a:lnTo>
                <a:lnTo>
                  <a:pt x="854240" y="77088"/>
                </a:lnTo>
                <a:lnTo>
                  <a:pt x="843612" y="72976"/>
                </a:lnTo>
                <a:lnTo>
                  <a:pt x="873156" y="73012"/>
                </a:lnTo>
                <a:lnTo>
                  <a:pt x="868883" y="83096"/>
                </a:lnTo>
                <a:close/>
              </a:path>
              <a:path w="1027429" h="515620">
                <a:moveTo>
                  <a:pt x="925426" y="95656"/>
                </a:moveTo>
                <a:lnTo>
                  <a:pt x="897115" y="95656"/>
                </a:lnTo>
                <a:lnTo>
                  <a:pt x="894600" y="94500"/>
                </a:lnTo>
                <a:lnTo>
                  <a:pt x="906564" y="68541"/>
                </a:lnTo>
                <a:lnTo>
                  <a:pt x="909281" y="69799"/>
                </a:lnTo>
                <a:lnTo>
                  <a:pt x="920267" y="75069"/>
                </a:lnTo>
                <a:lnTo>
                  <a:pt x="931202" y="80530"/>
                </a:lnTo>
                <a:lnTo>
                  <a:pt x="932827" y="81368"/>
                </a:lnTo>
                <a:lnTo>
                  <a:pt x="925426" y="95656"/>
                </a:lnTo>
                <a:close/>
              </a:path>
              <a:path w="1027429" h="515620">
                <a:moveTo>
                  <a:pt x="920071" y="105994"/>
                </a:moveTo>
                <a:lnTo>
                  <a:pt x="918248" y="105994"/>
                </a:lnTo>
                <a:lnTo>
                  <a:pt x="907503" y="100634"/>
                </a:lnTo>
                <a:lnTo>
                  <a:pt x="896992" y="95600"/>
                </a:lnTo>
                <a:lnTo>
                  <a:pt x="925426" y="95656"/>
                </a:lnTo>
                <a:lnTo>
                  <a:pt x="920071" y="105994"/>
                </a:lnTo>
                <a:close/>
              </a:path>
              <a:path w="1027429" h="515620">
                <a:moveTo>
                  <a:pt x="919683" y="106743"/>
                </a:moveTo>
                <a:lnTo>
                  <a:pt x="918057" y="105905"/>
                </a:lnTo>
                <a:lnTo>
                  <a:pt x="918248" y="105994"/>
                </a:lnTo>
                <a:lnTo>
                  <a:pt x="920071" y="105994"/>
                </a:lnTo>
                <a:lnTo>
                  <a:pt x="919683" y="106743"/>
                </a:lnTo>
                <a:close/>
              </a:path>
              <a:path w="1027429" h="515620">
                <a:moveTo>
                  <a:pt x="975564" y="122885"/>
                </a:moveTo>
                <a:lnTo>
                  <a:pt x="949655" y="122885"/>
                </a:lnTo>
                <a:lnTo>
                  <a:pt x="944499" y="120014"/>
                </a:lnTo>
                <a:lnTo>
                  <a:pt x="958405" y="95059"/>
                </a:lnTo>
                <a:lnTo>
                  <a:pt x="963752" y="98043"/>
                </a:lnTo>
                <a:lnTo>
                  <a:pt x="974509" y="104254"/>
                </a:lnTo>
                <a:lnTo>
                  <a:pt x="983488" y="109626"/>
                </a:lnTo>
                <a:lnTo>
                  <a:pt x="975564" y="122885"/>
                </a:lnTo>
                <a:close/>
              </a:path>
              <a:path w="1027429" h="515620">
                <a:moveTo>
                  <a:pt x="968832" y="134150"/>
                </a:moveTo>
                <a:lnTo>
                  <a:pt x="959840" y="128777"/>
                </a:lnTo>
                <a:lnTo>
                  <a:pt x="949464" y="122783"/>
                </a:lnTo>
                <a:lnTo>
                  <a:pt x="949655" y="122885"/>
                </a:lnTo>
                <a:lnTo>
                  <a:pt x="975564" y="122885"/>
                </a:lnTo>
                <a:lnTo>
                  <a:pt x="968832" y="134150"/>
                </a:lnTo>
                <a:close/>
              </a:path>
              <a:path w="1027429" h="515620">
                <a:moveTo>
                  <a:pt x="1015886" y="154698"/>
                </a:moveTo>
                <a:lnTo>
                  <a:pt x="1001052" y="154698"/>
                </a:lnTo>
                <a:lnTo>
                  <a:pt x="992466" y="149021"/>
                </a:lnTo>
                <a:lnTo>
                  <a:pt x="1008227" y="125183"/>
                </a:lnTo>
                <a:lnTo>
                  <a:pt x="1016977" y="130975"/>
                </a:lnTo>
                <a:lnTo>
                  <a:pt x="1027277" y="137998"/>
                </a:lnTo>
                <a:lnTo>
                  <a:pt x="1015886" y="154698"/>
                </a:lnTo>
                <a:close/>
              </a:path>
              <a:path w="1027429" h="515620">
                <a:moveTo>
                  <a:pt x="1011174" y="161607"/>
                </a:moveTo>
                <a:lnTo>
                  <a:pt x="1000874" y="154584"/>
                </a:lnTo>
                <a:lnTo>
                  <a:pt x="1001052" y="154698"/>
                </a:lnTo>
                <a:lnTo>
                  <a:pt x="1015886" y="154698"/>
                </a:lnTo>
                <a:lnTo>
                  <a:pt x="1011174" y="16160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089770" y="521883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088830" y="516169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087903" y="510454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086976" y="504741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3086049" y="499026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3085109" y="493312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3084182" y="487598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3083255" y="481883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082328" y="476170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081388" y="470455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3080461" y="464741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3079534" y="459027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3078607" y="453312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077667" y="447598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076740" y="441883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3075813" y="436170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3074885" y="430455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3073946" y="424741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3073019" y="419027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3072091" y="413312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071164" y="407598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070225" y="401883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3069297" y="396170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3068370" y="390456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3067430" y="384741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3066503" y="379027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3065576" y="373312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064649" y="367598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3063709" y="361885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3062782" y="356170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3061855" y="350456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3060928" y="34474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3059988" y="339027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3059061" y="333314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3058134" y="327599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3057207" y="321885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3056267" y="316170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3055340" y="310456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3054413" y="30474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053486" y="2990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4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3052546" y="293314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74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051619" y="287599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4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3050692" y="281885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049765" y="276171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3048952" y="2712173"/>
            <a:ext cx="29209" cy="21590"/>
          </a:xfrm>
          <a:custGeom>
            <a:avLst/>
            <a:gdLst/>
            <a:ahLst/>
            <a:cxnLst/>
            <a:rect l="l" t="t" r="r" b="b"/>
            <a:pathLst>
              <a:path w="29210" h="21589">
                <a:moveTo>
                  <a:pt x="342" y="21437"/>
                </a:moveTo>
                <a:lnTo>
                  <a:pt x="0" y="457"/>
                </a:lnTo>
                <a:lnTo>
                  <a:pt x="28575" y="0"/>
                </a:lnTo>
                <a:lnTo>
                  <a:pt x="28917" y="20967"/>
                </a:lnTo>
                <a:lnTo>
                  <a:pt x="342" y="2143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3131515" y="521850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3133851" y="516140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7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3136201" y="510429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3138538" y="504719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8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3140887" y="499009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3143224" y="493299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7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3145574" y="487588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62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3147923" y="481878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3150260" y="476168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3152609" y="470458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3154946" y="464748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3157296" y="459037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3159632" y="453327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3161982" y="447617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3164319" y="441907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3166668" y="436198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3169005" y="430486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3171355" y="424776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3173691" y="419066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3176041" y="413357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3178378" y="407645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62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3180727" y="401935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3183064" y="396226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3185414" y="390516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3187750" y="384806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3190100" y="379095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3192437" y="373385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3194786" y="367675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3197123" y="361965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3199472" y="356255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3201809" y="350544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204159" y="344834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3206495" y="339124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3208845" y="333414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3211182" y="327703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62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3213531" y="321993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3215868" y="316283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3218218" y="310573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3220554" y="304863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3222904" y="299152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3225241" y="293442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3227590" y="287732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3229927" y="282022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3232276" y="276311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5" h="29844">
                <a:moveTo>
                  <a:pt x="28549" y="29730"/>
                </a:moveTo>
                <a:lnTo>
                  <a:pt x="0" y="28562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3234613" y="2732455"/>
            <a:ext cx="29209" cy="3810"/>
          </a:xfrm>
          <a:custGeom>
            <a:avLst/>
            <a:gdLst/>
            <a:ahLst/>
            <a:cxnLst/>
            <a:rect l="l" t="t" r="r" b="b"/>
            <a:pathLst>
              <a:path w="29210" h="3810">
                <a:moveTo>
                  <a:pt x="28549" y="3289"/>
                </a:moveTo>
                <a:lnTo>
                  <a:pt x="0" y="2108"/>
                </a:lnTo>
                <a:lnTo>
                  <a:pt x="88" y="0"/>
                </a:lnTo>
                <a:lnTo>
                  <a:pt x="28638" y="1168"/>
                </a:lnTo>
                <a:lnTo>
                  <a:pt x="28549" y="328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3051301" y="517262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3049625" y="511549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3047961" y="505837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25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25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3046285" y="500124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3044621" y="494412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25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387" y="28562"/>
                </a:lnTo>
                <a:lnTo>
                  <a:pt x="825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3042945" y="488699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387"/>
                </a:moveTo>
                <a:lnTo>
                  <a:pt x="0" y="825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3041281" y="482987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25" y="29387"/>
                </a:moveTo>
                <a:lnTo>
                  <a:pt x="0" y="825"/>
                </a:lnTo>
                <a:lnTo>
                  <a:pt x="28562" y="0"/>
                </a:lnTo>
                <a:lnTo>
                  <a:pt x="29387" y="28562"/>
                </a:lnTo>
                <a:lnTo>
                  <a:pt x="825" y="29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3039605" y="477274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387"/>
                </a:moveTo>
                <a:lnTo>
                  <a:pt x="0" y="825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3037941" y="471561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25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387" y="28562"/>
                </a:lnTo>
                <a:lnTo>
                  <a:pt x="825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3036265" y="465848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3034601" y="460136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25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387" y="28562"/>
                </a:lnTo>
                <a:lnTo>
                  <a:pt x="825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3032925" y="454423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3031248" y="448711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75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3029585" y="442998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3027908" y="437286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3026244" y="431573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3024568" y="425861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3022904" y="420149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3021228" y="414436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387"/>
                </a:moveTo>
                <a:lnTo>
                  <a:pt x="0" y="825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3019564" y="408724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387"/>
                </a:moveTo>
                <a:lnTo>
                  <a:pt x="0" y="825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3017888" y="403011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387"/>
                </a:moveTo>
                <a:lnTo>
                  <a:pt x="0" y="825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/>
          <p:nvPr/>
        </p:nvSpPr>
        <p:spPr>
          <a:xfrm>
            <a:off x="3016224" y="397297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/>
          <p:cNvSpPr/>
          <p:nvPr/>
        </p:nvSpPr>
        <p:spPr>
          <a:xfrm>
            <a:off x="3014548" y="391585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/>
          <p:cNvSpPr/>
          <p:nvPr/>
        </p:nvSpPr>
        <p:spPr>
          <a:xfrm>
            <a:off x="3012884" y="385872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25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25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/>
          <p:cNvSpPr/>
          <p:nvPr/>
        </p:nvSpPr>
        <p:spPr>
          <a:xfrm>
            <a:off x="3011208" y="380160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/>
          <p:cNvSpPr/>
          <p:nvPr/>
        </p:nvSpPr>
        <p:spPr>
          <a:xfrm>
            <a:off x="3009544" y="374448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25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387" y="28562"/>
                </a:lnTo>
                <a:lnTo>
                  <a:pt x="825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5" name="object 215"/>
          <p:cNvSpPr/>
          <p:nvPr/>
        </p:nvSpPr>
        <p:spPr>
          <a:xfrm>
            <a:off x="3007867" y="368735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6" name="object 216"/>
          <p:cNvSpPr/>
          <p:nvPr/>
        </p:nvSpPr>
        <p:spPr>
          <a:xfrm>
            <a:off x="3006204" y="363023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25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387" y="28562"/>
                </a:lnTo>
                <a:lnTo>
                  <a:pt x="825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7" name="object 217"/>
          <p:cNvSpPr/>
          <p:nvPr/>
        </p:nvSpPr>
        <p:spPr>
          <a:xfrm>
            <a:off x="3004527" y="357310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8" name="object 218"/>
          <p:cNvSpPr/>
          <p:nvPr/>
        </p:nvSpPr>
        <p:spPr>
          <a:xfrm>
            <a:off x="3002864" y="351598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25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387" y="28562"/>
                </a:lnTo>
                <a:lnTo>
                  <a:pt x="825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/>
          <p:nvPr/>
        </p:nvSpPr>
        <p:spPr>
          <a:xfrm>
            <a:off x="3001187" y="345885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0" name="object 220"/>
          <p:cNvSpPr/>
          <p:nvPr/>
        </p:nvSpPr>
        <p:spPr>
          <a:xfrm>
            <a:off x="2999524" y="340173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25" y="29387"/>
                </a:moveTo>
                <a:lnTo>
                  <a:pt x="0" y="825"/>
                </a:lnTo>
                <a:lnTo>
                  <a:pt x="28562" y="0"/>
                </a:lnTo>
                <a:lnTo>
                  <a:pt x="29387" y="28562"/>
                </a:lnTo>
                <a:lnTo>
                  <a:pt x="825" y="29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2997847" y="334460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387"/>
                </a:moveTo>
                <a:lnTo>
                  <a:pt x="0" y="825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2996171" y="328748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387"/>
                </a:moveTo>
                <a:lnTo>
                  <a:pt x="0" y="825"/>
                </a:lnTo>
                <a:lnTo>
                  <a:pt x="28575" y="0"/>
                </a:lnTo>
                <a:lnTo>
                  <a:pt x="29400" y="28562"/>
                </a:lnTo>
                <a:lnTo>
                  <a:pt x="838" y="293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2994507" y="323034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2992831" y="317322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2991167" y="311609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2989491" y="305897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2987827" y="300184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2986151" y="294472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/>
          <p:cNvSpPr/>
          <p:nvPr/>
        </p:nvSpPr>
        <p:spPr>
          <a:xfrm>
            <a:off x="2984487" y="288759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/>
          <p:cNvSpPr/>
          <p:nvPr/>
        </p:nvSpPr>
        <p:spPr>
          <a:xfrm>
            <a:off x="2982810" y="283047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/>
          <p:cNvSpPr/>
          <p:nvPr/>
        </p:nvSpPr>
        <p:spPr>
          <a:xfrm>
            <a:off x="2981147" y="277334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838" y="29400"/>
                </a:moveTo>
                <a:lnTo>
                  <a:pt x="0" y="838"/>
                </a:lnTo>
                <a:lnTo>
                  <a:pt x="28562" y="0"/>
                </a:lnTo>
                <a:lnTo>
                  <a:pt x="29400" y="28562"/>
                </a:lnTo>
                <a:lnTo>
                  <a:pt x="838" y="294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/>
          <p:cNvSpPr/>
          <p:nvPr/>
        </p:nvSpPr>
        <p:spPr>
          <a:xfrm>
            <a:off x="3082302" y="519803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00" y="0"/>
                </a:lnTo>
                <a:lnTo>
                  <a:pt x="29362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/>
          <p:cNvSpPr/>
          <p:nvPr/>
        </p:nvSpPr>
        <p:spPr>
          <a:xfrm>
            <a:off x="3083915" y="514090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4" name="object 234"/>
          <p:cNvSpPr/>
          <p:nvPr/>
        </p:nvSpPr>
        <p:spPr>
          <a:xfrm>
            <a:off x="3085541" y="508378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5" name="object 235"/>
          <p:cNvSpPr/>
          <p:nvPr/>
        </p:nvSpPr>
        <p:spPr>
          <a:xfrm>
            <a:off x="3087166" y="502664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75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3088792" y="496952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/>
          <p:cNvSpPr/>
          <p:nvPr/>
        </p:nvSpPr>
        <p:spPr>
          <a:xfrm>
            <a:off x="3090405" y="491239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75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75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/>
          <p:cNvSpPr/>
          <p:nvPr/>
        </p:nvSpPr>
        <p:spPr>
          <a:xfrm>
            <a:off x="3092030" y="485527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/>
          <p:cNvSpPr/>
          <p:nvPr/>
        </p:nvSpPr>
        <p:spPr>
          <a:xfrm>
            <a:off x="3093656" y="479814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/>
          <p:cNvSpPr/>
          <p:nvPr/>
        </p:nvSpPr>
        <p:spPr>
          <a:xfrm>
            <a:off x="3095282" y="474102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62"/>
                </a:moveTo>
                <a:lnTo>
                  <a:pt x="0" y="28562"/>
                </a:lnTo>
                <a:lnTo>
                  <a:pt x="812" y="0"/>
                </a:lnTo>
                <a:lnTo>
                  <a:pt x="29375" y="800"/>
                </a:lnTo>
                <a:lnTo>
                  <a:pt x="28562" y="2936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/>
          <p:cNvSpPr/>
          <p:nvPr/>
        </p:nvSpPr>
        <p:spPr>
          <a:xfrm>
            <a:off x="3096907" y="468388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00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2" name="object 242"/>
          <p:cNvSpPr/>
          <p:nvPr/>
        </p:nvSpPr>
        <p:spPr>
          <a:xfrm>
            <a:off x="3098520" y="462676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3" name="object 243"/>
          <p:cNvSpPr/>
          <p:nvPr/>
        </p:nvSpPr>
        <p:spPr>
          <a:xfrm>
            <a:off x="3100146" y="456963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4" name="object 244"/>
          <p:cNvSpPr/>
          <p:nvPr/>
        </p:nvSpPr>
        <p:spPr>
          <a:xfrm>
            <a:off x="3101771" y="451251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5" name="object 245"/>
          <p:cNvSpPr/>
          <p:nvPr/>
        </p:nvSpPr>
        <p:spPr>
          <a:xfrm>
            <a:off x="3103397" y="445538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00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3105023" y="439825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00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3106635" y="434112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3108261" y="428400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3109887" y="422687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3111512" y="416975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3113125" y="411261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75" y="29375"/>
                </a:moveTo>
                <a:lnTo>
                  <a:pt x="0" y="28575"/>
                </a:lnTo>
                <a:lnTo>
                  <a:pt x="812" y="0"/>
                </a:lnTo>
                <a:lnTo>
                  <a:pt x="29375" y="812"/>
                </a:lnTo>
                <a:lnTo>
                  <a:pt x="28575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3114751" y="405549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3116376" y="399836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/>
          <p:cNvSpPr/>
          <p:nvPr/>
        </p:nvSpPr>
        <p:spPr>
          <a:xfrm>
            <a:off x="3118002" y="394124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/>
          <p:nvPr/>
        </p:nvSpPr>
        <p:spPr>
          <a:xfrm>
            <a:off x="3119627" y="388411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6" name="object 256"/>
          <p:cNvSpPr/>
          <p:nvPr/>
        </p:nvSpPr>
        <p:spPr>
          <a:xfrm>
            <a:off x="3121240" y="382699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75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00"/>
                </a:lnTo>
                <a:lnTo>
                  <a:pt x="28575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/>
          <p:nvPr/>
        </p:nvSpPr>
        <p:spPr>
          <a:xfrm>
            <a:off x="3122866" y="376985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8" name="object 258"/>
          <p:cNvSpPr/>
          <p:nvPr/>
        </p:nvSpPr>
        <p:spPr>
          <a:xfrm>
            <a:off x="3124492" y="371273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/>
          <p:nvPr/>
        </p:nvSpPr>
        <p:spPr>
          <a:xfrm>
            <a:off x="3126117" y="365560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/>
          <p:cNvSpPr/>
          <p:nvPr/>
        </p:nvSpPr>
        <p:spPr>
          <a:xfrm>
            <a:off x="3127743" y="359848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00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/>
          <p:nvPr/>
        </p:nvSpPr>
        <p:spPr>
          <a:xfrm>
            <a:off x="3129356" y="354135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3130981" y="348421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75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3132607" y="342709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3134232" y="336997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3135858" y="331284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00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3137471" y="325572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/>
          <p:cNvSpPr/>
          <p:nvPr/>
        </p:nvSpPr>
        <p:spPr>
          <a:xfrm>
            <a:off x="3139097" y="319858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62" y="29375"/>
                </a:moveTo>
                <a:lnTo>
                  <a:pt x="0" y="28575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/>
          <p:cNvSpPr/>
          <p:nvPr/>
        </p:nvSpPr>
        <p:spPr>
          <a:xfrm>
            <a:off x="3140722" y="314145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9" name="object 269"/>
          <p:cNvSpPr/>
          <p:nvPr/>
        </p:nvSpPr>
        <p:spPr>
          <a:xfrm>
            <a:off x="3142348" y="308433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0" name="object 270"/>
          <p:cNvSpPr/>
          <p:nvPr/>
        </p:nvSpPr>
        <p:spPr>
          <a:xfrm>
            <a:off x="3143961" y="302721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75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75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1" name="object 271"/>
          <p:cNvSpPr/>
          <p:nvPr/>
        </p:nvSpPr>
        <p:spPr>
          <a:xfrm>
            <a:off x="3145586" y="297008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2" name="object 272"/>
          <p:cNvSpPr/>
          <p:nvPr/>
        </p:nvSpPr>
        <p:spPr>
          <a:xfrm>
            <a:off x="3147212" y="291296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00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3" name="object 273"/>
          <p:cNvSpPr/>
          <p:nvPr/>
        </p:nvSpPr>
        <p:spPr>
          <a:xfrm>
            <a:off x="3148838" y="285582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4" name="object 274"/>
          <p:cNvSpPr/>
          <p:nvPr/>
        </p:nvSpPr>
        <p:spPr>
          <a:xfrm>
            <a:off x="3150463" y="279869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62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62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3152076" y="274157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75" y="29375"/>
                </a:moveTo>
                <a:lnTo>
                  <a:pt x="0" y="28562"/>
                </a:lnTo>
                <a:lnTo>
                  <a:pt x="812" y="0"/>
                </a:lnTo>
                <a:lnTo>
                  <a:pt x="29375" y="812"/>
                </a:lnTo>
                <a:lnTo>
                  <a:pt x="28575" y="2937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3153702" y="2711996"/>
            <a:ext cx="29209" cy="1905"/>
          </a:xfrm>
          <a:custGeom>
            <a:avLst/>
            <a:gdLst/>
            <a:ahLst/>
            <a:cxnLst/>
            <a:rect l="l" t="t" r="r" b="b"/>
            <a:pathLst>
              <a:path w="29210" h="1905">
                <a:moveTo>
                  <a:pt x="28562" y="1828"/>
                </a:moveTo>
                <a:lnTo>
                  <a:pt x="0" y="1015"/>
                </a:lnTo>
                <a:lnTo>
                  <a:pt x="38" y="0"/>
                </a:lnTo>
                <a:lnTo>
                  <a:pt x="28600" y="812"/>
                </a:lnTo>
                <a:lnTo>
                  <a:pt x="28562" y="182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9055" y="2522220"/>
            <a:ext cx="4325620" cy="3670300"/>
          </a:xfrm>
          <a:custGeom>
            <a:avLst/>
            <a:gdLst/>
            <a:ahLst/>
            <a:cxnLst/>
            <a:rect l="l" t="t" r="r" b="b"/>
            <a:pathLst>
              <a:path w="4325620" h="3670300">
                <a:moveTo>
                  <a:pt x="0" y="0"/>
                </a:moveTo>
                <a:lnTo>
                  <a:pt x="4325112" y="0"/>
                </a:lnTo>
                <a:lnTo>
                  <a:pt x="4325112" y="3669791"/>
                </a:lnTo>
                <a:lnTo>
                  <a:pt x="0" y="3669791"/>
                </a:lnTo>
                <a:lnTo>
                  <a:pt x="0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02993" y="3204921"/>
            <a:ext cx="1245870" cy="2030730"/>
          </a:xfrm>
          <a:custGeom>
            <a:avLst/>
            <a:gdLst/>
            <a:ahLst/>
            <a:cxnLst/>
            <a:rect l="l" t="t" r="r" b="b"/>
            <a:pathLst>
              <a:path w="1245870" h="2030729">
                <a:moveTo>
                  <a:pt x="1227343" y="2005279"/>
                </a:moveTo>
                <a:lnTo>
                  <a:pt x="1198473" y="2005279"/>
                </a:lnTo>
                <a:lnTo>
                  <a:pt x="1198499" y="2005101"/>
                </a:lnTo>
                <a:lnTo>
                  <a:pt x="1199502" y="1998065"/>
                </a:lnTo>
                <a:lnTo>
                  <a:pt x="1227797" y="2002091"/>
                </a:lnTo>
                <a:lnTo>
                  <a:pt x="1227343" y="2005279"/>
                </a:lnTo>
                <a:close/>
              </a:path>
              <a:path w="1245870" h="2030729">
                <a:moveTo>
                  <a:pt x="1198498" y="2005104"/>
                </a:moveTo>
                <a:close/>
              </a:path>
              <a:path w="1245870" h="2030729">
                <a:moveTo>
                  <a:pt x="1223479" y="2030514"/>
                </a:moveTo>
                <a:lnTo>
                  <a:pt x="1195235" y="2026132"/>
                </a:lnTo>
                <a:lnTo>
                  <a:pt x="1198498" y="2005104"/>
                </a:lnTo>
                <a:lnTo>
                  <a:pt x="1198473" y="2005279"/>
                </a:lnTo>
                <a:lnTo>
                  <a:pt x="1227343" y="2005279"/>
                </a:lnTo>
                <a:lnTo>
                  <a:pt x="1226769" y="2009305"/>
                </a:lnTo>
                <a:lnTo>
                  <a:pt x="1223479" y="2030514"/>
                </a:lnTo>
                <a:close/>
              </a:path>
              <a:path w="1245870" h="2030729">
                <a:moveTo>
                  <a:pt x="1212858" y="1942541"/>
                </a:moveTo>
                <a:lnTo>
                  <a:pt x="1206627" y="1942541"/>
                </a:lnTo>
                <a:lnTo>
                  <a:pt x="1206690" y="1941893"/>
                </a:lnTo>
                <a:lnTo>
                  <a:pt x="1212858" y="1942541"/>
                </a:lnTo>
                <a:close/>
              </a:path>
              <a:path w="1245870" h="2030729">
                <a:moveTo>
                  <a:pt x="1231671" y="1973605"/>
                </a:moveTo>
                <a:lnTo>
                  <a:pt x="1203325" y="1969922"/>
                </a:lnTo>
                <a:lnTo>
                  <a:pt x="1204188" y="1963305"/>
                </a:lnTo>
                <a:lnTo>
                  <a:pt x="1206639" y="1942363"/>
                </a:lnTo>
                <a:lnTo>
                  <a:pt x="1206627" y="1942541"/>
                </a:lnTo>
                <a:lnTo>
                  <a:pt x="1212858" y="1942541"/>
                </a:lnTo>
                <a:lnTo>
                  <a:pt x="1235113" y="1944877"/>
                </a:lnTo>
                <a:lnTo>
                  <a:pt x="1232547" y="1966810"/>
                </a:lnTo>
                <a:lnTo>
                  <a:pt x="1231671" y="1973605"/>
                </a:lnTo>
                <a:close/>
              </a:path>
              <a:path w="1245870" h="2030729">
                <a:moveTo>
                  <a:pt x="1204163" y="1963483"/>
                </a:moveTo>
                <a:lnTo>
                  <a:pt x="1204184" y="1963305"/>
                </a:lnTo>
                <a:lnTo>
                  <a:pt x="1204163" y="1963483"/>
                </a:lnTo>
                <a:close/>
              </a:path>
              <a:path w="1245870" h="2030729">
                <a:moveTo>
                  <a:pt x="1239436" y="1900593"/>
                </a:moveTo>
                <a:lnTo>
                  <a:pt x="1210767" y="1900593"/>
                </a:lnTo>
                <a:lnTo>
                  <a:pt x="1211986" y="1885353"/>
                </a:lnTo>
                <a:lnTo>
                  <a:pt x="1240472" y="1887626"/>
                </a:lnTo>
                <a:lnTo>
                  <a:pt x="1239436" y="1900593"/>
                </a:lnTo>
                <a:close/>
              </a:path>
              <a:path w="1245870" h="2030729">
                <a:moveTo>
                  <a:pt x="1238008" y="1916277"/>
                </a:moveTo>
                <a:lnTo>
                  <a:pt x="1209560" y="1913648"/>
                </a:lnTo>
                <a:lnTo>
                  <a:pt x="1210779" y="1900427"/>
                </a:lnTo>
                <a:lnTo>
                  <a:pt x="1210767" y="1900593"/>
                </a:lnTo>
                <a:lnTo>
                  <a:pt x="1239436" y="1900593"/>
                </a:lnTo>
                <a:lnTo>
                  <a:pt x="1239253" y="1902879"/>
                </a:lnTo>
                <a:lnTo>
                  <a:pt x="1238008" y="1916277"/>
                </a:lnTo>
                <a:close/>
              </a:path>
              <a:path w="1245870" h="2030729">
                <a:moveTo>
                  <a:pt x="1242491" y="1858784"/>
                </a:moveTo>
                <a:lnTo>
                  <a:pt x="1213954" y="1857184"/>
                </a:lnTo>
                <a:lnTo>
                  <a:pt x="1215059" y="1837372"/>
                </a:lnTo>
                <a:lnTo>
                  <a:pt x="1215428" y="1828825"/>
                </a:lnTo>
                <a:lnTo>
                  <a:pt x="1243977" y="1830070"/>
                </a:lnTo>
                <a:lnTo>
                  <a:pt x="1243596" y="1838972"/>
                </a:lnTo>
                <a:lnTo>
                  <a:pt x="1242491" y="1858784"/>
                </a:lnTo>
                <a:close/>
              </a:path>
              <a:path w="1245870" h="2030729">
                <a:moveTo>
                  <a:pt x="1215047" y="1837550"/>
                </a:moveTo>
                <a:lnTo>
                  <a:pt x="1215054" y="1837372"/>
                </a:lnTo>
                <a:lnTo>
                  <a:pt x="1215047" y="1837550"/>
                </a:lnTo>
                <a:close/>
              </a:path>
              <a:path w="1245870" h="2030729">
                <a:moveTo>
                  <a:pt x="1245618" y="1774405"/>
                </a:moveTo>
                <a:lnTo>
                  <a:pt x="1217041" y="1774405"/>
                </a:lnTo>
                <a:lnTo>
                  <a:pt x="1217053" y="1772221"/>
                </a:lnTo>
                <a:lnTo>
                  <a:pt x="1245628" y="1772424"/>
                </a:lnTo>
                <a:lnTo>
                  <a:pt x="1245618" y="1774405"/>
                </a:lnTo>
                <a:close/>
              </a:path>
              <a:path w="1245870" h="2030729">
                <a:moveTo>
                  <a:pt x="1245211" y="1795462"/>
                </a:moveTo>
                <a:lnTo>
                  <a:pt x="1216634" y="1795462"/>
                </a:lnTo>
                <a:lnTo>
                  <a:pt x="1217041" y="1774228"/>
                </a:lnTo>
                <a:lnTo>
                  <a:pt x="1217041" y="1774405"/>
                </a:lnTo>
                <a:lnTo>
                  <a:pt x="1245618" y="1774405"/>
                </a:lnTo>
                <a:lnTo>
                  <a:pt x="1245211" y="1795462"/>
                </a:lnTo>
                <a:close/>
              </a:path>
              <a:path w="1245870" h="2030729">
                <a:moveTo>
                  <a:pt x="1245031" y="1801342"/>
                </a:moveTo>
                <a:lnTo>
                  <a:pt x="1216469" y="1800440"/>
                </a:lnTo>
                <a:lnTo>
                  <a:pt x="1216634" y="1795284"/>
                </a:lnTo>
                <a:lnTo>
                  <a:pt x="1216634" y="1795462"/>
                </a:lnTo>
                <a:lnTo>
                  <a:pt x="1245211" y="1795462"/>
                </a:lnTo>
                <a:lnTo>
                  <a:pt x="1245031" y="1801342"/>
                </a:lnTo>
                <a:close/>
              </a:path>
              <a:path w="1245870" h="2030729">
                <a:moveTo>
                  <a:pt x="1217142" y="1743824"/>
                </a:moveTo>
                <a:lnTo>
                  <a:pt x="1217086" y="1731975"/>
                </a:lnTo>
                <a:lnTo>
                  <a:pt x="1216812" y="1715414"/>
                </a:lnTo>
                <a:lnTo>
                  <a:pt x="1245374" y="1714944"/>
                </a:lnTo>
                <a:lnTo>
                  <a:pt x="1245666" y="1731975"/>
                </a:lnTo>
                <a:lnTo>
                  <a:pt x="1245717" y="1743684"/>
                </a:lnTo>
                <a:lnTo>
                  <a:pt x="1217142" y="1743824"/>
                </a:lnTo>
                <a:close/>
              </a:path>
              <a:path w="1245870" h="2030729">
                <a:moveTo>
                  <a:pt x="1217091" y="1732279"/>
                </a:moveTo>
                <a:lnTo>
                  <a:pt x="1217089" y="1732114"/>
                </a:lnTo>
                <a:lnTo>
                  <a:pt x="1217091" y="1732279"/>
                </a:lnTo>
                <a:close/>
              </a:path>
              <a:path w="1245870" h="2030729">
                <a:moveTo>
                  <a:pt x="1216012" y="1687195"/>
                </a:moveTo>
                <a:lnTo>
                  <a:pt x="1215275" y="1668945"/>
                </a:lnTo>
                <a:lnTo>
                  <a:pt x="1214729" y="1658823"/>
                </a:lnTo>
                <a:lnTo>
                  <a:pt x="1243266" y="1657311"/>
                </a:lnTo>
                <a:lnTo>
                  <a:pt x="1243812" y="1667611"/>
                </a:lnTo>
                <a:lnTo>
                  <a:pt x="1244561" y="1686039"/>
                </a:lnTo>
                <a:lnTo>
                  <a:pt x="1216012" y="1687195"/>
                </a:lnTo>
                <a:close/>
              </a:path>
              <a:path w="1245870" h="2030729">
                <a:moveTo>
                  <a:pt x="1215275" y="1669110"/>
                </a:moveTo>
                <a:lnTo>
                  <a:pt x="1215266" y="1668945"/>
                </a:lnTo>
                <a:lnTo>
                  <a:pt x="1215275" y="1669110"/>
                </a:lnTo>
                <a:close/>
              </a:path>
              <a:path w="1245870" h="2030729">
                <a:moveTo>
                  <a:pt x="1239863" y="1606003"/>
                </a:moveTo>
                <a:lnTo>
                  <a:pt x="1211199" y="1606003"/>
                </a:lnTo>
                <a:lnTo>
                  <a:pt x="1210868" y="1602320"/>
                </a:lnTo>
                <a:lnTo>
                  <a:pt x="1239342" y="1599793"/>
                </a:lnTo>
                <a:lnTo>
                  <a:pt x="1239685" y="1603654"/>
                </a:lnTo>
                <a:lnTo>
                  <a:pt x="1239863" y="1606003"/>
                </a:lnTo>
                <a:close/>
              </a:path>
              <a:path w="1245870" h="2030729">
                <a:moveTo>
                  <a:pt x="1241445" y="1627035"/>
                </a:moveTo>
                <a:lnTo>
                  <a:pt x="1212811" y="1627035"/>
                </a:lnTo>
                <a:lnTo>
                  <a:pt x="1211198" y="1606000"/>
                </a:lnTo>
                <a:lnTo>
                  <a:pt x="1239863" y="1606003"/>
                </a:lnTo>
                <a:lnTo>
                  <a:pt x="1241298" y="1624850"/>
                </a:lnTo>
                <a:lnTo>
                  <a:pt x="1241445" y="1627035"/>
                </a:lnTo>
                <a:close/>
              </a:path>
              <a:path w="1245870" h="2030729">
                <a:moveTo>
                  <a:pt x="1213027" y="1630464"/>
                </a:moveTo>
                <a:lnTo>
                  <a:pt x="1212803" y="1626927"/>
                </a:lnTo>
                <a:lnTo>
                  <a:pt x="1241445" y="1627035"/>
                </a:lnTo>
                <a:lnTo>
                  <a:pt x="1241552" y="1628622"/>
                </a:lnTo>
                <a:lnTo>
                  <a:pt x="1213027" y="1630464"/>
                </a:lnTo>
                <a:close/>
              </a:path>
              <a:path w="1245870" h="2030729">
                <a:moveTo>
                  <a:pt x="1208239" y="1574038"/>
                </a:moveTo>
                <a:lnTo>
                  <a:pt x="1207223" y="1563839"/>
                </a:lnTo>
                <a:lnTo>
                  <a:pt x="1205191" y="1545793"/>
                </a:lnTo>
                <a:lnTo>
                  <a:pt x="1233589" y="1542592"/>
                </a:lnTo>
                <a:lnTo>
                  <a:pt x="1235633" y="1560817"/>
                </a:lnTo>
                <a:lnTo>
                  <a:pt x="1236675" y="1571180"/>
                </a:lnTo>
                <a:lnTo>
                  <a:pt x="1208239" y="1574038"/>
                </a:lnTo>
                <a:close/>
              </a:path>
              <a:path w="1245870" h="2030729">
                <a:moveTo>
                  <a:pt x="1228255" y="1501165"/>
                </a:moveTo>
                <a:lnTo>
                  <a:pt x="1199426" y="1501165"/>
                </a:lnTo>
                <a:lnTo>
                  <a:pt x="1197711" y="1489646"/>
                </a:lnTo>
                <a:lnTo>
                  <a:pt x="1225981" y="1485455"/>
                </a:lnTo>
                <a:lnTo>
                  <a:pt x="1227683" y="1496974"/>
                </a:lnTo>
                <a:lnTo>
                  <a:pt x="1228255" y="1501165"/>
                </a:lnTo>
                <a:close/>
              </a:path>
              <a:path w="1245870" h="2030729">
                <a:moveTo>
                  <a:pt x="1201686" y="1517777"/>
                </a:moveTo>
                <a:lnTo>
                  <a:pt x="1199400" y="1501000"/>
                </a:lnTo>
                <a:lnTo>
                  <a:pt x="1199426" y="1501165"/>
                </a:lnTo>
                <a:lnTo>
                  <a:pt x="1228255" y="1501165"/>
                </a:lnTo>
                <a:lnTo>
                  <a:pt x="1229995" y="1513916"/>
                </a:lnTo>
                <a:lnTo>
                  <a:pt x="1201686" y="1517777"/>
                </a:lnTo>
                <a:close/>
              </a:path>
              <a:path w="1245870" h="2030729">
                <a:moveTo>
                  <a:pt x="1218382" y="1438567"/>
                </a:moveTo>
                <a:lnTo>
                  <a:pt x="1189393" y="1438567"/>
                </a:lnTo>
                <a:lnTo>
                  <a:pt x="1188504" y="1433753"/>
                </a:lnTo>
                <a:lnTo>
                  <a:pt x="1216596" y="1428572"/>
                </a:lnTo>
                <a:lnTo>
                  <a:pt x="1217551" y="1433753"/>
                </a:lnTo>
                <a:lnTo>
                  <a:pt x="1218382" y="1438567"/>
                </a:lnTo>
                <a:close/>
              </a:path>
              <a:path w="1245870" h="2030729">
                <a:moveTo>
                  <a:pt x="1193330" y="1461579"/>
                </a:moveTo>
                <a:lnTo>
                  <a:pt x="1192949" y="1459229"/>
                </a:lnTo>
                <a:lnTo>
                  <a:pt x="1189355" y="1438402"/>
                </a:lnTo>
                <a:lnTo>
                  <a:pt x="1189393" y="1438567"/>
                </a:lnTo>
                <a:lnTo>
                  <a:pt x="1218382" y="1438567"/>
                </a:lnTo>
                <a:lnTo>
                  <a:pt x="1221143" y="1454543"/>
                </a:lnTo>
                <a:lnTo>
                  <a:pt x="1221536" y="1457058"/>
                </a:lnTo>
                <a:lnTo>
                  <a:pt x="1193330" y="1461579"/>
                </a:lnTo>
                <a:close/>
              </a:path>
              <a:path w="1245870" h="2030729">
                <a:moveTo>
                  <a:pt x="1183208" y="1405839"/>
                </a:moveTo>
                <a:lnTo>
                  <a:pt x="1181442" y="1396822"/>
                </a:lnTo>
                <a:lnTo>
                  <a:pt x="1177505" y="1378013"/>
                </a:lnTo>
                <a:lnTo>
                  <a:pt x="1205484" y="1372171"/>
                </a:lnTo>
                <a:lnTo>
                  <a:pt x="1209446" y="1391158"/>
                </a:lnTo>
                <a:lnTo>
                  <a:pt x="1211249" y="1400327"/>
                </a:lnTo>
                <a:lnTo>
                  <a:pt x="1183208" y="1405839"/>
                </a:lnTo>
                <a:close/>
              </a:path>
              <a:path w="1245870" h="2030729">
                <a:moveTo>
                  <a:pt x="1197103" y="1334922"/>
                </a:moveTo>
                <a:lnTo>
                  <a:pt x="1167765" y="1334922"/>
                </a:lnTo>
                <a:lnTo>
                  <a:pt x="1164780" y="1322806"/>
                </a:lnTo>
                <a:lnTo>
                  <a:pt x="1192542" y="1315999"/>
                </a:lnTo>
                <a:lnTo>
                  <a:pt x="1195514" y="1328115"/>
                </a:lnTo>
                <a:lnTo>
                  <a:pt x="1197103" y="1334922"/>
                </a:lnTo>
                <a:close/>
              </a:path>
              <a:path w="1245870" h="2030729">
                <a:moveTo>
                  <a:pt x="1171371" y="1350441"/>
                </a:moveTo>
                <a:lnTo>
                  <a:pt x="1167726" y="1334770"/>
                </a:lnTo>
                <a:lnTo>
                  <a:pt x="1167765" y="1334922"/>
                </a:lnTo>
                <a:lnTo>
                  <a:pt x="1197103" y="1334922"/>
                </a:lnTo>
                <a:lnTo>
                  <a:pt x="1199210" y="1343952"/>
                </a:lnTo>
                <a:lnTo>
                  <a:pt x="1171371" y="1350441"/>
                </a:lnTo>
                <a:close/>
              </a:path>
              <a:path w="1245870" h="2030729">
                <a:moveTo>
                  <a:pt x="1157795" y="1295273"/>
                </a:moveTo>
                <a:lnTo>
                  <a:pt x="1157363" y="1293609"/>
                </a:lnTo>
                <a:lnTo>
                  <a:pt x="1151826" y="1273111"/>
                </a:lnTo>
                <a:lnTo>
                  <a:pt x="1150378" y="1268018"/>
                </a:lnTo>
                <a:lnTo>
                  <a:pt x="1177874" y="1260246"/>
                </a:lnTo>
                <a:lnTo>
                  <a:pt x="1179360" y="1265504"/>
                </a:lnTo>
                <a:lnTo>
                  <a:pt x="1185468" y="1288148"/>
                </a:lnTo>
                <a:lnTo>
                  <a:pt x="1157795" y="1295273"/>
                </a:lnTo>
                <a:close/>
              </a:path>
              <a:path w="1245870" h="2030729">
                <a:moveTo>
                  <a:pt x="1169863" y="1232433"/>
                </a:moveTo>
                <a:lnTo>
                  <a:pt x="1140066" y="1232433"/>
                </a:lnTo>
                <a:lnTo>
                  <a:pt x="1134249" y="1213548"/>
                </a:lnTo>
                <a:lnTo>
                  <a:pt x="1161554" y="1205141"/>
                </a:lnTo>
                <a:lnTo>
                  <a:pt x="1167371" y="1224026"/>
                </a:lnTo>
                <a:lnTo>
                  <a:pt x="1169863" y="1232433"/>
                </a:lnTo>
                <a:close/>
              </a:path>
              <a:path w="1245870" h="2030729">
                <a:moveTo>
                  <a:pt x="1142517" y="1240726"/>
                </a:moveTo>
                <a:lnTo>
                  <a:pt x="1140016" y="1232272"/>
                </a:lnTo>
                <a:lnTo>
                  <a:pt x="1140066" y="1232433"/>
                </a:lnTo>
                <a:lnTo>
                  <a:pt x="1169863" y="1232433"/>
                </a:lnTo>
                <a:lnTo>
                  <a:pt x="1169924" y="1232636"/>
                </a:lnTo>
                <a:lnTo>
                  <a:pt x="1142517" y="1240726"/>
                </a:lnTo>
                <a:close/>
              </a:path>
              <a:path w="1245870" h="2030729">
                <a:moveTo>
                  <a:pt x="1125588" y="1186662"/>
                </a:moveTo>
                <a:lnTo>
                  <a:pt x="1120508" y="1171448"/>
                </a:lnTo>
                <a:lnTo>
                  <a:pt x="1116457" y="1159764"/>
                </a:lnTo>
                <a:lnTo>
                  <a:pt x="1143457" y="1150404"/>
                </a:lnTo>
                <a:lnTo>
                  <a:pt x="1147559" y="1162253"/>
                </a:lnTo>
                <a:lnTo>
                  <a:pt x="1152690" y="1177620"/>
                </a:lnTo>
                <a:lnTo>
                  <a:pt x="1125588" y="1186662"/>
                </a:lnTo>
                <a:close/>
              </a:path>
              <a:path w="1245870" h="2030729">
                <a:moveTo>
                  <a:pt x="1106944" y="1132992"/>
                </a:moveTo>
                <a:lnTo>
                  <a:pt x="1106309" y="1131214"/>
                </a:lnTo>
                <a:lnTo>
                  <a:pt x="1098854" y="1111199"/>
                </a:lnTo>
                <a:lnTo>
                  <a:pt x="1097051" y="1106538"/>
                </a:lnTo>
                <a:lnTo>
                  <a:pt x="1123708" y="1096251"/>
                </a:lnTo>
                <a:lnTo>
                  <a:pt x="1125575" y="1101064"/>
                </a:lnTo>
                <a:lnTo>
                  <a:pt x="1133144" y="1121397"/>
                </a:lnTo>
                <a:lnTo>
                  <a:pt x="1133843" y="1123327"/>
                </a:lnTo>
                <a:lnTo>
                  <a:pt x="1106944" y="1132992"/>
                </a:lnTo>
                <a:close/>
              </a:path>
              <a:path w="1245870" h="2030729">
                <a:moveTo>
                  <a:pt x="1108119" y="1071537"/>
                </a:moveTo>
                <a:lnTo>
                  <a:pt x="1083297" y="1071537"/>
                </a:lnTo>
                <a:lnTo>
                  <a:pt x="1075969" y="1053782"/>
                </a:lnTo>
                <a:lnTo>
                  <a:pt x="1102385" y="1042885"/>
                </a:lnTo>
                <a:lnTo>
                  <a:pt x="1109713" y="1060640"/>
                </a:lnTo>
                <a:lnTo>
                  <a:pt x="1113243" y="1069492"/>
                </a:lnTo>
                <a:lnTo>
                  <a:pt x="1108119" y="1071537"/>
                </a:lnTo>
                <a:close/>
              </a:path>
              <a:path w="1245870" h="2030729">
                <a:moveTo>
                  <a:pt x="1086700" y="1080084"/>
                </a:moveTo>
                <a:lnTo>
                  <a:pt x="1083233" y="1071384"/>
                </a:lnTo>
                <a:lnTo>
                  <a:pt x="1083297" y="1071537"/>
                </a:lnTo>
                <a:lnTo>
                  <a:pt x="1108119" y="1071537"/>
                </a:lnTo>
                <a:lnTo>
                  <a:pt x="1086700" y="1080084"/>
                </a:lnTo>
                <a:close/>
              </a:path>
              <a:path w="1245870" h="2030729">
                <a:moveTo>
                  <a:pt x="1089316" y="1012405"/>
                </a:moveTo>
                <a:lnTo>
                  <a:pt x="1058100" y="1012405"/>
                </a:lnTo>
                <a:lnTo>
                  <a:pt x="1053312" y="1001852"/>
                </a:lnTo>
                <a:lnTo>
                  <a:pt x="1079334" y="990041"/>
                </a:lnTo>
                <a:lnTo>
                  <a:pt x="1084122" y="1000594"/>
                </a:lnTo>
                <a:lnTo>
                  <a:pt x="1089316" y="1012405"/>
                </a:lnTo>
                <a:close/>
              </a:path>
              <a:path w="1245870" h="2030729">
                <a:moveTo>
                  <a:pt x="1064869" y="1027798"/>
                </a:moveTo>
                <a:lnTo>
                  <a:pt x="1058024" y="1012253"/>
                </a:lnTo>
                <a:lnTo>
                  <a:pt x="1058100" y="1012405"/>
                </a:lnTo>
                <a:lnTo>
                  <a:pt x="1089316" y="1012405"/>
                </a:lnTo>
                <a:lnTo>
                  <a:pt x="1091031" y="1016304"/>
                </a:lnTo>
                <a:lnTo>
                  <a:pt x="1064869" y="1027798"/>
                </a:lnTo>
                <a:close/>
              </a:path>
              <a:path w="1245870" h="2030729">
                <a:moveTo>
                  <a:pt x="1062510" y="954011"/>
                </a:moveTo>
                <a:lnTo>
                  <a:pt x="1030795" y="954011"/>
                </a:lnTo>
                <a:lnTo>
                  <a:pt x="1029106" y="950633"/>
                </a:lnTo>
                <a:lnTo>
                  <a:pt x="1054709" y="937933"/>
                </a:lnTo>
                <a:lnTo>
                  <a:pt x="1056386" y="941311"/>
                </a:lnTo>
                <a:lnTo>
                  <a:pt x="1062510" y="954011"/>
                </a:lnTo>
                <a:close/>
              </a:path>
              <a:path w="1245870" h="2030729">
                <a:moveTo>
                  <a:pt x="1047105" y="973391"/>
                </a:moveTo>
                <a:lnTo>
                  <a:pt x="1040130" y="973391"/>
                </a:lnTo>
                <a:lnTo>
                  <a:pt x="1030719" y="953871"/>
                </a:lnTo>
                <a:lnTo>
                  <a:pt x="1030795" y="954011"/>
                </a:lnTo>
                <a:lnTo>
                  <a:pt x="1062510" y="954011"/>
                </a:lnTo>
                <a:lnTo>
                  <a:pt x="1065872" y="960983"/>
                </a:lnTo>
                <a:lnTo>
                  <a:pt x="1067257" y="963968"/>
                </a:lnTo>
                <a:lnTo>
                  <a:pt x="1047105" y="973391"/>
                </a:lnTo>
                <a:close/>
              </a:path>
              <a:path w="1245870" h="2030729">
                <a:moveTo>
                  <a:pt x="1041374" y="976071"/>
                </a:moveTo>
                <a:lnTo>
                  <a:pt x="1040053" y="973239"/>
                </a:lnTo>
                <a:lnTo>
                  <a:pt x="1040130" y="973391"/>
                </a:lnTo>
                <a:lnTo>
                  <a:pt x="1047105" y="973391"/>
                </a:lnTo>
                <a:lnTo>
                  <a:pt x="1041374" y="976071"/>
                </a:lnTo>
                <a:close/>
              </a:path>
              <a:path w="1245870" h="2030729">
                <a:moveTo>
                  <a:pt x="1016381" y="925233"/>
                </a:moveTo>
                <a:lnTo>
                  <a:pt x="1011351" y="915390"/>
                </a:lnTo>
                <a:lnTo>
                  <a:pt x="1003274" y="900023"/>
                </a:lnTo>
                <a:lnTo>
                  <a:pt x="1028573" y="886739"/>
                </a:lnTo>
                <a:lnTo>
                  <a:pt x="1036726" y="902246"/>
                </a:lnTo>
                <a:lnTo>
                  <a:pt x="1041831" y="912240"/>
                </a:lnTo>
                <a:lnTo>
                  <a:pt x="1016381" y="925233"/>
                </a:lnTo>
                <a:close/>
              </a:path>
              <a:path w="1245870" h="2030729">
                <a:moveTo>
                  <a:pt x="989876" y="875169"/>
                </a:moveTo>
                <a:lnTo>
                  <a:pt x="980567" y="858393"/>
                </a:lnTo>
                <a:lnTo>
                  <a:pt x="975982" y="850379"/>
                </a:lnTo>
                <a:lnTo>
                  <a:pt x="1000810" y="836218"/>
                </a:lnTo>
                <a:lnTo>
                  <a:pt x="1005459" y="844384"/>
                </a:lnTo>
                <a:lnTo>
                  <a:pt x="1014857" y="861288"/>
                </a:lnTo>
                <a:lnTo>
                  <a:pt x="989876" y="875169"/>
                </a:lnTo>
                <a:close/>
              </a:path>
              <a:path w="1245870" h="2030729">
                <a:moveTo>
                  <a:pt x="981126" y="802462"/>
                </a:moveTo>
                <a:lnTo>
                  <a:pt x="947788" y="802462"/>
                </a:lnTo>
                <a:lnTo>
                  <a:pt x="947229" y="801573"/>
                </a:lnTo>
                <a:lnTo>
                  <a:pt x="971550" y="786549"/>
                </a:lnTo>
                <a:lnTo>
                  <a:pt x="981126" y="802462"/>
                </a:lnTo>
                <a:close/>
              </a:path>
              <a:path w="1245870" h="2030729">
                <a:moveTo>
                  <a:pt x="961745" y="825792"/>
                </a:moveTo>
                <a:lnTo>
                  <a:pt x="958888" y="820915"/>
                </a:lnTo>
                <a:lnTo>
                  <a:pt x="947699" y="802322"/>
                </a:lnTo>
                <a:lnTo>
                  <a:pt x="947788" y="802462"/>
                </a:lnTo>
                <a:lnTo>
                  <a:pt x="981126" y="802462"/>
                </a:lnTo>
                <a:lnTo>
                  <a:pt x="983449" y="806323"/>
                </a:lnTo>
                <a:lnTo>
                  <a:pt x="986396" y="811352"/>
                </a:lnTo>
                <a:lnTo>
                  <a:pt x="961745" y="825792"/>
                </a:lnTo>
                <a:close/>
              </a:path>
              <a:path w="1245870" h="2030729">
                <a:moveTo>
                  <a:pt x="950899" y="765619"/>
                </a:moveTo>
                <a:lnTo>
                  <a:pt x="924737" y="765619"/>
                </a:lnTo>
                <a:lnTo>
                  <a:pt x="916889" y="753541"/>
                </a:lnTo>
                <a:lnTo>
                  <a:pt x="940841" y="737958"/>
                </a:lnTo>
                <a:lnTo>
                  <a:pt x="948702" y="750049"/>
                </a:lnTo>
                <a:lnTo>
                  <a:pt x="956373" y="762152"/>
                </a:lnTo>
                <a:lnTo>
                  <a:pt x="950899" y="765619"/>
                </a:lnTo>
                <a:close/>
              </a:path>
              <a:path w="1245870" h="2030729">
                <a:moveTo>
                  <a:pt x="932230" y="777443"/>
                </a:moveTo>
                <a:lnTo>
                  <a:pt x="924723" y="765596"/>
                </a:lnTo>
                <a:lnTo>
                  <a:pt x="950899" y="765619"/>
                </a:lnTo>
                <a:lnTo>
                  <a:pt x="932230" y="777443"/>
                </a:lnTo>
                <a:close/>
              </a:path>
              <a:path w="1245870" h="2030729">
                <a:moveTo>
                  <a:pt x="924916" y="713930"/>
                </a:moveTo>
                <a:lnTo>
                  <a:pt x="890346" y="713930"/>
                </a:lnTo>
                <a:lnTo>
                  <a:pt x="885190" y="706539"/>
                </a:lnTo>
                <a:lnTo>
                  <a:pt x="908634" y="690194"/>
                </a:lnTo>
                <a:lnTo>
                  <a:pt x="913790" y="697598"/>
                </a:lnTo>
                <a:lnTo>
                  <a:pt x="924382" y="713117"/>
                </a:lnTo>
                <a:lnTo>
                  <a:pt x="924916" y="713930"/>
                </a:lnTo>
                <a:close/>
              </a:path>
              <a:path w="1245870" h="2030729">
                <a:moveTo>
                  <a:pt x="902125" y="729234"/>
                </a:moveTo>
                <a:lnTo>
                  <a:pt x="900785" y="729234"/>
                </a:lnTo>
                <a:lnTo>
                  <a:pt x="890257" y="713816"/>
                </a:lnTo>
                <a:lnTo>
                  <a:pt x="924916" y="713930"/>
                </a:lnTo>
                <a:lnTo>
                  <a:pt x="902125" y="729234"/>
                </a:lnTo>
                <a:close/>
              </a:path>
              <a:path w="1245870" h="2030729">
                <a:moveTo>
                  <a:pt x="901192" y="729856"/>
                </a:moveTo>
                <a:lnTo>
                  <a:pt x="900696" y="729107"/>
                </a:lnTo>
                <a:lnTo>
                  <a:pt x="902125" y="729234"/>
                </a:lnTo>
                <a:lnTo>
                  <a:pt x="901192" y="729856"/>
                </a:lnTo>
                <a:close/>
              </a:path>
              <a:path w="1245870" h="2030729">
                <a:moveTo>
                  <a:pt x="868857" y="683437"/>
                </a:moveTo>
                <a:lnTo>
                  <a:pt x="858100" y="668629"/>
                </a:lnTo>
                <a:lnTo>
                  <a:pt x="852055" y="660501"/>
                </a:lnTo>
                <a:lnTo>
                  <a:pt x="875004" y="643470"/>
                </a:lnTo>
                <a:lnTo>
                  <a:pt x="881126" y="651725"/>
                </a:lnTo>
                <a:lnTo>
                  <a:pt x="891971" y="666635"/>
                </a:lnTo>
                <a:lnTo>
                  <a:pt x="868857" y="683437"/>
                </a:lnTo>
                <a:close/>
              </a:path>
              <a:path w="1245870" h="2030729">
                <a:moveTo>
                  <a:pt x="835025" y="637908"/>
                </a:moveTo>
                <a:lnTo>
                  <a:pt x="824699" y="624535"/>
                </a:lnTo>
                <a:lnTo>
                  <a:pt x="817549" y="615480"/>
                </a:lnTo>
                <a:lnTo>
                  <a:pt x="839978" y="597776"/>
                </a:lnTo>
                <a:lnTo>
                  <a:pt x="847217" y="606945"/>
                </a:lnTo>
                <a:lnTo>
                  <a:pt x="857631" y="620433"/>
                </a:lnTo>
                <a:lnTo>
                  <a:pt x="835025" y="637908"/>
                </a:lnTo>
                <a:close/>
              </a:path>
              <a:path w="1245870" h="2030729">
                <a:moveTo>
                  <a:pt x="814146" y="581660"/>
                </a:moveTo>
                <a:lnTo>
                  <a:pt x="790168" y="581660"/>
                </a:lnTo>
                <a:lnTo>
                  <a:pt x="781685" y="571538"/>
                </a:lnTo>
                <a:lnTo>
                  <a:pt x="803579" y="553173"/>
                </a:lnTo>
                <a:lnTo>
                  <a:pt x="812076" y="563308"/>
                </a:lnTo>
                <a:lnTo>
                  <a:pt x="821905" y="575284"/>
                </a:lnTo>
                <a:lnTo>
                  <a:pt x="814146" y="581660"/>
                </a:lnTo>
                <a:close/>
              </a:path>
              <a:path w="1245870" h="2030729">
                <a:moveTo>
                  <a:pt x="799833" y="593420"/>
                </a:moveTo>
                <a:lnTo>
                  <a:pt x="790079" y="581558"/>
                </a:lnTo>
                <a:lnTo>
                  <a:pt x="814146" y="581660"/>
                </a:lnTo>
                <a:lnTo>
                  <a:pt x="799833" y="593420"/>
                </a:lnTo>
                <a:close/>
              </a:path>
              <a:path w="1245870" h="2030729">
                <a:moveTo>
                  <a:pt x="775018" y="539800"/>
                </a:moveTo>
                <a:lnTo>
                  <a:pt x="754380" y="539800"/>
                </a:lnTo>
                <a:lnTo>
                  <a:pt x="744499" y="528688"/>
                </a:lnTo>
                <a:lnTo>
                  <a:pt x="765848" y="509701"/>
                </a:lnTo>
                <a:lnTo>
                  <a:pt x="775728" y="520814"/>
                </a:lnTo>
                <a:lnTo>
                  <a:pt x="784834" y="531240"/>
                </a:lnTo>
                <a:lnTo>
                  <a:pt x="775018" y="539800"/>
                </a:lnTo>
                <a:close/>
              </a:path>
              <a:path w="1245870" h="2030729">
                <a:moveTo>
                  <a:pt x="763295" y="550024"/>
                </a:moveTo>
                <a:lnTo>
                  <a:pt x="754364" y="539783"/>
                </a:lnTo>
                <a:lnTo>
                  <a:pt x="775018" y="539800"/>
                </a:lnTo>
                <a:lnTo>
                  <a:pt x="763295" y="550024"/>
                </a:lnTo>
                <a:close/>
              </a:path>
              <a:path w="1245870" h="2030729">
                <a:moveTo>
                  <a:pt x="734806" y="499110"/>
                </a:moveTo>
                <a:lnTo>
                  <a:pt x="717461" y="499110"/>
                </a:lnTo>
                <a:lnTo>
                  <a:pt x="706031" y="487006"/>
                </a:lnTo>
                <a:lnTo>
                  <a:pt x="726808" y="467385"/>
                </a:lnTo>
                <a:lnTo>
                  <a:pt x="738238" y="479488"/>
                </a:lnTo>
                <a:lnTo>
                  <a:pt x="746429" y="488353"/>
                </a:lnTo>
                <a:lnTo>
                  <a:pt x="734806" y="499110"/>
                </a:lnTo>
                <a:close/>
              </a:path>
              <a:path w="1245870" h="2030729">
                <a:moveTo>
                  <a:pt x="725462" y="507758"/>
                </a:moveTo>
                <a:lnTo>
                  <a:pt x="717359" y="499008"/>
                </a:lnTo>
                <a:lnTo>
                  <a:pt x="734806" y="499110"/>
                </a:lnTo>
                <a:lnTo>
                  <a:pt x="725462" y="507758"/>
                </a:lnTo>
                <a:close/>
              </a:path>
              <a:path w="1245870" h="2030729">
                <a:moveTo>
                  <a:pt x="693558" y="459600"/>
                </a:moveTo>
                <a:lnTo>
                  <a:pt x="679411" y="459600"/>
                </a:lnTo>
                <a:lnTo>
                  <a:pt x="666496" y="446697"/>
                </a:lnTo>
                <a:lnTo>
                  <a:pt x="686396" y="426186"/>
                </a:lnTo>
                <a:lnTo>
                  <a:pt x="699604" y="439381"/>
                </a:lnTo>
                <a:lnTo>
                  <a:pt x="706692" y="446595"/>
                </a:lnTo>
                <a:lnTo>
                  <a:pt x="693558" y="459600"/>
                </a:lnTo>
                <a:close/>
              </a:path>
              <a:path w="1245870" h="2030729">
                <a:moveTo>
                  <a:pt x="686358" y="466674"/>
                </a:moveTo>
                <a:lnTo>
                  <a:pt x="679315" y="459504"/>
                </a:lnTo>
                <a:lnTo>
                  <a:pt x="693558" y="459600"/>
                </a:lnTo>
                <a:lnTo>
                  <a:pt x="686358" y="466674"/>
                </a:lnTo>
                <a:close/>
              </a:path>
              <a:path w="1245870" h="2030729">
                <a:moveTo>
                  <a:pt x="663284" y="408800"/>
                </a:moveTo>
                <a:lnTo>
                  <a:pt x="627024" y="408800"/>
                </a:lnTo>
                <a:lnTo>
                  <a:pt x="625449" y="407352"/>
                </a:lnTo>
                <a:lnTo>
                  <a:pt x="644829" y="386359"/>
                </a:lnTo>
                <a:lnTo>
                  <a:pt x="646391" y="387794"/>
                </a:lnTo>
                <a:lnTo>
                  <a:pt x="659879" y="400481"/>
                </a:lnTo>
                <a:lnTo>
                  <a:pt x="665810" y="406171"/>
                </a:lnTo>
                <a:lnTo>
                  <a:pt x="663284" y="408800"/>
                </a:lnTo>
                <a:close/>
              </a:path>
              <a:path w="1245870" h="2030729">
                <a:moveTo>
                  <a:pt x="646010" y="426783"/>
                </a:moveTo>
                <a:lnTo>
                  <a:pt x="640194" y="421195"/>
                </a:lnTo>
                <a:lnTo>
                  <a:pt x="626910" y="408698"/>
                </a:lnTo>
                <a:lnTo>
                  <a:pt x="663284" y="408800"/>
                </a:lnTo>
                <a:lnTo>
                  <a:pt x="646010" y="426783"/>
                </a:lnTo>
                <a:close/>
              </a:path>
              <a:path w="1245870" h="2030729">
                <a:moveTo>
                  <a:pt x="618961" y="372148"/>
                </a:moveTo>
                <a:lnTo>
                  <a:pt x="586511" y="372148"/>
                </a:lnTo>
                <a:lnTo>
                  <a:pt x="583323" y="369379"/>
                </a:lnTo>
                <a:lnTo>
                  <a:pt x="602068" y="347814"/>
                </a:lnTo>
                <a:lnTo>
                  <a:pt x="605256" y="350583"/>
                </a:lnTo>
                <a:lnTo>
                  <a:pt x="619086" y="362851"/>
                </a:lnTo>
                <a:lnTo>
                  <a:pt x="623646" y="366966"/>
                </a:lnTo>
                <a:lnTo>
                  <a:pt x="618961" y="372148"/>
                </a:lnTo>
                <a:close/>
              </a:path>
              <a:path w="1245870" h="2030729">
                <a:moveTo>
                  <a:pt x="608041" y="384225"/>
                </a:moveTo>
                <a:lnTo>
                  <a:pt x="600125" y="384225"/>
                </a:lnTo>
                <a:lnTo>
                  <a:pt x="586397" y="372059"/>
                </a:lnTo>
                <a:lnTo>
                  <a:pt x="618961" y="372148"/>
                </a:lnTo>
                <a:lnTo>
                  <a:pt x="608041" y="384225"/>
                </a:lnTo>
                <a:close/>
              </a:path>
              <a:path w="1245870" h="2030729">
                <a:moveTo>
                  <a:pt x="604481" y="388162"/>
                </a:moveTo>
                <a:lnTo>
                  <a:pt x="600024" y="384136"/>
                </a:lnTo>
                <a:lnTo>
                  <a:pt x="608041" y="384225"/>
                </a:lnTo>
                <a:lnTo>
                  <a:pt x="604481" y="388162"/>
                </a:lnTo>
                <a:close/>
              </a:path>
              <a:path w="1245870" h="2030729">
                <a:moveTo>
                  <a:pt x="573753" y="336765"/>
                </a:moveTo>
                <a:lnTo>
                  <a:pt x="544995" y="336765"/>
                </a:lnTo>
                <a:lnTo>
                  <a:pt x="540042" y="332701"/>
                </a:lnTo>
                <a:lnTo>
                  <a:pt x="558139" y="310591"/>
                </a:lnTo>
                <a:lnTo>
                  <a:pt x="563092" y="314655"/>
                </a:lnTo>
                <a:lnTo>
                  <a:pt x="577265" y="326491"/>
                </a:lnTo>
                <a:lnTo>
                  <a:pt x="580301" y="329082"/>
                </a:lnTo>
                <a:lnTo>
                  <a:pt x="573753" y="336765"/>
                </a:lnTo>
                <a:close/>
              </a:path>
              <a:path w="1245870" h="2030729">
                <a:moveTo>
                  <a:pt x="561771" y="350824"/>
                </a:moveTo>
                <a:lnTo>
                  <a:pt x="558838" y="348322"/>
                </a:lnTo>
                <a:lnTo>
                  <a:pt x="544880" y="336676"/>
                </a:lnTo>
                <a:lnTo>
                  <a:pt x="573753" y="336765"/>
                </a:lnTo>
                <a:lnTo>
                  <a:pt x="561771" y="350824"/>
                </a:lnTo>
                <a:close/>
              </a:path>
              <a:path w="1245870" h="2030729">
                <a:moveTo>
                  <a:pt x="527694" y="302666"/>
                </a:moveTo>
                <a:lnTo>
                  <a:pt x="502513" y="302666"/>
                </a:lnTo>
                <a:lnTo>
                  <a:pt x="495655" y="297383"/>
                </a:lnTo>
                <a:lnTo>
                  <a:pt x="513092" y="274751"/>
                </a:lnTo>
                <a:lnTo>
                  <a:pt x="519950" y="280035"/>
                </a:lnTo>
                <a:lnTo>
                  <a:pt x="535825" y="292531"/>
                </a:lnTo>
                <a:lnTo>
                  <a:pt x="527694" y="302666"/>
                </a:lnTo>
                <a:close/>
              </a:path>
              <a:path w="1245870" h="2030729">
                <a:moveTo>
                  <a:pt x="518687" y="313893"/>
                </a:moveTo>
                <a:lnTo>
                  <a:pt x="516775" y="313893"/>
                </a:lnTo>
                <a:lnTo>
                  <a:pt x="502449" y="302617"/>
                </a:lnTo>
                <a:lnTo>
                  <a:pt x="527694" y="302666"/>
                </a:lnTo>
                <a:lnTo>
                  <a:pt x="518687" y="313893"/>
                </a:lnTo>
                <a:close/>
              </a:path>
              <a:path w="1245870" h="2030729">
                <a:moveTo>
                  <a:pt x="517944" y="314820"/>
                </a:moveTo>
                <a:lnTo>
                  <a:pt x="516661" y="313804"/>
                </a:lnTo>
                <a:lnTo>
                  <a:pt x="518687" y="313893"/>
                </a:lnTo>
                <a:lnTo>
                  <a:pt x="517944" y="314820"/>
                </a:lnTo>
                <a:close/>
              </a:path>
              <a:path w="1245870" h="2030729">
                <a:moveTo>
                  <a:pt x="473125" y="280276"/>
                </a:moveTo>
                <a:lnTo>
                  <a:pt x="458965" y="269811"/>
                </a:lnTo>
                <a:lnTo>
                  <a:pt x="450202" y="263461"/>
                </a:lnTo>
                <a:lnTo>
                  <a:pt x="466953" y="240309"/>
                </a:lnTo>
                <a:lnTo>
                  <a:pt x="475843" y="246748"/>
                </a:lnTo>
                <a:lnTo>
                  <a:pt x="490105" y="257301"/>
                </a:lnTo>
                <a:lnTo>
                  <a:pt x="473125" y="280276"/>
                </a:lnTo>
                <a:close/>
              </a:path>
              <a:path w="1245870" h="2030729">
                <a:moveTo>
                  <a:pt x="427139" y="247065"/>
                </a:moveTo>
                <a:lnTo>
                  <a:pt x="414629" y="238378"/>
                </a:lnTo>
                <a:lnTo>
                  <a:pt x="403707" y="230962"/>
                </a:lnTo>
                <a:lnTo>
                  <a:pt x="419773" y="207327"/>
                </a:lnTo>
                <a:lnTo>
                  <a:pt x="430809" y="214820"/>
                </a:lnTo>
                <a:lnTo>
                  <a:pt x="443433" y="223596"/>
                </a:lnTo>
                <a:lnTo>
                  <a:pt x="427139" y="247065"/>
                </a:lnTo>
                <a:close/>
              </a:path>
              <a:path w="1245870" h="2030729">
                <a:moveTo>
                  <a:pt x="384643" y="208394"/>
                </a:moveTo>
                <a:lnTo>
                  <a:pt x="369544" y="208394"/>
                </a:lnTo>
                <a:lnTo>
                  <a:pt x="356235" y="199923"/>
                </a:lnTo>
                <a:lnTo>
                  <a:pt x="371576" y="175818"/>
                </a:lnTo>
                <a:lnTo>
                  <a:pt x="384886" y="184289"/>
                </a:lnTo>
                <a:lnTo>
                  <a:pt x="395731" y="191350"/>
                </a:lnTo>
                <a:lnTo>
                  <a:pt x="384643" y="208394"/>
                </a:lnTo>
                <a:close/>
              </a:path>
              <a:path w="1245870" h="2030729">
                <a:moveTo>
                  <a:pt x="380149" y="215303"/>
                </a:moveTo>
                <a:lnTo>
                  <a:pt x="369417" y="208318"/>
                </a:lnTo>
                <a:lnTo>
                  <a:pt x="384643" y="208394"/>
                </a:lnTo>
                <a:lnTo>
                  <a:pt x="380149" y="215303"/>
                </a:lnTo>
                <a:close/>
              </a:path>
              <a:path w="1245870" h="2030729">
                <a:moveTo>
                  <a:pt x="341050" y="170472"/>
                </a:moveTo>
                <a:lnTo>
                  <a:pt x="307962" y="170472"/>
                </a:lnTo>
                <a:lnTo>
                  <a:pt x="322300" y="145757"/>
                </a:lnTo>
                <a:lnTo>
                  <a:pt x="338112" y="155168"/>
                </a:lnTo>
                <a:lnTo>
                  <a:pt x="347052" y="160616"/>
                </a:lnTo>
                <a:lnTo>
                  <a:pt x="341050" y="170472"/>
                </a:lnTo>
                <a:close/>
              </a:path>
              <a:path w="1245870" h="2030729">
                <a:moveTo>
                  <a:pt x="335419" y="179717"/>
                </a:moveTo>
                <a:lnTo>
                  <a:pt x="323494" y="179717"/>
                </a:lnTo>
                <a:lnTo>
                  <a:pt x="307835" y="170408"/>
                </a:lnTo>
                <a:lnTo>
                  <a:pt x="307962" y="170472"/>
                </a:lnTo>
                <a:lnTo>
                  <a:pt x="341050" y="170472"/>
                </a:lnTo>
                <a:lnTo>
                  <a:pt x="335419" y="179717"/>
                </a:lnTo>
                <a:close/>
              </a:path>
              <a:path w="1245870" h="2030729">
                <a:moveTo>
                  <a:pt x="332193" y="185013"/>
                </a:moveTo>
                <a:lnTo>
                  <a:pt x="323416" y="179671"/>
                </a:lnTo>
                <a:lnTo>
                  <a:pt x="335419" y="179717"/>
                </a:lnTo>
                <a:lnTo>
                  <a:pt x="332193" y="185013"/>
                </a:lnTo>
                <a:close/>
              </a:path>
              <a:path w="1245870" h="2030729">
                <a:moveTo>
                  <a:pt x="283311" y="156260"/>
                </a:moveTo>
                <a:lnTo>
                  <a:pt x="276504" y="152387"/>
                </a:lnTo>
                <a:lnTo>
                  <a:pt x="260705" y="143624"/>
                </a:lnTo>
                <a:lnTo>
                  <a:pt x="258597" y="142481"/>
                </a:lnTo>
                <a:lnTo>
                  <a:pt x="272211" y="117360"/>
                </a:lnTo>
                <a:lnTo>
                  <a:pt x="274447" y="118567"/>
                </a:lnTo>
                <a:lnTo>
                  <a:pt x="290499" y="127482"/>
                </a:lnTo>
                <a:lnTo>
                  <a:pt x="297421" y="131419"/>
                </a:lnTo>
                <a:lnTo>
                  <a:pt x="283311" y="156260"/>
                </a:lnTo>
                <a:close/>
              </a:path>
              <a:path w="1245870" h="2030729">
                <a:moveTo>
                  <a:pt x="239196" y="118363"/>
                </a:moveTo>
                <a:lnTo>
                  <a:pt x="212940" y="118363"/>
                </a:lnTo>
                <a:lnTo>
                  <a:pt x="208406" y="116077"/>
                </a:lnTo>
                <a:lnTo>
                  <a:pt x="221259" y="90563"/>
                </a:lnTo>
                <a:lnTo>
                  <a:pt x="225793" y="92837"/>
                </a:lnTo>
                <a:lnTo>
                  <a:pt x="242087" y="101257"/>
                </a:lnTo>
                <a:lnTo>
                  <a:pt x="246900" y="103797"/>
                </a:lnTo>
                <a:lnTo>
                  <a:pt x="239196" y="118363"/>
                </a:lnTo>
                <a:close/>
              </a:path>
              <a:path w="1245870" h="2030729">
                <a:moveTo>
                  <a:pt x="234816" y="126644"/>
                </a:moveTo>
                <a:lnTo>
                  <a:pt x="228993" y="126644"/>
                </a:lnTo>
                <a:lnTo>
                  <a:pt x="212813" y="118300"/>
                </a:lnTo>
                <a:lnTo>
                  <a:pt x="212940" y="118363"/>
                </a:lnTo>
                <a:lnTo>
                  <a:pt x="239196" y="118363"/>
                </a:lnTo>
                <a:lnTo>
                  <a:pt x="234816" y="126644"/>
                </a:lnTo>
                <a:close/>
              </a:path>
              <a:path w="1245870" h="2030729">
                <a:moveTo>
                  <a:pt x="233540" y="129057"/>
                </a:moveTo>
                <a:lnTo>
                  <a:pt x="228866" y="126580"/>
                </a:lnTo>
                <a:lnTo>
                  <a:pt x="234816" y="126644"/>
                </a:lnTo>
                <a:lnTo>
                  <a:pt x="233540" y="129057"/>
                </a:lnTo>
                <a:close/>
              </a:path>
              <a:path w="1245870" h="2030729">
                <a:moveTo>
                  <a:pt x="182943" y="103441"/>
                </a:moveTo>
                <a:lnTo>
                  <a:pt x="180479" y="102235"/>
                </a:lnTo>
                <a:lnTo>
                  <a:pt x="164185" y="94449"/>
                </a:lnTo>
                <a:lnTo>
                  <a:pt x="157403" y="91287"/>
                </a:lnTo>
                <a:lnTo>
                  <a:pt x="169468" y="65379"/>
                </a:lnTo>
                <a:lnTo>
                  <a:pt x="176377" y="68605"/>
                </a:lnTo>
                <a:lnTo>
                  <a:pt x="195529" y="77787"/>
                </a:lnTo>
                <a:lnTo>
                  <a:pt x="182943" y="103441"/>
                </a:lnTo>
                <a:close/>
              </a:path>
              <a:path w="1245870" h="2030729">
                <a:moveTo>
                  <a:pt x="134870" y="72148"/>
                </a:moveTo>
                <a:lnTo>
                  <a:pt x="114985" y="72148"/>
                </a:lnTo>
                <a:lnTo>
                  <a:pt x="105638" y="68148"/>
                </a:lnTo>
                <a:lnTo>
                  <a:pt x="116890" y="41884"/>
                </a:lnTo>
                <a:lnTo>
                  <a:pt x="126237" y="45885"/>
                </a:lnTo>
                <a:lnTo>
                  <a:pt x="143344" y="53428"/>
                </a:lnTo>
                <a:lnTo>
                  <a:pt x="134870" y="72148"/>
                </a:lnTo>
                <a:close/>
              </a:path>
              <a:path w="1245870" h="2030729">
                <a:moveTo>
                  <a:pt x="131570" y="79438"/>
                </a:moveTo>
                <a:lnTo>
                  <a:pt x="114846" y="72097"/>
                </a:lnTo>
                <a:lnTo>
                  <a:pt x="114985" y="72148"/>
                </a:lnTo>
                <a:lnTo>
                  <a:pt x="134870" y="72148"/>
                </a:lnTo>
                <a:lnTo>
                  <a:pt x="131570" y="79438"/>
                </a:lnTo>
                <a:close/>
              </a:path>
              <a:path w="1245870" h="2030729">
                <a:moveTo>
                  <a:pt x="131559" y="79463"/>
                </a:moveTo>
                <a:close/>
              </a:path>
              <a:path w="1245870" h="2030729">
                <a:moveTo>
                  <a:pt x="79552" y="57213"/>
                </a:moveTo>
                <a:lnTo>
                  <a:pt x="64846" y="51257"/>
                </a:lnTo>
                <a:lnTo>
                  <a:pt x="53149" y="46672"/>
                </a:lnTo>
                <a:lnTo>
                  <a:pt x="63588" y="20078"/>
                </a:lnTo>
                <a:lnTo>
                  <a:pt x="75425" y="24714"/>
                </a:lnTo>
                <a:lnTo>
                  <a:pt x="90271" y="30721"/>
                </a:lnTo>
                <a:lnTo>
                  <a:pt x="79552" y="57213"/>
                </a:lnTo>
                <a:close/>
              </a:path>
              <a:path w="1245870" h="2030729">
                <a:moveTo>
                  <a:pt x="28407" y="32029"/>
                </a:moveTo>
                <a:lnTo>
                  <a:pt x="14338" y="32029"/>
                </a:lnTo>
                <a:lnTo>
                  <a:pt x="0" y="26911"/>
                </a:lnTo>
                <a:lnTo>
                  <a:pt x="9613" y="0"/>
                </a:lnTo>
                <a:lnTo>
                  <a:pt x="23952" y="5118"/>
                </a:lnTo>
                <a:lnTo>
                  <a:pt x="36614" y="9791"/>
                </a:lnTo>
                <a:lnTo>
                  <a:pt x="28407" y="32029"/>
                </a:lnTo>
                <a:close/>
              </a:path>
              <a:path w="1245870" h="2030729">
                <a:moveTo>
                  <a:pt x="26720" y="36601"/>
                </a:moveTo>
                <a:lnTo>
                  <a:pt x="14275" y="32006"/>
                </a:lnTo>
                <a:lnTo>
                  <a:pt x="28407" y="32029"/>
                </a:lnTo>
                <a:lnTo>
                  <a:pt x="26720" y="3660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31746" y="3431476"/>
            <a:ext cx="1259382" cy="1904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040557" y="529598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39617" y="523885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38690" y="518170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037763" y="512456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36836" y="506741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35896" y="501027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34969" y="495313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034042" y="489598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33102" y="483885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32175" y="478170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31248" y="472456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30321" y="466742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29381" y="461027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28454" y="455314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27527" y="449599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26600" y="443885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25660" y="438171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24733" y="432456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23806" y="426742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22879" y="421027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21939" y="4153141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21012" y="409600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20085" y="403885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19158" y="398171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18218" y="392456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17291" y="386742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16364" y="381029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15437" y="3753142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14497" y="369600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13570" y="3638854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012643" y="3581717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11716" y="352458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10776" y="346743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09849" y="341029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008922" y="335314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07995" y="329600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07055" y="3238855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06128" y="3181718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005201" y="312458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32" y="28562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04273" y="3067430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44"/>
                </a:moveTo>
                <a:lnTo>
                  <a:pt x="0" y="469"/>
                </a:lnTo>
                <a:lnTo>
                  <a:pt x="28562" y="0"/>
                </a:lnTo>
                <a:lnTo>
                  <a:pt x="29032" y="28575"/>
                </a:lnTo>
                <a:lnTo>
                  <a:pt x="457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03334" y="301029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57"/>
                </a:lnTo>
                <a:lnTo>
                  <a:pt x="28575" y="0"/>
                </a:lnTo>
                <a:lnTo>
                  <a:pt x="29044" y="28575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002407" y="2953143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44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5"/>
                </a:lnTo>
                <a:lnTo>
                  <a:pt x="469" y="2904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001479" y="2896006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69" y="29032"/>
                </a:moveTo>
                <a:lnTo>
                  <a:pt x="0" y="469"/>
                </a:lnTo>
                <a:lnTo>
                  <a:pt x="28575" y="0"/>
                </a:lnTo>
                <a:lnTo>
                  <a:pt x="29032" y="28574"/>
                </a:lnTo>
                <a:lnTo>
                  <a:pt x="469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000552" y="2838869"/>
            <a:ext cx="29209" cy="29209"/>
          </a:xfrm>
          <a:custGeom>
            <a:avLst/>
            <a:gdLst/>
            <a:ahLst/>
            <a:cxnLst/>
            <a:rect l="l" t="t" r="r" b="b"/>
            <a:pathLst>
              <a:path w="29210" h="29210">
                <a:moveTo>
                  <a:pt x="457" y="29032"/>
                </a:moveTo>
                <a:lnTo>
                  <a:pt x="0" y="457"/>
                </a:lnTo>
                <a:lnTo>
                  <a:pt x="28562" y="0"/>
                </a:lnTo>
                <a:lnTo>
                  <a:pt x="29032" y="28562"/>
                </a:lnTo>
                <a:lnTo>
                  <a:pt x="457" y="2903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999739" y="2789326"/>
            <a:ext cx="29209" cy="21590"/>
          </a:xfrm>
          <a:custGeom>
            <a:avLst/>
            <a:gdLst/>
            <a:ahLst/>
            <a:cxnLst/>
            <a:rect l="l" t="t" r="r" b="b"/>
            <a:pathLst>
              <a:path w="29210" h="21589">
                <a:moveTo>
                  <a:pt x="342" y="21437"/>
                </a:moveTo>
                <a:lnTo>
                  <a:pt x="0" y="457"/>
                </a:lnTo>
                <a:lnTo>
                  <a:pt x="28575" y="0"/>
                </a:lnTo>
                <a:lnTo>
                  <a:pt x="28917" y="20967"/>
                </a:lnTo>
                <a:lnTo>
                  <a:pt x="342" y="2143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082302" y="529565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084639" y="523855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7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086989" y="518144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089325" y="512434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7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091675" y="506724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094012" y="501015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7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096361" y="495305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098698" y="489593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30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81"/>
                </a:lnTo>
                <a:lnTo>
                  <a:pt x="28562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101047" y="483883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103384" y="478174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8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105734" y="472464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108070" y="4667529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30"/>
                </a:moveTo>
                <a:lnTo>
                  <a:pt x="0" y="28562"/>
                </a:lnTo>
                <a:lnTo>
                  <a:pt x="1181" y="0"/>
                </a:lnTo>
                <a:lnTo>
                  <a:pt x="29730" y="1181"/>
                </a:lnTo>
                <a:lnTo>
                  <a:pt x="28562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110420" y="461043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112757" y="455333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62" y="29718"/>
                </a:moveTo>
                <a:lnTo>
                  <a:pt x="0" y="28549"/>
                </a:lnTo>
                <a:lnTo>
                  <a:pt x="1181" y="0"/>
                </a:lnTo>
                <a:lnTo>
                  <a:pt x="29730" y="1168"/>
                </a:lnTo>
                <a:lnTo>
                  <a:pt x="28562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115106" y="449623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117456" y="443913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119793" y="4382020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122142" y="432492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124479" y="426782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126828" y="421072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129165" y="415361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62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131515" y="4096511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133851" y="403941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136201" y="398231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138538" y="392521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140887" y="3868102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143224" y="381100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145574" y="375390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147910" y="369680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150260" y="363970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152597" y="3582593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154946" y="352549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7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157283" y="346839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159632" y="341129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161969" y="3354184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62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164319" y="329708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166656" y="323998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5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169005" y="318288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171342" y="312578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173691" y="3068675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81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176028" y="3011576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30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3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178378" y="295447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180714" y="2897377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183064" y="2840278"/>
            <a:ext cx="29845" cy="29845"/>
          </a:xfrm>
          <a:custGeom>
            <a:avLst/>
            <a:gdLst/>
            <a:ahLst/>
            <a:cxnLst/>
            <a:rect l="l" t="t" r="r" b="b"/>
            <a:pathLst>
              <a:path w="29844" h="29844">
                <a:moveTo>
                  <a:pt x="28549" y="29718"/>
                </a:moveTo>
                <a:lnTo>
                  <a:pt x="0" y="28549"/>
                </a:lnTo>
                <a:lnTo>
                  <a:pt x="1168" y="0"/>
                </a:lnTo>
                <a:lnTo>
                  <a:pt x="29718" y="1168"/>
                </a:lnTo>
                <a:lnTo>
                  <a:pt x="28549" y="2971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185401" y="2809608"/>
            <a:ext cx="29209" cy="3810"/>
          </a:xfrm>
          <a:custGeom>
            <a:avLst/>
            <a:gdLst/>
            <a:ahLst/>
            <a:cxnLst/>
            <a:rect l="l" t="t" r="r" b="b"/>
            <a:pathLst>
              <a:path w="29210" h="3810">
                <a:moveTo>
                  <a:pt x="28549" y="3289"/>
                </a:moveTo>
                <a:lnTo>
                  <a:pt x="0" y="2108"/>
                </a:lnTo>
                <a:lnTo>
                  <a:pt x="88" y="0"/>
                </a:lnTo>
                <a:lnTo>
                  <a:pt x="28638" y="1168"/>
                </a:lnTo>
                <a:lnTo>
                  <a:pt x="28549" y="328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121575" y="4425606"/>
            <a:ext cx="987425" cy="778510"/>
          </a:xfrm>
          <a:custGeom>
            <a:avLst/>
            <a:gdLst/>
            <a:ahLst/>
            <a:cxnLst/>
            <a:rect l="l" t="t" r="r" b="b"/>
            <a:pathLst>
              <a:path w="987425" h="778510">
                <a:moveTo>
                  <a:pt x="2332" y="778230"/>
                </a:moveTo>
                <a:lnTo>
                  <a:pt x="1024" y="757097"/>
                </a:lnTo>
                <a:lnTo>
                  <a:pt x="744" y="749338"/>
                </a:lnTo>
                <a:lnTo>
                  <a:pt x="29294" y="748283"/>
                </a:lnTo>
                <a:lnTo>
                  <a:pt x="29594" y="756030"/>
                </a:lnTo>
                <a:lnTo>
                  <a:pt x="30856" y="776465"/>
                </a:lnTo>
                <a:lnTo>
                  <a:pt x="2332" y="778230"/>
                </a:lnTo>
                <a:close/>
              </a:path>
              <a:path w="987425" h="778510">
                <a:moveTo>
                  <a:pt x="58" y="720420"/>
                </a:moveTo>
                <a:lnTo>
                  <a:pt x="0" y="715175"/>
                </a:lnTo>
                <a:lnTo>
                  <a:pt x="253" y="695464"/>
                </a:lnTo>
                <a:lnTo>
                  <a:pt x="389" y="691133"/>
                </a:lnTo>
                <a:lnTo>
                  <a:pt x="28951" y="692213"/>
                </a:lnTo>
                <a:lnTo>
                  <a:pt x="28832" y="695464"/>
                </a:lnTo>
                <a:lnTo>
                  <a:pt x="28575" y="715530"/>
                </a:lnTo>
                <a:lnTo>
                  <a:pt x="28633" y="720077"/>
                </a:lnTo>
                <a:lnTo>
                  <a:pt x="58" y="720420"/>
                </a:lnTo>
                <a:close/>
              </a:path>
              <a:path w="987425" h="778510">
                <a:moveTo>
                  <a:pt x="28836" y="695154"/>
                </a:moveTo>
                <a:close/>
              </a:path>
              <a:path w="987425" h="778510">
                <a:moveTo>
                  <a:pt x="28832" y="695464"/>
                </a:moveTo>
                <a:lnTo>
                  <a:pt x="28836" y="695154"/>
                </a:lnTo>
                <a:lnTo>
                  <a:pt x="28832" y="695464"/>
                </a:lnTo>
                <a:close/>
              </a:path>
              <a:path w="987425" h="778510">
                <a:moveTo>
                  <a:pt x="30297" y="664044"/>
                </a:moveTo>
                <a:lnTo>
                  <a:pt x="1786" y="662241"/>
                </a:lnTo>
                <a:lnTo>
                  <a:pt x="2357" y="653224"/>
                </a:lnTo>
                <a:lnTo>
                  <a:pt x="4122" y="633387"/>
                </a:lnTo>
                <a:lnTo>
                  <a:pt x="32583" y="635927"/>
                </a:lnTo>
                <a:lnTo>
                  <a:pt x="30820" y="655764"/>
                </a:lnTo>
                <a:lnTo>
                  <a:pt x="30297" y="664044"/>
                </a:lnTo>
                <a:close/>
              </a:path>
              <a:path w="987425" h="778510">
                <a:moveTo>
                  <a:pt x="30825" y="655681"/>
                </a:moveTo>
                <a:lnTo>
                  <a:pt x="30843" y="655396"/>
                </a:lnTo>
                <a:lnTo>
                  <a:pt x="30825" y="655681"/>
                </a:lnTo>
                <a:close/>
              </a:path>
              <a:path w="987425" h="778510">
                <a:moveTo>
                  <a:pt x="30820" y="655764"/>
                </a:moveTo>
                <a:close/>
              </a:path>
              <a:path w="987425" h="778510">
                <a:moveTo>
                  <a:pt x="35974" y="608291"/>
                </a:moveTo>
                <a:lnTo>
                  <a:pt x="7678" y="604304"/>
                </a:lnTo>
                <a:lnTo>
                  <a:pt x="9329" y="592632"/>
                </a:lnTo>
                <a:lnTo>
                  <a:pt x="12174" y="575703"/>
                </a:lnTo>
                <a:lnTo>
                  <a:pt x="40356" y="580440"/>
                </a:lnTo>
                <a:lnTo>
                  <a:pt x="37522" y="597357"/>
                </a:lnTo>
                <a:lnTo>
                  <a:pt x="35974" y="608291"/>
                </a:lnTo>
                <a:close/>
              </a:path>
              <a:path w="987425" h="778510">
                <a:moveTo>
                  <a:pt x="37522" y="597357"/>
                </a:moveTo>
                <a:lnTo>
                  <a:pt x="37574" y="596988"/>
                </a:lnTo>
                <a:lnTo>
                  <a:pt x="37522" y="597357"/>
                </a:lnTo>
                <a:close/>
              </a:path>
              <a:path w="987425" h="778510">
                <a:moveTo>
                  <a:pt x="45766" y="553148"/>
                </a:moveTo>
                <a:lnTo>
                  <a:pt x="17877" y="546938"/>
                </a:lnTo>
                <a:lnTo>
                  <a:pt x="20848" y="533603"/>
                </a:lnTo>
                <a:lnTo>
                  <a:pt x="24557" y="518769"/>
                </a:lnTo>
                <a:lnTo>
                  <a:pt x="52281" y="525716"/>
                </a:lnTo>
                <a:lnTo>
                  <a:pt x="48579" y="540537"/>
                </a:lnTo>
                <a:lnTo>
                  <a:pt x="45766" y="553148"/>
                </a:lnTo>
                <a:close/>
              </a:path>
              <a:path w="987425" h="778510">
                <a:moveTo>
                  <a:pt x="48635" y="540289"/>
                </a:moveTo>
                <a:close/>
              </a:path>
              <a:path w="987425" h="778510">
                <a:moveTo>
                  <a:pt x="48579" y="540537"/>
                </a:moveTo>
                <a:lnTo>
                  <a:pt x="48635" y="540289"/>
                </a:lnTo>
                <a:lnTo>
                  <a:pt x="48579" y="540537"/>
                </a:lnTo>
                <a:close/>
              </a:path>
              <a:path w="987425" h="778510">
                <a:moveTo>
                  <a:pt x="59774" y="498944"/>
                </a:moveTo>
                <a:lnTo>
                  <a:pt x="32469" y="490524"/>
                </a:lnTo>
                <a:lnTo>
                  <a:pt x="36838" y="476376"/>
                </a:lnTo>
                <a:lnTo>
                  <a:pt x="41372" y="462965"/>
                </a:lnTo>
                <a:lnTo>
                  <a:pt x="68435" y="472122"/>
                </a:lnTo>
                <a:lnTo>
                  <a:pt x="63902" y="485533"/>
                </a:lnTo>
                <a:lnTo>
                  <a:pt x="59774" y="498944"/>
                </a:lnTo>
                <a:close/>
              </a:path>
              <a:path w="987425" h="778510">
                <a:moveTo>
                  <a:pt x="63912" y="485503"/>
                </a:moveTo>
                <a:lnTo>
                  <a:pt x="64016" y="485165"/>
                </a:lnTo>
                <a:lnTo>
                  <a:pt x="63912" y="485503"/>
                </a:lnTo>
                <a:close/>
              </a:path>
              <a:path w="987425" h="778510">
                <a:moveTo>
                  <a:pt x="63902" y="485533"/>
                </a:moveTo>
                <a:close/>
              </a:path>
              <a:path w="987425" h="778510">
                <a:moveTo>
                  <a:pt x="78036" y="446036"/>
                </a:moveTo>
                <a:lnTo>
                  <a:pt x="51506" y="435419"/>
                </a:lnTo>
                <a:lnTo>
                  <a:pt x="57208" y="421182"/>
                </a:lnTo>
                <a:lnTo>
                  <a:pt x="62631" y="408673"/>
                </a:lnTo>
                <a:lnTo>
                  <a:pt x="88857" y="420014"/>
                </a:lnTo>
                <a:lnTo>
                  <a:pt x="83439" y="432536"/>
                </a:lnTo>
                <a:lnTo>
                  <a:pt x="78036" y="446036"/>
                </a:lnTo>
                <a:close/>
              </a:path>
              <a:path w="987425" h="778510">
                <a:moveTo>
                  <a:pt x="83500" y="432384"/>
                </a:moveTo>
                <a:lnTo>
                  <a:pt x="83586" y="432168"/>
                </a:lnTo>
                <a:lnTo>
                  <a:pt x="83500" y="432384"/>
                </a:lnTo>
                <a:close/>
              </a:path>
              <a:path w="987425" h="778510">
                <a:moveTo>
                  <a:pt x="83439" y="432536"/>
                </a:moveTo>
                <a:lnTo>
                  <a:pt x="83500" y="432384"/>
                </a:lnTo>
                <a:lnTo>
                  <a:pt x="83439" y="432536"/>
                </a:lnTo>
                <a:close/>
              </a:path>
              <a:path w="987425" h="778510">
                <a:moveTo>
                  <a:pt x="100554" y="394830"/>
                </a:moveTo>
                <a:lnTo>
                  <a:pt x="75001" y="382041"/>
                </a:lnTo>
                <a:lnTo>
                  <a:pt x="81897" y="368274"/>
                </a:lnTo>
                <a:lnTo>
                  <a:pt x="88311" y="356298"/>
                </a:lnTo>
                <a:lnTo>
                  <a:pt x="113495" y="369811"/>
                </a:lnTo>
                <a:lnTo>
                  <a:pt x="107272" y="381419"/>
                </a:lnTo>
                <a:lnTo>
                  <a:pt x="100554" y="394830"/>
                </a:lnTo>
                <a:close/>
              </a:path>
              <a:path w="987425" h="778510">
                <a:moveTo>
                  <a:pt x="107081" y="381774"/>
                </a:moveTo>
                <a:lnTo>
                  <a:pt x="107259" y="381419"/>
                </a:lnTo>
                <a:lnTo>
                  <a:pt x="107081" y="381774"/>
                </a:lnTo>
                <a:close/>
              </a:path>
              <a:path w="987425" h="778510">
                <a:moveTo>
                  <a:pt x="127274" y="345706"/>
                </a:moveTo>
                <a:lnTo>
                  <a:pt x="102903" y="330796"/>
                </a:lnTo>
                <a:lnTo>
                  <a:pt x="110599" y="318198"/>
                </a:lnTo>
                <a:lnTo>
                  <a:pt x="118359" y="306285"/>
                </a:lnTo>
                <a:lnTo>
                  <a:pt x="142298" y="321881"/>
                </a:lnTo>
                <a:lnTo>
                  <a:pt x="134773" y="333451"/>
                </a:lnTo>
                <a:lnTo>
                  <a:pt x="127274" y="345706"/>
                </a:lnTo>
                <a:close/>
              </a:path>
              <a:path w="987425" h="778510">
                <a:moveTo>
                  <a:pt x="134869" y="333295"/>
                </a:moveTo>
                <a:lnTo>
                  <a:pt x="134983" y="333108"/>
                </a:lnTo>
                <a:lnTo>
                  <a:pt x="134869" y="333295"/>
                </a:lnTo>
                <a:close/>
              </a:path>
              <a:path w="987425" h="778510">
                <a:moveTo>
                  <a:pt x="134773" y="333451"/>
                </a:moveTo>
                <a:lnTo>
                  <a:pt x="134869" y="333295"/>
                </a:lnTo>
                <a:lnTo>
                  <a:pt x="134773" y="333451"/>
                </a:lnTo>
                <a:close/>
              </a:path>
              <a:path w="987425" h="778510">
                <a:moveTo>
                  <a:pt x="158135" y="298970"/>
                </a:moveTo>
                <a:lnTo>
                  <a:pt x="135009" y="282181"/>
                </a:lnTo>
                <a:lnTo>
                  <a:pt x="138044" y="278015"/>
                </a:lnTo>
                <a:lnTo>
                  <a:pt x="143835" y="270268"/>
                </a:lnTo>
                <a:lnTo>
                  <a:pt x="149741" y="262597"/>
                </a:lnTo>
                <a:lnTo>
                  <a:pt x="152662" y="258940"/>
                </a:lnTo>
                <a:lnTo>
                  <a:pt x="175039" y="276707"/>
                </a:lnTo>
                <a:lnTo>
                  <a:pt x="172249" y="280212"/>
                </a:lnTo>
                <a:lnTo>
                  <a:pt x="166470" y="287705"/>
                </a:lnTo>
                <a:lnTo>
                  <a:pt x="160924" y="295122"/>
                </a:lnTo>
                <a:lnTo>
                  <a:pt x="158135" y="298970"/>
                </a:lnTo>
                <a:close/>
              </a:path>
              <a:path w="987425" h="778510">
                <a:moveTo>
                  <a:pt x="172118" y="280377"/>
                </a:moveTo>
                <a:lnTo>
                  <a:pt x="172245" y="280212"/>
                </a:lnTo>
                <a:lnTo>
                  <a:pt x="172118" y="280377"/>
                </a:lnTo>
                <a:close/>
              </a:path>
              <a:path w="987425" h="778510">
                <a:moveTo>
                  <a:pt x="166583" y="287555"/>
                </a:moveTo>
                <a:close/>
              </a:path>
              <a:path w="987425" h="778510">
                <a:moveTo>
                  <a:pt x="166470" y="287705"/>
                </a:moveTo>
                <a:lnTo>
                  <a:pt x="166583" y="287555"/>
                </a:lnTo>
                <a:lnTo>
                  <a:pt x="166470" y="287705"/>
                </a:lnTo>
                <a:close/>
              </a:path>
              <a:path w="987425" h="778510">
                <a:moveTo>
                  <a:pt x="160924" y="295122"/>
                </a:moveTo>
                <a:lnTo>
                  <a:pt x="161044" y="294957"/>
                </a:lnTo>
                <a:lnTo>
                  <a:pt x="160924" y="295122"/>
                </a:lnTo>
                <a:close/>
              </a:path>
              <a:path w="987425" h="778510">
                <a:moveTo>
                  <a:pt x="192895" y="255206"/>
                </a:moveTo>
                <a:lnTo>
                  <a:pt x="171318" y="236474"/>
                </a:lnTo>
                <a:lnTo>
                  <a:pt x="174506" y="232790"/>
                </a:lnTo>
                <a:lnTo>
                  <a:pt x="180983" y="225564"/>
                </a:lnTo>
                <a:lnTo>
                  <a:pt x="187561" y="218414"/>
                </a:lnTo>
                <a:lnTo>
                  <a:pt x="190939" y="214858"/>
                </a:lnTo>
                <a:lnTo>
                  <a:pt x="211679" y="234518"/>
                </a:lnTo>
                <a:lnTo>
                  <a:pt x="208445" y="237921"/>
                </a:lnTo>
                <a:lnTo>
                  <a:pt x="202153" y="244754"/>
                </a:lnTo>
                <a:lnTo>
                  <a:pt x="195816" y="251840"/>
                </a:lnTo>
                <a:lnTo>
                  <a:pt x="192895" y="255206"/>
                </a:lnTo>
                <a:close/>
              </a:path>
              <a:path w="987425" h="778510">
                <a:moveTo>
                  <a:pt x="208300" y="238074"/>
                </a:moveTo>
                <a:lnTo>
                  <a:pt x="208440" y="237921"/>
                </a:lnTo>
                <a:lnTo>
                  <a:pt x="208300" y="238074"/>
                </a:lnTo>
                <a:close/>
              </a:path>
              <a:path w="987425" h="778510">
                <a:moveTo>
                  <a:pt x="202001" y="244919"/>
                </a:moveTo>
                <a:lnTo>
                  <a:pt x="202141" y="244754"/>
                </a:lnTo>
                <a:lnTo>
                  <a:pt x="202001" y="244919"/>
                </a:lnTo>
                <a:close/>
              </a:path>
              <a:path w="987425" h="778510">
                <a:moveTo>
                  <a:pt x="195823" y="251840"/>
                </a:moveTo>
                <a:lnTo>
                  <a:pt x="195956" y="251688"/>
                </a:lnTo>
                <a:lnTo>
                  <a:pt x="195823" y="251840"/>
                </a:lnTo>
                <a:close/>
              </a:path>
              <a:path w="987425" h="778510">
                <a:moveTo>
                  <a:pt x="231325" y="214693"/>
                </a:moveTo>
                <a:lnTo>
                  <a:pt x="211526" y="194106"/>
                </a:lnTo>
                <a:lnTo>
                  <a:pt x="217140" y="188709"/>
                </a:lnTo>
                <a:lnTo>
                  <a:pt x="226436" y="180111"/>
                </a:lnTo>
                <a:lnTo>
                  <a:pt x="232913" y="174345"/>
                </a:lnTo>
                <a:lnTo>
                  <a:pt x="251912" y="195681"/>
                </a:lnTo>
                <a:lnTo>
                  <a:pt x="245649" y="201256"/>
                </a:lnTo>
                <a:lnTo>
                  <a:pt x="236545" y="209676"/>
                </a:lnTo>
                <a:lnTo>
                  <a:pt x="231325" y="214693"/>
                </a:lnTo>
                <a:close/>
              </a:path>
              <a:path w="987425" h="778510">
                <a:moveTo>
                  <a:pt x="245435" y="201447"/>
                </a:moveTo>
                <a:lnTo>
                  <a:pt x="245638" y="201256"/>
                </a:lnTo>
                <a:lnTo>
                  <a:pt x="245435" y="201447"/>
                </a:lnTo>
                <a:close/>
              </a:path>
              <a:path w="987425" h="778510">
                <a:moveTo>
                  <a:pt x="236563" y="209676"/>
                </a:moveTo>
                <a:lnTo>
                  <a:pt x="236748" y="209499"/>
                </a:lnTo>
                <a:lnTo>
                  <a:pt x="236563" y="209676"/>
                </a:lnTo>
                <a:close/>
              </a:path>
              <a:path w="987425" h="778510">
                <a:moveTo>
                  <a:pt x="273096" y="177736"/>
                </a:moveTo>
                <a:lnTo>
                  <a:pt x="255328" y="155346"/>
                </a:lnTo>
                <a:lnTo>
                  <a:pt x="265057" y="147637"/>
                </a:lnTo>
                <a:lnTo>
                  <a:pt x="275052" y="140004"/>
                </a:lnTo>
                <a:lnTo>
                  <a:pt x="278379" y="137566"/>
                </a:lnTo>
                <a:lnTo>
                  <a:pt x="295283" y="160604"/>
                </a:lnTo>
                <a:lnTo>
                  <a:pt x="292179" y="162890"/>
                </a:lnTo>
                <a:lnTo>
                  <a:pt x="282392" y="170357"/>
                </a:lnTo>
                <a:lnTo>
                  <a:pt x="273096" y="177736"/>
                </a:lnTo>
                <a:close/>
              </a:path>
              <a:path w="987425" h="778510">
                <a:moveTo>
                  <a:pt x="291955" y="163055"/>
                </a:moveTo>
                <a:lnTo>
                  <a:pt x="292171" y="162890"/>
                </a:lnTo>
                <a:lnTo>
                  <a:pt x="291955" y="163055"/>
                </a:lnTo>
                <a:close/>
              </a:path>
              <a:path w="987425" h="778510">
                <a:moveTo>
                  <a:pt x="282600" y="170198"/>
                </a:moveTo>
                <a:close/>
              </a:path>
              <a:path w="987425" h="778510">
                <a:moveTo>
                  <a:pt x="282400" y="170357"/>
                </a:moveTo>
                <a:lnTo>
                  <a:pt x="282600" y="170198"/>
                </a:lnTo>
                <a:lnTo>
                  <a:pt x="282400" y="170357"/>
                </a:lnTo>
                <a:close/>
              </a:path>
              <a:path w="987425" h="778510">
                <a:moveTo>
                  <a:pt x="318193" y="144449"/>
                </a:moveTo>
                <a:lnTo>
                  <a:pt x="302166" y="120789"/>
                </a:lnTo>
                <a:lnTo>
                  <a:pt x="305836" y="118313"/>
                </a:lnTo>
                <a:lnTo>
                  <a:pt x="316339" y="111467"/>
                </a:lnTo>
                <a:lnTo>
                  <a:pt x="326639" y="105041"/>
                </a:lnTo>
                <a:lnTo>
                  <a:pt x="341777" y="129273"/>
                </a:lnTo>
                <a:lnTo>
                  <a:pt x="331478" y="135712"/>
                </a:lnTo>
                <a:lnTo>
                  <a:pt x="321653" y="142112"/>
                </a:lnTo>
                <a:lnTo>
                  <a:pt x="318193" y="144449"/>
                </a:lnTo>
                <a:close/>
              </a:path>
              <a:path w="987425" h="778510">
                <a:moveTo>
                  <a:pt x="331492" y="135712"/>
                </a:moveTo>
                <a:lnTo>
                  <a:pt x="331706" y="135572"/>
                </a:lnTo>
                <a:lnTo>
                  <a:pt x="331492" y="135712"/>
                </a:lnTo>
                <a:close/>
              </a:path>
              <a:path w="987425" h="778510">
                <a:moveTo>
                  <a:pt x="321419" y="142265"/>
                </a:moveTo>
                <a:lnTo>
                  <a:pt x="321635" y="142112"/>
                </a:lnTo>
                <a:lnTo>
                  <a:pt x="321419" y="142265"/>
                </a:lnTo>
                <a:close/>
              </a:path>
              <a:path w="987425" h="778510">
                <a:moveTo>
                  <a:pt x="365793" y="115315"/>
                </a:moveTo>
                <a:lnTo>
                  <a:pt x="352026" y="90271"/>
                </a:lnTo>
                <a:lnTo>
                  <a:pt x="359595" y="86118"/>
                </a:lnTo>
                <a:lnTo>
                  <a:pt x="370695" y="80276"/>
                </a:lnTo>
                <a:lnTo>
                  <a:pt x="377769" y="76720"/>
                </a:lnTo>
                <a:lnTo>
                  <a:pt x="390609" y="102235"/>
                </a:lnTo>
                <a:lnTo>
                  <a:pt x="383535" y="105803"/>
                </a:lnTo>
                <a:lnTo>
                  <a:pt x="373146" y="111277"/>
                </a:lnTo>
                <a:lnTo>
                  <a:pt x="365793" y="115315"/>
                </a:lnTo>
                <a:close/>
              </a:path>
              <a:path w="987425" h="778510">
                <a:moveTo>
                  <a:pt x="383541" y="105800"/>
                </a:moveTo>
                <a:lnTo>
                  <a:pt x="383776" y="105676"/>
                </a:lnTo>
                <a:lnTo>
                  <a:pt x="383541" y="105800"/>
                </a:lnTo>
                <a:close/>
              </a:path>
              <a:path w="987425" h="778510">
                <a:moveTo>
                  <a:pt x="383535" y="105803"/>
                </a:moveTo>
                <a:close/>
              </a:path>
              <a:path w="987425" h="778510">
                <a:moveTo>
                  <a:pt x="372905" y="111404"/>
                </a:moveTo>
                <a:lnTo>
                  <a:pt x="373134" y="111277"/>
                </a:lnTo>
                <a:lnTo>
                  <a:pt x="372905" y="111404"/>
                </a:lnTo>
                <a:close/>
              </a:path>
              <a:path w="987425" h="778510">
                <a:moveTo>
                  <a:pt x="415958" y="90208"/>
                </a:moveTo>
                <a:lnTo>
                  <a:pt x="404045" y="64236"/>
                </a:lnTo>
                <a:lnTo>
                  <a:pt x="416161" y="58927"/>
                </a:lnTo>
                <a:lnTo>
                  <a:pt x="427794" y="54101"/>
                </a:lnTo>
                <a:lnTo>
                  <a:pt x="431071" y="52806"/>
                </a:lnTo>
                <a:lnTo>
                  <a:pt x="441561" y="79387"/>
                </a:lnTo>
                <a:lnTo>
                  <a:pt x="438542" y="80581"/>
                </a:lnTo>
                <a:lnTo>
                  <a:pt x="427134" y="85318"/>
                </a:lnTo>
                <a:lnTo>
                  <a:pt x="416085" y="90144"/>
                </a:lnTo>
                <a:close/>
              </a:path>
              <a:path w="987425" h="778510">
                <a:moveTo>
                  <a:pt x="438285" y="80683"/>
                </a:moveTo>
                <a:lnTo>
                  <a:pt x="438526" y="80581"/>
                </a:lnTo>
                <a:lnTo>
                  <a:pt x="438285" y="80683"/>
                </a:lnTo>
                <a:close/>
              </a:path>
              <a:path w="987425" h="778510">
                <a:moveTo>
                  <a:pt x="427314" y="85243"/>
                </a:moveTo>
                <a:close/>
              </a:path>
              <a:path w="987425" h="778510">
                <a:moveTo>
                  <a:pt x="427143" y="85318"/>
                </a:moveTo>
                <a:lnTo>
                  <a:pt x="427314" y="85243"/>
                </a:lnTo>
                <a:lnTo>
                  <a:pt x="427143" y="85318"/>
                </a:lnTo>
                <a:close/>
              </a:path>
              <a:path w="987425" h="778510">
                <a:moveTo>
                  <a:pt x="416248" y="90073"/>
                </a:moveTo>
                <a:close/>
              </a:path>
              <a:path w="987425" h="778510">
                <a:moveTo>
                  <a:pt x="416095" y="90144"/>
                </a:moveTo>
                <a:lnTo>
                  <a:pt x="416248" y="90073"/>
                </a:lnTo>
                <a:lnTo>
                  <a:pt x="416095" y="90144"/>
                </a:lnTo>
                <a:close/>
              </a:path>
              <a:path w="987425" h="778510">
                <a:moveTo>
                  <a:pt x="467838" y="69519"/>
                </a:moveTo>
                <a:lnTo>
                  <a:pt x="458300" y="42583"/>
                </a:lnTo>
                <a:lnTo>
                  <a:pt x="463240" y="40830"/>
                </a:lnTo>
                <a:lnTo>
                  <a:pt x="475242" y="36817"/>
                </a:lnTo>
                <a:lnTo>
                  <a:pt x="485897" y="33464"/>
                </a:lnTo>
                <a:lnTo>
                  <a:pt x="494495" y="60705"/>
                </a:lnTo>
                <a:lnTo>
                  <a:pt x="483827" y="64071"/>
                </a:lnTo>
                <a:lnTo>
                  <a:pt x="472308" y="67932"/>
                </a:lnTo>
                <a:lnTo>
                  <a:pt x="467838" y="69519"/>
                </a:lnTo>
                <a:close/>
              </a:path>
              <a:path w="987425" h="778510">
                <a:moveTo>
                  <a:pt x="484064" y="63996"/>
                </a:moveTo>
                <a:close/>
              </a:path>
              <a:path w="987425" h="778510">
                <a:moveTo>
                  <a:pt x="483841" y="64071"/>
                </a:moveTo>
                <a:lnTo>
                  <a:pt x="484064" y="63996"/>
                </a:lnTo>
                <a:lnTo>
                  <a:pt x="483841" y="64071"/>
                </a:lnTo>
                <a:close/>
              </a:path>
              <a:path w="987425" h="778510">
                <a:moveTo>
                  <a:pt x="472333" y="67932"/>
                </a:moveTo>
                <a:lnTo>
                  <a:pt x="472549" y="67856"/>
                </a:lnTo>
                <a:lnTo>
                  <a:pt x="472333" y="67932"/>
                </a:lnTo>
                <a:close/>
              </a:path>
              <a:path w="987425" h="778510">
                <a:moveTo>
                  <a:pt x="521254" y="53073"/>
                </a:moveTo>
                <a:lnTo>
                  <a:pt x="514091" y="25400"/>
                </a:lnTo>
                <a:lnTo>
                  <a:pt x="524086" y="22821"/>
                </a:lnTo>
                <a:lnTo>
                  <a:pt x="536494" y="19837"/>
                </a:lnTo>
                <a:lnTo>
                  <a:pt x="542336" y="18541"/>
                </a:lnTo>
                <a:lnTo>
                  <a:pt x="548533" y="46431"/>
                </a:lnTo>
                <a:lnTo>
                  <a:pt x="542704" y="47726"/>
                </a:lnTo>
                <a:lnTo>
                  <a:pt x="531030" y="50545"/>
                </a:lnTo>
                <a:lnTo>
                  <a:pt x="521254" y="53073"/>
                </a:lnTo>
                <a:close/>
              </a:path>
              <a:path w="987425" h="778510">
                <a:moveTo>
                  <a:pt x="542734" y="47726"/>
                </a:moveTo>
                <a:lnTo>
                  <a:pt x="542945" y="47675"/>
                </a:lnTo>
                <a:lnTo>
                  <a:pt x="542734" y="47726"/>
                </a:lnTo>
                <a:close/>
              </a:path>
              <a:path w="987425" h="778510">
                <a:moveTo>
                  <a:pt x="530766" y="50609"/>
                </a:moveTo>
                <a:lnTo>
                  <a:pt x="531007" y="50545"/>
                </a:lnTo>
                <a:lnTo>
                  <a:pt x="530766" y="50609"/>
                </a:lnTo>
                <a:close/>
              </a:path>
              <a:path w="987425" h="778510">
                <a:moveTo>
                  <a:pt x="576067" y="40843"/>
                </a:moveTo>
                <a:lnTo>
                  <a:pt x="570809" y="12750"/>
                </a:lnTo>
                <a:lnTo>
                  <a:pt x="574175" y="12128"/>
                </a:lnTo>
                <a:lnTo>
                  <a:pt x="586875" y="9969"/>
                </a:lnTo>
                <a:lnTo>
                  <a:pt x="599638" y="8026"/>
                </a:lnTo>
                <a:lnTo>
                  <a:pt x="603546" y="36309"/>
                </a:lnTo>
                <a:lnTo>
                  <a:pt x="591180" y="38226"/>
                </a:lnTo>
                <a:lnTo>
                  <a:pt x="578950" y="40297"/>
                </a:lnTo>
                <a:lnTo>
                  <a:pt x="576067" y="40843"/>
                </a:lnTo>
                <a:close/>
              </a:path>
              <a:path w="987425" h="778510">
                <a:moveTo>
                  <a:pt x="603554" y="36334"/>
                </a:moveTo>
                <a:lnTo>
                  <a:pt x="603715" y="36309"/>
                </a:lnTo>
                <a:lnTo>
                  <a:pt x="603554" y="36334"/>
                </a:lnTo>
                <a:close/>
              </a:path>
              <a:path w="987425" h="778510">
                <a:moveTo>
                  <a:pt x="603474" y="36347"/>
                </a:moveTo>
                <a:close/>
              </a:path>
              <a:path w="987425" h="778510">
                <a:moveTo>
                  <a:pt x="591347" y="38201"/>
                </a:moveTo>
                <a:close/>
              </a:path>
              <a:path w="987425" h="778510">
                <a:moveTo>
                  <a:pt x="591196" y="38226"/>
                </a:moveTo>
                <a:lnTo>
                  <a:pt x="591347" y="38201"/>
                </a:lnTo>
                <a:lnTo>
                  <a:pt x="591196" y="38226"/>
                </a:lnTo>
                <a:close/>
              </a:path>
              <a:path w="987425" h="778510">
                <a:moveTo>
                  <a:pt x="578987" y="40297"/>
                </a:moveTo>
                <a:lnTo>
                  <a:pt x="579191" y="40258"/>
                </a:lnTo>
                <a:lnTo>
                  <a:pt x="578987" y="40297"/>
                </a:lnTo>
                <a:close/>
              </a:path>
              <a:path w="987425" h="778510">
                <a:moveTo>
                  <a:pt x="631439" y="32867"/>
                </a:moveTo>
                <a:lnTo>
                  <a:pt x="628543" y="4444"/>
                </a:lnTo>
                <a:lnTo>
                  <a:pt x="638297" y="3454"/>
                </a:lnTo>
                <a:lnTo>
                  <a:pt x="651302" y="2349"/>
                </a:lnTo>
                <a:lnTo>
                  <a:pt x="657474" y="1930"/>
                </a:lnTo>
                <a:lnTo>
                  <a:pt x="659430" y="30429"/>
                </a:lnTo>
                <a:lnTo>
                  <a:pt x="653621" y="30835"/>
                </a:lnTo>
                <a:lnTo>
                  <a:pt x="641020" y="31902"/>
                </a:lnTo>
                <a:lnTo>
                  <a:pt x="631439" y="32867"/>
                </a:lnTo>
                <a:close/>
              </a:path>
              <a:path w="987425" h="778510">
                <a:moveTo>
                  <a:pt x="653258" y="30861"/>
                </a:moveTo>
                <a:lnTo>
                  <a:pt x="653499" y="30835"/>
                </a:lnTo>
                <a:lnTo>
                  <a:pt x="653258" y="30861"/>
                </a:lnTo>
                <a:close/>
              </a:path>
              <a:path w="987425" h="778510">
                <a:moveTo>
                  <a:pt x="640723" y="31927"/>
                </a:moveTo>
                <a:lnTo>
                  <a:pt x="640964" y="31902"/>
                </a:lnTo>
                <a:lnTo>
                  <a:pt x="640723" y="31927"/>
                </a:lnTo>
                <a:close/>
              </a:path>
              <a:path w="987425" h="778510">
                <a:moveTo>
                  <a:pt x="687509" y="29006"/>
                </a:moveTo>
                <a:lnTo>
                  <a:pt x="686481" y="444"/>
                </a:lnTo>
                <a:lnTo>
                  <a:pt x="690392" y="304"/>
                </a:lnTo>
                <a:lnTo>
                  <a:pt x="703600" y="38"/>
                </a:lnTo>
                <a:lnTo>
                  <a:pt x="715513" y="0"/>
                </a:lnTo>
                <a:lnTo>
                  <a:pt x="715615" y="28575"/>
                </a:lnTo>
                <a:lnTo>
                  <a:pt x="704159" y="28613"/>
                </a:lnTo>
                <a:lnTo>
                  <a:pt x="691192" y="28867"/>
                </a:lnTo>
                <a:lnTo>
                  <a:pt x="691421" y="28867"/>
                </a:lnTo>
                <a:lnTo>
                  <a:pt x="687509" y="29006"/>
                </a:lnTo>
                <a:close/>
              </a:path>
              <a:path w="987425" h="778510">
                <a:moveTo>
                  <a:pt x="771648" y="29667"/>
                </a:moveTo>
                <a:lnTo>
                  <a:pt x="755340" y="29654"/>
                </a:lnTo>
                <a:lnTo>
                  <a:pt x="743491" y="29133"/>
                </a:lnTo>
                <a:lnTo>
                  <a:pt x="744761" y="584"/>
                </a:lnTo>
                <a:lnTo>
                  <a:pt x="757055" y="1130"/>
                </a:lnTo>
                <a:lnTo>
                  <a:pt x="770453" y="1943"/>
                </a:lnTo>
                <a:lnTo>
                  <a:pt x="773742" y="2184"/>
                </a:lnTo>
                <a:lnTo>
                  <a:pt x="771648" y="29667"/>
                </a:lnTo>
                <a:close/>
              </a:path>
              <a:path w="987425" h="778510">
                <a:moveTo>
                  <a:pt x="768510" y="30454"/>
                </a:moveTo>
                <a:lnTo>
                  <a:pt x="755497" y="29664"/>
                </a:lnTo>
                <a:lnTo>
                  <a:pt x="771648" y="29667"/>
                </a:lnTo>
                <a:lnTo>
                  <a:pt x="771590" y="30429"/>
                </a:lnTo>
                <a:lnTo>
                  <a:pt x="768294" y="30429"/>
                </a:lnTo>
                <a:lnTo>
                  <a:pt x="768510" y="30454"/>
                </a:lnTo>
                <a:close/>
              </a:path>
              <a:path w="987425" h="778510">
                <a:moveTo>
                  <a:pt x="771571" y="30683"/>
                </a:moveTo>
                <a:lnTo>
                  <a:pt x="768294" y="30429"/>
                </a:lnTo>
                <a:lnTo>
                  <a:pt x="771590" y="30429"/>
                </a:lnTo>
                <a:lnTo>
                  <a:pt x="771571" y="30683"/>
                </a:lnTo>
                <a:close/>
              </a:path>
              <a:path w="987425" h="778510">
                <a:moveTo>
                  <a:pt x="827873" y="34036"/>
                </a:moveTo>
                <a:lnTo>
                  <a:pt x="807482" y="34028"/>
                </a:lnTo>
                <a:lnTo>
                  <a:pt x="799587" y="33185"/>
                </a:lnTo>
                <a:lnTo>
                  <a:pt x="802648" y="4775"/>
                </a:lnTo>
                <a:lnTo>
                  <a:pt x="810826" y="5651"/>
                </a:lnTo>
                <a:lnTo>
                  <a:pt x="824339" y="7315"/>
                </a:lnTo>
                <a:lnTo>
                  <a:pt x="831451" y="8305"/>
                </a:lnTo>
                <a:lnTo>
                  <a:pt x="827873" y="34036"/>
                </a:lnTo>
                <a:close/>
              </a:path>
              <a:path w="987425" h="778510">
                <a:moveTo>
                  <a:pt x="827648" y="35648"/>
                </a:moveTo>
                <a:lnTo>
                  <a:pt x="820618" y="35648"/>
                </a:lnTo>
                <a:lnTo>
                  <a:pt x="807475" y="34028"/>
                </a:lnTo>
                <a:lnTo>
                  <a:pt x="827873" y="34036"/>
                </a:lnTo>
                <a:lnTo>
                  <a:pt x="827648" y="35648"/>
                </a:lnTo>
                <a:close/>
              </a:path>
              <a:path w="987425" h="778510">
                <a:moveTo>
                  <a:pt x="827514" y="36614"/>
                </a:moveTo>
                <a:lnTo>
                  <a:pt x="820402" y="35623"/>
                </a:lnTo>
                <a:lnTo>
                  <a:pt x="820618" y="35648"/>
                </a:lnTo>
                <a:lnTo>
                  <a:pt x="827648" y="35648"/>
                </a:lnTo>
                <a:lnTo>
                  <a:pt x="827514" y="36614"/>
                </a:lnTo>
                <a:close/>
              </a:path>
              <a:path w="987425" h="778510">
                <a:moveTo>
                  <a:pt x="883848" y="41757"/>
                </a:moveTo>
                <a:lnTo>
                  <a:pt x="859975" y="41757"/>
                </a:lnTo>
                <a:lnTo>
                  <a:pt x="855302" y="40957"/>
                </a:lnTo>
                <a:lnTo>
                  <a:pt x="860115" y="12788"/>
                </a:lnTo>
                <a:lnTo>
                  <a:pt x="864992" y="13627"/>
                </a:lnTo>
                <a:lnTo>
                  <a:pt x="878581" y="16154"/>
                </a:lnTo>
                <a:lnTo>
                  <a:pt x="888614" y="18186"/>
                </a:lnTo>
                <a:lnTo>
                  <a:pt x="883848" y="41757"/>
                </a:lnTo>
                <a:close/>
              </a:path>
              <a:path w="987425" h="778510">
                <a:moveTo>
                  <a:pt x="883353" y="44208"/>
                </a:moveTo>
                <a:lnTo>
                  <a:pt x="873133" y="44208"/>
                </a:lnTo>
                <a:lnTo>
                  <a:pt x="859836" y="41733"/>
                </a:lnTo>
                <a:lnTo>
                  <a:pt x="859975" y="41757"/>
                </a:lnTo>
                <a:lnTo>
                  <a:pt x="883848" y="41757"/>
                </a:lnTo>
                <a:lnTo>
                  <a:pt x="883353" y="44208"/>
                </a:lnTo>
                <a:close/>
              </a:path>
              <a:path w="987425" h="778510">
                <a:moveTo>
                  <a:pt x="882950" y="46202"/>
                </a:moveTo>
                <a:lnTo>
                  <a:pt x="872917" y="44170"/>
                </a:lnTo>
                <a:lnTo>
                  <a:pt x="873133" y="44208"/>
                </a:lnTo>
                <a:lnTo>
                  <a:pt x="883353" y="44208"/>
                </a:lnTo>
                <a:lnTo>
                  <a:pt x="882950" y="46202"/>
                </a:lnTo>
                <a:close/>
              </a:path>
              <a:path w="987425" h="778510">
                <a:moveTo>
                  <a:pt x="939392" y="52844"/>
                </a:moveTo>
                <a:lnTo>
                  <a:pt x="912669" y="52841"/>
                </a:lnTo>
                <a:lnTo>
                  <a:pt x="910407" y="52311"/>
                </a:lnTo>
                <a:lnTo>
                  <a:pt x="916935" y="24498"/>
                </a:lnTo>
                <a:lnTo>
                  <a:pt x="919411" y="25082"/>
                </a:lnTo>
                <a:lnTo>
                  <a:pt x="933026" y="28486"/>
                </a:lnTo>
                <a:lnTo>
                  <a:pt x="945027" y="31686"/>
                </a:lnTo>
                <a:lnTo>
                  <a:pt x="939392" y="52844"/>
                </a:lnTo>
                <a:close/>
              </a:path>
              <a:path w="987425" h="778510">
                <a:moveTo>
                  <a:pt x="937674" y="59296"/>
                </a:moveTo>
                <a:lnTo>
                  <a:pt x="925673" y="56095"/>
                </a:lnTo>
                <a:lnTo>
                  <a:pt x="912669" y="52841"/>
                </a:lnTo>
                <a:lnTo>
                  <a:pt x="939392" y="52844"/>
                </a:lnTo>
                <a:lnTo>
                  <a:pt x="937674" y="59296"/>
                </a:lnTo>
                <a:close/>
              </a:path>
              <a:path w="987425" h="778510">
                <a:moveTo>
                  <a:pt x="980058" y="67348"/>
                </a:moveTo>
                <a:lnTo>
                  <a:pt x="965525" y="67348"/>
                </a:lnTo>
                <a:lnTo>
                  <a:pt x="964712" y="67106"/>
                </a:lnTo>
                <a:lnTo>
                  <a:pt x="972891" y="39725"/>
                </a:lnTo>
                <a:lnTo>
                  <a:pt x="973907" y="40030"/>
                </a:lnTo>
                <a:lnTo>
                  <a:pt x="987331" y="44259"/>
                </a:lnTo>
                <a:lnTo>
                  <a:pt x="980058" y="67348"/>
                </a:lnTo>
                <a:close/>
              </a:path>
              <a:path w="987425" h="778510">
                <a:moveTo>
                  <a:pt x="978746" y="71513"/>
                </a:moveTo>
                <a:lnTo>
                  <a:pt x="965322" y="67297"/>
                </a:lnTo>
                <a:lnTo>
                  <a:pt x="965525" y="67348"/>
                </a:lnTo>
                <a:lnTo>
                  <a:pt x="980058" y="67348"/>
                </a:lnTo>
                <a:lnTo>
                  <a:pt x="978746" y="7151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114332" y="4607648"/>
            <a:ext cx="878205" cy="692150"/>
          </a:xfrm>
          <a:custGeom>
            <a:avLst/>
            <a:gdLst/>
            <a:ahLst/>
            <a:cxnLst/>
            <a:rect l="l" t="t" r="r" b="b"/>
            <a:pathLst>
              <a:path w="878204" h="692150">
                <a:moveTo>
                  <a:pt x="2006" y="691934"/>
                </a:moveTo>
                <a:lnTo>
                  <a:pt x="863" y="673176"/>
                </a:lnTo>
                <a:lnTo>
                  <a:pt x="495" y="663054"/>
                </a:lnTo>
                <a:lnTo>
                  <a:pt x="29044" y="662012"/>
                </a:lnTo>
                <a:lnTo>
                  <a:pt x="29412" y="671779"/>
                </a:lnTo>
                <a:lnTo>
                  <a:pt x="30530" y="690194"/>
                </a:lnTo>
                <a:lnTo>
                  <a:pt x="2006" y="691934"/>
                </a:lnTo>
                <a:close/>
              </a:path>
              <a:path w="878204" h="692150">
                <a:moveTo>
                  <a:pt x="28575" y="634149"/>
                </a:moveTo>
                <a:lnTo>
                  <a:pt x="0" y="633768"/>
                </a:lnTo>
                <a:lnTo>
                  <a:pt x="215" y="617461"/>
                </a:lnTo>
                <a:lnTo>
                  <a:pt x="711" y="604850"/>
                </a:lnTo>
                <a:lnTo>
                  <a:pt x="29260" y="605942"/>
                </a:lnTo>
                <a:lnTo>
                  <a:pt x="28773" y="618553"/>
                </a:lnTo>
                <a:lnTo>
                  <a:pt x="28575" y="634149"/>
                </a:lnTo>
                <a:close/>
              </a:path>
              <a:path w="878204" h="692150">
                <a:moveTo>
                  <a:pt x="28778" y="618553"/>
                </a:moveTo>
                <a:lnTo>
                  <a:pt x="28778" y="618197"/>
                </a:lnTo>
                <a:lnTo>
                  <a:pt x="28778" y="618553"/>
                </a:lnTo>
                <a:close/>
              </a:path>
              <a:path w="878204" h="692150">
                <a:moveTo>
                  <a:pt x="31026" y="578154"/>
                </a:moveTo>
                <a:lnTo>
                  <a:pt x="2565" y="575614"/>
                </a:lnTo>
                <a:lnTo>
                  <a:pt x="3721" y="562800"/>
                </a:lnTo>
                <a:lnTo>
                  <a:pt x="5562" y="546823"/>
                </a:lnTo>
                <a:lnTo>
                  <a:pt x="33947" y="550100"/>
                </a:lnTo>
                <a:lnTo>
                  <a:pt x="32110" y="566077"/>
                </a:lnTo>
                <a:lnTo>
                  <a:pt x="31026" y="578154"/>
                </a:lnTo>
                <a:close/>
              </a:path>
              <a:path w="878204" h="692150">
                <a:moveTo>
                  <a:pt x="32128" y="565879"/>
                </a:moveTo>
                <a:lnTo>
                  <a:pt x="32143" y="565708"/>
                </a:lnTo>
                <a:lnTo>
                  <a:pt x="32128" y="565879"/>
                </a:lnTo>
                <a:close/>
              </a:path>
              <a:path w="878204" h="692150">
                <a:moveTo>
                  <a:pt x="32110" y="566077"/>
                </a:moveTo>
                <a:lnTo>
                  <a:pt x="32128" y="565879"/>
                </a:lnTo>
                <a:lnTo>
                  <a:pt x="32110" y="566077"/>
                </a:lnTo>
                <a:close/>
              </a:path>
              <a:path w="878204" h="692150">
                <a:moveTo>
                  <a:pt x="38061" y="522579"/>
                </a:moveTo>
                <a:lnTo>
                  <a:pt x="9880" y="517829"/>
                </a:lnTo>
                <a:lnTo>
                  <a:pt x="11302" y="509396"/>
                </a:lnTo>
                <a:lnTo>
                  <a:pt x="14731" y="491909"/>
                </a:lnTo>
                <a:lnTo>
                  <a:pt x="15366" y="489026"/>
                </a:lnTo>
                <a:lnTo>
                  <a:pt x="43256" y="495249"/>
                </a:lnTo>
                <a:lnTo>
                  <a:pt x="42625" y="498119"/>
                </a:lnTo>
                <a:lnTo>
                  <a:pt x="39416" y="514502"/>
                </a:lnTo>
                <a:lnTo>
                  <a:pt x="38061" y="522579"/>
                </a:lnTo>
                <a:close/>
              </a:path>
              <a:path w="878204" h="692150">
                <a:moveTo>
                  <a:pt x="42656" y="497959"/>
                </a:moveTo>
                <a:lnTo>
                  <a:pt x="42697" y="497751"/>
                </a:lnTo>
                <a:lnTo>
                  <a:pt x="42656" y="497959"/>
                </a:lnTo>
                <a:close/>
              </a:path>
              <a:path w="878204" h="692150">
                <a:moveTo>
                  <a:pt x="42625" y="498119"/>
                </a:moveTo>
                <a:lnTo>
                  <a:pt x="42656" y="497959"/>
                </a:lnTo>
                <a:lnTo>
                  <a:pt x="42625" y="498119"/>
                </a:lnTo>
                <a:close/>
              </a:path>
              <a:path w="878204" h="692150">
                <a:moveTo>
                  <a:pt x="39358" y="514870"/>
                </a:moveTo>
                <a:lnTo>
                  <a:pt x="39420" y="514502"/>
                </a:lnTo>
                <a:lnTo>
                  <a:pt x="39358" y="514870"/>
                </a:lnTo>
                <a:close/>
              </a:path>
              <a:path w="878204" h="692150">
                <a:moveTo>
                  <a:pt x="49758" y="467817"/>
                </a:moveTo>
                <a:lnTo>
                  <a:pt x="22034" y="460857"/>
                </a:lnTo>
                <a:lnTo>
                  <a:pt x="22898" y="457441"/>
                </a:lnTo>
                <a:lnTo>
                  <a:pt x="27647" y="440486"/>
                </a:lnTo>
                <a:lnTo>
                  <a:pt x="30073" y="432638"/>
                </a:lnTo>
                <a:lnTo>
                  <a:pt x="57378" y="441070"/>
                </a:lnTo>
                <a:lnTo>
                  <a:pt x="54951" y="448919"/>
                </a:lnTo>
                <a:lnTo>
                  <a:pt x="50428" y="465137"/>
                </a:lnTo>
                <a:lnTo>
                  <a:pt x="49758" y="467817"/>
                </a:lnTo>
                <a:close/>
              </a:path>
              <a:path w="878204" h="692150">
                <a:moveTo>
                  <a:pt x="54952" y="448919"/>
                </a:moveTo>
                <a:lnTo>
                  <a:pt x="55054" y="448551"/>
                </a:lnTo>
                <a:lnTo>
                  <a:pt x="54952" y="448919"/>
                </a:lnTo>
                <a:close/>
              </a:path>
              <a:path w="878204" h="692150">
                <a:moveTo>
                  <a:pt x="50509" y="464814"/>
                </a:moveTo>
                <a:close/>
              </a:path>
              <a:path w="878204" h="692150">
                <a:moveTo>
                  <a:pt x="50428" y="465137"/>
                </a:moveTo>
                <a:lnTo>
                  <a:pt x="50509" y="464814"/>
                </a:lnTo>
                <a:lnTo>
                  <a:pt x="50428" y="465137"/>
                </a:lnTo>
                <a:close/>
              </a:path>
              <a:path w="878204" h="692150">
                <a:moveTo>
                  <a:pt x="66128" y="414693"/>
                </a:moveTo>
                <a:lnTo>
                  <a:pt x="39319" y="404787"/>
                </a:lnTo>
                <a:lnTo>
                  <a:pt x="44488" y="390804"/>
                </a:lnTo>
                <a:lnTo>
                  <a:pt x="49720" y="377761"/>
                </a:lnTo>
                <a:lnTo>
                  <a:pt x="76250" y="388391"/>
                </a:lnTo>
                <a:lnTo>
                  <a:pt x="71022" y="401446"/>
                </a:lnTo>
                <a:lnTo>
                  <a:pt x="66128" y="414693"/>
                </a:lnTo>
                <a:close/>
              </a:path>
              <a:path w="878204" h="692150">
                <a:moveTo>
                  <a:pt x="71065" y="401330"/>
                </a:moveTo>
                <a:lnTo>
                  <a:pt x="71158" y="401078"/>
                </a:lnTo>
                <a:lnTo>
                  <a:pt x="71065" y="401330"/>
                </a:lnTo>
                <a:close/>
              </a:path>
              <a:path w="878204" h="692150">
                <a:moveTo>
                  <a:pt x="71022" y="401446"/>
                </a:moveTo>
                <a:close/>
              </a:path>
              <a:path w="878204" h="692150">
                <a:moveTo>
                  <a:pt x="87439" y="362965"/>
                </a:moveTo>
                <a:lnTo>
                  <a:pt x="61544" y="350875"/>
                </a:lnTo>
                <a:lnTo>
                  <a:pt x="65189" y="343077"/>
                </a:lnTo>
                <a:lnTo>
                  <a:pt x="72936" y="327634"/>
                </a:lnTo>
                <a:lnTo>
                  <a:pt x="74587" y="324561"/>
                </a:lnTo>
                <a:lnTo>
                  <a:pt x="99758" y="338074"/>
                </a:lnTo>
                <a:lnTo>
                  <a:pt x="98309" y="340791"/>
                </a:lnTo>
                <a:lnTo>
                  <a:pt x="90925" y="355511"/>
                </a:lnTo>
                <a:lnTo>
                  <a:pt x="87439" y="362965"/>
                </a:lnTo>
                <a:close/>
              </a:path>
              <a:path w="878204" h="692150">
                <a:moveTo>
                  <a:pt x="98120" y="341147"/>
                </a:moveTo>
                <a:lnTo>
                  <a:pt x="98297" y="340791"/>
                </a:lnTo>
                <a:lnTo>
                  <a:pt x="98120" y="341147"/>
                </a:lnTo>
                <a:close/>
              </a:path>
              <a:path w="878204" h="692150">
                <a:moveTo>
                  <a:pt x="90741" y="355879"/>
                </a:moveTo>
                <a:lnTo>
                  <a:pt x="90906" y="355511"/>
                </a:lnTo>
                <a:lnTo>
                  <a:pt x="90741" y="355879"/>
                </a:lnTo>
                <a:close/>
              </a:path>
              <a:path w="878204" h="692150">
                <a:moveTo>
                  <a:pt x="113449" y="313461"/>
                </a:moveTo>
                <a:lnTo>
                  <a:pt x="88671" y="299237"/>
                </a:lnTo>
                <a:lnTo>
                  <a:pt x="89674" y="297484"/>
                </a:lnTo>
                <a:lnTo>
                  <a:pt x="98666" y="282803"/>
                </a:lnTo>
                <a:lnTo>
                  <a:pt x="104216" y="274307"/>
                </a:lnTo>
                <a:lnTo>
                  <a:pt x="128155" y="289915"/>
                </a:lnTo>
                <a:lnTo>
                  <a:pt x="122611" y="298411"/>
                </a:lnTo>
                <a:lnTo>
                  <a:pt x="114045" y="312407"/>
                </a:lnTo>
                <a:lnTo>
                  <a:pt x="113449" y="313461"/>
                </a:lnTo>
                <a:close/>
              </a:path>
              <a:path w="878204" h="692150">
                <a:moveTo>
                  <a:pt x="122701" y="298265"/>
                </a:moveTo>
                <a:lnTo>
                  <a:pt x="122821" y="298068"/>
                </a:lnTo>
                <a:lnTo>
                  <a:pt x="122701" y="298265"/>
                </a:lnTo>
                <a:close/>
              </a:path>
              <a:path w="878204" h="692150">
                <a:moveTo>
                  <a:pt x="122611" y="298411"/>
                </a:moveTo>
                <a:lnTo>
                  <a:pt x="122701" y="298265"/>
                </a:lnTo>
                <a:lnTo>
                  <a:pt x="122611" y="298411"/>
                </a:lnTo>
                <a:close/>
              </a:path>
              <a:path w="878204" h="692150">
                <a:moveTo>
                  <a:pt x="114233" y="312100"/>
                </a:moveTo>
                <a:close/>
              </a:path>
              <a:path w="878204" h="692150">
                <a:moveTo>
                  <a:pt x="114056" y="312407"/>
                </a:moveTo>
                <a:lnTo>
                  <a:pt x="114233" y="312100"/>
                </a:lnTo>
                <a:lnTo>
                  <a:pt x="114056" y="312407"/>
                </a:lnTo>
                <a:close/>
              </a:path>
              <a:path w="878204" h="692150">
                <a:moveTo>
                  <a:pt x="143929" y="267080"/>
                </a:moveTo>
                <a:lnTo>
                  <a:pt x="120929" y="250126"/>
                </a:lnTo>
                <a:lnTo>
                  <a:pt x="128104" y="240411"/>
                </a:lnTo>
                <a:lnTo>
                  <a:pt x="138785" y="226771"/>
                </a:lnTo>
                <a:lnTo>
                  <a:pt x="160677" y="244957"/>
                </a:lnTo>
                <a:lnTo>
                  <a:pt x="160710" y="245122"/>
                </a:lnTo>
                <a:lnTo>
                  <a:pt x="150596" y="258025"/>
                </a:lnTo>
                <a:lnTo>
                  <a:pt x="143929" y="267080"/>
                </a:lnTo>
                <a:close/>
              </a:path>
              <a:path w="878204" h="692150">
                <a:moveTo>
                  <a:pt x="160840" y="244957"/>
                </a:moveTo>
                <a:lnTo>
                  <a:pt x="160959" y="244805"/>
                </a:lnTo>
                <a:lnTo>
                  <a:pt x="160840" y="244957"/>
                </a:lnTo>
                <a:close/>
              </a:path>
              <a:path w="878204" h="692150">
                <a:moveTo>
                  <a:pt x="160768" y="245033"/>
                </a:moveTo>
                <a:close/>
              </a:path>
              <a:path w="878204" h="692150">
                <a:moveTo>
                  <a:pt x="160780" y="245033"/>
                </a:moveTo>
                <a:close/>
              </a:path>
              <a:path w="878204" h="692150">
                <a:moveTo>
                  <a:pt x="160710" y="245122"/>
                </a:moveTo>
                <a:close/>
              </a:path>
              <a:path w="878204" h="692150">
                <a:moveTo>
                  <a:pt x="150773" y="257799"/>
                </a:moveTo>
                <a:close/>
              </a:path>
              <a:path w="878204" h="692150">
                <a:moveTo>
                  <a:pt x="150607" y="258025"/>
                </a:moveTo>
                <a:lnTo>
                  <a:pt x="150773" y="257799"/>
                </a:lnTo>
                <a:lnTo>
                  <a:pt x="150607" y="258025"/>
                </a:lnTo>
                <a:close/>
              </a:path>
              <a:path w="878204" h="692150">
                <a:moveTo>
                  <a:pt x="179019" y="223596"/>
                </a:moveTo>
                <a:lnTo>
                  <a:pt x="157581" y="204711"/>
                </a:lnTo>
                <a:lnTo>
                  <a:pt x="161150" y="200672"/>
                </a:lnTo>
                <a:lnTo>
                  <a:pt x="172872" y="188112"/>
                </a:lnTo>
                <a:lnTo>
                  <a:pt x="177584" y="183299"/>
                </a:lnTo>
                <a:lnTo>
                  <a:pt x="198031" y="203263"/>
                </a:lnTo>
                <a:lnTo>
                  <a:pt x="193322" y="208076"/>
                </a:lnTo>
                <a:lnTo>
                  <a:pt x="182029" y="220179"/>
                </a:lnTo>
                <a:lnTo>
                  <a:pt x="179019" y="223596"/>
                </a:lnTo>
                <a:close/>
              </a:path>
              <a:path w="878204" h="692150">
                <a:moveTo>
                  <a:pt x="193374" y="208020"/>
                </a:moveTo>
                <a:lnTo>
                  <a:pt x="193535" y="207848"/>
                </a:lnTo>
                <a:lnTo>
                  <a:pt x="193374" y="208020"/>
                </a:lnTo>
                <a:close/>
              </a:path>
              <a:path w="878204" h="692150">
                <a:moveTo>
                  <a:pt x="193322" y="208076"/>
                </a:moveTo>
                <a:close/>
              </a:path>
              <a:path w="878204" h="692150">
                <a:moveTo>
                  <a:pt x="182218" y="219976"/>
                </a:moveTo>
                <a:close/>
              </a:path>
              <a:path w="878204" h="692150">
                <a:moveTo>
                  <a:pt x="182039" y="220179"/>
                </a:moveTo>
                <a:lnTo>
                  <a:pt x="182218" y="219976"/>
                </a:lnTo>
                <a:lnTo>
                  <a:pt x="182039" y="220179"/>
                </a:lnTo>
                <a:close/>
              </a:path>
              <a:path w="878204" h="692150">
                <a:moveTo>
                  <a:pt x="218071" y="183921"/>
                </a:moveTo>
                <a:lnTo>
                  <a:pt x="198666" y="162953"/>
                </a:lnTo>
                <a:lnTo>
                  <a:pt x="201510" y="160324"/>
                </a:lnTo>
                <a:lnTo>
                  <a:pt x="209905" y="152844"/>
                </a:lnTo>
                <a:lnTo>
                  <a:pt x="218427" y="145529"/>
                </a:lnTo>
                <a:lnTo>
                  <a:pt x="220776" y="143598"/>
                </a:lnTo>
                <a:lnTo>
                  <a:pt x="238963" y="165633"/>
                </a:lnTo>
                <a:lnTo>
                  <a:pt x="236828" y="167398"/>
                </a:lnTo>
                <a:lnTo>
                  <a:pt x="228502" y="174536"/>
                </a:lnTo>
                <a:lnTo>
                  <a:pt x="220723" y="181470"/>
                </a:lnTo>
                <a:lnTo>
                  <a:pt x="218071" y="183921"/>
                </a:lnTo>
                <a:close/>
              </a:path>
              <a:path w="878204" h="692150">
                <a:moveTo>
                  <a:pt x="236613" y="167576"/>
                </a:moveTo>
                <a:lnTo>
                  <a:pt x="236816" y="167398"/>
                </a:lnTo>
                <a:lnTo>
                  <a:pt x="236613" y="167576"/>
                </a:lnTo>
                <a:close/>
              </a:path>
              <a:path w="878204" h="692150">
                <a:moveTo>
                  <a:pt x="228598" y="174450"/>
                </a:moveTo>
                <a:close/>
              </a:path>
              <a:path w="878204" h="692150">
                <a:moveTo>
                  <a:pt x="228502" y="174536"/>
                </a:moveTo>
                <a:close/>
              </a:path>
              <a:path w="878204" h="692150">
                <a:moveTo>
                  <a:pt x="220510" y="181660"/>
                </a:moveTo>
                <a:lnTo>
                  <a:pt x="220713" y="181470"/>
                </a:lnTo>
                <a:lnTo>
                  <a:pt x="220510" y="181660"/>
                </a:lnTo>
                <a:close/>
              </a:path>
              <a:path w="878204" h="692150">
                <a:moveTo>
                  <a:pt x="260934" y="148234"/>
                </a:moveTo>
                <a:lnTo>
                  <a:pt x="243598" y="125526"/>
                </a:lnTo>
                <a:lnTo>
                  <a:pt x="244741" y="124663"/>
                </a:lnTo>
                <a:lnTo>
                  <a:pt x="253745" y="118046"/>
                </a:lnTo>
                <a:lnTo>
                  <a:pt x="262877" y="111607"/>
                </a:lnTo>
                <a:lnTo>
                  <a:pt x="267512" y="108470"/>
                </a:lnTo>
                <a:lnTo>
                  <a:pt x="283552" y="132118"/>
                </a:lnTo>
                <a:lnTo>
                  <a:pt x="278904" y="135267"/>
                </a:lnTo>
                <a:lnTo>
                  <a:pt x="270464" y="141236"/>
                </a:lnTo>
                <a:lnTo>
                  <a:pt x="261645" y="147688"/>
                </a:lnTo>
                <a:lnTo>
                  <a:pt x="260934" y="148234"/>
                </a:lnTo>
                <a:close/>
              </a:path>
              <a:path w="878204" h="692150">
                <a:moveTo>
                  <a:pt x="278917" y="135267"/>
                </a:moveTo>
                <a:lnTo>
                  <a:pt x="279133" y="135115"/>
                </a:lnTo>
                <a:lnTo>
                  <a:pt x="278917" y="135267"/>
                </a:lnTo>
                <a:close/>
              </a:path>
              <a:path w="878204" h="692150">
                <a:moveTo>
                  <a:pt x="270230" y="141401"/>
                </a:moveTo>
                <a:lnTo>
                  <a:pt x="270446" y="141236"/>
                </a:lnTo>
                <a:lnTo>
                  <a:pt x="270230" y="141401"/>
                </a:lnTo>
                <a:close/>
              </a:path>
              <a:path w="878204" h="692150">
                <a:moveTo>
                  <a:pt x="261659" y="147688"/>
                </a:moveTo>
                <a:lnTo>
                  <a:pt x="261861" y="147535"/>
                </a:lnTo>
                <a:lnTo>
                  <a:pt x="261659" y="147688"/>
                </a:lnTo>
                <a:close/>
              </a:path>
              <a:path w="878204" h="692150">
                <a:moveTo>
                  <a:pt x="306908" y="117093"/>
                </a:moveTo>
                <a:lnTo>
                  <a:pt x="292214" y="92582"/>
                </a:lnTo>
                <a:lnTo>
                  <a:pt x="300481" y="87642"/>
                </a:lnTo>
                <a:lnTo>
                  <a:pt x="310146" y="82080"/>
                </a:lnTo>
                <a:lnTo>
                  <a:pt x="317436" y="78066"/>
                </a:lnTo>
                <a:lnTo>
                  <a:pt x="331215" y="103111"/>
                </a:lnTo>
                <a:lnTo>
                  <a:pt x="324179" y="106984"/>
                </a:lnTo>
                <a:lnTo>
                  <a:pt x="314718" y="112407"/>
                </a:lnTo>
                <a:lnTo>
                  <a:pt x="306908" y="117093"/>
                </a:lnTo>
                <a:close/>
              </a:path>
              <a:path w="878204" h="692150">
                <a:moveTo>
                  <a:pt x="323926" y="107124"/>
                </a:moveTo>
                <a:lnTo>
                  <a:pt x="324154" y="106984"/>
                </a:lnTo>
                <a:lnTo>
                  <a:pt x="323926" y="107124"/>
                </a:lnTo>
                <a:close/>
              </a:path>
              <a:path w="878204" h="692150">
                <a:moveTo>
                  <a:pt x="314735" y="112407"/>
                </a:moveTo>
                <a:lnTo>
                  <a:pt x="314947" y="112280"/>
                </a:lnTo>
                <a:lnTo>
                  <a:pt x="314735" y="112407"/>
                </a:lnTo>
                <a:close/>
              </a:path>
              <a:path w="878204" h="692150">
                <a:moveTo>
                  <a:pt x="355942" y="90424"/>
                </a:moveTo>
                <a:lnTo>
                  <a:pt x="343547" y="64668"/>
                </a:lnTo>
                <a:lnTo>
                  <a:pt x="349808" y="61658"/>
                </a:lnTo>
                <a:lnTo>
                  <a:pt x="359968" y="56997"/>
                </a:lnTo>
                <a:lnTo>
                  <a:pt x="370255" y="52501"/>
                </a:lnTo>
                <a:lnTo>
                  <a:pt x="381204" y="78803"/>
                </a:lnTo>
                <a:lnTo>
                  <a:pt x="371411" y="83185"/>
                </a:lnTo>
                <a:lnTo>
                  <a:pt x="361983" y="87515"/>
                </a:lnTo>
                <a:lnTo>
                  <a:pt x="355942" y="90424"/>
                </a:lnTo>
                <a:close/>
              </a:path>
              <a:path w="878204" h="692150">
                <a:moveTo>
                  <a:pt x="371431" y="83185"/>
                </a:moveTo>
                <a:lnTo>
                  <a:pt x="371652" y="83083"/>
                </a:lnTo>
                <a:lnTo>
                  <a:pt x="371431" y="83185"/>
                </a:lnTo>
                <a:close/>
              </a:path>
              <a:path w="878204" h="692150">
                <a:moveTo>
                  <a:pt x="361734" y="87629"/>
                </a:moveTo>
                <a:lnTo>
                  <a:pt x="361962" y="87515"/>
                </a:lnTo>
                <a:lnTo>
                  <a:pt x="361734" y="87629"/>
                </a:lnTo>
                <a:close/>
              </a:path>
              <a:path w="878204" h="692150">
                <a:moveTo>
                  <a:pt x="407301" y="68503"/>
                </a:moveTo>
                <a:lnTo>
                  <a:pt x="397268" y="41744"/>
                </a:lnTo>
                <a:lnTo>
                  <a:pt x="401472" y="40170"/>
                </a:lnTo>
                <a:lnTo>
                  <a:pt x="412051" y="36423"/>
                </a:lnTo>
                <a:lnTo>
                  <a:pt x="422719" y="32842"/>
                </a:lnTo>
                <a:lnTo>
                  <a:pt x="424980" y="32130"/>
                </a:lnTo>
                <a:lnTo>
                  <a:pt x="433590" y="59385"/>
                </a:lnTo>
                <a:lnTo>
                  <a:pt x="431317" y="60096"/>
                </a:lnTo>
                <a:lnTo>
                  <a:pt x="421131" y="63512"/>
                </a:lnTo>
                <a:lnTo>
                  <a:pt x="411027" y="67106"/>
                </a:lnTo>
                <a:lnTo>
                  <a:pt x="407301" y="68503"/>
                </a:lnTo>
                <a:close/>
              </a:path>
              <a:path w="878204" h="692150">
                <a:moveTo>
                  <a:pt x="431526" y="60030"/>
                </a:moveTo>
                <a:close/>
              </a:path>
              <a:path w="878204" h="692150">
                <a:moveTo>
                  <a:pt x="431331" y="60096"/>
                </a:moveTo>
                <a:lnTo>
                  <a:pt x="431526" y="60030"/>
                </a:lnTo>
                <a:lnTo>
                  <a:pt x="431331" y="60096"/>
                </a:lnTo>
                <a:close/>
              </a:path>
              <a:path w="878204" h="692150">
                <a:moveTo>
                  <a:pt x="421158" y="63512"/>
                </a:moveTo>
                <a:lnTo>
                  <a:pt x="421373" y="63436"/>
                </a:lnTo>
                <a:lnTo>
                  <a:pt x="421158" y="63512"/>
                </a:lnTo>
                <a:close/>
              </a:path>
              <a:path w="878204" h="692150">
                <a:moveTo>
                  <a:pt x="411100" y="67079"/>
                </a:moveTo>
                <a:lnTo>
                  <a:pt x="411264" y="67017"/>
                </a:lnTo>
                <a:lnTo>
                  <a:pt x="411100" y="67079"/>
                </a:lnTo>
                <a:close/>
              </a:path>
              <a:path w="878204" h="692150">
                <a:moveTo>
                  <a:pt x="411027" y="67106"/>
                </a:moveTo>
                <a:close/>
              </a:path>
              <a:path w="878204" h="692150">
                <a:moveTo>
                  <a:pt x="460501" y="51396"/>
                </a:moveTo>
                <a:lnTo>
                  <a:pt x="452856" y="23863"/>
                </a:lnTo>
                <a:lnTo>
                  <a:pt x="455167" y="23228"/>
                </a:lnTo>
                <a:lnTo>
                  <a:pt x="466128" y="20383"/>
                </a:lnTo>
                <a:lnTo>
                  <a:pt x="477164" y="17729"/>
                </a:lnTo>
                <a:lnTo>
                  <a:pt x="481291" y="16802"/>
                </a:lnTo>
                <a:lnTo>
                  <a:pt x="487514" y="44691"/>
                </a:lnTo>
                <a:lnTo>
                  <a:pt x="483670" y="45554"/>
                </a:lnTo>
                <a:lnTo>
                  <a:pt x="473096" y="48094"/>
                </a:lnTo>
                <a:lnTo>
                  <a:pt x="462343" y="50888"/>
                </a:lnTo>
                <a:lnTo>
                  <a:pt x="460501" y="51396"/>
                </a:lnTo>
                <a:close/>
              </a:path>
              <a:path w="878204" h="692150">
                <a:moveTo>
                  <a:pt x="483387" y="45618"/>
                </a:moveTo>
                <a:lnTo>
                  <a:pt x="483628" y="45554"/>
                </a:lnTo>
                <a:lnTo>
                  <a:pt x="483387" y="45618"/>
                </a:lnTo>
                <a:close/>
              </a:path>
              <a:path w="878204" h="692150">
                <a:moveTo>
                  <a:pt x="472833" y="48158"/>
                </a:moveTo>
                <a:lnTo>
                  <a:pt x="473075" y="48094"/>
                </a:lnTo>
                <a:lnTo>
                  <a:pt x="472833" y="48158"/>
                </a:lnTo>
                <a:close/>
              </a:path>
              <a:path w="878204" h="692150">
                <a:moveTo>
                  <a:pt x="462536" y="50838"/>
                </a:moveTo>
                <a:close/>
              </a:path>
              <a:path w="878204" h="692150">
                <a:moveTo>
                  <a:pt x="462353" y="50888"/>
                </a:moveTo>
                <a:lnTo>
                  <a:pt x="462536" y="50838"/>
                </a:lnTo>
                <a:lnTo>
                  <a:pt x="462353" y="50888"/>
                </a:lnTo>
                <a:close/>
              </a:path>
              <a:path w="878204" h="692150">
                <a:moveTo>
                  <a:pt x="515048" y="39103"/>
                </a:moveTo>
                <a:lnTo>
                  <a:pt x="509777" y="11023"/>
                </a:lnTo>
                <a:lnTo>
                  <a:pt x="510654" y="10858"/>
                </a:lnTo>
                <a:lnTo>
                  <a:pt x="521931" y="8940"/>
                </a:lnTo>
                <a:lnTo>
                  <a:pt x="533285" y="7200"/>
                </a:lnTo>
                <a:lnTo>
                  <a:pt x="538708" y="6464"/>
                </a:lnTo>
                <a:lnTo>
                  <a:pt x="542556" y="34785"/>
                </a:lnTo>
                <a:lnTo>
                  <a:pt x="537414" y="35483"/>
                </a:lnTo>
                <a:lnTo>
                  <a:pt x="526267" y="37185"/>
                </a:lnTo>
                <a:lnTo>
                  <a:pt x="515454" y="39027"/>
                </a:lnTo>
                <a:lnTo>
                  <a:pt x="515048" y="39103"/>
                </a:lnTo>
                <a:close/>
              </a:path>
              <a:path w="878204" h="692150">
                <a:moveTo>
                  <a:pt x="537133" y="35521"/>
                </a:moveTo>
                <a:lnTo>
                  <a:pt x="537362" y="35483"/>
                </a:lnTo>
                <a:lnTo>
                  <a:pt x="537133" y="35521"/>
                </a:lnTo>
                <a:close/>
              </a:path>
              <a:path w="878204" h="692150">
                <a:moveTo>
                  <a:pt x="526311" y="37178"/>
                </a:moveTo>
                <a:lnTo>
                  <a:pt x="526491" y="37147"/>
                </a:lnTo>
                <a:lnTo>
                  <a:pt x="526311" y="37178"/>
                </a:lnTo>
                <a:close/>
              </a:path>
              <a:path w="878204" h="692150">
                <a:moveTo>
                  <a:pt x="526267" y="37185"/>
                </a:moveTo>
                <a:close/>
              </a:path>
              <a:path w="878204" h="692150">
                <a:moveTo>
                  <a:pt x="515471" y="39027"/>
                </a:moveTo>
                <a:lnTo>
                  <a:pt x="515683" y="38988"/>
                </a:lnTo>
                <a:lnTo>
                  <a:pt x="515471" y="39027"/>
                </a:lnTo>
                <a:close/>
              </a:path>
              <a:path w="878204" h="692150">
                <a:moveTo>
                  <a:pt x="570242" y="31572"/>
                </a:moveTo>
                <a:lnTo>
                  <a:pt x="567791" y="3098"/>
                </a:lnTo>
                <a:lnTo>
                  <a:pt x="579196" y="2133"/>
                </a:lnTo>
                <a:lnTo>
                  <a:pt x="590791" y="1333"/>
                </a:lnTo>
                <a:lnTo>
                  <a:pt x="596760" y="1015"/>
                </a:lnTo>
                <a:lnTo>
                  <a:pt x="598271" y="29552"/>
                </a:lnTo>
                <a:lnTo>
                  <a:pt x="592347" y="29857"/>
                </a:lnTo>
                <a:lnTo>
                  <a:pt x="581164" y="30632"/>
                </a:lnTo>
                <a:lnTo>
                  <a:pt x="570242" y="31572"/>
                </a:lnTo>
                <a:close/>
              </a:path>
              <a:path w="878204" h="692150">
                <a:moveTo>
                  <a:pt x="592474" y="29848"/>
                </a:moveTo>
                <a:close/>
              </a:path>
              <a:path w="878204" h="692150">
                <a:moveTo>
                  <a:pt x="592347" y="29857"/>
                </a:moveTo>
                <a:close/>
              </a:path>
              <a:path w="878204" h="692150">
                <a:moveTo>
                  <a:pt x="581244" y="30632"/>
                </a:moveTo>
                <a:lnTo>
                  <a:pt x="581393" y="30619"/>
                </a:lnTo>
                <a:lnTo>
                  <a:pt x="581244" y="30632"/>
                </a:lnTo>
                <a:close/>
              </a:path>
              <a:path w="878204" h="692150">
                <a:moveTo>
                  <a:pt x="626135" y="28625"/>
                </a:moveTo>
                <a:lnTo>
                  <a:pt x="626008" y="50"/>
                </a:lnTo>
                <a:lnTo>
                  <a:pt x="637400" y="0"/>
                </a:lnTo>
                <a:lnTo>
                  <a:pt x="649427" y="152"/>
                </a:lnTo>
                <a:lnTo>
                  <a:pt x="655040" y="304"/>
                </a:lnTo>
                <a:lnTo>
                  <a:pt x="654261" y="28575"/>
                </a:lnTo>
                <a:lnTo>
                  <a:pt x="637286" y="28575"/>
                </a:lnTo>
                <a:lnTo>
                  <a:pt x="626135" y="28625"/>
                </a:lnTo>
                <a:close/>
              </a:path>
              <a:path w="878204" h="692150">
                <a:moveTo>
                  <a:pt x="637347" y="28575"/>
                </a:moveTo>
                <a:lnTo>
                  <a:pt x="637514" y="28575"/>
                </a:lnTo>
                <a:lnTo>
                  <a:pt x="637347" y="28575"/>
                </a:lnTo>
                <a:close/>
              </a:path>
              <a:path w="878204" h="692150">
                <a:moveTo>
                  <a:pt x="654253" y="28867"/>
                </a:moveTo>
                <a:lnTo>
                  <a:pt x="648639" y="28714"/>
                </a:lnTo>
                <a:lnTo>
                  <a:pt x="648868" y="28714"/>
                </a:lnTo>
                <a:lnTo>
                  <a:pt x="637347" y="28575"/>
                </a:lnTo>
                <a:lnTo>
                  <a:pt x="637514" y="28575"/>
                </a:lnTo>
                <a:lnTo>
                  <a:pt x="654261" y="28575"/>
                </a:lnTo>
                <a:lnTo>
                  <a:pt x="654253" y="28867"/>
                </a:lnTo>
                <a:close/>
              </a:path>
              <a:path w="878204" h="692150">
                <a:moveTo>
                  <a:pt x="710385" y="30213"/>
                </a:moveTo>
                <a:lnTo>
                  <a:pt x="682891" y="30200"/>
                </a:lnTo>
                <a:lnTo>
                  <a:pt x="682332" y="30175"/>
                </a:lnTo>
                <a:lnTo>
                  <a:pt x="684034" y="1650"/>
                </a:lnTo>
                <a:lnTo>
                  <a:pt x="696976" y="2603"/>
                </a:lnTo>
                <a:lnTo>
                  <a:pt x="708926" y="3708"/>
                </a:lnTo>
                <a:lnTo>
                  <a:pt x="713181" y="4152"/>
                </a:lnTo>
                <a:lnTo>
                  <a:pt x="710385" y="30213"/>
                </a:lnTo>
                <a:close/>
              </a:path>
              <a:path w="878204" h="692150">
                <a:moveTo>
                  <a:pt x="710179" y="32130"/>
                </a:moveTo>
                <a:lnTo>
                  <a:pt x="706119" y="32130"/>
                </a:lnTo>
                <a:lnTo>
                  <a:pt x="694385" y="31064"/>
                </a:lnTo>
                <a:lnTo>
                  <a:pt x="682951" y="30205"/>
                </a:lnTo>
                <a:lnTo>
                  <a:pt x="683120" y="30213"/>
                </a:lnTo>
                <a:lnTo>
                  <a:pt x="710385" y="30213"/>
                </a:lnTo>
                <a:lnTo>
                  <a:pt x="710179" y="32130"/>
                </a:lnTo>
                <a:close/>
              </a:path>
              <a:path w="878204" h="692150">
                <a:moveTo>
                  <a:pt x="710133" y="32562"/>
                </a:moveTo>
                <a:lnTo>
                  <a:pt x="705891" y="32118"/>
                </a:lnTo>
                <a:lnTo>
                  <a:pt x="706119" y="32130"/>
                </a:lnTo>
                <a:lnTo>
                  <a:pt x="710179" y="32130"/>
                </a:lnTo>
                <a:lnTo>
                  <a:pt x="710133" y="32562"/>
                </a:lnTo>
                <a:close/>
              </a:path>
              <a:path w="878204" h="692150">
                <a:moveTo>
                  <a:pt x="766364" y="36398"/>
                </a:moveTo>
                <a:lnTo>
                  <a:pt x="740790" y="36398"/>
                </a:lnTo>
                <a:lnTo>
                  <a:pt x="738047" y="36017"/>
                </a:lnTo>
                <a:lnTo>
                  <a:pt x="741972" y="7721"/>
                </a:lnTo>
                <a:lnTo>
                  <a:pt x="744931" y="8127"/>
                </a:lnTo>
                <a:lnTo>
                  <a:pt x="756970" y="9982"/>
                </a:lnTo>
                <a:lnTo>
                  <a:pt x="769023" y="12039"/>
                </a:lnTo>
                <a:lnTo>
                  <a:pt x="770826" y="12382"/>
                </a:lnTo>
                <a:lnTo>
                  <a:pt x="766364" y="36398"/>
                </a:lnTo>
                <a:close/>
              </a:path>
              <a:path w="878204" h="692150">
                <a:moveTo>
                  <a:pt x="766031" y="38188"/>
                </a:moveTo>
                <a:lnTo>
                  <a:pt x="752398" y="38188"/>
                </a:lnTo>
                <a:lnTo>
                  <a:pt x="740575" y="36372"/>
                </a:lnTo>
                <a:lnTo>
                  <a:pt x="740790" y="36398"/>
                </a:lnTo>
                <a:lnTo>
                  <a:pt x="766364" y="36398"/>
                </a:lnTo>
                <a:lnTo>
                  <a:pt x="766031" y="38188"/>
                </a:lnTo>
                <a:close/>
              </a:path>
              <a:path w="878204" h="692150">
                <a:moveTo>
                  <a:pt x="765663" y="40170"/>
                </a:moveTo>
                <a:lnTo>
                  <a:pt x="764019" y="40170"/>
                </a:lnTo>
                <a:lnTo>
                  <a:pt x="752182" y="38163"/>
                </a:lnTo>
                <a:lnTo>
                  <a:pt x="752398" y="38188"/>
                </a:lnTo>
                <a:lnTo>
                  <a:pt x="766031" y="38188"/>
                </a:lnTo>
                <a:lnTo>
                  <a:pt x="765663" y="40170"/>
                </a:lnTo>
                <a:close/>
              </a:path>
              <a:path w="878204" h="692150">
                <a:moveTo>
                  <a:pt x="765606" y="40474"/>
                </a:moveTo>
                <a:lnTo>
                  <a:pt x="763876" y="40145"/>
                </a:lnTo>
                <a:lnTo>
                  <a:pt x="764019" y="40170"/>
                </a:lnTo>
                <a:lnTo>
                  <a:pt x="765663" y="40170"/>
                </a:lnTo>
                <a:lnTo>
                  <a:pt x="765606" y="40474"/>
                </a:lnTo>
                <a:close/>
              </a:path>
              <a:path w="878204" h="692150">
                <a:moveTo>
                  <a:pt x="821206" y="49961"/>
                </a:moveTo>
                <a:lnTo>
                  <a:pt x="810640" y="49961"/>
                </a:lnTo>
                <a:lnTo>
                  <a:pt x="798753" y="47180"/>
                </a:lnTo>
                <a:lnTo>
                  <a:pt x="793203" y="45974"/>
                </a:lnTo>
                <a:lnTo>
                  <a:pt x="799274" y="18059"/>
                </a:lnTo>
                <a:lnTo>
                  <a:pt x="805256" y="19354"/>
                </a:lnTo>
                <a:lnTo>
                  <a:pt x="817346" y="22186"/>
                </a:lnTo>
                <a:lnTo>
                  <a:pt x="827506" y="24726"/>
                </a:lnTo>
                <a:lnTo>
                  <a:pt x="821206" y="49961"/>
                </a:lnTo>
                <a:close/>
              </a:path>
              <a:path w="878204" h="692150">
                <a:moveTo>
                  <a:pt x="820585" y="52450"/>
                </a:moveTo>
                <a:lnTo>
                  <a:pt x="810442" y="49915"/>
                </a:lnTo>
                <a:lnTo>
                  <a:pt x="810640" y="49961"/>
                </a:lnTo>
                <a:lnTo>
                  <a:pt x="821206" y="49961"/>
                </a:lnTo>
                <a:lnTo>
                  <a:pt x="820585" y="52450"/>
                </a:lnTo>
                <a:close/>
              </a:path>
              <a:path w="878204" h="692150">
                <a:moveTo>
                  <a:pt x="870231" y="62763"/>
                </a:moveTo>
                <a:lnTo>
                  <a:pt x="857360" y="62754"/>
                </a:lnTo>
                <a:lnTo>
                  <a:pt x="847521" y="59829"/>
                </a:lnTo>
                <a:lnTo>
                  <a:pt x="855687" y="32448"/>
                </a:lnTo>
                <a:lnTo>
                  <a:pt x="865746" y="35445"/>
                </a:lnTo>
                <a:lnTo>
                  <a:pt x="877646" y="39179"/>
                </a:lnTo>
                <a:lnTo>
                  <a:pt x="870231" y="62763"/>
                </a:lnTo>
                <a:close/>
              </a:path>
              <a:path w="878204" h="692150">
                <a:moveTo>
                  <a:pt x="869073" y="66446"/>
                </a:moveTo>
                <a:lnTo>
                  <a:pt x="857359" y="62754"/>
                </a:lnTo>
                <a:lnTo>
                  <a:pt x="870231" y="62763"/>
                </a:lnTo>
                <a:lnTo>
                  <a:pt x="869073" y="66446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104375" y="4756391"/>
            <a:ext cx="1027430" cy="515620"/>
          </a:xfrm>
          <a:custGeom>
            <a:avLst/>
            <a:gdLst/>
            <a:ahLst/>
            <a:cxnLst/>
            <a:rect l="l" t="t" r="r" b="b"/>
            <a:pathLst>
              <a:path w="1027429" h="515620">
                <a:moveTo>
                  <a:pt x="27812" y="515404"/>
                </a:moveTo>
                <a:lnTo>
                  <a:pt x="0" y="508812"/>
                </a:lnTo>
                <a:lnTo>
                  <a:pt x="4356" y="490512"/>
                </a:lnTo>
                <a:lnTo>
                  <a:pt x="6934" y="480733"/>
                </a:lnTo>
                <a:lnTo>
                  <a:pt x="34556" y="488010"/>
                </a:lnTo>
                <a:lnTo>
                  <a:pt x="31986" y="497801"/>
                </a:lnTo>
                <a:lnTo>
                  <a:pt x="27812" y="515404"/>
                </a:lnTo>
                <a:close/>
              </a:path>
              <a:path w="1027429" h="515620">
                <a:moveTo>
                  <a:pt x="32054" y="497511"/>
                </a:moveTo>
                <a:close/>
              </a:path>
              <a:path w="1027429" h="515620">
                <a:moveTo>
                  <a:pt x="31986" y="497801"/>
                </a:moveTo>
                <a:lnTo>
                  <a:pt x="32054" y="497511"/>
                </a:lnTo>
                <a:lnTo>
                  <a:pt x="31986" y="497801"/>
                </a:lnTo>
                <a:close/>
              </a:path>
              <a:path w="1027429" h="515620">
                <a:moveTo>
                  <a:pt x="42176" y="461213"/>
                </a:moveTo>
                <a:lnTo>
                  <a:pt x="14947" y="452564"/>
                </a:lnTo>
                <a:lnTo>
                  <a:pt x="19888" y="437019"/>
                </a:lnTo>
                <a:lnTo>
                  <a:pt x="24003" y="425081"/>
                </a:lnTo>
                <a:lnTo>
                  <a:pt x="51015" y="434416"/>
                </a:lnTo>
                <a:lnTo>
                  <a:pt x="46906" y="446341"/>
                </a:lnTo>
                <a:lnTo>
                  <a:pt x="42176" y="461213"/>
                </a:lnTo>
                <a:close/>
              </a:path>
              <a:path w="1027429" h="515620">
                <a:moveTo>
                  <a:pt x="46968" y="446147"/>
                </a:moveTo>
                <a:lnTo>
                  <a:pt x="47015" y="445998"/>
                </a:lnTo>
                <a:lnTo>
                  <a:pt x="46968" y="446147"/>
                </a:lnTo>
                <a:close/>
              </a:path>
              <a:path w="1027429" h="515620">
                <a:moveTo>
                  <a:pt x="46906" y="446341"/>
                </a:moveTo>
                <a:lnTo>
                  <a:pt x="46968" y="446147"/>
                </a:lnTo>
                <a:lnTo>
                  <a:pt x="46906" y="446341"/>
                </a:lnTo>
                <a:close/>
              </a:path>
              <a:path w="1027429" h="515620">
                <a:moveTo>
                  <a:pt x="60769" y="408330"/>
                </a:moveTo>
                <a:lnTo>
                  <a:pt x="34277" y="397649"/>
                </a:lnTo>
                <a:lnTo>
                  <a:pt x="39090" y="385711"/>
                </a:lnTo>
                <a:lnTo>
                  <a:pt x="45491" y="370966"/>
                </a:lnTo>
                <a:lnTo>
                  <a:pt x="71704" y="382333"/>
                </a:lnTo>
                <a:lnTo>
                  <a:pt x="65309" y="397078"/>
                </a:lnTo>
                <a:lnTo>
                  <a:pt x="60769" y="408330"/>
                </a:lnTo>
                <a:close/>
              </a:path>
              <a:path w="1027429" h="515620">
                <a:moveTo>
                  <a:pt x="65395" y="396867"/>
                </a:moveTo>
                <a:close/>
              </a:path>
              <a:path w="1027429" h="515620">
                <a:moveTo>
                  <a:pt x="65309" y="397078"/>
                </a:moveTo>
                <a:lnTo>
                  <a:pt x="65395" y="396867"/>
                </a:lnTo>
                <a:lnTo>
                  <a:pt x="65309" y="397078"/>
                </a:lnTo>
                <a:close/>
              </a:path>
              <a:path w="1027429" h="515620">
                <a:moveTo>
                  <a:pt x="83616" y="357174"/>
                </a:moveTo>
                <a:lnTo>
                  <a:pt x="58013" y="344462"/>
                </a:lnTo>
                <a:lnTo>
                  <a:pt x="61836" y="336803"/>
                </a:lnTo>
                <a:lnTo>
                  <a:pt x="70180" y="321055"/>
                </a:lnTo>
                <a:lnTo>
                  <a:pt x="71628" y="318490"/>
                </a:lnTo>
                <a:lnTo>
                  <a:pt x="96519" y="332536"/>
                </a:lnTo>
                <a:lnTo>
                  <a:pt x="95074" y="335102"/>
                </a:lnTo>
                <a:lnTo>
                  <a:pt x="87085" y="350177"/>
                </a:lnTo>
                <a:lnTo>
                  <a:pt x="83616" y="357174"/>
                </a:lnTo>
                <a:close/>
              </a:path>
              <a:path w="1027429" h="515620">
                <a:moveTo>
                  <a:pt x="95117" y="335021"/>
                </a:moveTo>
                <a:lnTo>
                  <a:pt x="95250" y="334772"/>
                </a:lnTo>
                <a:lnTo>
                  <a:pt x="95117" y="335021"/>
                </a:lnTo>
                <a:close/>
              </a:path>
              <a:path w="1027429" h="515620">
                <a:moveTo>
                  <a:pt x="95074" y="335102"/>
                </a:moveTo>
                <a:close/>
              </a:path>
              <a:path w="1027429" h="515620">
                <a:moveTo>
                  <a:pt x="87105" y="350135"/>
                </a:moveTo>
                <a:lnTo>
                  <a:pt x="87249" y="349846"/>
                </a:lnTo>
                <a:lnTo>
                  <a:pt x="87105" y="350135"/>
                </a:lnTo>
                <a:close/>
              </a:path>
              <a:path w="1027429" h="515620">
                <a:moveTo>
                  <a:pt x="87085" y="350177"/>
                </a:moveTo>
                <a:close/>
              </a:path>
              <a:path w="1027429" h="515620">
                <a:moveTo>
                  <a:pt x="110680" y="308152"/>
                </a:moveTo>
                <a:lnTo>
                  <a:pt x="86182" y="293458"/>
                </a:lnTo>
                <a:lnTo>
                  <a:pt x="87985" y="290449"/>
                </a:lnTo>
                <a:lnTo>
                  <a:pt x="97447" y="275602"/>
                </a:lnTo>
                <a:lnTo>
                  <a:pt x="102044" y="268795"/>
                </a:lnTo>
                <a:lnTo>
                  <a:pt x="125730" y="284772"/>
                </a:lnTo>
                <a:lnTo>
                  <a:pt x="121132" y="291579"/>
                </a:lnTo>
                <a:lnTo>
                  <a:pt x="112304" y="305473"/>
                </a:lnTo>
                <a:lnTo>
                  <a:pt x="110680" y="308152"/>
                </a:lnTo>
                <a:close/>
              </a:path>
              <a:path w="1027429" h="515620">
                <a:moveTo>
                  <a:pt x="121146" y="291579"/>
                </a:moveTo>
                <a:lnTo>
                  <a:pt x="121348" y="291261"/>
                </a:lnTo>
                <a:lnTo>
                  <a:pt x="121146" y="291579"/>
                </a:lnTo>
                <a:close/>
              </a:path>
              <a:path w="1027429" h="515620">
                <a:moveTo>
                  <a:pt x="112102" y="305790"/>
                </a:moveTo>
                <a:lnTo>
                  <a:pt x="112293" y="305473"/>
                </a:lnTo>
                <a:lnTo>
                  <a:pt x="112102" y="305790"/>
                </a:lnTo>
                <a:close/>
              </a:path>
              <a:path w="1027429" h="515620">
                <a:moveTo>
                  <a:pt x="141757" y="262064"/>
                </a:moveTo>
                <a:lnTo>
                  <a:pt x="118973" y="244817"/>
                </a:lnTo>
                <a:lnTo>
                  <a:pt x="127977" y="232943"/>
                </a:lnTo>
                <a:lnTo>
                  <a:pt x="136766" y="221957"/>
                </a:lnTo>
                <a:lnTo>
                  <a:pt x="159067" y="239826"/>
                </a:lnTo>
                <a:lnTo>
                  <a:pt x="150279" y="250799"/>
                </a:lnTo>
                <a:lnTo>
                  <a:pt x="141757" y="262064"/>
                </a:lnTo>
                <a:close/>
              </a:path>
              <a:path w="1027429" h="515620">
                <a:moveTo>
                  <a:pt x="150471" y="250559"/>
                </a:moveTo>
                <a:close/>
              </a:path>
              <a:path w="1027429" h="515620">
                <a:moveTo>
                  <a:pt x="150289" y="250799"/>
                </a:moveTo>
                <a:lnTo>
                  <a:pt x="150471" y="250559"/>
                </a:lnTo>
                <a:lnTo>
                  <a:pt x="150289" y="250799"/>
                </a:lnTo>
                <a:close/>
              </a:path>
              <a:path w="1027429" h="515620">
                <a:moveTo>
                  <a:pt x="177152" y="218744"/>
                </a:moveTo>
                <a:lnTo>
                  <a:pt x="155879" y="199669"/>
                </a:lnTo>
                <a:lnTo>
                  <a:pt x="161353" y="193548"/>
                </a:lnTo>
                <a:lnTo>
                  <a:pt x="173520" y="180721"/>
                </a:lnTo>
                <a:lnTo>
                  <a:pt x="175983" y="178257"/>
                </a:lnTo>
                <a:lnTo>
                  <a:pt x="196164" y="198500"/>
                </a:lnTo>
                <a:lnTo>
                  <a:pt x="193703" y="200952"/>
                </a:lnTo>
                <a:lnTo>
                  <a:pt x="182376" y="212915"/>
                </a:lnTo>
                <a:lnTo>
                  <a:pt x="177152" y="218744"/>
                </a:lnTo>
                <a:close/>
              </a:path>
              <a:path w="1027429" h="515620">
                <a:moveTo>
                  <a:pt x="193747" y="200904"/>
                </a:moveTo>
                <a:lnTo>
                  <a:pt x="193979" y="200660"/>
                </a:lnTo>
                <a:lnTo>
                  <a:pt x="193747" y="200904"/>
                </a:lnTo>
                <a:close/>
              </a:path>
              <a:path w="1027429" h="515620">
                <a:moveTo>
                  <a:pt x="193703" y="200952"/>
                </a:moveTo>
                <a:close/>
              </a:path>
              <a:path w="1027429" h="515620">
                <a:moveTo>
                  <a:pt x="182463" y="212819"/>
                </a:moveTo>
                <a:lnTo>
                  <a:pt x="182638" y="212623"/>
                </a:lnTo>
                <a:lnTo>
                  <a:pt x="182463" y="212819"/>
                </a:lnTo>
                <a:close/>
              </a:path>
              <a:path w="1027429" h="515620">
                <a:moveTo>
                  <a:pt x="182376" y="212915"/>
                </a:moveTo>
                <a:close/>
              </a:path>
              <a:path w="1027429" h="515620">
                <a:moveTo>
                  <a:pt x="216407" y="178904"/>
                </a:moveTo>
                <a:lnTo>
                  <a:pt x="196811" y="158114"/>
                </a:lnTo>
                <a:lnTo>
                  <a:pt x="197980" y="156997"/>
                </a:lnTo>
                <a:lnTo>
                  <a:pt x="211150" y="145287"/>
                </a:lnTo>
                <a:lnTo>
                  <a:pt x="218922" y="138760"/>
                </a:lnTo>
                <a:lnTo>
                  <a:pt x="237299" y="160629"/>
                </a:lnTo>
                <a:lnTo>
                  <a:pt x="229527" y="167157"/>
                </a:lnTo>
                <a:lnTo>
                  <a:pt x="217284" y="178066"/>
                </a:lnTo>
                <a:lnTo>
                  <a:pt x="216407" y="178904"/>
                </a:lnTo>
                <a:close/>
              </a:path>
              <a:path w="1027429" h="515620">
                <a:moveTo>
                  <a:pt x="229843" y="166891"/>
                </a:moveTo>
                <a:close/>
              </a:path>
              <a:path w="1027429" h="515620">
                <a:moveTo>
                  <a:pt x="229544" y="167157"/>
                </a:moveTo>
                <a:lnTo>
                  <a:pt x="229843" y="166891"/>
                </a:lnTo>
                <a:lnTo>
                  <a:pt x="229544" y="167157"/>
                </a:lnTo>
                <a:close/>
              </a:path>
              <a:path w="1027429" h="515620">
                <a:moveTo>
                  <a:pt x="217304" y="178066"/>
                </a:moveTo>
                <a:lnTo>
                  <a:pt x="217589" y="177800"/>
                </a:lnTo>
                <a:lnTo>
                  <a:pt x="217304" y="178066"/>
                </a:lnTo>
                <a:close/>
              </a:path>
              <a:path w="1027429" h="515620">
                <a:moveTo>
                  <a:pt x="259016" y="143357"/>
                </a:moveTo>
                <a:lnTo>
                  <a:pt x="241922" y="120472"/>
                </a:lnTo>
                <a:lnTo>
                  <a:pt x="251599" y="113245"/>
                </a:lnTo>
                <a:lnTo>
                  <a:pt x="265785" y="103289"/>
                </a:lnTo>
                <a:lnTo>
                  <a:pt x="281424" y="126974"/>
                </a:lnTo>
                <a:lnTo>
                  <a:pt x="281449" y="127203"/>
                </a:lnTo>
                <a:lnTo>
                  <a:pt x="268040" y="136626"/>
                </a:lnTo>
                <a:lnTo>
                  <a:pt x="259016" y="143357"/>
                </a:lnTo>
                <a:close/>
              </a:path>
              <a:path w="1027429" h="515620">
                <a:moveTo>
                  <a:pt x="281612" y="127088"/>
                </a:moveTo>
                <a:lnTo>
                  <a:pt x="281774" y="126974"/>
                </a:lnTo>
                <a:lnTo>
                  <a:pt x="281612" y="127088"/>
                </a:lnTo>
                <a:close/>
              </a:path>
              <a:path w="1027429" h="515620">
                <a:moveTo>
                  <a:pt x="281532" y="127138"/>
                </a:moveTo>
                <a:close/>
              </a:path>
              <a:path w="1027429" h="515620">
                <a:moveTo>
                  <a:pt x="281539" y="127139"/>
                </a:moveTo>
                <a:close/>
              </a:path>
              <a:path w="1027429" h="515620">
                <a:moveTo>
                  <a:pt x="281449" y="127203"/>
                </a:moveTo>
                <a:close/>
              </a:path>
              <a:path w="1027429" h="515620">
                <a:moveTo>
                  <a:pt x="268148" y="136545"/>
                </a:moveTo>
                <a:lnTo>
                  <a:pt x="268363" y="136385"/>
                </a:lnTo>
                <a:lnTo>
                  <a:pt x="268148" y="136545"/>
                </a:lnTo>
                <a:close/>
              </a:path>
              <a:path w="1027429" h="515620">
                <a:moveTo>
                  <a:pt x="268040" y="136626"/>
                </a:moveTo>
                <a:close/>
              </a:path>
              <a:path w="1027429" h="515620">
                <a:moveTo>
                  <a:pt x="305206" y="111912"/>
                </a:moveTo>
                <a:lnTo>
                  <a:pt x="290169" y="87617"/>
                </a:lnTo>
                <a:lnTo>
                  <a:pt x="294754" y="84785"/>
                </a:lnTo>
                <a:lnTo>
                  <a:pt x="309626" y="76187"/>
                </a:lnTo>
                <a:lnTo>
                  <a:pt x="315531" y="72936"/>
                </a:lnTo>
                <a:lnTo>
                  <a:pt x="329311" y="97967"/>
                </a:lnTo>
                <a:lnTo>
                  <a:pt x="323408" y="101218"/>
                </a:lnTo>
                <a:lnTo>
                  <a:pt x="309086" y="109512"/>
                </a:lnTo>
                <a:lnTo>
                  <a:pt x="305206" y="111912"/>
                </a:lnTo>
                <a:close/>
              </a:path>
              <a:path w="1027429" h="515620">
                <a:moveTo>
                  <a:pt x="323474" y="101180"/>
                </a:moveTo>
                <a:lnTo>
                  <a:pt x="323672" y="101066"/>
                </a:lnTo>
                <a:lnTo>
                  <a:pt x="323474" y="101180"/>
                </a:lnTo>
                <a:close/>
              </a:path>
              <a:path w="1027429" h="515620">
                <a:moveTo>
                  <a:pt x="323408" y="101218"/>
                </a:moveTo>
                <a:close/>
              </a:path>
              <a:path w="1027429" h="515620">
                <a:moveTo>
                  <a:pt x="309182" y="109452"/>
                </a:moveTo>
                <a:lnTo>
                  <a:pt x="309435" y="109296"/>
                </a:lnTo>
                <a:lnTo>
                  <a:pt x="309182" y="109452"/>
                </a:lnTo>
                <a:close/>
              </a:path>
              <a:path w="1027429" h="515620">
                <a:moveTo>
                  <a:pt x="309086" y="109512"/>
                </a:moveTo>
                <a:close/>
              </a:path>
              <a:path w="1027429" h="515620">
                <a:moveTo>
                  <a:pt x="354088" y="85267"/>
                </a:moveTo>
                <a:lnTo>
                  <a:pt x="341591" y="59562"/>
                </a:lnTo>
                <a:lnTo>
                  <a:pt x="345084" y="57873"/>
                </a:lnTo>
                <a:lnTo>
                  <a:pt x="355282" y="53149"/>
                </a:lnTo>
                <a:lnTo>
                  <a:pt x="365569" y="48628"/>
                </a:lnTo>
                <a:lnTo>
                  <a:pt x="368376" y="47459"/>
                </a:lnTo>
                <a:lnTo>
                  <a:pt x="379387" y="73825"/>
                </a:lnTo>
                <a:lnTo>
                  <a:pt x="376852" y="74891"/>
                </a:lnTo>
                <a:lnTo>
                  <a:pt x="367060" y="79197"/>
                </a:lnTo>
                <a:lnTo>
                  <a:pt x="357092" y="83807"/>
                </a:lnTo>
                <a:lnTo>
                  <a:pt x="354088" y="85267"/>
                </a:lnTo>
                <a:close/>
              </a:path>
              <a:path w="1027429" h="515620">
                <a:moveTo>
                  <a:pt x="376580" y="75006"/>
                </a:moveTo>
                <a:lnTo>
                  <a:pt x="376821" y="74891"/>
                </a:lnTo>
                <a:lnTo>
                  <a:pt x="376580" y="75006"/>
                </a:lnTo>
                <a:close/>
              </a:path>
              <a:path w="1027429" h="515620">
                <a:moveTo>
                  <a:pt x="366801" y="79311"/>
                </a:moveTo>
                <a:lnTo>
                  <a:pt x="367042" y="79197"/>
                </a:lnTo>
                <a:lnTo>
                  <a:pt x="366801" y="79311"/>
                </a:lnTo>
                <a:close/>
              </a:path>
              <a:path w="1027429" h="515620">
                <a:moveTo>
                  <a:pt x="357216" y="83746"/>
                </a:moveTo>
                <a:close/>
              </a:path>
              <a:path w="1027429" h="515620">
                <a:moveTo>
                  <a:pt x="357092" y="83807"/>
                </a:moveTo>
                <a:close/>
              </a:path>
              <a:path w="1027429" h="515620">
                <a:moveTo>
                  <a:pt x="405460" y="63550"/>
                </a:moveTo>
                <a:lnTo>
                  <a:pt x="395452" y="36779"/>
                </a:lnTo>
                <a:lnTo>
                  <a:pt x="396798" y="36283"/>
                </a:lnTo>
                <a:lnTo>
                  <a:pt x="407339" y="32575"/>
                </a:lnTo>
                <a:lnTo>
                  <a:pt x="417931" y="29057"/>
                </a:lnTo>
                <a:lnTo>
                  <a:pt x="423291" y="27393"/>
                </a:lnTo>
                <a:lnTo>
                  <a:pt x="431774" y="54673"/>
                </a:lnTo>
                <a:lnTo>
                  <a:pt x="426711" y="56261"/>
                </a:lnTo>
                <a:lnTo>
                  <a:pt x="416333" y="59689"/>
                </a:lnTo>
                <a:lnTo>
                  <a:pt x="406298" y="63233"/>
                </a:lnTo>
                <a:lnTo>
                  <a:pt x="405460" y="63550"/>
                </a:lnTo>
                <a:close/>
              </a:path>
              <a:path w="1027429" h="515620">
                <a:moveTo>
                  <a:pt x="426427" y="56349"/>
                </a:moveTo>
                <a:lnTo>
                  <a:pt x="426681" y="56261"/>
                </a:lnTo>
                <a:lnTo>
                  <a:pt x="426427" y="56349"/>
                </a:lnTo>
                <a:close/>
              </a:path>
              <a:path w="1027429" h="515620">
                <a:moveTo>
                  <a:pt x="416367" y="59678"/>
                </a:moveTo>
                <a:lnTo>
                  <a:pt x="416585" y="59601"/>
                </a:lnTo>
                <a:lnTo>
                  <a:pt x="416367" y="59678"/>
                </a:lnTo>
                <a:close/>
              </a:path>
              <a:path w="1027429" h="515620">
                <a:moveTo>
                  <a:pt x="416333" y="59689"/>
                </a:moveTo>
                <a:close/>
              </a:path>
              <a:path w="1027429" h="515620">
                <a:moveTo>
                  <a:pt x="406313" y="63233"/>
                </a:moveTo>
                <a:lnTo>
                  <a:pt x="406552" y="63144"/>
                </a:lnTo>
                <a:lnTo>
                  <a:pt x="406313" y="63233"/>
                </a:lnTo>
                <a:close/>
              </a:path>
              <a:path w="1027429" h="515620">
                <a:moveTo>
                  <a:pt x="458482" y="47078"/>
                </a:moveTo>
                <a:lnTo>
                  <a:pt x="451535" y="19354"/>
                </a:lnTo>
                <a:lnTo>
                  <a:pt x="460882" y="17017"/>
                </a:lnTo>
                <a:lnTo>
                  <a:pt x="471741" y="14503"/>
                </a:lnTo>
                <a:lnTo>
                  <a:pt x="479882" y="12776"/>
                </a:lnTo>
                <a:lnTo>
                  <a:pt x="485813" y="40728"/>
                </a:lnTo>
                <a:lnTo>
                  <a:pt x="477659" y="42456"/>
                </a:lnTo>
                <a:lnTo>
                  <a:pt x="467323" y="44856"/>
                </a:lnTo>
                <a:lnTo>
                  <a:pt x="458482" y="47078"/>
                </a:lnTo>
                <a:close/>
              </a:path>
              <a:path w="1027429" h="515620">
                <a:moveTo>
                  <a:pt x="477706" y="42456"/>
                </a:moveTo>
                <a:lnTo>
                  <a:pt x="477926" y="42405"/>
                </a:lnTo>
                <a:lnTo>
                  <a:pt x="477706" y="42456"/>
                </a:lnTo>
                <a:close/>
              </a:path>
              <a:path w="1027429" h="515620">
                <a:moveTo>
                  <a:pt x="467339" y="44852"/>
                </a:moveTo>
                <a:lnTo>
                  <a:pt x="467575" y="44792"/>
                </a:lnTo>
                <a:lnTo>
                  <a:pt x="467339" y="44852"/>
                </a:lnTo>
                <a:close/>
              </a:path>
              <a:path w="1027429" h="515620">
                <a:moveTo>
                  <a:pt x="467323" y="44856"/>
                </a:moveTo>
                <a:close/>
              </a:path>
              <a:path w="1027429" h="515620">
                <a:moveTo>
                  <a:pt x="513143" y="35763"/>
                </a:moveTo>
                <a:lnTo>
                  <a:pt x="508762" y="7531"/>
                </a:lnTo>
                <a:lnTo>
                  <a:pt x="515619" y="6464"/>
                </a:lnTo>
                <a:lnTo>
                  <a:pt x="526694" y="4952"/>
                </a:lnTo>
                <a:lnTo>
                  <a:pt x="537794" y="3632"/>
                </a:lnTo>
                <a:lnTo>
                  <a:pt x="540701" y="32042"/>
                </a:lnTo>
                <a:lnTo>
                  <a:pt x="530382" y="33286"/>
                </a:lnTo>
                <a:lnTo>
                  <a:pt x="519502" y="34772"/>
                </a:lnTo>
                <a:lnTo>
                  <a:pt x="513143" y="35763"/>
                </a:lnTo>
                <a:close/>
              </a:path>
              <a:path w="1027429" h="515620">
                <a:moveTo>
                  <a:pt x="540690" y="32067"/>
                </a:moveTo>
                <a:lnTo>
                  <a:pt x="540905" y="32042"/>
                </a:lnTo>
                <a:lnTo>
                  <a:pt x="540690" y="32067"/>
                </a:lnTo>
                <a:close/>
              </a:path>
              <a:path w="1027429" h="515620">
                <a:moveTo>
                  <a:pt x="530059" y="33324"/>
                </a:moveTo>
                <a:lnTo>
                  <a:pt x="530313" y="33286"/>
                </a:lnTo>
                <a:lnTo>
                  <a:pt x="530059" y="33324"/>
                </a:lnTo>
                <a:close/>
              </a:path>
              <a:path w="1027429" h="515620">
                <a:moveTo>
                  <a:pt x="519572" y="34761"/>
                </a:moveTo>
                <a:lnTo>
                  <a:pt x="519747" y="34734"/>
                </a:lnTo>
                <a:lnTo>
                  <a:pt x="519572" y="34761"/>
                </a:lnTo>
                <a:close/>
              </a:path>
              <a:path w="1027429" h="515620">
                <a:moveTo>
                  <a:pt x="519502" y="34772"/>
                </a:moveTo>
                <a:close/>
              </a:path>
              <a:path w="1027429" h="515620">
                <a:moveTo>
                  <a:pt x="568667" y="29679"/>
                </a:moveTo>
                <a:lnTo>
                  <a:pt x="593496" y="25"/>
                </a:lnTo>
                <a:lnTo>
                  <a:pt x="596125" y="0"/>
                </a:lnTo>
                <a:lnTo>
                  <a:pt x="596455" y="28575"/>
                </a:lnTo>
                <a:lnTo>
                  <a:pt x="595268" y="28587"/>
                </a:lnTo>
                <a:lnTo>
                  <a:pt x="594334" y="28587"/>
                </a:lnTo>
                <a:lnTo>
                  <a:pt x="583759" y="28905"/>
                </a:lnTo>
                <a:lnTo>
                  <a:pt x="572680" y="29413"/>
                </a:lnTo>
                <a:lnTo>
                  <a:pt x="568667" y="29679"/>
                </a:lnTo>
                <a:close/>
              </a:path>
              <a:path w="1027429" h="515620">
                <a:moveTo>
                  <a:pt x="594080" y="28600"/>
                </a:moveTo>
                <a:lnTo>
                  <a:pt x="594334" y="28587"/>
                </a:lnTo>
                <a:lnTo>
                  <a:pt x="595268" y="28587"/>
                </a:lnTo>
                <a:lnTo>
                  <a:pt x="594080" y="28600"/>
                </a:lnTo>
                <a:close/>
              </a:path>
              <a:path w="1027429" h="515620">
                <a:moveTo>
                  <a:pt x="583336" y="28917"/>
                </a:moveTo>
                <a:lnTo>
                  <a:pt x="583590" y="28905"/>
                </a:lnTo>
                <a:lnTo>
                  <a:pt x="583759" y="28905"/>
                </a:lnTo>
                <a:lnTo>
                  <a:pt x="583336" y="28917"/>
                </a:lnTo>
                <a:close/>
              </a:path>
              <a:path w="1027429" h="515620">
                <a:moveTo>
                  <a:pt x="572796" y="29405"/>
                </a:moveTo>
                <a:close/>
              </a:path>
              <a:path w="1027429" h="515620">
                <a:moveTo>
                  <a:pt x="572680" y="29413"/>
                </a:moveTo>
                <a:close/>
              </a:path>
              <a:path w="1027429" h="515620">
                <a:moveTo>
                  <a:pt x="626694" y="28790"/>
                </a:moveTo>
                <a:lnTo>
                  <a:pt x="624535" y="28740"/>
                </a:lnTo>
                <a:lnTo>
                  <a:pt x="625195" y="165"/>
                </a:lnTo>
                <a:lnTo>
                  <a:pt x="627595" y="228"/>
                </a:lnTo>
                <a:lnTo>
                  <a:pt x="638911" y="685"/>
                </a:lnTo>
                <a:lnTo>
                  <a:pt x="650240" y="1333"/>
                </a:lnTo>
                <a:lnTo>
                  <a:pt x="654469" y="1650"/>
                </a:lnTo>
                <a:lnTo>
                  <a:pt x="652438" y="28778"/>
                </a:lnTo>
                <a:lnTo>
                  <a:pt x="626440" y="28778"/>
                </a:lnTo>
                <a:lnTo>
                  <a:pt x="626694" y="28790"/>
                </a:lnTo>
                <a:close/>
              </a:path>
              <a:path w="1027429" h="515620">
                <a:moveTo>
                  <a:pt x="652404" y="29222"/>
                </a:moveTo>
                <a:lnTo>
                  <a:pt x="637273" y="29210"/>
                </a:lnTo>
                <a:lnTo>
                  <a:pt x="626440" y="28778"/>
                </a:lnTo>
                <a:lnTo>
                  <a:pt x="652438" y="28778"/>
                </a:lnTo>
                <a:lnTo>
                  <a:pt x="652404" y="29222"/>
                </a:lnTo>
                <a:close/>
              </a:path>
              <a:path w="1027429" h="515620">
                <a:moveTo>
                  <a:pt x="652358" y="29845"/>
                </a:moveTo>
                <a:lnTo>
                  <a:pt x="648360" y="29845"/>
                </a:lnTo>
                <a:lnTo>
                  <a:pt x="637449" y="29220"/>
                </a:lnTo>
                <a:lnTo>
                  <a:pt x="652404" y="29222"/>
                </a:lnTo>
                <a:lnTo>
                  <a:pt x="652358" y="29845"/>
                </a:lnTo>
                <a:close/>
              </a:path>
              <a:path w="1027429" h="515620">
                <a:moveTo>
                  <a:pt x="652335" y="30149"/>
                </a:moveTo>
                <a:lnTo>
                  <a:pt x="648106" y="29832"/>
                </a:lnTo>
                <a:lnTo>
                  <a:pt x="648360" y="29845"/>
                </a:lnTo>
                <a:lnTo>
                  <a:pt x="652358" y="29845"/>
                </a:lnTo>
                <a:lnTo>
                  <a:pt x="652335" y="30149"/>
                </a:lnTo>
                <a:close/>
              </a:path>
              <a:path w="1027429" h="515620">
                <a:moveTo>
                  <a:pt x="708489" y="32854"/>
                </a:moveTo>
                <a:lnTo>
                  <a:pt x="680948" y="32854"/>
                </a:lnTo>
                <a:lnTo>
                  <a:pt x="680300" y="32778"/>
                </a:lnTo>
                <a:lnTo>
                  <a:pt x="683399" y="4381"/>
                </a:lnTo>
                <a:lnTo>
                  <a:pt x="684288" y="4470"/>
                </a:lnTo>
                <a:lnTo>
                  <a:pt x="695642" y="5905"/>
                </a:lnTo>
                <a:lnTo>
                  <a:pt x="706996" y="7543"/>
                </a:lnTo>
                <a:lnTo>
                  <a:pt x="712406" y="8407"/>
                </a:lnTo>
                <a:lnTo>
                  <a:pt x="708489" y="32854"/>
                </a:lnTo>
                <a:close/>
              </a:path>
              <a:path w="1027429" h="515620">
                <a:moveTo>
                  <a:pt x="708269" y="34226"/>
                </a:moveTo>
                <a:lnTo>
                  <a:pt x="691819" y="34226"/>
                </a:lnTo>
                <a:lnTo>
                  <a:pt x="680707" y="32829"/>
                </a:lnTo>
                <a:lnTo>
                  <a:pt x="680948" y="32854"/>
                </a:lnTo>
                <a:lnTo>
                  <a:pt x="708489" y="32854"/>
                </a:lnTo>
                <a:lnTo>
                  <a:pt x="708269" y="34226"/>
                </a:lnTo>
                <a:close/>
              </a:path>
              <a:path w="1027429" h="515620">
                <a:moveTo>
                  <a:pt x="708019" y="35788"/>
                </a:moveTo>
                <a:lnTo>
                  <a:pt x="702670" y="35781"/>
                </a:lnTo>
                <a:lnTo>
                  <a:pt x="691591" y="34201"/>
                </a:lnTo>
                <a:lnTo>
                  <a:pt x="691819" y="34226"/>
                </a:lnTo>
                <a:lnTo>
                  <a:pt x="708269" y="34226"/>
                </a:lnTo>
                <a:lnTo>
                  <a:pt x="708019" y="35788"/>
                </a:lnTo>
                <a:close/>
              </a:path>
              <a:path w="1027429" h="515620">
                <a:moveTo>
                  <a:pt x="707885" y="36626"/>
                </a:moveTo>
                <a:lnTo>
                  <a:pt x="702665" y="35781"/>
                </a:lnTo>
                <a:lnTo>
                  <a:pt x="708019" y="35788"/>
                </a:lnTo>
                <a:lnTo>
                  <a:pt x="707885" y="36626"/>
                </a:lnTo>
                <a:close/>
              </a:path>
              <a:path w="1027429" h="515620">
                <a:moveTo>
                  <a:pt x="763662" y="43903"/>
                </a:moveTo>
                <a:lnTo>
                  <a:pt x="746264" y="43903"/>
                </a:lnTo>
                <a:lnTo>
                  <a:pt x="735304" y="41579"/>
                </a:lnTo>
                <a:lnTo>
                  <a:pt x="741222" y="13627"/>
                </a:lnTo>
                <a:lnTo>
                  <a:pt x="752411" y="16001"/>
                </a:lnTo>
                <a:lnTo>
                  <a:pt x="763739" y="18592"/>
                </a:lnTo>
                <a:lnTo>
                  <a:pt x="769543" y="20027"/>
                </a:lnTo>
                <a:lnTo>
                  <a:pt x="763662" y="43903"/>
                </a:lnTo>
                <a:close/>
              </a:path>
              <a:path w="1027429" h="515620">
                <a:moveTo>
                  <a:pt x="763049" y="46393"/>
                </a:moveTo>
                <a:lnTo>
                  <a:pt x="757135" y="46393"/>
                </a:lnTo>
                <a:lnTo>
                  <a:pt x="746174" y="43884"/>
                </a:lnTo>
                <a:lnTo>
                  <a:pt x="763662" y="43903"/>
                </a:lnTo>
                <a:lnTo>
                  <a:pt x="763049" y="46393"/>
                </a:lnTo>
                <a:close/>
              </a:path>
              <a:path w="1027429" h="515620">
                <a:moveTo>
                  <a:pt x="762711" y="47764"/>
                </a:moveTo>
                <a:lnTo>
                  <a:pt x="756907" y="46342"/>
                </a:lnTo>
                <a:lnTo>
                  <a:pt x="757135" y="46393"/>
                </a:lnTo>
                <a:lnTo>
                  <a:pt x="763049" y="46393"/>
                </a:lnTo>
                <a:lnTo>
                  <a:pt x="762711" y="47764"/>
                </a:lnTo>
                <a:close/>
              </a:path>
              <a:path w="1027429" h="515620">
                <a:moveTo>
                  <a:pt x="816482" y="63347"/>
                </a:moveTo>
                <a:lnTo>
                  <a:pt x="811161" y="61569"/>
                </a:lnTo>
                <a:lnTo>
                  <a:pt x="800341" y="58153"/>
                </a:lnTo>
                <a:lnTo>
                  <a:pt x="789647" y="54965"/>
                </a:lnTo>
                <a:lnTo>
                  <a:pt x="797826" y="27584"/>
                </a:lnTo>
                <a:lnTo>
                  <a:pt x="808951" y="30911"/>
                </a:lnTo>
                <a:lnTo>
                  <a:pt x="820204" y="34467"/>
                </a:lnTo>
                <a:lnTo>
                  <a:pt x="825525" y="36245"/>
                </a:lnTo>
                <a:lnTo>
                  <a:pt x="816482" y="63347"/>
                </a:lnTo>
                <a:close/>
              </a:path>
              <a:path w="1027429" h="515620">
                <a:moveTo>
                  <a:pt x="873168" y="73012"/>
                </a:moveTo>
                <a:lnTo>
                  <a:pt x="843724" y="73012"/>
                </a:lnTo>
                <a:lnTo>
                  <a:pt x="842987" y="72745"/>
                </a:lnTo>
                <a:lnTo>
                  <a:pt x="852893" y="45935"/>
                </a:lnTo>
                <a:lnTo>
                  <a:pt x="864996" y="50609"/>
                </a:lnTo>
                <a:lnTo>
                  <a:pt x="876122" y="55117"/>
                </a:lnTo>
                <a:lnTo>
                  <a:pt x="880046" y="56781"/>
                </a:lnTo>
                <a:lnTo>
                  <a:pt x="873168" y="73012"/>
                </a:lnTo>
                <a:close/>
              </a:path>
              <a:path w="1027429" h="515620">
                <a:moveTo>
                  <a:pt x="868895" y="83096"/>
                </a:moveTo>
                <a:lnTo>
                  <a:pt x="864971" y="81432"/>
                </a:lnTo>
                <a:lnTo>
                  <a:pt x="854252" y="77088"/>
                </a:lnTo>
                <a:lnTo>
                  <a:pt x="843624" y="72976"/>
                </a:lnTo>
                <a:lnTo>
                  <a:pt x="873168" y="73012"/>
                </a:lnTo>
                <a:lnTo>
                  <a:pt x="868895" y="83096"/>
                </a:lnTo>
                <a:close/>
              </a:path>
              <a:path w="1027429" h="515620">
                <a:moveTo>
                  <a:pt x="925439" y="95656"/>
                </a:moveTo>
                <a:lnTo>
                  <a:pt x="897128" y="95656"/>
                </a:lnTo>
                <a:lnTo>
                  <a:pt x="894613" y="94500"/>
                </a:lnTo>
                <a:lnTo>
                  <a:pt x="906576" y="68541"/>
                </a:lnTo>
                <a:lnTo>
                  <a:pt x="909294" y="69799"/>
                </a:lnTo>
                <a:lnTo>
                  <a:pt x="920267" y="75069"/>
                </a:lnTo>
                <a:lnTo>
                  <a:pt x="931214" y="80530"/>
                </a:lnTo>
                <a:lnTo>
                  <a:pt x="932840" y="81368"/>
                </a:lnTo>
                <a:lnTo>
                  <a:pt x="925439" y="95656"/>
                </a:lnTo>
                <a:close/>
              </a:path>
              <a:path w="1027429" h="515620">
                <a:moveTo>
                  <a:pt x="920084" y="105994"/>
                </a:moveTo>
                <a:lnTo>
                  <a:pt x="918260" y="105994"/>
                </a:lnTo>
                <a:lnTo>
                  <a:pt x="907516" y="100634"/>
                </a:lnTo>
                <a:lnTo>
                  <a:pt x="897005" y="95600"/>
                </a:lnTo>
                <a:lnTo>
                  <a:pt x="925439" y="95656"/>
                </a:lnTo>
                <a:lnTo>
                  <a:pt x="920084" y="105994"/>
                </a:lnTo>
                <a:close/>
              </a:path>
              <a:path w="1027429" h="515620">
                <a:moveTo>
                  <a:pt x="919695" y="106743"/>
                </a:moveTo>
                <a:lnTo>
                  <a:pt x="918070" y="105905"/>
                </a:lnTo>
                <a:lnTo>
                  <a:pt x="918260" y="105994"/>
                </a:lnTo>
                <a:lnTo>
                  <a:pt x="920084" y="105994"/>
                </a:lnTo>
                <a:lnTo>
                  <a:pt x="919695" y="106743"/>
                </a:lnTo>
                <a:close/>
              </a:path>
              <a:path w="1027429" h="515620">
                <a:moveTo>
                  <a:pt x="975577" y="122885"/>
                </a:moveTo>
                <a:lnTo>
                  <a:pt x="949667" y="122885"/>
                </a:lnTo>
                <a:lnTo>
                  <a:pt x="944511" y="120014"/>
                </a:lnTo>
                <a:lnTo>
                  <a:pt x="958418" y="95059"/>
                </a:lnTo>
                <a:lnTo>
                  <a:pt x="963764" y="98043"/>
                </a:lnTo>
                <a:lnTo>
                  <a:pt x="974521" y="104254"/>
                </a:lnTo>
                <a:lnTo>
                  <a:pt x="983500" y="109626"/>
                </a:lnTo>
                <a:lnTo>
                  <a:pt x="975577" y="122885"/>
                </a:lnTo>
                <a:close/>
              </a:path>
              <a:path w="1027429" h="515620">
                <a:moveTo>
                  <a:pt x="968844" y="134150"/>
                </a:moveTo>
                <a:lnTo>
                  <a:pt x="959853" y="128777"/>
                </a:lnTo>
                <a:lnTo>
                  <a:pt x="949477" y="122783"/>
                </a:lnTo>
                <a:lnTo>
                  <a:pt x="949667" y="122885"/>
                </a:lnTo>
                <a:lnTo>
                  <a:pt x="975577" y="122885"/>
                </a:lnTo>
                <a:lnTo>
                  <a:pt x="968844" y="134150"/>
                </a:lnTo>
                <a:close/>
              </a:path>
              <a:path w="1027429" h="515620">
                <a:moveTo>
                  <a:pt x="1015899" y="154698"/>
                </a:moveTo>
                <a:lnTo>
                  <a:pt x="1001064" y="154698"/>
                </a:lnTo>
                <a:lnTo>
                  <a:pt x="992479" y="149021"/>
                </a:lnTo>
                <a:lnTo>
                  <a:pt x="1008240" y="125183"/>
                </a:lnTo>
                <a:lnTo>
                  <a:pt x="1016990" y="130975"/>
                </a:lnTo>
                <a:lnTo>
                  <a:pt x="1027290" y="137998"/>
                </a:lnTo>
                <a:lnTo>
                  <a:pt x="1015899" y="154698"/>
                </a:lnTo>
                <a:close/>
              </a:path>
              <a:path w="1027429" h="515620">
                <a:moveTo>
                  <a:pt x="1011186" y="161607"/>
                </a:moveTo>
                <a:lnTo>
                  <a:pt x="1000887" y="154584"/>
                </a:lnTo>
                <a:lnTo>
                  <a:pt x="1001064" y="154698"/>
                </a:lnTo>
                <a:lnTo>
                  <a:pt x="1015899" y="154698"/>
                </a:lnTo>
                <a:lnTo>
                  <a:pt x="1011186" y="16160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1239202" y="2962592"/>
            <a:ext cx="3781425" cy="85725"/>
          </a:xfrm>
          <a:custGeom>
            <a:avLst/>
            <a:gdLst/>
            <a:ahLst/>
            <a:cxnLst/>
            <a:rect l="l" t="t" r="r" b="b"/>
            <a:pathLst>
              <a:path w="3781425" h="85725">
                <a:moveTo>
                  <a:pt x="85725" y="85725"/>
                </a:moveTo>
                <a:lnTo>
                  <a:pt x="0" y="42862"/>
                </a:lnTo>
                <a:lnTo>
                  <a:pt x="85725" y="0"/>
                </a:lnTo>
                <a:lnTo>
                  <a:pt x="85725" y="28575"/>
                </a:lnTo>
                <a:lnTo>
                  <a:pt x="64300" y="28575"/>
                </a:lnTo>
                <a:lnTo>
                  <a:pt x="64300" y="57150"/>
                </a:lnTo>
                <a:lnTo>
                  <a:pt x="85725" y="57150"/>
                </a:lnTo>
                <a:lnTo>
                  <a:pt x="85725" y="85725"/>
                </a:lnTo>
                <a:close/>
              </a:path>
              <a:path w="3781425" h="85725">
                <a:moveTo>
                  <a:pt x="85725" y="57150"/>
                </a:moveTo>
                <a:lnTo>
                  <a:pt x="64300" y="57150"/>
                </a:lnTo>
                <a:lnTo>
                  <a:pt x="64300" y="28575"/>
                </a:lnTo>
                <a:lnTo>
                  <a:pt x="85725" y="28575"/>
                </a:lnTo>
                <a:lnTo>
                  <a:pt x="85725" y="57150"/>
                </a:lnTo>
                <a:close/>
              </a:path>
              <a:path w="3781425" h="85725">
                <a:moveTo>
                  <a:pt x="3781425" y="57150"/>
                </a:moveTo>
                <a:lnTo>
                  <a:pt x="85725" y="57150"/>
                </a:lnTo>
                <a:lnTo>
                  <a:pt x="85725" y="28575"/>
                </a:lnTo>
                <a:lnTo>
                  <a:pt x="3781425" y="28575"/>
                </a:lnTo>
                <a:lnTo>
                  <a:pt x="3781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1239202" y="3372167"/>
            <a:ext cx="3781425" cy="85725"/>
          </a:xfrm>
          <a:custGeom>
            <a:avLst/>
            <a:gdLst/>
            <a:ahLst/>
            <a:cxnLst/>
            <a:rect l="l" t="t" r="r" b="b"/>
            <a:pathLst>
              <a:path w="3781425" h="85725">
                <a:moveTo>
                  <a:pt x="85725" y="85725"/>
                </a:moveTo>
                <a:lnTo>
                  <a:pt x="0" y="42862"/>
                </a:lnTo>
                <a:lnTo>
                  <a:pt x="85725" y="0"/>
                </a:lnTo>
                <a:lnTo>
                  <a:pt x="85725" y="28575"/>
                </a:lnTo>
                <a:lnTo>
                  <a:pt x="64300" y="28575"/>
                </a:lnTo>
                <a:lnTo>
                  <a:pt x="64300" y="57150"/>
                </a:lnTo>
                <a:lnTo>
                  <a:pt x="85725" y="57150"/>
                </a:lnTo>
                <a:lnTo>
                  <a:pt x="85725" y="85725"/>
                </a:lnTo>
                <a:close/>
              </a:path>
              <a:path w="3781425" h="85725">
                <a:moveTo>
                  <a:pt x="85725" y="57150"/>
                </a:moveTo>
                <a:lnTo>
                  <a:pt x="64300" y="57150"/>
                </a:lnTo>
                <a:lnTo>
                  <a:pt x="64300" y="28575"/>
                </a:lnTo>
                <a:lnTo>
                  <a:pt x="85725" y="28575"/>
                </a:lnTo>
                <a:lnTo>
                  <a:pt x="85725" y="57150"/>
                </a:lnTo>
                <a:close/>
              </a:path>
              <a:path w="3781425" h="85725">
                <a:moveTo>
                  <a:pt x="3781425" y="57150"/>
                </a:moveTo>
                <a:lnTo>
                  <a:pt x="85725" y="57150"/>
                </a:lnTo>
                <a:lnTo>
                  <a:pt x="85725" y="28575"/>
                </a:lnTo>
                <a:lnTo>
                  <a:pt x="3781425" y="28575"/>
                </a:lnTo>
                <a:lnTo>
                  <a:pt x="3781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1239202" y="3783329"/>
            <a:ext cx="3781425" cy="85725"/>
          </a:xfrm>
          <a:custGeom>
            <a:avLst/>
            <a:gdLst/>
            <a:ahLst/>
            <a:cxnLst/>
            <a:rect l="l" t="t" r="r" b="b"/>
            <a:pathLst>
              <a:path w="3781425" h="85725">
                <a:moveTo>
                  <a:pt x="85725" y="85725"/>
                </a:moveTo>
                <a:lnTo>
                  <a:pt x="0" y="42862"/>
                </a:lnTo>
                <a:lnTo>
                  <a:pt x="85725" y="0"/>
                </a:lnTo>
                <a:lnTo>
                  <a:pt x="85725" y="28575"/>
                </a:lnTo>
                <a:lnTo>
                  <a:pt x="64300" y="28575"/>
                </a:lnTo>
                <a:lnTo>
                  <a:pt x="64300" y="57150"/>
                </a:lnTo>
                <a:lnTo>
                  <a:pt x="85725" y="57150"/>
                </a:lnTo>
                <a:lnTo>
                  <a:pt x="85725" y="85725"/>
                </a:lnTo>
                <a:close/>
              </a:path>
              <a:path w="3781425" h="85725">
                <a:moveTo>
                  <a:pt x="85725" y="57150"/>
                </a:moveTo>
                <a:lnTo>
                  <a:pt x="64300" y="57150"/>
                </a:lnTo>
                <a:lnTo>
                  <a:pt x="64300" y="28575"/>
                </a:lnTo>
                <a:lnTo>
                  <a:pt x="85725" y="28575"/>
                </a:lnTo>
                <a:lnTo>
                  <a:pt x="85725" y="57150"/>
                </a:lnTo>
                <a:close/>
              </a:path>
              <a:path w="3781425" h="85725">
                <a:moveTo>
                  <a:pt x="3781425" y="57150"/>
                </a:moveTo>
                <a:lnTo>
                  <a:pt x="85725" y="57150"/>
                </a:lnTo>
                <a:lnTo>
                  <a:pt x="85725" y="28575"/>
                </a:lnTo>
                <a:lnTo>
                  <a:pt x="3781425" y="28575"/>
                </a:lnTo>
                <a:lnTo>
                  <a:pt x="3781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1239202" y="4192904"/>
            <a:ext cx="3781425" cy="85725"/>
          </a:xfrm>
          <a:custGeom>
            <a:avLst/>
            <a:gdLst/>
            <a:ahLst/>
            <a:cxnLst/>
            <a:rect l="l" t="t" r="r" b="b"/>
            <a:pathLst>
              <a:path w="3781425" h="85725">
                <a:moveTo>
                  <a:pt x="85725" y="85725"/>
                </a:moveTo>
                <a:lnTo>
                  <a:pt x="0" y="42862"/>
                </a:lnTo>
                <a:lnTo>
                  <a:pt x="85725" y="0"/>
                </a:lnTo>
                <a:lnTo>
                  <a:pt x="85725" y="28575"/>
                </a:lnTo>
                <a:lnTo>
                  <a:pt x="64300" y="28575"/>
                </a:lnTo>
                <a:lnTo>
                  <a:pt x="64300" y="57150"/>
                </a:lnTo>
                <a:lnTo>
                  <a:pt x="85725" y="57150"/>
                </a:lnTo>
                <a:lnTo>
                  <a:pt x="85725" y="85725"/>
                </a:lnTo>
                <a:close/>
              </a:path>
              <a:path w="3781425" h="85725">
                <a:moveTo>
                  <a:pt x="85725" y="57150"/>
                </a:moveTo>
                <a:lnTo>
                  <a:pt x="64300" y="57150"/>
                </a:lnTo>
                <a:lnTo>
                  <a:pt x="64300" y="28575"/>
                </a:lnTo>
                <a:lnTo>
                  <a:pt x="85725" y="28575"/>
                </a:lnTo>
                <a:lnTo>
                  <a:pt x="85725" y="57150"/>
                </a:lnTo>
                <a:close/>
              </a:path>
              <a:path w="3781425" h="85725">
                <a:moveTo>
                  <a:pt x="3781425" y="57150"/>
                </a:moveTo>
                <a:lnTo>
                  <a:pt x="85725" y="57150"/>
                </a:lnTo>
                <a:lnTo>
                  <a:pt x="85725" y="28575"/>
                </a:lnTo>
                <a:lnTo>
                  <a:pt x="3781425" y="28575"/>
                </a:lnTo>
                <a:lnTo>
                  <a:pt x="3781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1239202" y="4604067"/>
            <a:ext cx="3781425" cy="85725"/>
          </a:xfrm>
          <a:custGeom>
            <a:avLst/>
            <a:gdLst/>
            <a:ahLst/>
            <a:cxnLst/>
            <a:rect l="l" t="t" r="r" b="b"/>
            <a:pathLst>
              <a:path w="3781425" h="85725">
                <a:moveTo>
                  <a:pt x="85725" y="85725"/>
                </a:moveTo>
                <a:lnTo>
                  <a:pt x="0" y="42862"/>
                </a:lnTo>
                <a:lnTo>
                  <a:pt x="85725" y="0"/>
                </a:lnTo>
                <a:lnTo>
                  <a:pt x="85725" y="28575"/>
                </a:lnTo>
                <a:lnTo>
                  <a:pt x="64300" y="28575"/>
                </a:lnTo>
                <a:lnTo>
                  <a:pt x="64300" y="57150"/>
                </a:lnTo>
                <a:lnTo>
                  <a:pt x="85725" y="57150"/>
                </a:lnTo>
                <a:lnTo>
                  <a:pt x="85725" y="85725"/>
                </a:lnTo>
                <a:close/>
              </a:path>
              <a:path w="3781425" h="85725">
                <a:moveTo>
                  <a:pt x="85725" y="57150"/>
                </a:moveTo>
                <a:lnTo>
                  <a:pt x="64300" y="57150"/>
                </a:lnTo>
                <a:lnTo>
                  <a:pt x="64300" y="28575"/>
                </a:lnTo>
                <a:lnTo>
                  <a:pt x="85725" y="28575"/>
                </a:lnTo>
                <a:lnTo>
                  <a:pt x="85725" y="57150"/>
                </a:lnTo>
                <a:close/>
              </a:path>
              <a:path w="3781425" h="85725">
                <a:moveTo>
                  <a:pt x="3781425" y="57150"/>
                </a:moveTo>
                <a:lnTo>
                  <a:pt x="85725" y="57150"/>
                </a:lnTo>
                <a:lnTo>
                  <a:pt x="85725" y="28575"/>
                </a:lnTo>
                <a:lnTo>
                  <a:pt x="3781425" y="28575"/>
                </a:lnTo>
                <a:lnTo>
                  <a:pt x="3781425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485707" y="4814531"/>
            <a:ext cx="1366875" cy="1236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2795447" y="5013426"/>
            <a:ext cx="601167" cy="7073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913376" y="2624327"/>
            <a:ext cx="196596" cy="30312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907279" y="2618104"/>
            <a:ext cx="208915" cy="3043555"/>
          </a:xfrm>
          <a:custGeom>
            <a:avLst/>
            <a:gdLst/>
            <a:ahLst/>
            <a:cxnLst/>
            <a:rect l="l" t="t" r="r" b="b"/>
            <a:pathLst>
              <a:path w="208914" h="3043554">
                <a:moveTo>
                  <a:pt x="208915" y="3043555"/>
                </a:moveTo>
                <a:lnTo>
                  <a:pt x="0" y="3043555"/>
                </a:lnTo>
                <a:lnTo>
                  <a:pt x="0" y="0"/>
                </a:lnTo>
                <a:lnTo>
                  <a:pt x="208915" y="0"/>
                </a:lnTo>
                <a:lnTo>
                  <a:pt x="208915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3030854"/>
                </a:lnTo>
                <a:lnTo>
                  <a:pt x="6350" y="3030855"/>
                </a:lnTo>
                <a:lnTo>
                  <a:pt x="12700" y="3037205"/>
                </a:lnTo>
                <a:lnTo>
                  <a:pt x="208915" y="3037205"/>
                </a:lnTo>
                <a:lnTo>
                  <a:pt x="208915" y="3043555"/>
                </a:lnTo>
                <a:close/>
              </a:path>
              <a:path w="208914" h="3043554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08914" h="3043554">
                <a:moveTo>
                  <a:pt x="196215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96215" y="6350"/>
                </a:lnTo>
                <a:lnTo>
                  <a:pt x="196215" y="12700"/>
                </a:lnTo>
                <a:close/>
              </a:path>
              <a:path w="208914" h="3043554">
                <a:moveTo>
                  <a:pt x="196215" y="3037205"/>
                </a:moveTo>
                <a:lnTo>
                  <a:pt x="196215" y="6350"/>
                </a:lnTo>
                <a:lnTo>
                  <a:pt x="202564" y="12700"/>
                </a:lnTo>
                <a:lnTo>
                  <a:pt x="208915" y="12700"/>
                </a:lnTo>
                <a:lnTo>
                  <a:pt x="208915" y="3030855"/>
                </a:lnTo>
                <a:lnTo>
                  <a:pt x="202565" y="3030855"/>
                </a:lnTo>
                <a:lnTo>
                  <a:pt x="196215" y="3037205"/>
                </a:lnTo>
                <a:close/>
              </a:path>
              <a:path w="208914" h="3043554">
                <a:moveTo>
                  <a:pt x="208915" y="12700"/>
                </a:moveTo>
                <a:lnTo>
                  <a:pt x="202564" y="12700"/>
                </a:lnTo>
                <a:lnTo>
                  <a:pt x="196215" y="6350"/>
                </a:lnTo>
                <a:lnTo>
                  <a:pt x="208915" y="6350"/>
                </a:lnTo>
                <a:lnTo>
                  <a:pt x="208915" y="12700"/>
                </a:lnTo>
                <a:close/>
              </a:path>
              <a:path w="208914" h="3043554">
                <a:moveTo>
                  <a:pt x="12700" y="3037205"/>
                </a:moveTo>
                <a:lnTo>
                  <a:pt x="6350" y="3030855"/>
                </a:lnTo>
                <a:lnTo>
                  <a:pt x="12700" y="3030855"/>
                </a:lnTo>
                <a:lnTo>
                  <a:pt x="12700" y="3037205"/>
                </a:lnTo>
                <a:close/>
              </a:path>
              <a:path w="208914" h="3043554">
                <a:moveTo>
                  <a:pt x="196215" y="3037205"/>
                </a:moveTo>
                <a:lnTo>
                  <a:pt x="12700" y="3037205"/>
                </a:lnTo>
                <a:lnTo>
                  <a:pt x="12700" y="3030855"/>
                </a:lnTo>
                <a:lnTo>
                  <a:pt x="196215" y="3030855"/>
                </a:lnTo>
                <a:lnTo>
                  <a:pt x="196215" y="3037205"/>
                </a:lnTo>
                <a:close/>
              </a:path>
              <a:path w="208914" h="3043554">
                <a:moveTo>
                  <a:pt x="208915" y="3037205"/>
                </a:moveTo>
                <a:lnTo>
                  <a:pt x="196215" y="3037205"/>
                </a:lnTo>
                <a:lnTo>
                  <a:pt x="202565" y="3030855"/>
                </a:lnTo>
                <a:lnTo>
                  <a:pt x="208915" y="3030855"/>
                </a:lnTo>
                <a:lnTo>
                  <a:pt x="208915" y="3037205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 txBox="1"/>
          <p:nvPr/>
        </p:nvSpPr>
        <p:spPr>
          <a:xfrm>
            <a:off x="4842827" y="2599054"/>
            <a:ext cx="127000" cy="304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+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999744" y="2692907"/>
            <a:ext cx="192405" cy="2932430"/>
          </a:xfrm>
          <a:custGeom>
            <a:avLst/>
            <a:gdLst/>
            <a:ahLst/>
            <a:cxnLst/>
            <a:rect l="l" t="t" r="r" b="b"/>
            <a:pathLst>
              <a:path w="192405" h="2932429">
                <a:moveTo>
                  <a:pt x="0" y="0"/>
                </a:moveTo>
                <a:lnTo>
                  <a:pt x="192024" y="0"/>
                </a:lnTo>
                <a:lnTo>
                  <a:pt x="192024" y="2932176"/>
                </a:lnTo>
                <a:lnTo>
                  <a:pt x="0" y="2932176"/>
                </a:lnTo>
                <a:lnTo>
                  <a:pt x="0" y="0"/>
                </a:lnTo>
                <a:close/>
              </a:path>
            </a:pathLst>
          </a:custGeom>
          <a:solidFill>
            <a:srgbClr val="626F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993139" y="2686685"/>
            <a:ext cx="204470" cy="2945130"/>
          </a:xfrm>
          <a:custGeom>
            <a:avLst/>
            <a:gdLst/>
            <a:ahLst/>
            <a:cxnLst/>
            <a:rect l="l" t="t" r="r" b="b"/>
            <a:pathLst>
              <a:path w="204469" h="2945129">
                <a:moveTo>
                  <a:pt x="204469" y="2945129"/>
                </a:moveTo>
                <a:lnTo>
                  <a:pt x="0" y="2945129"/>
                </a:lnTo>
                <a:lnTo>
                  <a:pt x="0" y="0"/>
                </a:lnTo>
                <a:lnTo>
                  <a:pt x="204469" y="0"/>
                </a:lnTo>
                <a:lnTo>
                  <a:pt x="204469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2932429"/>
                </a:lnTo>
                <a:lnTo>
                  <a:pt x="6350" y="2932429"/>
                </a:lnTo>
                <a:lnTo>
                  <a:pt x="12700" y="2938779"/>
                </a:lnTo>
                <a:lnTo>
                  <a:pt x="204469" y="2938779"/>
                </a:lnTo>
                <a:lnTo>
                  <a:pt x="204469" y="2945129"/>
                </a:lnTo>
                <a:close/>
              </a:path>
              <a:path w="204469" h="294512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204469" h="2945129">
                <a:moveTo>
                  <a:pt x="191769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91769" y="6350"/>
                </a:lnTo>
                <a:lnTo>
                  <a:pt x="191769" y="12700"/>
                </a:lnTo>
                <a:close/>
              </a:path>
              <a:path w="204469" h="2945129">
                <a:moveTo>
                  <a:pt x="191769" y="2938779"/>
                </a:moveTo>
                <a:lnTo>
                  <a:pt x="191769" y="6350"/>
                </a:lnTo>
                <a:lnTo>
                  <a:pt x="198119" y="12700"/>
                </a:lnTo>
                <a:lnTo>
                  <a:pt x="204469" y="12700"/>
                </a:lnTo>
                <a:lnTo>
                  <a:pt x="204469" y="2932430"/>
                </a:lnTo>
                <a:lnTo>
                  <a:pt x="198119" y="2932429"/>
                </a:lnTo>
                <a:lnTo>
                  <a:pt x="191769" y="2938779"/>
                </a:lnTo>
                <a:close/>
              </a:path>
              <a:path w="204469" h="2945129">
                <a:moveTo>
                  <a:pt x="204469" y="12700"/>
                </a:moveTo>
                <a:lnTo>
                  <a:pt x="198119" y="12700"/>
                </a:lnTo>
                <a:lnTo>
                  <a:pt x="191769" y="6350"/>
                </a:lnTo>
                <a:lnTo>
                  <a:pt x="204469" y="6350"/>
                </a:lnTo>
                <a:lnTo>
                  <a:pt x="204469" y="12700"/>
                </a:lnTo>
                <a:close/>
              </a:path>
              <a:path w="204469" h="2945129">
                <a:moveTo>
                  <a:pt x="12700" y="2938779"/>
                </a:moveTo>
                <a:lnTo>
                  <a:pt x="6350" y="2932429"/>
                </a:lnTo>
                <a:lnTo>
                  <a:pt x="12700" y="2932429"/>
                </a:lnTo>
                <a:lnTo>
                  <a:pt x="12700" y="2938779"/>
                </a:lnTo>
                <a:close/>
              </a:path>
              <a:path w="204469" h="2945129">
                <a:moveTo>
                  <a:pt x="191769" y="2938779"/>
                </a:moveTo>
                <a:lnTo>
                  <a:pt x="12700" y="2938779"/>
                </a:lnTo>
                <a:lnTo>
                  <a:pt x="12700" y="2932429"/>
                </a:lnTo>
                <a:lnTo>
                  <a:pt x="191769" y="2932429"/>
                </a:lnTo>
                <a:lnTo>
                  <a:pt x="191769" y="2938779"/>
                </a:lnTo>
                <a:close/>
              </a:path>
              <a:path w="204469" h="2945129">
                <a:moveTo>
                  <a:pt x="204469" y="2938779"/>
                </a:moveTo>
                <a:lnTo>
                  <a:pt x="191769" y="2938779"/>
                </a:lnTo>
                <a:lnTo>
                  <a:pt x="198119" y="2932429"/>
                </a:lnTo>
                <a:lnTo>
                  <a:pt x="204469" y="2932430"/>
                </a:lnTo>
                <a:lnTo>
                  <a:pt x="204469" y="2938779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1186497" y="2599690"/>
            <a:ext cx="83185" cy="304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-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459420" y="2950959"/>
            <a:ext cx="265798" cy="2616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458036" y="3296678"/>
            <a:ext cx="439635" cy="4396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462798" y="3785946"/>
            <a:ext cx="422173" cy="43630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3576218" y="4040454"/>
            <a:ext cx="220840" cy="33065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3860101" y="4006506"/>
            <a:ext cx="736003" cy="38961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2458123" y="2717596"/>
            <a:ext cx="251917" cy="3437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2663266" y="2573731"/>
            <a:ext cx="835240" cy="43963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思考与讨</a:t>
            </a:r>
            <a:r>
              <a:rPr dirty="0" spc="-20"/>
              <a:t>论</a:t>
            </a:r>
          </a:p>
        </p:txBody>
      </p:sp>
      <p:sp>
        <p:nvSpPr>
          <p:cNvPr id="119" name="object 119"/>
          <p:cNvSpPr txBox="1"/>
          <p:nvPr/>
        </p:nvSpPr>
        <p:spPr>
          <a:xfrm>
            <a:off x="291465" y="1395095"/>
            <a:ext cx="522732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楷体"/>
                <a:cs typeface="楷体"/>
              </a:rPr>
              <a:t>如果不用磁场而用电场判断他们的带</a:t>
            </a:r>
            <a:r>
              <a:rPr dirty="0" sz="2400" spc="-10" b="1">
                <a:latin typeface="楷体"/>
                <a:cs typeface="楷体"/>
              </a:rPr>
              <a:t>电 </a:t>
            </a:r>
            <a:r>
              <a:rPr dirty="0" sz="2400" b="1">
                <a:latin typeface="楷体"/>
                <a:cs typeface="楷体"/>
              </a:rPr>
              <a:t>性质，两个电极怎样放置才可以使三</a:t>
            </a:r>
            <a:r>
              <a:rPr dirty="0" sz="2400" spc="-10" b="1">
                <a:latin typeface="楷体"/>
                <a:cs typeface="楷体"/>
              </a:rPr>
              <a:t>种 </a:t>
            </a:r>
            <a:r>
              <a:rPr dirty="0" sz="2400" b="1">
                <a:latin typeface="楷体"/>
                <a:cs typeface="楷体"/>
              </a:rPr>
              <a:t>射线沿磁场所示偏转</a:t>
            </a:r>
            <a:r>
              <a:rPr dirty="0" sz="2400" spc="-10" b="1">
                <a:latin typeface="楷体"/>
                <a:cs typeface="楷体"/>
              </a:rPr>
              <a:t>。</a:t>
            </a:r>
            <a:endParaRPr sz="24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6465" y="1988604"/>
            <a:ext cx="273443" cy="304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83704" y="2080869"/>
            <a:ext cx="204660" cy="209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9944" y="1992706"/>
            <a:ext cx="3384626" cy="3319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14227" y="1991779"/>
            <a:ext cx="1825091" cy="347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350647" y="2197049"/>
            <a:ext cx="109169" cy="1424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823" y="2370201"/>
            <a:ext cx="2152167" cy="3313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32354" y="2401633"/>
            <a:ext cx="183616" cy="2650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794863" y="2369553"/>
            <a:ext cx="2810941" cy="3461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91848" y="2403271"/>
            <a:ext cx="201472" cy="2633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60313" y="2379751"/>
            <a:ext cx="1261567" cy="33590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64883" y="2740545"/>
            <a:ext cx="921346" cy="3243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76083" y="2767838"/>
            <a:ext cx="643318" cy="2683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90318" y="2746400"/>
            <a:ext cx="436867" cy="33501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606014" y="2738462"/>
            <a:ext cx="3679875" cy="32812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90030" y="2757131"/>
            <a:ext cx="629030" cy="29076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16610" y="2913252"/>
            <a:ext cx="130352" cy="13107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24548" y="3191738"/>
            <a:ext cx="201472" cy="20595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2769" y="3109048"/>
            <a:ext cx="634441" cy="32330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24177" y="3100997"/>
            <a:ext cx="1658315" cy="34617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83889" y="3102902"/>
            <a:ext cx="1853552" cy="33096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59019" y="3103676"/>
            <a:ext cx="1837944" cy="34349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1418" y="3465423"/>
            <a:ext cx="5030114" cy="34751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4251" y="948232"/>
            <a:ext cx="4750181" cy="68699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473196" y="5407152"/>
            <a:ext cx="409955" cy="30480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178552" y="4867655"/>
            <a:ext cx="0" cy="1430020"/>
          </a:xfrm>
          <a:custGeom>
            <a:avLst/>
            <a:gdLst/>
            <a:ahLst/>
            <a:cxnLst/>
            <a:rect l="l" t="t" r="r" b="b"/>
            <a:pathLst>
              <a:path w="0" h="1430020">
                <a:moveTo>
                  <a:pt x="0" y="0"/>
                </a:moveTo>
                <a:lnTo>
                  <a:pt x="0" y="1429512"/>
                </a:lnTo>
              </a:path>
            </a:pathLst>
          </a:custGeom>
          <a:ln w="85344">
            <a:solidFill>
              <a:srgbClr val="F6C9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218176" y="4209288"/>
            <a:ext cx="659891" cy="209092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132832" y="4209288"/>
            <a:ext cx="745236" cy="66141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130165" y="4206240"/>
            <a:ext cx="751840" cy="2097405"/>
          </a:xfrm>
          <a:custGeom>
            <a:avLst/>
            <a:gdLst/>
            <a:ahLst/>
            <a:cxnLst/>
            <a:rect l="l" t="t" r="r" b="b"/>
            <a:pathLst>
              <a:path w="751839" h="2097404">
                <a:moveTo>
                  <a:pt x="93446" y="2097405"/>
                </a:moveTo>
                <a:lnTo>
                  <a:pt x="0" y="2097405"/>
                </a:lnTo>
                <a:lnTo>
                  <a:pt x="0" y="658393"/>
                </a:lnTo>
                <a:lnTo>
                  <a:pt x="658393" y="0"/>
                </a:lnTo>
                <a:lnTo>
                  <a:pt x="751839" y="0"/>
                </a:lnTo>
                <a:lnTo>
                  <a:pt x="751839" y="1854"/>
                </a:lnTo>
                <a:lnTo>
                  <a:pt x="740994" y="1854"/>
                </a:lnTo>
                <a:lnTo>
                  <a:pt x="732002" y="10845"/>
                </a:lnTo>
                <a:lnTo>
                  <a:pt x="665518" y="10845"/>
                </a:lnTo>
                <a:lnTo>
                  <a:pt x="661035" y="12700"/>
                </a:lnTo>
                <a:lnTo>
                  <a:pt x="663663" y="12700"/>
                </a:lnTo>
                <a:lnTo>
                  <a:pt x="21678" y="654685"/>
                </a:lnTo>
                <a:lnTo>
                  <a:pt x="6350" y="654685"/>
                </a:lnTo>
                <a:lnTo>
                  <a:pt x="6350" y="667385"/>
                </a:lnTo>
                <a:lnTo>
                  <a:pt x="12700" y="667385"/>
                </a:lnTo>
                <a:lnTo>
                  <a:pt x="12700" y="2084705"/>
                </a:lnTo>
                <a:lnTo>
                  <a:pt x="6350" y="2084705"/>
                </a:lnTo>
                <a:lnTo>
                  <a:pt x="12700" y="2091055"/>
                </a:lnTo>
                <a:lnTo>
                  <a:pt x="99796" y="2091055"/>
                </a:lnTo>
                <a:lnTo>
                  <a:pt x="93446" y="2097405"/>
                </a:lnTo>
                <a:close/>
              </a:path>
              <a:path w="751839" h="2097404">
                <a:moveTo>
                  <a:pt x="86321" y="656539"/>
                </a:moveTo>
                <a:lnTo>
                  <a:pt x="740994" y="1854"/>
                </a:lnTo>
                <a:lnTo>
                  <a:pt x="745489" y="6350"/>
                </a:lnTo>
                <a:lnTo>
                  <a:pt x="739139" y="6350"/>
                </a:lnTo>
                <a:lnTo>
                  <a:pt x="739139" y="21691"/>
                </a:lnTo>
                <a:lnTo>
                  <a:pt x="106146" y="654685"/>
                </a:lnTo>
                <a:lnTo>
                  <a:pt x="90817" y="654685"/>
                </a:lnTo>
                <a:lnTo>
                  <a:pt x="86321" y="656539"/>
                </a:lnTo>
                <a:close/>
              </a:path>
              <a:path w="751839" h="2097404">
                <a:moveTo>
                  <a:pt x="739139" y="1433741"/>
                </a:moveTo>
                <a:lnTo>
                  <a:pt x="739139" y="21691"/>
                </a:lnTo>
                <a:lnTo>
                  <a:pt x="749985" y="10845"/>
                </a:lnTo>
                <a:lnTo>
                  <a:pt x="740994" y="1854"/>
                </a:lnTo>
                <a:lnTo>
                  <a:pt x="751839" y="1854"/>
                </a:lnTo>
                <a:lnTo>
                  <a:pt x="751839" y="1431886"/>
                </a:lnTo>
                <a:lnTo>
                  <a:pt x="740994" y="1431886"/>
                </a:lnTo>
                <a:lnTo>
                  <a:pt x="739139" y="1433741"/>
                </a:lnTo>
                <a:close/>
              </a:path>
              <a:path w="751839" h="2097404">
                <a:moveTo>
                  <a:pt x="739139" y="21691"/>
                </a:moveTo>
                <a:lnTo>
                  <a:pt x="739139" y="6350"/>
                </a:lnTo>
                <a:lnTo>
                  <a:pt x="745489" y="12700"/>
                </a:lnTo>
                <a:lnTo>
                  <a:pt x="748131" y="12700"/>
                </a:lnTo>
                <a:lnTo>
                  <a:pt x="739139" y="21691"/>
                </a:lnTo>
                <a:close/>
              </a:path>
              <a:path w="751839" h="2097404">
                <a:moveTo>
                  <a:pt x="748131" y="12700"/>
                </a:moveTo>
                <a:lnTo>
                  <a:pt x="745489" y="12700"/>
                </a:lnTo>
                <a:lnTo>
                  <a:pt x="739139" y="6350"/>
                </a:lnTo>
                <a:lnTo>
                  <a:pt x="745489" y="6350"/>
                </a:lnTo>
                <a:lnTo>
                  <a:pt x="749985" y="10845"/>
                </a:lnTo>
                <a:lnTo>
                  <a:pt x="748131" y="12700"/>
                </a:lnTo>
                <a:close/>
              </a:path>
              <a:path w="751839" h="2097404">
                <a:moveTo>
                  <a:pt x="663663" y="12700"/>
                </a:moveTo>
                <a:lnTo>
                  <a:pt x="661035" y="12700"/>
                </a:lnTo>
                <a:lnTo>
                  <a:pt x="665518" y="10845"/>
                </a:lnTo>
                <a:lnTo>
                  <a:pt x="663663" y="12700"/>
                </a:lnTo>
                <a:close/>
              </a:path>
              <a:path w="751839" h="2097404">
                <a:moveTo>
                  <a:pt x="730148" y="12700"/>
                </a:moveTo>
                <a:lnTo>
                  <a:pt x="663663" y="12700"/>
                </a:lnTo>
                <a:lnTo>
                  <a:pt x="665518" y="10845"/>
                </a:lnTo>
                <a:lnTo>
                  <a:pt x="732002" y="10845"/>
                </a:lnTo>
                <a:lnTo>
                  <a:pt x="730148" y="12700"/>
                </a:lnTo>
                <a:close/>
              </a:path>
              <a:path w="751839" h="2097404">
                <a:moveTo>
                  <a:pt x="12700" y="667385"/>
                </a:moveTo>
                <a:lnTo>
                  <a:pt x="6350" y="667385"/>
                </a:lnTo>
                <a:lnTo>
                  <a:pt x="6350" y="654685"/>
                </a:lnTo>
                <a:lnTo>
                  <a:pt x="21678" y="654685"/>
                </a:lnTo>
                <a:lnTo>
                  <a:pt x="15328" y="661035"/>
                </a:lnTo>
                <a:lnTo>
                  <a:pt x="12700" y="661035"/>
                </a:lnTo>
                <a:lnTo>
                  <a:pt x="10845" y="665518"/>
                </a:lnTo>
                <a:lnTo>
                  <a:pt x="12700" y="665518"/>
                </a:lnTo>
                <a:lnTo>
                  <a:pt x="12700" y="667385"/>
                </a:lnTo>
                <a:close/>
              </a:path>
              <a:path w="751839" h="2097404">
                <a:moveTo>
                  <a:pt x="84467" y="667385"/>
                </a:moveTo>
                <a:lnTo>
                  <a:pt x="12700" y="667385"/>
                </a:lnTo>
                <a:lnTo>
                  <a:pt x="12700" y="663663"/>
                </a:lnTo>
                <a:lnTo>
                  <a:pt x="21678" y="654685"/>
                </a:lnTo>
                <a:lnTo>
                  <a:pt x="88176" y="654685"/>
                </a:lnTo>
                <a:lnTo>
                  <a:pt x="86321" y="656539"/>
                </a:lnTo>
                <a:lnTo>
                  <a:pt x="104292" y="656539"/>
                </a:lnTo>
                <a:lnTo>
                  <a:pt x="99796" y="661035"/>
                </a:lnTo>
                <a:lnTo>
                  <a:pt x="84467" y="661035"/>
                </a:lnTo>
                <a:lnTo>
                  <a:pt x="84467" y="667385"/>
                </a:lnTo>
                <a:close/>
              </a:path>
              <a:path w="751839" h="2097404">
                <a:moveTo>
                  <a:pt x="104292" y="656539"/>
                </a:moveTo>
                <a:lnTo>
                  <a:pt x="86321" y="656539"/>
                </a:lnTo>
                <a:lnTo>
                  <a:pt x="90817" y="654685"/>
                </a:lnTo>
                <a:lnTo>
                  <a:pt x="106146" y="654685"/>
                </a:lnTo>
                <a:lnTo>
                  <a:pt x="104292" y="656539"/>
                </a:lnTo>
                <a:close/>
              </a:path>
              <a:path w="751839" h="2097404">
                <a:moveTo>
                  <a:pt x="10845" y="665518"/>
                </a:moveTo>
                <a:lnTo>
                  <a:pt x="12700" y="661035"/>
                </a:lnTo>
                <a:lnTo>
                  <a:pt x="12700" y="663663"/>
                </a:lnTo>
                <a:lnTo>
                  <a:pt x="10845" y="665518"/>
                </a:lnTo>
                <a:close/>
              </a:path>
              <a:path w="751839" h="2097404">
                <a:moveTo>
                  <a:pt x="12700" y="663663"/>
                </a:moveTo>
                <a:lnTo>
                  <a:pt x="12700" y="661035"/>
                </a:lnTo>
                <a:lnTo>
                  <a:pt x="15328" y="661035"/>
                </a:lnTo>
                <a:lnTo>
                  <a:pt x="12700" y="663663"/>
                </a:lnTo>
                <a:close/>
              </a:path>
              <a:path w="751839" h="2097404">
                <a:moveTo>
                  <a:pt x="97167" y="2091055"/>
                </a:moveTo>
                <a:lnTo>
                  <a:pt x="84467" y="2091055"/>
                </a:lnTo>
                <a:lnTo>
                  <a:pt x="84467" y="661035"/>
                </a:lnTo>
                <a:lnTo>
                  <a:pt x="97167" y="661035"/>
                </a:lnTo>
                <a:lnTo>
                  <a:pt x="97167" y="663663"/>
                </a:lnTo>
                <a:lnTo>
                  <a:pt x="93446" y="667385"/>
                </a:lnTo>
                <a:lnTo>
                  <a:pt x="97167" y="667385"/>
                </a:lnTo>
                <a:lnTo>
                  <a:pt x="97167" y="2075713"/>
                </a:lnTo>
                <a:lnTo>
                  <a:pt x="86321" y="2086559"/>
                </a:lnTo>
                <a:lnTo>
                  <a:pt x="97167" y="2086559"/>
                </a:lnTo>
                <a:lnTo>
                  <a:pt x="97167" y="2091055"/>
                </a:lnTo>
                <a:close/>
              </a:path>
              <a:path w="751839" h="2097404">
                <a:moveTo>
                  <a:pt x="97167" y="663663"/>
                </a:moveTo>
                <a:lnTo>
                  <a:pt x="97167" y="661035"/>
                </a:lnTo>
                <a:lnTo>
                  <a:pt x="99796" y="661035"/>
                </a:lnTo>
                <a:lnTo>
                  <a:pt x="97167" y="663663"/>
                </a:lnTo>
                <a:close/>
              </a:path>
              <a:path w="751839" h="2097404">
                <a:moveTo>
                  <a:pt x="12700" y="665518"/>
                </a:moveTo>
                <a:lnTo>
                  <a:pt x="10845" y="665518"/>
                </a:lnTo>
                <a:lnTo>
                  <a:pt x="12700" y="663663"/>
                </a:lnTo>
                <a:lnTo>
                  <a:pt x="12700" y="665518"/>
                </a:lnTo>
                <a:close/>
              </a:path>
              <a:path w="751839" h="2097404">
                <a:moveTo>
                  <a:pt x="97167" y="667385"/>
                </a:moveTo>
                <a:lnTo>
                  <a:pt x="93446" y="667385"/>
                </a:lnTo>
                <a:lnTo>
                  <a:pt x="97167" y="663663"/>
                </a:lnTo>
                <a:lnTo>
                  <a:pt x="97167" y="667385"/>
                </a:lnTo>
                <a:close/>
              </a:path>
              <a:path w="751839" h="2097404">
                <a:moveTo>
                  <a:pt x="739139" y="1436382"/>
                </a:moveTo>
                <a:lnTo>
                  <a:pt x="739139" y="1433741"/>
                </a:lnTo>
                <a:lnTo>
                  <a:pt x="740994" y="1431886"/>
                </a:lnTo>
                <a:lnTo>
                  <a:pt x="739139" y="1436382"/>
                </a:lnTo>
                <a:close/>
              </a:path>
              <a:path w="751839" h="2097404">
                <a:moveTo>
                  <a:pt x="751839" y="1436382"/>
                </a:moveTo>
                <a:lnTo>
                  <a:pt x="739139" y="1436382"/>
                </a:lnTo>
                <a:lnTo>
                  <a:pt x="740994" y="1431886"/>
                </a:lnTo>
                <a:lnTo>
                  <a:pt x="751839" y="1431886"/>
                </a:lnTo>
                <a:lnTo>
                  <a:pt x="751839" y="1436382"/>
                </a:lnTo>
                <a:close/>
              </a:path>
              <a:path w="751839" h="2097404">
                <a:moveTo>
                  <a:pt x="99796" y="2091055"/>
                </a:moveTo>
                <a:lnTo>
                  <a:pt x="97167" y="2091055"/>
                </a:lnTo>
                <a:lnTo>
                  <a:pt x="97167" y="2075713"/>
                </a:lnTo>
                <a:lnTo>
                  <a:pt x="739139" y="1433741"/>
                </a:lnTo>
                <a:lnTo>
                  <a:pt x="739139" y="1436382"/>
                </a:lnTo>
                <a:lnTo>
                  <a:pt x="751839" y="1436382"/>
                </a:lnTo>
                <a:lnTo>
                  <a:pt x="751839" y="1439011"/>
                </a:lnTo>
                <a:lnTo>
                  <a:pt x="99796" y="2091055"/>
                </a:lnTo>
                <a:close/>
              </a:path>
              <a:path w="751839" h="2097404">
                <a:moveTo>
                  <a:pt x="86321" y="2086559"/>
                </a:moveTo>
                <a:lnTo>
                  <a:pt x="97167" y="2075713"/>
                </a:lnTo>
                <a:lnTo>
                  <a:pt x="97167" y="2084705"/>
                </a:lnTo>
                <a:lnTo>
                  <a:pt x="90817" y="2084705"/>
                </a:lnTo>
                <a:lnTo>
                  <a:pt x="86321" y="2086559"/>
                </a:lnTo>
                <a:close/>
              </a:path>
              <a:path w="751839" h="2097404">
                <a:moveTo>
                  <a:pt x="12700" y="2091055"/>
                </a:moveTo>
                <a:lnTo>
                  <a:pt x="6350" y="2084705"/>
                </a:lnTo>
                <a:lnTo>
                  <a:pt x="12700" y="2084705"/>
                </a:lnTo>
                <a:lnTo>
                  <a:pt x="12700" y="2091055"/>
                </a:lnTo>
                <a:close/>
              </a:path>
              <a:path w="751839" h="2097404">
                <a:moveTo>
                  <a:pt x="84467" y="2091055"/>
                </a:moveTo>
                <a:lnTo>
                  <a:pt x="12700" y="2091055"/>
                </a:lnTo>
                <a:lnTo>
                  <a:pt x="12700" y="2084705"/>
                </a:lnTo>
                <a:lnTo>
                  <a:pt x="84467" y="2084705"/>
                </a:lnTo>
                <a:lnTo>
                  <a:pt x="84467" y="2091055"/>
                </a:lnTo>
                <a:close/>
              </a:path>
              <a:path w="751839" h="2097404">
                <a:moveTo>
                  <a:pt x="97167" y="2086559"/>
                </a:moveTo>
                <a:lnTo>
                  <a:pt x="86321" y="2086559"/>
                </a:lnTo>
                <a:lnTo>
                  <a:pt x="90817" y="2084705"/>
                </a:lnTo>
                <a:lnTo>
                  <a:pt x="97167" y="2084705"/>
                </a:lnTo>
                <a:lnTo>
                  <a:pt x="97167" y="2086559"/>
                </a:lnTo>
                <a:close/>
              </a:path>
            </a:pathLst>
          </a:custGeom>
          <a:solidFill>
            <a:srgbClr val="F8C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880992" y="5496509"/>
            <a:ext cx="1256030" cy="171450"/>
          </a:xfrm>
          <a:custGeom>
            <a:avLst/>
            <a:gdLst/>
            <a:ahLst/>
            <a:cxnLst/>
            <a:rect l="l" t="t" r="r" b="b"/>
            <a:pathLst>
              <a:path w="1256029" h="171450">
                <a:moveTo>
                  <a:pt x="1204993" y="116268"/>
                </a:moveTo>
                <a:lnTo>
                  <a:pt x="1125689" y="116268"/>
                </a:lnTo>
                <a:lnTo>
                  <a:pt x="1128496" y="59182"/>
                </a:lnTo>
                <a:lnTo>
                  <a:pt x="1085676" y="57079"/>
                </a:lnTo>
                <a:lnTo>
                  <a:pt x="1088478" y="0"/>
                </a:lnTo>
                <a:lnTo>
                  <a:pt x="1255522" y="94030"/>
                </a:lnTo>
                <a:lnTo>
                  <a:pt x="1204993" y="116268"/>
                </a:lnTo>
                <a:close/>
              </a:path>
              <a:path w="1256029" h="171450">
                <a:moveTo>
                  <a:pt x="1082873" y="114165"/>
                </a:moveTo>
                <a:lnTo>
                  <a:pt x="0" y="60972"/>
                </a:lnTo>
                <a:lnTo>
                  <a:pt x="2794" y="3898"/>
                </a:lnTo>
                <a:lnTo>
                  <a:pt x="1085676" y="57079"/>
                </a:lnTo>
                <a:lnTo>
                  <a:pt x="1082873" y="114165"/>
                </a:lnTo>
                <a:close/>
              </a:path>
              <a:path w="1256029" h="171450">
                <a:moveTo>
                  <a:pt x="1125689" y="116268"/>
                </a:moveTo>
                <a:lnTo>
                  <a:pt x="1082873" y="114165"/>
                </a:lnTo>
                <a:lnTo>
                  <a:pt x="1085676" y="57079"/>
                </a:lnTo>
                <a:lnTo>
                  <a:pt x="1128496" y="59182"/>
                </a:lnTo>
                <a:lnTo>
                  <a:pt x="1125689" y="116268"/>
                </a:lnTo>
                <a:close/>
              </a:path>
              <a:path w="1256029" h="171450">
                <a:moveTo>
                  <a:pt x="1080071" y="171246"/>
                </a:moveTo>
                <a:lnTo>
                  <a:pt x="1082873" y="114165"/>
                </a:lnTo>
                <a:lnTo>
                  <a:pt x="1125689" y="116268"/>
                </a:lnTo>
                <a:lnTo>
                  <a:pt x="1204993" y="116268"/>
                </a:lnTo>
                <a:lnTo>
                  <a:pt x="1080071" y="171246"/>
                </a:lnTo>
                <a:close/>
              </a:path>
            </a:pathLst>
          </a:custGeom>
          <a:solidFill>
            <a:srgbClr val="000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589847" y="5367972"/>
            <a:ext cx="8039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α</a:t>
            </a:r>
            <a:r>
              <a:rPr dirty="0" sz="2400" b="1">
                <a:latin typeface="微软雅黑"/>
                <a:cs typeface="微软雅黑"/>
              </a:rPr>
              <a:t>射线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02959" y="5914390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微软雅黑"/>
                <a:cs typeface="微软雅黑"/>
              </a:rPr>
              <a:t>纸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5554" y="1979358"/>
            <a:ext cx="257505" cy="268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74331" y="1976234"/>
            <a:ext cx="189458" cy="3062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9378" y="1948256"/>
            <a:ext cx="2470543" cy="3303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85464" y="1950415"/>
            <a:ext cx="2434336" cy="3429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02363" y="1979802"/>
            <a:ext cx="341007" cy="2681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41999" y="1978914"/>
            <a:ext cx="437616" cy="27738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6034" y="2320937"/>
            <a:ext cx="595376" cy="3081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42213" y="2312974"/>
            <a:ext cx="1811655" cy="3352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772054" y="2519870"/>
            <a:ext cx="105981" cy="13926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73704" y="2317648"/>
            <a:ext cx="1830781" cy="32818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14544" y="2319210"/>
            <a:ext cx="1509623" cy="33992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11175" y="2679382"/>
            <a:ext cx="4429467" cy="34551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8201" y="974902"/>
            <a:ext cx="4750181" cy="68699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20155" y="4120896"/>
            <a:ext cx="170815" cy="1516380"/>
          </a:xfrm>
          <a:custGeom>
            <a:avLst/>
            <a:gdLst/>
            <a:ahLst/>
            <a:cxnLst/>
            <a:rect l="l" t="t" r="r" b="b"/>
            <a:pathLst>
              <a:path w="170814" h="1516379">
                <a:moveTo>
                  <a:pt x="0" y="0"/>
                </a:moveTo>
                <a:lnTo>
                  <a:pt x="170687" y="0"/>
                </a:lnTo>
                <a:lnTo>
                  <a:pt x="170687" y="1516379"/>
                </a:lnTo>
                <a:lnTo>
                  <a:pt x="0" y="1516379"/>
                </a:lnTo>
                <a:lnTo>
                  <a:pt x="0" y="0"/>
                </a:lnTo>
                <a:close/>
              </a:path>
            </a:pathLst>
          </a:custGeom>
          <a:solidFill>
            <a:srgbClr val="B6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87796" y="3549396"/>
            <a:ext cx="574548" cy="209092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17108" y="3549396"/>
            <a:ext cx="745236" cy="57454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13425" y="3546475"/>
            <a:ext cx="751840" cy="2097405"/>
          </a:xfrm>
          <a:custGeom>
            <a:avLst/>
            <a:gdLst/>
            <a:ahLst/>
            <a:cxnLst/>
            <a:rect l="l" t="t" r="r" b="b"/>
            <a:pathLst>
              <a:path w="751840" h="2097404">
                <a:moveTo>
                  <a:pt x="180428" y="2097404"/>
                </a:moveTo>
                <a:lnTo>
                  <a:pt x="0" y="2097404"/>
                </a:lnTo>
                <a:lnTo>
                  <a:pt x="0" y="571411"/>
                </a:lnTo>
                <a:lnTo>
                  <a:pt x="571411" y="0"/>
                </a:lnTo>
                <a:lnTo>
                  <a:pt x="751840" y="0"/>
                </a:lnTo>
                <a:lnTo>
                  <a:pt x="751840" y="1854"/>
                </a:lnTo>
                <a:lnTo>
                  <a:pt x="740994" y="1854"/>
                </a:lnTo>
                <a:lnTo>
                  <a:pt x="732002" y="10845"/>
                </a:lnTo>
                <a:lnTo>
                  <a:pt x="578523" y="10845"/>
                </a:lnTo>
                <a:lnTo>
                  <a:pt x="574039" y="12700"/>
                </a:lnTo>
                <a:lnTo>
                  <a:pt x="576668" y="12700"/>
                </a:lnTo>
                <a:lnTo>
                  <a:pt x="21678" y="567689"/>
                </a:lnTo>
                <a:lnTo>
                  <a:pt x="6350" y="567689"/>
                </a:lnTo>
                <a:lnTo>
                  <a:pt x="6350" y="580389"/>
                </a:lnTo>
                <a:lnTo>
                  <a:pt x="12700" y="580389"/>
                </a:lnTo>
                <a:lnTo>
                  <a:pt x="12700" y="2084704"/>
                </a:lnTo>
                <a:lnTo>
                  <a:pt x="6350" y="2084704"/>
                </a:lnTo>
                <a:lnTo>
                  <a:pt x="12700" y="2091054"/>
                </a:lnTo>
                <a:lnTo>
                  <a:pt x="186778" y="2091054"/>
                </a:lnTo>
                <a:lnTo>
                  <a:pt x="180428" y="2097404"/>
                </a:lnTo>
                <a:close/>
              </a:path>
              <a:path w="751840" h="2097404">
                <a:moveTo>
                  <a:pt x="173316" y="569544"/>
                </a:moveTo>
                <a:lnTo>
                  <a:pt x="740994" y="1854"/>
                </a:lnTo>
                <a:lnTo>
                  <a:pt x="745490" y="6350"/>
                </a:lnTo>
                <a:lnTo>
                  <a:pt x="739140" y="6350"/>
                </a:lnTo>
                <a:lnTo>
                  <a:pt x="739140" y="21691"/>
                </a:lnTo>
                <a:lnTo>
                  <a:pt x="193129" y="567689"/>
                </a:lnTo>
                <a:lnTo>
                  <a:pt x="177800" y="567689"/>
                </a:lnTo>
                <a:lnTo>
                  <a:pt x="173316" y="569544"/>
                </a:lnTo>
                <a:close/>
              </a:path>
              <a:path w="751840" h="2097404">
                <a:moveTo>
                  <a:pt x="739140" y="1520723"/>
                </a:moveTo>
                <a:lnTo>
                  <a:pt x="739140" y="21691"/>
                </a:lnTo>
                <a:lnTo>
                  <a:pt x="749985" y="10845"/>
                </a:lnTo>
                <a:lnTo>
                  <a:pt x="740994" y="1854"/>
                </a:lnTo>
                <a:lnTo>
                  <a:pt x="751840" y="1854"/>
                </a:lnTo>
                <a:lnTo>
                  <a:pt x="751840" y="1518869"/>
                </a:lnTo>
                <a:lnTo>
                  <a:pt x="740994" y="1518869"/>
                </a:lnTo>
                <a:lnTo>
                  <a:pt x="739140" y="1520723"/>
                </a:lnTo>
                <a:close/>
              </a:path>
              <a:path w="751840" h="2097404">
                <a:moveTo>
                  <a:pt x="739140" y="21691"/>
                </a:moveTo>
                <a:lnTo>
                  <a:pt x="739140" y="6350"/>
                </a:lnTo>
                <a:lnTo>
                  <a:pt x="745490" y="12700"/>
                </a:lnTo>
                <a:lnTo>
                  <a:pt x="748131" y="12700"/>
                </a:lnTo>
                <a:lnTo>
                  <a:pt x="739140" y="21691"/>
                </a:lnTo>
                <a:close/>
              </a:path>
              <a:path w="751840" h="2097404">
                <a:moveTo>
                  <a:pt x="748131" y="12700"/>
                </a:moveTo>
                <a:lnTo>
                  <a:pt x="745490" y="12700"/>
                </a:lnTo>
                <a:lnTo>
                  <a:pt x="739140" y="6350"/>
                </a:lnTo>
                <a:lnTo>
                  <a:pt x="745490" y="6350"/>
                </a:lnTo>
                <a:lnTo>
                  <a:pt x="749985" y="10845"/>
                </a:lnTo>
                <a:lnTo>
                  <a:pt x="748131" y="12700"/>
                </a:lnTo>
                <a:close/>
              </a:path>
              <a:path w="751840" h="2097404">
                <a:moveTo>
                  <a:pt x="576668" y="12700"/>
                </a:moveTo>
                <a:lnTo>
                  <a:pt x="574039" y="12700"/>
                </a:lnTo>
                <a:lnTo>
                  <a:pt x="578523" y="10845"/>
                </a:lnTo>
                <a:lnTo>
                  <a:pt x="576668" y="12700"/>
                </a:lnTo>
                <a:close/>
              </a:path>
              <a:path w="751840" h="2097404">
                <a:moveTo>
                  <a:pt x="730148" y="12700"/>
                </a:moveTo>
                <a:lnTo>
                  <a:pt x="576668" y="12700"/>
                </a:lnTo>
                <a:lnTo>
                  <a:pt x="578523" y="10845"/>
                </a:lnTo>
                <a:lnTo>
                  <a:pt x="732002" y="10845"/>
                </a:lnTo>
                <a:lnTo>
                  <a:pt x="730148" y="12700"/>
                </a:lnTo>
                <a:close/>
              </a:path>
              <a:path w="751840" h="2097404">
                <a:moveTo>
                  <a:pt x="12700" y="580389"/>
                </a:moveTo>
                <a:lnTo>
                  <a:pt x="6350" y="580389"/>
                </a:lnTo>
                <a:lnTo>
                  <a:pt x="6350" y="567689"/>
                </a:lnTo>
                <a:lnTo>
                  <a:pt x="21678" y="567689"/>
                </a:lnTo>
                <a:lnTo>
                  <a:pt x="15328" y="574039"/>
                </a:lnTo>
                <a:lnTo>
                  <a:pt x="12700" y="574039"/>
                </a:lnTo>
                <a:lnTo>
                  <a:pt x="10845" y="578523"/>
                </a:lnTo>
                <a:lnTo>
                  <a:pt x="12700" y="578523"/>
                </a:lnTo>
                <a:lnTo>
                  <a:pt x="12700" y="580389"/>
                </a:lnTo>
                <a:close/>
              </a:path>
              <a:path w="751840" h="2097404">
                <a:moveTo>
                  <a:pt x="171450" y="580389"/>
                </a:moveTo>
                <a:lnTo>
                  <a:pt x="12700" y="580389"/>
                </a:lnTo>
                <a:lnTo>
                  <a:pt x="12700" y="576668"/>
                </a:lnTo>
                <a:lnTo>
                  <a:pt x="21678" y="567689"/>
                </a:lnTo>
                <a:lnTo>
                  <a:pt x="175171" y="567689"/>
                </a:lnTo>
                <a:lnTo>
                  <a:pt x="173316" y="569544"/>
                </a:lnTo>
                <a:lnTo>
                  <a:pt x="191274" y="569544"/>
                </a:lnTo>
                <a:lnTo>
                  <a:pt x="186779" y="574039"/>
                </a:lnTo>
                <a:lnTo>
                  <a:pt x="171450" y="574039"/>
                </a:lnTo>
                <a:lnTo>
                  <a:pt x="171450" y="580389"/>
                </a:lnTo>
                <a:close/>
              </a:path>
              <a:path w="751840" h="2097404">
                <a:moveTo>
                  <a:pt x="191274" y="569544"/>
                </a:moveTo>
                <a:lnTo>
                  <a:pt x="173316" y="569544"/>
                </a:lnTo>
                <a:lnTo>
                  <a:pt x="177800" y="567689"/>
                </a:lnTo>
                <a:lnTo>
                  <a:pt x="193129" y="567689"/>
                </a:lnTo>
                <a:lnTo>
                  <a:pt x="191274" y="569544"/>
                </a:lnTo>
                <a:close/>
              </a:path>
              <a:path w="751840" h="2097404">
                <a:moveTo>
                  <a:pt x="10845" y="578523"/>
                </a:moveTo>
                <a:lnTo>
                  <a:pt x="12700" y="574039"/>
                </a:lnTo>
                <a:lnTo>
                  <a:pt x="12699" y="576668"/>
                </a:lnTo>
                <a:lnTo>
                  <a:pt x="10845" y="578523"/>
                </a:lnTo>
                <a:close/>
              </a:path>
              <a:path w="751840" h="2097404">
                <a:moveTo>
                  <a:pt x="12700" y="576668"/>
                </a:moveTo>
                <a:lnTo>
                  <a:pt x="12700" y="574039"/>
                </a:lnTo>
                <a:lnTo>
                  <a:pt x="15328" y="574039"/>
                </a:lnTo>
                <a:lnTo>
                  <a:pt x="12700" y="576668"/>
                </a:lnTo>
                <a:close/>
              </a:path>
              <a:path w="751840" h="2097404">
                <a:moveTo>
                  <a:pt x="184150" y="2091054"/>
                </a:moveTo>
                <a:lnTo>
                  <a:pt x="171450" y="2091054"/>
                </a:lnTo>
                <a:lnTo>
                  <a:pt x="171450" y="574039"/>
                </a:lnTo>
                <a:lnTo>
                  <a:pt x="184150" y="574039"/>
                </a:lnTo>
                <a:lnTo>
                  <a:pt x="184150" y="576668"/>
                </a:lnTo>
                <a:lnTo>
                  <a:pt x="180428" y="580389"/>
                </a:lnTo>
                <a:lnTo>
                  <a:pt x="184150" y="580389"/>
                </a:lnTo>
                <a:lnTo>
                  <a:pt x="184150" y="2075725"/>
                </a:lnTo>
                <a:lnTo>
                  <a:pt x="173316" y="2086559"/>
                </a:lnTo>
                <a:lnTo>
                  <a:pt x="184150" y="2086559"/>
                </a:lnTo>
                <a:lnTo>
                  <a:pt x="184150" y="2091054"/>
                </a:lnTo>
                <a:close/>
              </a:path>
              <a:path w="751840" h="2097404">
                <a:moveTo>
                  <a:pt x="184150" y="576668"/>
                </a:moveTo>
                <a:lnTo>
                  <a:pt x="184150" y="574039"/>
                </a:lnTo>
                <a:lnTo>
                  <a:pt x="186779" y="574039"/>
                </a:lnTo>
                <a:lnTo>
                  <a:pt x="184150" y="576668"/>
                </a:lnTo>
                <a:close/>
              </a:path>
              <a:path w="751840" h="2097404">
                <a:moveTo>
                  <a:pt x="12700" y="578523"/>
                </a:moveTo>
                <a:lnTo>
                  <a:pt x="10845" y="578523"/>
                </a:lnTo>
                <a:lnTo>
                  <a:pt x="12700" y="576668"/>
                </a:lnTo>
                <a:lnTo>
                  <a:pt x="12700" y="578523"/>
                </a:lnTo>
                <a:close/>
              </a:path>
              <a:path w="751840" h="2097404">
                <a:moveTo>
                  <a:pt x="184150" y="580389"/>
                </a:moveTo>
                <a:lnTo>
                  <a:pt x="180428" y="580389"/>
                </a:lnTo>
                <a:lnTo>
                  <a:pt x="184150" y="576668"/>
                </a:lnTo>
                <a:lnTo>
                  <a:pt x="184150" y="580389"/>
                </a:lnTo>
                <a:close/>
              </a:path>
              <a:path w="751840" h="2097404">
                <a:moveTo>
                  <a:pt x="739140" y="1523364"/>
                </a:moveTo>
                <a:lnTo>
                  <a:pt x="739140" y="1520723"/>
                </a:lnTo>
                <a:lnTo>
                  <a:pt x="740994" y="1518869"/>
                </a:lnTo>
                <a:lnTo>
                  <a:pt x="739140" y="1523364"/>
                </a:lnTo>
                <a:close/>
              </a:path>
              <a:path w="751840" h="2097404">
                <a:moveTo>
                  <a:pt x="751840" y="1523364"/>
                </a:moveTo>
                <a:lnTo>
                  <a:pt x="739140" y="1523364"/>
                </a:lnTo>
                <a:lnTo>
                  <a:pt x="740994" y="1518869"/>
                </a:lnTo>
                <a:lnTo>
                  <a:pt x="751840" y="1518869"/>
                </a:lnTo>
                <a:lnTo>
                  <a:pt x="751840" y="1523364"/>
                </a:lnTo>
                <a:close/>
              </a:path>
              <a:path w="751840" h="2097404">
                <a:moveTo>
                  <a:pt x="186778" y="2091054"/>
                </a:moveTo>
                <a:lnTo>
                  <a:pt x="184150" y="2091054"/>
                </a:lnTo>
                <a:lnTo>
                  <a:pt x="184150" y="2075725"/>
                </a:lnTo>
                <a:lnTo>
                  <a:pt x="739140" y="1520723"/>
                </a:lnTo>
                <a:lnTo>
                  <a:pt x="739140" y="1523364"/>
                </a:lnTo>
                <a:lnTo>
                  <a:pt x="751840" y="1523364"/>
                </a:lnTo>
                <a:lnTo>
                  <a:pt x="751840" y="1525993"/>
                </a:lnTo>
                <a:lnTo>
                  <a:pt x="186778" y="2091054"/>
                </a:lnTo>
                <a:close/>
              </a:path>
              <a:path w="751840" h="2097404">
                <a:moveTo>
                  <a:pt x="173316" y="2086559"/>
                </a:moveTo>
                <a:lnTo>
                  <a:pt x="184150" y="2075725"/>
                </a:lnTo>
                <a:lnTo>
                  <a:pt x="184150" y="2084704"/>
                </a:lnTo>
                <a:lnTo>
                  <a:pt x="177800" y="2084704"/>
                </a:lnTo>
                <a:lnTo>
                  <a:pt x="173316" y="2086559"/>
                </a:lnTo>
                <a:close/>
              </a:path>
              <a:path w="751840" h="2097404">
                <a:moveTo>
                  <a:pt x="12700" y="2091054"/>
                </a:moveTo>
                <a:lnTo>
                  <a:pt x="6350" y="2084704"/>
                </a:lnTo>
                <a:lnTo>
                  <a:pt x="12700" y="2084704"/>
                </a:lnTo>
                <a:lnTo>
                  <a:pt x="12700" y="2091054"/>
                </a:lnTo>
                <a:close/>
              </a:path>
              <a:path w="751840" h="2097404">
                <a:moveTo>
                  <a:pt x="171450" y="2091054"/>
                </a:moveTo>
                <a:lnTo>
                  <a:pt x="12700" y="2091054"/>
                </a:lnTo>
                <a:lnTo>
                  <a:pt x="12700" y="2084704"/>
                </a:lnTo>
                <a:lnTo>
                  <a:pt x="171450" y="2084704"/>
                </a:lnTo>
                <a:lnTo>
                  <a:pt x="171450" y="2091054"/>
                </a:lnTo>
                <a:close/>
              </a:path>
              <a:path w="751840" h="2097404">
                <a:moveTo>
                  <a:pt x="184150" y="2086559"/>
                </a:moveTo>
                <a:lnTo>
                  <a:pt x="173316" y="2086559"/>
                </a:lnTo>
                <a:lnTo>
                  <a:pt x="177800" y="2084704"/>
                </a:lnTo>
                <a:lnTo>
                  <a:pt x="184150" y="2084704"/>
                </a:lnTo>
                <a:lnTo>
                  <a:pt x="184150" y="2086559"/>
                </a:lnTo>
                <a:close/>
              </a:path>
            </a:pathLst>
          </a:custGeom>
          <a:solidFill>
            <a:srgbClr val="9089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237482" y="4207764"/>
            <a:ext cx="0" cy="1430020"/>
          </a:xfrm>
          <a:custGeom>
            <a:avLst/>
            <a:gdLst/>
            <a:ahLst/>
            <a:cxnLst/>
            <a:rect l="l" t="t" r="r" b="b"/>
            <a:pathLst>
              <a:path w="0" h="1430020">
                <a:moveTo>
                  <a:pt x="0" y="0"/>
                </a:moveTo>
                <a:lnTo>
                  <a:pt x="0" y="1429512"/>
                </a:lnTo>
              </a:path>
            </a:pathLst>
          </a:custGeom>
          <a:ln w="83820">
            <a:solidFill>
              <a:srgbClr val="F6C9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76344" y="3549396"/>
            <a:ext cx="661415" cy="209092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92523" y="3549396"/>
            <a:ext cx="745236" cy="66141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188459" y="3546475"/>
            <a:ext cx="751840" cy="2097405"/>
          </a:xfrm>
          <a:custGeom>
            <a:avLst/>
            <a:gdLst/>
            <a:ahLst/>
            <a:cxnLst/>
            <a:rect l="l" t="t" r="r" b="b"/>
            <a:pathLst>
              <a:path w="751839" h="2097404">
                <a:moveTo>
                  <a:pt x="93446" y="2097404"/>
                </a:moveTo>
                <a:lnTo>
                  <a:pt x="0" y="2097404"/>
                </a:lnTo>
                <a:lnTo>
                  <a:pt x="0" y="658393"/>
                </a:lnTo>
                <a:lnTo>
                  <a:pt x="658393" y="0"/>
                </a:lnTo>
                <a:lnTo>
                  <a:pt x="751839" y="0"/>
                </a:lnTo>
                <a:lnTo>
                  <a:pt x="751839" y="1854"/>
                </a:lnTo>
                <a:lnTo>
                  <a:pt x="740994" y="1854"/>
                </a:lnTo>
                <a:lnTo>
                  <a:pt x="732002" y="10845"/>
                </a:lnTo>
                <a:lnTo>
                  <a:pt x="665518" y="10845"/>
                </a:lnTo>
                <a:lnTo>
                  <a:pt x="661022" y="12700"/>
                </a:lnTo>
                <a:lnTo>
                  <a:pt x="663663" y="12700"/>
                </a:lnTo>
                <a:lnTo>
                  <a:pt x="21691" y="654672"/>
                </a:lnTo>
                <a:lnTo>
                  <a:pt x="6350" y="654672"/>
                </a:lnTo>
                <a:lnTo>
                  <a:pt x="6350" y="667372"/>
                </a:lnTo>
                <a:lnTo>
                  <a:pt x="12700" y="667372"/>
                </a:lnTo>
                <a:lnTo>
                  <a:pt x="12700" y="2084704"/>
                </a:lnTo>
                <a:lnTo>
                  <a:pt x="6350" y="2084704"/>
                </a:lnTo>
                <a:lnTo>
                  <a:pt x="12700" y="2091054"/>
                </a:lnTo>
                <a:lnTo>
                  <a:pt x="99796" y="2091054"/>
                </a:lnTo>
                <a:lnTo>
                  <a:pt x="93446" y="2097404"/>
                </a:lnTo>
                <a:close/>
              </a:path>
              <a:path w="751839" h="2097404">
                <a:moveTo>
                  <a:pt x="86321" y="656539"/>
                </a:moveTo>
                <a:lnTo>
                  <a:pt x="740994" y="1854"/>
                </a:lnTo>
                <a:lnTo>
                  <a:pt x="745489" y="6350"/>
                </a:lnTo>
                <a:lnTo>
                  <a:pt x="739139" y="6350"/>
                </a:lnTo>
                <a:lnTo>
                  <a:pt x="739139" y="21691"/>
                </a:lnTo>
                <a:lnTo>
                  <a:pt x="106146" y="654672"/>
                </a:lnTo>
                <a:lnTo>
                  <a:pt x="90817" y="654672"/>
                </a:lnTo>
                <a:lnTo>
                  <a:pt x="86321" y="656539"/>
                </a:lnTo>
                <a:close/>
              </a:path>
              <a:path w="751839" h="2097404">
                <a:moveTo>
                  <a:pt x="739139" y="1433741"/>
                </a:moveTo>
                <a:lnTo>
                  <a:pt x="739139" y="21691"/>
                </a:lnTo>
                <a:lnTo>
                  <a:pt x="749985" y="10845"/>
                </a:lnTo>
                <a:lnTo>
                  <a:pt x="740994" y="1854"/>
                </a:lnTo>
                <a:lnTo>
                  <a:pt x="751839" y="1854"/>
                </a:lnTo>
                <a:lnTo>
                  <a:pt x="751839" y="1431886"/>
                </a:lnTo>
                <a:lnTo>
                  <a:pt x="740994" y="1431886"/>
                </a:lnTo>
                <a:lnTo>
                  <a:pt x="739139" y="1433741"/>
                </a:lnTo>
                <a:close/>
              </a:path>
              <a:path w="751839" h="2097404">
                <a:moveTo>
                  <a:pt x="739139" y="21691"/>
                </a:moveTo>
                <a:lnTo>
                  <a:pt x="739139" y="6350"/>
                </a:lnTo>
                <a:lnTo>
                  <a:pt x="745489" y="12700"/>
                </a:lnTo>
                <a:lnTo>
                  <a:pt x="748131" y="12700"/>
                </a:lnTo>
                <a:lnTo>
                  <a:pt x="739139" y="21691"/>
                </a:lnTo>
                <a:close/>
              </a:path>
              <a:path w="751839" h="2097404">
                <a:moveTo>
                  <a:pt x="748131" y="12700"/>
                </a:moveTo>
                <a:lnTo>
                  <a:pt x="745489" y="12700"/>
                </a:lnTo>
                <a:lnTo>
                  <a:pt x="739139" y="6350"/>
                </a:lnTo>
                <a:lnTo>
                  <a:pt x="745489" y="6350"/>
                </a:lnTo>
                <a:lnTo>
                  <a:pt x="749985" y="10845"/>
                </a:lnTo>
                <a:lnTo>
                  <a:pt x="748131" y="12700"/>
                </a:lnTo>
                <a:close/>
              </a:path>
              <a:path w="751839" h="2097404">
                <a:moveTo>
                  <a:pt x="663663" y="12700"/>
                </a:moveTo>
                <a:lnTo>
                  <a:pt x="661022" y="12700"/>
                </a:lnTo>
                <a:lnTo>
                  <a:pt x="665518" y="10845"/>
                </a:lnTo>
                <a:lnTo>
                  <a:pt x="663663" y="12700"/>
                </a:lnTo>
                <a:close/>
              </a:path>
              <a:path w="751839" h="2097404">
                <a:moveTo>
                  <a:pt x="730148" y="12700"/>
                </a:moveTo>
                <a:lnTo>
                  <a:pt x="663663" y="12700"/>
                </a:lnTo>
                <a:lnTo>
                  <a:pt x="665518" y="10845"/>
                </a:lnTo>
                <a:lnTo>
                  <a:pt x="732002" y="10845"/>
                </a:lnTo>
                <a:lnTo>
                  <a:pt x="730148" y="12700"/>
                </a:lnTo>
                <a:close/>
              </a:path>
              <a:path w="751839" h="2097404">
                <a:moveTo>
                  <a:pt x="12700" y="667372"/>
                </a:moveTo>
                <a:lnTo>
                  <a:pt x="6350" y="667372"/>
                </a:lnTo>
                <a:lnTo>
                  <a:pt x="6350" y="654672"/>
                </a:lnTo>
                <a:lnTo>
                  <a:pt x="21691" y="654672"/>
                </a:lnTo>
                <a:lnTo>
                  <a:pt x="15341" y="661022"/>
                </a:lnTo>
                <a:lnTo>
                  <a:pt x="12700" y="661022"/>
                </a:lnTo>
                <a:lnTo>
                  <a:pt x="10845" y="665518"/>
                </a:lnTo>
                <a:lnTo>
                  <a:pt x="12700" y="665518"/>
                </a:lnTo>
                <a:lnTo>
                  <a:pt x="12700" y="667372"/>
                </a:lnTo>
                <a:close/>
              </a:path>
              <a:path w="751839" h="2097404">
                <a:moveTo>
                  <a:pt x="84467" y="667372"/>
                </a:moveTo>
                <a:lnTo>
                  <a:pt x="12700" y="667372"/>
                </a:lnTo>
                <a:lnTo>
                  <a:pt x="12712" y="663651"/>
                </a:lnTo>
                <a:lnTo>
                  <a:pt x="21691" y="654672"/>
                </a:lnTo>
                <a:lnTo>
                  <a:pt x="88188" y="654672"/>
                </a:lnTo>
                <a:lnTo>
                  <a:pt x="86321" y="656539"/>
                </a:lnTo>
                <a:lnTo>
                  <a:pt x="104279" y="656539"/>
                </a:lnTo>
                <a:lnTo>
                  <a:pt x="99796" y="661022"/>
                </a:lnTo>
                <a:lnTo>
                  <a:pt x="84467" y="661022"/>
                </a:lnTo>
                <a:lnTo>
                  <a:pt x="84467" y="667372"/>
                </a:lnTo>
                <a:close/>
              </a:path>
              <a:path w="751839" h="2097404">
                <a:moveTo>
                  <a:pt x="104279" y="656539"/>
                </a:moveTo>
                <a:lnTo>
                  <a:pt x="86321" y="656539"/>
                </a:lnTo>
                <a:lnTo>
                  <a:pt x="90817" y="654672"/>
                </a:lnTo>
                <a:lnTo>
                  <a:pt x="106146" y="654672"/>
                </a:lnTo>
                <a:lnTo>
                  <a:pt x="104279" y="656539"/>
                </a:lnTo>
                <a:close/>
              </a:path>
              <a:path w="751839" h="2097404">
                <a:moveTo>
                  <a:pt x="10845" y="665518"/>
                </a:moveTo>
                <a:lnTo>
                  <a:pt x="12700" y="661022"/>
                </a:lnTo>
                <a:lnTo>
                  <a:pt x="12700" y="663663"/>
                </a:lnTo>
                <a:lnTo>
                  <a:pt x="10845" y="665518"/>
                </a:lnTo>
                <a:close/>
              </a:path>
              <a:path w="751839" h="2097404">
                <a:moveTo>
                  <a:pt x="12700" y="663663"/>
                </a:moveTo>
                <a:lnTo>
                  <a:pt x="12700" y="661022"/>
                </a:lnTo>
                <a:lnTo>
                  <a:pt x="15341" y="661022"/>
                </a:lnTo>
                <a:lnTo>
                  <a:pt x="12700" y="663663"/>
                </a:lnTo>
                <a:close/>
              </a:path>
              <a:path w="751839" h="2097404">
                <a:moveTo>
                  <a:pt x="97167" y="2091054"/>
                </a:moveTo>
                <a:lnTo>
                  <a:pt x="84467" y="2091054"/>
                </a:lnTo>
                <a:lnTo>
                  <a:pt x="84467" y="661022"/>
                </a:lnTo>
                <a:lnTo>
                  <a:pt x="97167" y="661022"/>
                </a:lnTo>
                <a:lnTo>
                  <a:pt x="97155" y="663663"/>
                </a:lnTo>
                <a:lnTo>
                  <a:pt x="93446" y="667372"/>
                </a:lnTo>
                <a:lnTo>
                  <a:pt x="97167" y="667372"/>
                </a:lnTo>
                <a:lnTo>
                  <a:pt x="97167" y="2075713"/>
                </a:lnTo>
                <a:lnTo>
                  <a:pt x="86321" y="2086559"/>
                </a:lnTo>
                <a:lnTo>
                  <a:pt x="97167" y="2086559"/>
                </a:lnTo>
                <a:lnTo>
                  <a:pt x="97167" y="2091054"/>
                </a:lnTo>
                <a:close/>
              </a:path>
              <a:path w="751839" h="2097404">
                <a:moveTo>
                  <a:pt x="97167" y="663651"/>
                </a:moveTo>
                <a:lnTo>
                  <a:pt x="97167" y="661022"/>
                </a:lnTo>
                <a:lnTo>
                  <a:pt x="99796" y="661022"/>
                </a:lnTo>
                <a:lnTo>
                  <a:pt x="97167" y="663651"/>
                </a:lnTo>
                <a:close/>
              </a:path>
              <a:path w="751839" h="2097404">
                <a:moveTo>
                  <a:pt x="97167" y="667372"/>
                </a:moveTo>
                <a:lnTo>
                  <a:pt x="93446" y="667372"/>
                </a:lnTo>
                <a:lnTo>
                  <a:pt x="97167" y="663651"/>
                </a:lnTo>
                <a:lnTo>
                  <a:pt x="97167" y="667372"/>
                </a:lnTo>
                <a:close/>
              </a:path>
              <a:path w="751839" h="2097404">
                <a:moveTo>
                  <a:pt x="12700" y="665518"/>
                </a:moveTo>
                <a:lnTo>
                  <a:pt x="10845" y="665518"/>
                </a:lnTo>
                <a:lnTo>
                  <a:pt x="12700" y="663663"/>
                </a:lnTo>
                <a:lnTo>
                  <a:pt x="12700" y="665518"/>
                </a:lnTo>
                <a:close/>
              </a:path>
              <a:path w="751839" h="2097404">
                <a:moveTo>
                  <a:pt x="739139" y="1436382"/>
                </a:moveTo>
                <a:lnTo>
                  <a:pt x="739139" y="1433741"/>
                </a:lnTo>
                <a:lnTo>
                  <a:pt x="740994" y="1431886"/>
                </a:lnTo>
                <a:lnTo>
                  <a:pt x="739139" y="1436382"/>
                </a:lnTo>
                <a:close/>
              </a:path>
              <a:path w="751839" h="2097404">
                <a:moveTo>
                  <a:pt x="751839" y="1436382"/>
                </a:moveTo>
                <a:lnTo>
                  <a:pt x="739139" y="1436382"/>
                </a:lnTo>
                <a:lnTo>
                  <a:pt x="740994" y="1431886"/>
                </a:lnTo>
                <a:lnTo>
                  <a:pt x="751839" y="1431886"/>
                </a:lnTo>
                <a:lnTo>
                  <a:pt x="751839" y="1436382"/>
                </a:lnTo>
                <a:close/>
              </a:path>
              <a:path w="751839" h="2097404">
                <a:moveTo>
                  <a:pt x="99796" y="2091054"/>
                </a:moveTo>
                <a:lnTo>
                  <a:pt x="97167" y="2091054"/>
                </a:lnTo>
                <a:lnTo>
                  <a:pt x="97167" y="2075713"/>
                </a:lnTo>
                <a:lnTo>
                  <a:pt x="739139" y="1433741"/>
                </a:lnTo>
                <a:lnTo>
                  <a:pt x="739139" y="1436382"/>
                </a:lnTo>
                <a:lnTo>
                  <a:pt x="751839" y="1436382"/>
                </a:lnTo>
                <a:lnTo>
                  <a:pt x="751839" y="1439011"/>
                </a:lnTo>
                <a:lnTo>
                  <a:pt x="99796" y="2091054"/>
                </a:lnTo>
                <a:close/>
              </a:path>
              <a:path w="751839" h="2097404">
                <a:moveTo>
                  <a:pt x="86321" y="2086559"/>
                </a:moveTo>
                <a:lnTo>
                  <a:pt x="97167" y="2075713"/>
                </a:lnTo>
                <a:lnTo>
                  <a:pt x="97167" y="2084704"/>
                </a:lnTo>
                <a:lnTo>
                  <a:pt x="90817" y="2084704"/>
                </a:lnTo>
                <a:lnTo>
                  <a:pt x="86321" y="2086559"/>
                </a:lnTo>
                <a:close/>
              </a:path>
              <a:path w="751839" h="2097404">
                <a:moveTo>
                  <a:pt x="12700" y="2091054"/>
                </a:moveTo>
                <a:lnTo>
                  <a:pt x="6350" y="2084704"/>
                </a:lnTo>
                <a:lnTo>
                  <a:pt x="12700" y="2084704"/>
                </a:lnTo>
                <a:lnTo>
                  <a:pt x="12700" y="2091054"/>
                </a:lnTo>
                <a:close/>
              </a:path>
              <a:path w="751839" h="2097404">
                <a:moveTo>
                  <a:pt x="84467" y="2091054"/>
                </a:moveTo>
                <a:lnTo>
                  <a:pt x="12700" y="2091054"/>
                </a:lnTo>
                <a:lnTo>
                  <a:pt x="12700" y="2084704"/>
                </a:lnTo>
                <a:lnTo>
                  <a:pt x="84467" y="2084704"/>
                </a:lnTo>
                <a:lnTo>
                  <a:pt x="84467" y="2091054"/>
                </a:lnTo>
                <a:close/>
              </a:path>
              <a:path w="751839" h="2097404">
                <a:moveTo>
                  <a:pt x="97167" y="2086559"/>
                </a:moveTo>
                <a:lnTo>
                  <a:pt x="86321" y="2086559"/>
                </a:lnTo>
                <a:lnTo>
                  <a:pt x="90817" y="2084704"/>
                </a:lnTo>
                <a:lnTo>
                  <a:pt x="97167" y="2084704"/>
                </a:lnTo>
                <a:lnTo>
                  <a:pt x="97167" y="2086559"/>
                </a:lnTo>
                <a:close/>
              </a:path>
            </a:pathLst>
          </a:custGeom>
          <a:solidFill>
            <a:srgbClr val="F8C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917482" y="4688890"/>
            <a:ext cx="1279525" cy="129539"/>
          </a:xfrm>
          <a:custGeom>
            <a:avLst/>
            <a:gdLst/>
            <a:ahLst/>
            <a:cxnLst/>
            <a:rect l="l" t="t" r="r" b="b"/>
            <a:pathLst>
              <a:path w="1279525" h="129539">
                <a:moveTo>
                  <a:pt x="1275714" y="129438"/>
                </a:moveTo>
                <a:lnTo>
                  <a:pt x="0" y="57048"/>
                </a:lnTo>
                <a:lnTo>
                  <a:pt x="3225" y="0"/>
                </a:lnTo>
                <a:lnTo>
                  <a:pt x="1278940" y="72389"/>
                </a:lnTo>
                <a:lnTo>
                  <a:pt x="1275714" y="129438"/>
                </a:lnTo>
                <a:close/>
              </a:path>
            </a:pathLst>
          </a:custGeom>
          <a:solidFill>
            <a:srgbClr val="000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364507" y="4760645"/>
            <a:ext cx="1455420" cy="193675"/>
          </a:xfrm>
          <a:custGeom>
            <a:avLst/>
            <a:gdLst/>
            <a:ahLst/>
            <a:cxnLst/>
            <a:rect l="l" t="t" r="r" b="b"/>
            <a:pathLst>
              <a:path w="1455420" h="193675">
                <a:moveTo>
                  <a:pt x="1282391" y="136036"/>
                </a:moveTo>
                <a:lnTo>
                  <a:pt x="0" y="57048"/>
                </a:lnTo>
                <a:lnTo>
                  <a:pt x="3505" y="0"/>
                </a:lnTo>
                <a:lnTo>
                  <a:pt x="1285904" y="79000"/>
                </a:lnTo>
                <a:lnTo>
                  <a:pt x="1282391" y="136036"/>
                </a:lnTo>
                <a:close/>
              </a:path>
              <a:path w="1455420" h="193675">
                <a:moveTo>
                  <a:pt x="1406802" y="138671"/>
                </a:moveTo>
                <a:lnTo>
                  <a:pt x="1325168" y="138671"/>
                </a:lnTo>
                <a:lnTo>
                  <a:pt x="1328674" y="81635"/>
                </a:lnTo>
                <a:lnTo>
                  <a:pt x="1285904" y="79000"/>
                </a:lnTo>
                <a:lnTo>
                  <a:pt x="1289418" y="21958"/>
                </a:lnTo>
                <a:lnTo>
                  <a:pt x="1455267" y="118059"/>
                </a:lnTo>
                <a:lnTo>
                  <a:pt x="1406802" y="138671"/>
                </a:lnTo>
                <a:close/>
              </a:path>
              <a:path w="1455420" h="193675">
                <a:moveTo>
                  <a:pt x="1325168" y="138671"/>
                </a:moveTo>
                <a:lnTo>
                  <a:pt x="1282391" y="136036"/>
                </a:lnTo>
                <a:lnTo>
                  <a:pt x="1285904" y="79000"/>
                </a:lnTo>
                <a:lnTo>
                  <a:pt x="1328674" y="81635"/>
                </a:lnTo>
                <a:lnTo>
                  <a:pt x="1325168" y="138671"/>
                </a:lnTo>
                <a:close/>
              </a:path>
              <a:path w="1455420" h="193675">
                <a:moveTo>
                  <a:pt x="1278877" y="193078"/>
                </a:moveTo>
                <a:lnTo>
                  <a:pt x="1282391" y="136036"/>
                </a:lnTo>
                <a:lnTo>
                  <a:pt x="1325168" y="138671"/>
                </a:lnTo>
                <a:lnTo>
                  <a:pt x="1406802" y="138671"/>
                </a:lnTo>
                <a:lnTo>
                  <a:pt x="1278877" y="193078"/>
                </a:lnTo>
                <a:close/>
              </a:path>
            </a:pathLst>
          </a:custGeom>
          <a:solidFill>
            <a:srgbClr val="000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586230" y="4548504"/>
            <a:ext cx="7912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β</a:t>
            </a:r>
            <a:r>
              <a:rPr dirty="0" sz="2400" b="1">
                <a:latin typeface="微软雅黑"/>
                <a:cs typeface="微软雅黑"/>
              </a:rPr>
              <a:t>射线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98515" y="5767070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微软雅黑"/>
                <a:cs typeface="微软雅黑"/>
              </a:rPr>
              <a:t>铝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87167" y="4629911"/>
            <a:ext cx="260604" cy="24841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111625" y="5767070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微软雅黑"/>
                <a:cs typeface="微软雅黑"/>
              </a:rPr>
              <a:t>纸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1756" y="1968525"/>
            <a:ext cx="269036" cy="268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5898" y="2031187"/>
            <a:ext cx="198793" cy="267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28268" y="1929841"/>
            <a:ext cx="3385566" cy="3303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312564" y="1931466"/>
            <a:ext cx="2138133" cy="3434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4235" y="2328417"/>
            <a:ext cx="321691" cy="268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47915" y="2332774"/>
            <a:ext cx="341045" cy="1896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49946" y="2399868"/>
            <a:ext cx="199085" cy="19432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52867" y="2303792"/>
            <a:ext cx="1499565" cy="3213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73248" y="2295829"/>
            <a:ext cx="1814995" cy="33526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03089" y="2502725"/>
            <a:ext cx="105981" cy="13926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04739" y="2300503"/>
            <a:ext cx="1538376" cy="3281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4832" y="2691206"/>
            <a:ext cx="305498" cy="29479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389" y="2655214"/>
            <a:ext cx="5516765" cy="3525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2272" y="3034271"/>
            <a:ext cx="1684566" cy="32626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4556" y="913942"/>
            <a:ext cx="4750181" cy="68699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66672" y="4625340"/>
            <a:ext cx="638555" cy="23774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109971" y="4258055"/>
            <a:ext cx="170815" cy="1518285"/>
          </a:xfrm>
          <a:custGeom>
            <a:avLst/>
            <a:gdLst/>
            <a:ahLst/>
            <a:cxnLst/>
            <a:rect l="l" t="t" r="r" b="b"/>
            <a:pathLst>
              <a:path w="170814" h="1518285">
                <a:moveTo>
                  <a:pt x="0" y="0"/>
                </a:moveTo>
                <a:lnTo>
                  <a:pt x="170687" y="0"/>
                </a:lnTo>
                <a:lnTo>
                  <a:pt x="170687" y="1517903"/>
                </a:lnTo>
                <a:lnTo>
                  <a:pt x="0" y="1517903"/>
                </a:lnTo>
                <a:lnTo>
                  <a:pt x="0" y="0"/>
                </a:lnTo>
                <a:close/>
              </a:path>
            </a:pathLst>
          </a:custGeom>
          <a:solidFill>
            <a:srgbClr val="B6B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277611" y="3688079"/>
            <a:ext cx="574548" cy="209092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106923" y="3688079"/>
            <a:ext cx="745236" cy="57302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103495" y="3684270"/>
            <a:ext cx="751840" cy="2097405"/>
          </a:xfrm>
          <a:custGeom>
            <a:avLst/>
            <a:gdLst/>
            <a:ahLst/>
            <a:cxnLst/>
            <a:rect l="l" t="t" r="r" b="b"/>
            <a:pathLst>
              <a:path w="751839" h="2097404">
                <a:moveTo>
                  <a:pt x="180428" y="2097404"/>
                </a:moveTo>
                <a:lnTo>
                  <a:pt x="0" y="2097404"/>
                </a:lnTo>
                <a:lnTo>
                  <a:pt x="0" y="571411"/>
                </a:lnTo>
                <a:lnTo>
                  <a:pt x="571411" y="0"/>
                </a:lnTo>
                <a:lnTo>
                  <a:pt x="751839" y="0"/>
                </a:lnTo>
                <a:lnTo>
                  <a:pt x="751839" y="1854"/>
                </a:lnTo>
                <a:lnTo>
                  <a:pt x="740994" y="1854"/>
                </a:lnTo>
                <a:lnTo>
                  <a:pt x="732002" y="10845"/>
                </a:lnTo>
                <a:lnTo>
                  <a:pt x="578523" y="10845"/>
                </a:lnTo>
                <a:lnTo>
                  <a:pt x="574039" y="12700"/>
                </a:lnTo>
                <a:lnTo>
                  <a:pt x="576668" y="12700"/>
                </a:lnTo>
                <a:lnTo>
                  <a:pt x="21678" y="567689"/>
                </a:lnTo>
                <a:lnTo>
                  <a:pt x="6350" y="567689"/>
                </a:lnTo>
                <a:lnTo>
                  <a:pt x="6350" y="580389"/>
                </a:lnTo>
                <a:lnTo>
                  <a:pt x="12700" y="580389"/>
                </a:lnTo>
                <a:lnTo>
                  <a:pt x="12700" y="2084704"/>
                </a:lnTo>
                <a:lnTo>
                  <a:pt x="6350" y="2084704"/>
                </a:lnTo>
                <a:lnTo>
                  <a:pt x="12700" y="2091054"/>
                </a:lnTo>
                <a:lnTo>
                  <a:pt x="186778" y="2091054"/>
                </a:lnTo>
                <a:lnTo>
                  <a:pt x="180428" y="2097404"/>
                </a:lnTo>
                <a:close/>
              </a:path>
              <a:path w="751839" h="2097404">
                <a:moveTo>
                  <a:pt x="173316" y="569544"/>
                </a:moveTo>
                <a:lnTo>
                  <a:pt x="740994" y="1854"/>
                </a:lnTo>
                <a:lnTo>
                  <a:pt x="745490" y="6350"/>
                </a:lnTo>
                <a:lnTo>
                  <a:pt x="739139" y="6350"/>
                </a:lnTo>
                <a:lnTo>
                  <a:pt x="739139" y="21691"/>
                </a:lnTo>
                <a:lnTo>
                  <a:pt x="193129" y="567689"/>
                </a:lnTo>
                <a:lnTo>
                  <a:pt x="177800" y="567689"/>
                </a:lnTo>
                <a:lnTo>
                  <a:pt x="173316" y="569544"/>
                </a:lnTo>
                <a:close/>
              </a:path>
              <a:path w="751839" h="2097404">
                <a:moveTo>
                  <a:pt x="739139" y="1520736"/>
                </a:moveTo>
                <a:lnTo>
                  <a:pt x="739139" y="21691"/>
                </a:lnTo>
                <a:lnTo>
                  <a:pt x="749985" y="10845"/>
                </a:lnTo>
                <a:lnTo>
                  <a:pt x="740994" y="1854"/>
                </a:lnTo>
                <a:lnTo>
                  <a:pt x="751839" y="1854"/>
                </a:lnTo>
                <a:lnTo>
                  <a:pt x="751839" y="1518881"/>
                </a:lnTo>
                <a:lnTo>
                  <a:pt x="740994" y="1518881"/>
                </a:lnTo>
                <a:lnTo>
                  <a:pt x="739139" y="1520736"/>
                </a:lnTo>
                <a:close/>
              </a:path>
              <a:path w="751839" h="2097404">
                <a:moveTo>
                  <a:pt x="739139" y="21691"/>
                </a:moveTo>
                <a:lnTo>
                  <a:pt x="739139" y="6350"/>
                </a:lnTo>
                <a:lnTo>
                  <a:pt x="745489" y="12700"/>
                </a:lnTo>
                <a:lnTo>
                  <a:pt x="748131" y="12700"/>
                </a:lnTo>
                <a:lnTo>
                  <a:pt x="739139" y="21691"/>
                </a:lnTo>
                <a:close/>
              </a:path>
              <a:path w="751839" h="2097404">
                <a:moveTo>
                  <a:pt x="748131" y="12700"/>
                </a:moveTo>
                <a:lnTo>
                  <a:pt x="745489" y="12700"/>
                </a:lnTo>
                <a:lnTo>
                  <a:pt x="739139" y="6350"/>
                </a:lnTo>
                <a:lnTo>
                  <a:pt x="745490" y="6350"/>
                </a:lnTo>
                <a:lnTo>
                  <a:pt x="749985" y="10845"/>
                </a:lnTo>
                <a:lnTo>
                  <a:pt x="748131" y="12700"/>
                </a:lnTo>
                <a:close/>
              </a:path>
              <a:path w="751839" h="2097404">
                <a:moveTo>
                  <a:pt x="576668" y="12700"/>
                </a:moveTo>
                <a:lnTo>
                  <a:pt x="574039" y="12700"/>
                </a:lnTo>
                <a:lnTo>
                  <a:pt x="578523" y="10845"/>
                </a:lnTo>
                <a:lnTo>
                  <a:pt x="576668" y="12700"/>
                </a:lnTo>
                <a:close/>
              </a:path>
              <a:path w="751839" h="2097404">
                <a:moveTo>
                  <a:pt x="730148" y="12700"/>
                </a:moveTo>
                <a:lnTo>
                  <a:pt x="576668" y="12700"/>
                </a:lnTo>
                <a:lnTo>
                  <a:pt x="578523" y="10845"/>
                </a:lnTo>
                <a:lnTo>
                  <a:pt x="732002" y="10845"/>
                </a:lnTo>
                <a:lnTo>
                  <a:pt x="730148" y="12700"/>
                </a:lnTo>
                <a:close/>
              </a:path>
              <a:path w="751839" h="2097404">
                <a:moveTo>
                  <a:pt x="12700" y="580389"/>
                </a:moveTo>
                <a:lnTo>
                  <a:pt x="6350" y="580389"/>
                </a:lnTo>
                <a:lnTo>
                  <a:pt x="6350" y="567689"/>
                </a:lnTo>
                <a:lnTo>
                  <a:pt x="21678" y="567689"/>
                </a:lnTo>
                <a:lnTo>
                  <a:pt x="15328" y="574039"/>
                </a:lnTo>
                <a:lnTo>
                  <a:pt x="12700" y="574039"/>
                </a:lnTo>
                <a:lnTo>
                  <a:pt x="10845" y="578523"/>
                </a:lnTo>
                <a:lnTo>
                  <a:pt x="12700" y="578523"/>
                </a:lnTo>
                <a:lnTo>
                  <a:pt x="12700" y="580389"/>
                </a:lnTo>
                <a:close/>
              </a:path>
              <a:path w="751839" h="2097404">
                <a:moveTo>
                  <a:pt x="171450" y="580389"/>
                </a:moveTo>
                <a:lnTo>
                  <a:pt x="12700" y="580389"/>
                </a:lnTo>
                <a:lnTo>
                  <a:pt x="12700" y="576668"/>
                </a:lnTo>
                <a:lnTo>
                  <a:pt x="21678" y="567689"/>
                </a:lnTo>
                <a:lnTo>
                  <a:pt x="175171" y="567689"/>
                </a:lnTo>
                <a:lnTo>
                  <a:pt x="173316" y="569544"/>
                </a:lnTo>
                <a:lnTo>
                  <a:pt x="191274" y="569544"/>
                </a:lnTo>
                <a:lnTo>
                  <a:pt x="186779" y="574039"/>
                </a:lnTo>
                <a:lnTo>
                  <a:pt x="171450" y="574039"/>
                </a:lnTo>
                <a:lnTo>
                  <a:pt x="171450" y="580389"/>
                </a:lnTo>
                <a:close/>
              </a:path>
              <a:path w="751839" h="2097404">
                <a:moveTo>
                  <a:pt x="191274" y="569544"/>
                </a:moveTo>
                <a:lnTo>
                  <a:pt x="173316" y="569544"/>
                </a:lnTo>
                <a:lnTo>
                  <a:pt x="177800" y="567689"/>
                </a:lnTo>
                <a:lnTo>
                  <a:pt x="193129" y="567689"/>
                </a:lnTo>
                <a:lnTo>
                  <a:pt x="191274" y="569544"/>
                </a:lnTo>
                <a:close/>
              </a:path>
              <a:path w="751839" h="2097404">
                <a:moveTo>
                  <a:pt x="10845" y="578523"/>
                </a:moveTo>
                <a:lnTo>
                  <a:pt x="12700" y="574039"/>
                </a:lnTo>
                <a:lnTo>
                  <a:pt x="12699" y="576668"/>
                </a:lnTo>
                <a:lnTo>
                  <a:pt x="10845" y="578523"/>
                </a:lnTo>
                <a:close/>
              </a:path>
              <a:path w="751839" h="2097404">
                <a:moveTo>
                  <a:pt x="12700" y="576668"/>
                </a:moveTo>
                <a:lnTo>
                  <a:pt x="12700" y="574039"/>
                </a:lnTo>
                <a:lnTo>
                  <a:pt x="15328" y="574039"/>
                </a:lnTo>
                <a:lnTo>
                  <a:pt x="12700" y="576668"/>
                </a:lnTo>
                <a:close/>
              </a:path>
              <a:path w="751839" h="2097404">
                <a:moveTo>
                  <a:pt x="184150" y="2091054"/>
                </a:moveTo>
                <a:lnTo>
                  <a:pt x="171450" y="2091054"/>
                </a:lnTo>
                <a:lnTo>
                  <a:pt x="171450" y="574039"/>
                </a:lnTo>
                <a:lnTo>
                  <a:pt x="184150" y="574039"/>
                </a:lnTo>
                <a:lnTo>
                  <a:pt x="184150" y="576668"/>
                </a:lnTo>
                <a:lnTo>
                  <a:pt x="180428" y="580389"/>
                </a:lnTo>
                <a:lnTo>
                  <a:pt x="184150" y="580389"/>
                </a:lnTo>
                <a:lnTo>
                  <a:pt x="184150" y="2075726"/>
                </a:lnTo>
                <a:lnTo>
                  <a:pt x="173316" y="2086559"/>
                </a:lnTo>
                <a:lnTo>
                  <a:pt x="184150" y="2086559"/>
                </a:lnTo>
                <a:lnTo>
                  <a:pt x="184150" y="2091054"/>
                </a:lnTo>
                <a:close/>
              </a:path>
              <a:path w="751839" h="2097404">
                <a:moveTo>
                  <a:pt x="184150" y="576668"/>
                </a:moveTo>
                <a:lnTo>
                  <a:pt x="184150" y="574039"/>
                </a:lnTo>
                <a:lnTo>
                  <a:pt x="186779" y="574039"/>
                </a:lnTo>
                <a:lnTo>
                  <a:pt x="184150" y="576668"/>
                </a:lnTo>
                <a:close/>
              </a:path>
              <a:path w="751839" h="2097404">
                <a:moveTo>
                  <a:pt x="12700" y="578523"/>
                </a:moveTo>
                <a:lnTo>
                  <a:pt x="10845" y="578523"/>
                </a:lnTo>
                <a:lnTo>
                  <a:pt x="12700" y="576668"/>
                </a:lnTo>
                <a:lnTo>
                  <a:pt x="12700" y="578523"/>
                </a:lnTo>
                <a:close/>
              </a:path>
              <a:path w="751839" h="2097404">
                <a:moveTo>
                  <a:pt x="184150" y="580389"/>
                </a:moveTo>
                <a:lnTo>
                  <a:pt x="180428" y="580389"/>
                </a:lnTo>
                <a:lnTo>
                  <a:pt x="184150" y="576668"/>
                </a:lnTo>
                <a:lnTo>
                  <a:pt x="184150" y="580389"/>
                </a:lnTo>
                <a:close/>
              </a:path>
              <a:path w="751839" h="2097404">
                <a:moveTo>
                  <a:pt x="739139" y="1523364"/>
                </a:moveTo>
                <a:lnTo>
                  <a:pt x="739139" y="1520736"/>
                </a:lnTo>
                <a:lnTo>
                  <a:pt x="740994" y="1518881"/>
                </a:lnTo>
                <a:lnTo>
                  <a:pt x="739139" y="1523364"/>
                </a:lnTo>
                <a:close/>
              </a:path>
              <a:path w="751839" h="2097404">
                <a:moveTo>
                  <a:pt x="751839" y="1523364"/>
                </a:moveTo>
                <a:lnTo>
                  <a:pt x="739139" y="1523364"/>
                </a:lnTo>
                <a:lnTo>
                  <a:pt x="740994" y="1518881"/>
                </a:lnTo>
                <a:lnTo>
                  <a:pt x="751839" y="1518881"/>
                </a:lnTo>
                <a:lnTo>
                  <a:pt x="751839" y="1523364"/>
                </a:lnTo>
                <a:close/>
              </a:path>
              <a:path w="751839" h="2097404">
                <a:moveTo>
                  <a:pt x="186778" y="2091054"/>
                </a:moveTo>
                <a:lnTo>
                  <a:pt x="184150" y="2091054"/>
                </a:lnTo>
                <a:lnTo>
                  <a:pt x="184150" y="2075726"/>
                </a:lnTo>
                <a:lnTo>
                  <a:pt x="739139" y="1520736"/>
                </a:lnTo>
                <a:lnTo>
                  <a:pt x="739139" y="1523364"/>
                </a:lnTo>
                <a:lnTo>
                  <a:pt x="751839" y="1523364"/>
                </a:lnTo>
                <a:lnTo>
                  <a:pt x="751839" y="1525993"/>
                </a:lnTo>
                <a:lnTo>
                  <a:pt x="186778" y="2091054"/>
                </a:lnTo>
                <a:close/>
              </a:path>
              <a:path w="751839" h="2097404">
                <a:moveTo>
                  <a:pt x="173316" y="2086559"/>
                </a:moveTo>
                <a:lnTo>
                  <a:pt x="184150" y="2075726"/>
                </a:lnTo>
                <a:lnTo>
                  <a:pt x="184150" y="2084704"/>
                </a:lnTo>
                <a:lnTo>
                  <a:pt x="177800" y="2084704"/>
                </a:lnTo>
                <a:lnTo>
                  <a:pt x="173316" y="2086559"/>
                </a:lnTo>
                <a:close/>
              </a:path>
              <a:path w="751839" h="2097404">
                <a:moveTo>
                  <a:pt x="12700" y="2091054"/>
                </a:moveTo>
                <a:lnTo>
                  <a:pt x="6350" y="2084704"/>
                </a:lnTo>
                <a:lnTo>
                  <a:pt x="12700" y="2084704"/>
                </a:lnTo>
                <a:lnTo>
                  <a:pt x="12700" y="2091054"/>
                </a:lnTo>
                <a:close/>
              </a:path>
              <a:path w="751839" h="2097404">
                <a:moveTo>
                  <a:pt x="171450" y="2091054"/>
                </a:moveTo>
                <a:lnTo>
                  <a:pt x="12700" y="2091054"/>
                </a:lnTo>
                <a:lnTo>
                  <a:pt x="12700" y="2084704"/>
                </a:lnTo>
                <a:lnTo>
                  <a:pt x="171450" y="2084704"/>
                </a:lnTo>
                <a:lnTo>
                  <a:pt x="171450" y="2091054"/>
                </a:lnTo>
                <a:close/>
              </a:path>
              <a:path w="751839" h="2097404">
                <a:moveTo>
                  <a:pt x="184150" y="2086559"/>
                </a:moveTo>
                <a:lnTo>
                  <a:pt x="173316" y="2086559"/>
                </a:lnTo>
                <a:lnTo>
                  <a:pt x="177800" y="2084704"/>
                </a:lnTo>
                <a:lnTo>
                  <a:pt x="184150" y="2084704"/>
                </a:lnTo>
                <a:lnTo>
                  <a:pt x="184150" y="2086559"/>
                </a:lnTo>
                <a:close/>
              </a:path>
            </a:pathLst>
          </a:custGeom>
          <a:solidFill>
            <a:srgbClr val="90898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19188" y="4157471"/>
            <a:ext cx="271780" cy="1618615"/>
          </a:xfrm>
          <a:custGeom>
            <a:avLst/>
            <a:gdLst/>
            <a:ahLst/>
            <a:cxnLst/>
            <a:rect l="l" t="t" r="r" b="b"/>
            <a:pathLst>
              <a:path w="271779" h="1618614">
                <a:moveTo>
                  <a:pt x="0" y="0"/>
                </a:moveTo>
                <a:lnTo>
                  <a:pt x="271272" y="0"/>
                </a:lnTo>
                <a:lnTo>
                  <a:pt x="271272" y="1618488"/>
                </a:lnTo>
                <a:lnTo>
                  <a:pt x="0" y="1618488"/>
                </a:lnTo>
                <a:lnTo>
                  <a:pt x="0" y="0"/>
                </a:lnTo>
                <a:close/>
              </a:path>
            </a:pathLst>
          </a:custGeom>
          <a:solidFill>
            <a:srgbClr val="6347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487411" y="3688079"/>
            <a:ext cx="473964" cy="209092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216140" y="3688079"/>
            <a:ext cx="745235" cy="47243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12330" y="3684270"/>
            <a:ext cx="751840" cy="2097405"/>
          </a:xfrm>
          <a:custGeom>
            <a:avLst/>
            <a:gdLst/>
            <a:ahLst/>
            <a:cxnLst/>
            <a:rect l="l" t="t" r="r" b="b"/>
            <a:pathLst>
              <a:path w="751840" h="2097404">
                <a:moveTo>
                  <a:pt x="281393" y="2097404"/>
                </a:moveTo>
                <a:lnTo>
                  <a:pt x="0" y="2097404"/>
                </a:lnTo>
                <a:lnTo>
                  <a:pt x="0" y="470446"/>
                </a:lnTo>
                <a:lnTo>
                  <a:pt x="470446" y="0"/>
                </a:lnTo>
                <a:lnTo>
                  <a:pt x="751840" y="0"/>
                </a:lnTo>
                <a:lnTo>
                  <a:pt x="751840" y="1854"/>
                </a:lnTo>
                <a:lnTo>
                  <a:pt x="740994" y="1854"/>
                </a:lnTo>
                <a:lnTo>
                  <a:pt x="732002" y="10845"/>
                </a:lnTo>
                <a:lnTo>
                  <a:pt x="477558" y="10845"/>
                </a:lnTo>
                <a:lnTo>
                  <a:pt x="473075" y="12700"/>
                </a:lnTo>
                <a:lnTo>
                  <a:pt x="475703" y="12700"/>
                </a:lnTo>
                <a:lnTo>
                  <a:pt x="21678" y="466725"/>
                </a:lnTo>
                <a:lnTo>
                  <a:pt x="6350" y="466725"/>
                </a:lnTo>
                <a:lnTo>
                  <a:pt x="6350" y="479425"/>
                </a:lnTo>
                <a:lnTo>
                  <a:pt x="12700" y="479425"/>
                </a:lnTo>
                <a:lnTo>
                  <a:pt x="12700" y="2084704"/>
                </a:lnTo>
                <a:lnTo>
                  <a:pt x="6350" y="2084704"/>
                </a:lnTo>
                <a:lnTo>
                  <a:pt x="12700" y="2091054"/>
                </a:lnTo>
                <a:lnTo>
                  <a:pt x="287743" y="2091054"/>
                </a:lnTo>
                <a:lnTo>
                  <a:pt x="281393" y="2097404"/>
                </a:lnTo>
                <a:close/>
              </a:path>
              <a:path w="751840" h="2097404">
                <a:moveTo>
                  <a:pt x="274281" y="468579"/>
                </a:moveTo>
                <a:lnTo>
                  <a:pt x="740994" y="1854"/>
                </a:lnTo>
                <a:lnTo>
                  <a:pt x="745483" y="6350"/>
                </a:lnTo>
                <a:lnTo>
                  <a:pt x="739140" y="6350"/>
                </a:lnTo>
                <a:lnTo>
                  <a:pt x="739140" y="21678"/>
                </a:lnTo>
                <a:lnTo>
                  <a:pt x="294093" y="466725"/>
                </a:lnTo>
                <a:lnTo>
                  <a:pt x="278765" y="466725"/>
                </a:lnTo>
                <a:lnTo>
                  <a:pt x="274281" y="468579"/>
                </a:lnTo>
                <a:close/>
              </a:path>
              <a:path w="751840" h="2097404">
                <a:moveTo>
                  <a:pt x="739140" y="1621701"/>
                </a:moveTo>
                <a:lnTo>
                  <a:pt x="739140" y="21678"/>
                </a:lnTo>
                <a:lnTo>
                  <a:pt x="749973" y="10845"/>
                </a:lnTo>
                <a:lnTo>
                  <a:pt x="740994" y="1854"/>
                </a:lnTo>
                <a:lnTo>
                  <a:pt x="751840" y="1854"/>
                </a:lnTo>
                <a:lnTo>
                  <a:pt x="751840" y="1619846"/>
                </a:lnTo>
                <a:lnTo>
                  <a:pt x="740994" y="1619846"/>
                </a:lnTo>
                <a:lnTo>
                  <a:pt x="739140" y="1621701"/>
                </a:lnTo>
                <a:close/>
              </a:path>
              <a:path w="751840" h="2097404">
                <a:moveTo>
                  <a:pt x="739140" y="21678"/>
                </a:moveTo>
                <a:lnTo>
                  <a:pt x="739140" y="6350"/>
                </a:lnTo>
                <a:lnTo>
                  <a:pt x="745490" y="12700"/>
                </a:lnTo>
                <a:lnTo>
                  <a:pt x="748118" y="12700"/>
                </a:lnTo>
                <a:lnTo>
                  <a:pt x="739140" y="21678"/>
                </a:lnTo>
                <a:close/>
              </a:path>
              <a:path w="751840" h="2097404">
                <a:moveTo>
                  <a:pt x="748118" y="12700"/>
                </a:moveTo>
                <a:lnTo>
                  <a:pt x="745490" y="12700"/>
                </a:lnTo>
                <a:lnTo>
                  <a:pt x="739140" y="6350"/>
                </a:lnTo>
                <a:lnTo>
                  <a:pt x="745483" y="6350"/>
                </a:lnTo>
                <a:lnTo>
                  <a:pt x="749973" y="10845"/>
                </a:lnTo>
                <a:lnTo>
                  <a:pt x="748118" y="12700"/>
                </a:lnTo>
                <a:close/>
              </a:path>
              <a:path w="751840" h="2097404">
                <a:moveTo>
                  <a:pt x="475703" y="12700"/>
                </a:moveTo>
                <a:lnTo>
                  <a:pt x="473075" y="12700"/>
                </a:lnTo>
                <a:lnTo>
                  <a:pt x="477558" y="10845"/>
                </a:lnTo>
                <a:lnTo>
                  <a:pt x="475703" y="12700"/>
                </a:lnTo>
                <a:close/>
              </a:path>
              <a:path w="751840" h="2097404">
                <a:moveTo>
                  <a:pt x="730148" y="12700"/>
                </a:moveTo>
                <a:lnTo>
                  <a:pt x="475703" y="12700"/>
                </a:lnTo>
                <a:lnTo>
                  <a:pt x="477558" y="10845"/>
                </a:lnTo>
                <a:lnTo>
                  <a:pt x="732002" y="10845"/>
                </a:lnTo>
                <a:lnTo>
                  <a:pt x="730148" y="12700"/>
                </a:lnTo>
                <a:close/>
              </a:path>
              <a:path w="751840" h="2097404">
                <a:moveTo>
                  <a:pt x="12700" y="479425"/>
                </a:moveTo>
                <a:lnTo>
                  <a:pt x="6350" y="479425"/>
                </a:lnTo>
                <a:lnTo>
                  <a:pt x="6350" y="466725"/>
                </a:lnTo>
                <a:lnTo>
                  <a:pt x="21678" y="466725"/>
                </a:lnTo>
                <a:lnTo>
                  <a:pt x="15328" y="473075"/>
                </a:lnTo>
                <a:lnTo>
                  <a:pt x="12700" y="473075"/>
                </a:lnTo>
                <a:lnTo>
                  <a:pt x="10845" y="477558"/>
                </a:lnTo>
                <a:lnTo>
                  <a:pt x="12700" y="477558"/>
                </a:lnTo>
                <a:lnTo>
                  <a:pt x="12700" y="479425"/>
                </a:lnTo>
                <a:close/>
              </a:path>
              <a:path w="751840" h="2097404">
                <a:moveTo>
                  <a:pt x="272415" y="479425"/>
                </a:moveTo>
                <a:lnTo>
                  <a:pt x="12700" y="479425"/>
                </a:lnTo>
                <a:lnTo>
                  <a:pt x="12700" y="475703"/>
                </a:lnTo>
                <a:lnTo>
                  <a:pt x="21678" y="466725"/>
                </a:lnTo>
                <a:lnTo>
                  <a:pt x="276136" y="466725"/>
                </a:lnTo>
                <a:lnTo>
                  <a:pt x="274281" y="468579"/>
                </a:lnTo>
                <a:lnTo>
                  <a:pt x="292239" y="468579"/>
                </a:lnTo>
                <a:lnTo>
                  <a:pt x="287743" y="473075"/>
                </a:lnTo>
                <a:lnTo>
                  <a:pt x="272415" y="473075"/>
                </a:lnTo>
                <a:lnTo>
                  <a:pt x="272415" y="479425"/>
                </a:lnTo>
                <a:close/>
              </a:path>
              <a:path w="751840" h="2097404">
                <a:moveTo>
                  <a:pt x="292239" y="468579"/>
                </a:moveTo>
                <a:lnTo>
                  <a:pt x="274281" y="468579"/>
                </a:lnTo>
                <a:lnTo>
                  <a:pt x="278765" y="466725"/>
                </a:lnTo>
                <a:lnTo>
                  <a:pt x="294093" y="466725"/>
                </a:lnTo>
                <a:lnTo>
                  <a:pt x="292239" y="468579"/>
                </a:lnTo>
                <a:close/>
              </a:path>
              <a:path w="751840" h="2097404">
                <a:moveTo>
                  <a:pt x="10845" y="477558"/>
                </a:moveTo>
                <a:lnTo>
                  <a:pt x="12700" y="473075"/>
                </a:lnTo>
                <a:lnTo>
                  <a:pt x="12700" y="475703"/>
                </a:lnTo>
                <a:lnTo>
                  <a:pt x="10845" y="477558"/>
                </a:lnTo>
                <a:close/>
              </a:path>
              <a:path w="751840" h="2097404">
                <a:moveTo>
                  <a:pt x="12700" y="475703"/>
                </a:moveTo>
                <a:lnTo>
                  <a:pt x="12700" y="473075"/>
                </a:lnTo>
                <a:lnTo>
                  <a:pt x="15328" y="473075"/>
                </a:lnTo>
                <a:lnTo>
                  <a:pt x="12700" y="475703"/>
                </a:lnTo>
                <a:close/>
              </a:path>
              <a:path w="751840" h="2097404">
                <a:moveTo>
                  <a:pt x="285115" y="2091054"/>
                </a:moveTo>
                <a:lnTo>
                  <a:pt x="272415" y="2091054"/>
                </a:lnTo>
                <a:lnTo>
                  <a:pt x="272415" y="473075"/>
                </a:lnTo>
                <a:lnTo>
                  <a:pt x="285115" y="473075"/>
                </a:lnTo>
                <a:lnTo>
                  <a:pt x="285115" y="475703"/>
                </a:lnTo>
                <a:lnTo>
                  <a:pt x="281393" y="479425"/>
                </a:lnTo>
                <a:lnTo>
                  <a:pt x="285115" y="479425"/>
                </a:lnTo>
                <a:lnTo>
                  <a:pt x="285115" y="2075726"/>
                </a:lnTo>
                <a:lnTo>
                  <a:pt x="274281" y="2086559"/>
                </a:lnTo>
                <a:lnTo>
                  <a:pt x="285115" y="2086559"/>
                </a:lnTo>
                <a:lnTo>
                  <a:pt x="285115" y="2091054"/>
                </a:lnTo>
                <a:close/>
              </a:path>
              <a:path w="751840" h="2097404">
                <a:moveTo>
                  <a:pt x="285115" y="475703"/>
                </a:moveTo>
                <a:lnTo>
                  <a:pt x="285115" y="473075"/>
                </a:lnTo>
                <a:lnTo>
                  <a:pt x="287743" y="473075"/>
                </a:lnTo>
                <a:lnTo>
                  <a:pt x="285115" y="475703"/>
                </a:lnTo>
                <a:close/>
              </a:path>
              <a:path w="751840" h="2097404">
                <a:moveTo>
                  <a:pt x="12700" y="477558"/>
                </a:moveTo>
                <a:lnTo>
                  <a:pt x="10845" y="477558"/>
                </a:lnTo>
                <a:lnTo>
                  <a:pt x="12700" y="475703"/>
                </a:lnTo>
                <a:lnTo>
                  <a:pt x="12700" y="477558"/>
                </a:lnTo>
                <a:close/>
              </a:path>
              <a:path w="751840" h="2097404">
                <a:moveTo>
                  <a:pt x="285115" y="479425"/>
                </a:moveTo>
                <a:lnTo>
                  <a:pt x="281393" y="479425"/>
                </a:lnTo>
                <a:lnTo>
                  <a:pt x="285115" y="475703"/>
                </a:lnTo>
                <a:lnTo>
                  <a:pt x="285115" y="479425"/>
                </a:lnTo>
                <a:close/>
              </a:path>
              <a:path w="751840" h="2097404">
                <a:moveTo>
                  <a:pt x="739140" y="1624329"/>
                </a:moveTo>
                <a:lnTo>
                  <a:pt x="739140" y="1621701"/>
                </a:lnTo>
                <a:lnTo>
                  <a:pt x="740994" y="1619846"/>
                </a:lnTo>
                <a:lnTo>
                  <a:pt x="739140" y="1624329"/>
                </a:lnTo>
                <a:close/>
              </a:path>
              <a:path w="751840" h="2097404">
                <a:moveTo>
                  <a:pt x="751840" y="1624329"/>
                </a:moveTo>
                <a:lnTo>
                  <a:pt x="739140" y="1624329"/>
                </a:lnTo>
                <a:lnTo>
                  <a:pt x="740994" y="1619846"/>
                </a:lnTo>
                <a:lnTo>
                  <a:pt x="751840" y="1619846"/>
                </a:lnTo>
                <a:lnTo>
                  <a:pt x="751840" y="1624329"/>
                </a:lnTo>
                <a:close/>
              </a:path>
              <a:path w="751840" h="2097404">
                <a:moveTo>
                  <a:pt x="287743" y="2091054"/>
                </a:moveTo>
                <a:lnTo>
                  <a:pt x="285115" y="2091054"/>
                </a:lnTo>
                <a:lnTo>
                  <a:pt x="285115" y="2075726"/>
                </a:lnTo>
                <a:lnTo>
                  <a:pt x="739140" y="1621701"/>
                </a:lnTo>
                <a:lnTo>
                  <a:pt x="739140" y="1624329"/>
                </a:lnTo>
                <a:lnTo>
                  <a:pt x="751840" y="1624329"/>
                </a:lnTo>
                <a:lnTo>
                  <a:pt x="751840" y="1626958"/>
                </a:lnTo>
                <a:lnTo>
                  <a:pt x="287743" y="2091054"/>
                </a:lnTo>
                <a:close/>
              </a:path>
              <a:path w="751840" h="2097404">
                <a:moveTo>
                  <a:pt x="274281" y="2086559"/>
                </a:moveTo>
                <a:lnTo>
                  <a:pt x="285115" y="2075726"/>
                </a:lnTo>
                <a:lnTo>
                  <a:pt x="285115" y="2084704"/>
                </a:lnTo>
                <a:lnTo>
                  <a:pt x="278765" y="2084704"/>
                </a:lnTo>
                <a:lnTo>
                  <a:pt x="274281" y="2086559"/>
                </a:lnTo>
                <a:close/>
              </a:path>
              <a:path w="751840" h="2097404">
                <a:moveTo>
                  <a:pt x="12700" y="2091054"/>
                </a:moveTo>
                <a:lnTo>
                  <a:pt x="6350" y="2084704"/>
                </a:lnTo>
                <a:lnTo>
                  <a:pt x="12700" y="2084704"/>
                </a:lnTo>
                <a:lnTo>
                  <a:pt x="12700" y="2091054"/>
                </a:lnTo>
                <a:close/>
              </a:path>
              <a:path w="751840" h="2097404">
                <a:moveTo>
                  <a:pt x="272415" y="2091054"/>
                </a:moveTo>
                <a:lnTo>
                  <a:pt x="12700" y="2091054"/>
                </a:lnTo>
                <a:lnTo>
                  <a:pt x="12700" y="2084704"/>
                </a:lnTo>
                <a:lnTo>
                  <a:pt x="272415" y="2084704"/>
                </a:lnTo>
                <a:lnTo>
                  <a:pt x="272415" y="2091054"/>
                </a:lnTo>
                <a:close/>
              </a:path>
              <a:path w="751840" h="2097404">
                <a:moveTo>
                  <a:pt x="285115" y="2086559"/>
                </a:moveTo>
                <a:lnTo>
                  <a:pt x="274281" y="2086559"/>
                </a:lnTo>
                <a:lnTo>
                  <a:pt x="278765" y="2084704"/>
                </a:lnTo>
                <a:lnTo>
                  <a:pt x="285115" y="2084704"/>
                </a:lnTo>
                <a:lnTo>
                  <a:pt x="285115" y="2086559"/>
                </a:lnTo>
                <a:close/>
              </a:path>
            </a:pathLst>
          </a:custGeom>
          <a:solidFill>
            <a:srgbClr val="5C42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437382" y="4344923"/>
            <a:ext cx="0" cy="1431290"/>
          </a:xfrm>
          <a:custGeom>
            <a:avLst/>
            <a:gdLst/>
            <a:ahLst/>
            <a:cxnLst/>
            <a:rect l="l" t="t" r="r" b="b"/>
            <a:pathLst>
              <a:path w="0" h="1431289">
                <a:moveTo>
                  <a:pt x="0" y="0"/>
                </a:moveTo>
                <a:lnTo>
                  <a:pt x="0" y="1431036"/>
                </a:lnTo>
              </a:path>
            </a:pathLst>
          </a:custGeom>
          <a:ln w="83820">
            <a:solidFill>
              <a:srgbClr val="F6C98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476244" y="3688079"/>
            <a:ext cx="661415" cy="209092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392423" y="3688079"/>
            <a:ext cx="745236" cy="65989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388359" y="3684270"/>
            <a:ext cx="751840" cy="2097405"/>
          </a:xfrm>
          <a:custGeom>
            <a:avLst/>
            <a:gdLst/>
            <a:ahLst/>
            <a:cxnLst/>
            <a:rect l="l" t="t" r="r" b="b"/>
            <a:pathLst>
              <a:path w="751839" h="2097404">
                <a:moveTo>
                  <a:pt x="93446" y="2097404"/>
                </a:moveTo>
                <a:lnTo>
                  <a:pt x="0" y="2097404"/>
                </a:lnTo>
                <a:lnTo>
                  <a:pt x="0" y="658393"/>
                </a:lnTo>
                <a:lnTo>
                  <a:pt x="658393" y="0"/>
                </a:lnTo>
                <a:lnTo>
                  <a:pt x="751839" y="0"/>
                </a:lnTo>
                <a:lnTo>
                  <a:pt x="751839" y="1854"/>
                </a:lnTo>
                <a:lnTo>
                  <a:pt x="740994" y="1854"/>
                </a:lnTo>
                <a:lnTo>
                  <a:pt x="732002" y="10845"/>
                </a:lnTo>
                <a:lnTo>
                  <a:pt x="665518" y="10845"/>
                </a:lnTo>
                <a:lnTo>
                  <a:pt x="661022" y="12700"/>
                </a:lnTo>
                <a:lnTo>
                  <a:pt x="663663" y="12700"/>
                </a:lnTo>
                <a:lnTo>
                  <a:pt x="21691" y="654672"/>
                </a:lnTo>
                <a:lnTo>
                  <a:pt x="6350" y="654672"/>
                </a:lnTo>
                <a:lnTo>
                  <a:pt x="6350" y="667372"/>
                </a:lnTo>
                <a:lnTo>
                  <a:pt x="12700" y="667372"/>
                </a:lnTo>
                <a:lnTo>
                  <a:pt x="12700" y="2084704"/>
                </a:lnTo>
                <a:lnTo>
                  <a:pt x="6350" y="2084704"/>
                </a:lnTo>
                <a:lnTo>
                  <a:pt x="12700" y="2091054"/>
                </a:lnTo>
                <a:lnTo>
                  <a:pt x="99796" y="2091054"/>
                </a:lnTo>
                <a:lnTo>
                  <a:pt x="93446" y="2097404"/>
                </a:lnTo>
                <a:close/>
              </a:path>
              <a:path w="751839" h="2097404">
                <a:moveTo>
                  <a:pt x="86321" y="656539"/>
                </a:moveTo>
                <a:lnTo>
                  <a:pt x="740994" y="1854"/>
                </a:lnTo>
                <a:lnTo>
                  <a:pt x="745490" y="6350"/>
                </a:lnTo>
                <a:lnTo>
                  <a:pt x="739139" y="6350"/>
                </a:lnTo>
                <a:lnTo>
                  <a:pt x="739139" y="21691"/>
                </a:lnTo>
                <a:lnTo>
                  <a:pt x="106146" y="654672"/>
                </a:lnTo>
                <a:lnTo>
                  <a:pt x="90817" y="654672"/>
                </a:lnTo>
                <a:lnTo>
                  <a:pt x="86321" y="656539"/>
                </a:lnTo>
                <a:close/>
              </a:path>
              <a:path w="751839" h="2097404">
                <a:moveTo>
                  <a:pt x="739139" y="1433741"/>
                </a:moveTo>
                <a:lnTo>
                  <a:pt x="739139" y="21691"/>
                </a:lnTo>
                <a:lnTo>
                  <a:pt x="749985" y="10845"/>
                </a:lnTo>
                <a:lnTo>
                  <a:pt x="740994" y="1854"/>
                </a:lnTo>
                <a:lnTo>
                  <a:pt x="751839" y="1854"/>
                </a:lnTo>
                <a:lnTo>
                  <a:pt x="751839" y="1431886"/>
                </a:lnTo>
                <a:lnTo>
                  <a:pt x="740994" y="1431886"/>
                </a:lnTo>
                <a:lnTo>
                  <a:pt x="739139" y="1433741"/>
                </a:lnTo>
                <a:close/>
              </a:path>
              <a:path w="751839" h="2097404">
                <a:moveTo>
                  <a:pt x="739139" y="21691"/>
                </a:moveTo>
                <a:lnTo>
                  <a:pt x="739139" y="6350"/>
                </a:lnTo>
                <a:lnTo>
                  <a:pt x="745489" y="12700"/>
                </a:lnTo>
                <a:lnTo>
                  <a:pt x="748131" y="12700"/>
                </a:lnTo>
                <a:lnTo>
                  <a:pt x="739139" y="21691"/>
                </a:lnTo>
                <a:close/>
              </a:path>
              <a:path w="751839" h="2097404">
                <a:moveTo>
                  <a:pt x="748131" y="12700"/>
                </a:moveTo>
                <a:lnTo>
                  <a:pt x="745489" y="12700"/>
                </a:lnTo>
                <a:lnTo>
                  <a:pt x="739139" y="6350"/>
                </a:lnTo>
                <a:lnTo>
                  <a:pt x="745490" y="6350"/>
                </a:lnTo>
                <a:lnTo>
                  <a:pt x="749985" y="10845"/>
                </a:lnTo>
                <a:lnTo>
                  <a:pt x="748131" y="12700"/>
                </a:lnTo>
                <a:close/>
              </a:path>
              <a:path w="751839" h="2097404">
                <a:moveTo>
                  <a:pt x="663663" y="12700"/>
                </a:moveTo>
                <a:lnTo>
                  <a:pt x="661022" y="12700"/>
                </a:lnTo>
                <a:lnTo>
                  <a:pt x="665518" y="10845"/>
                </a:lnTo>
                <a:lnTo>
                  <a:pt x="663663" y="12700"/>
                </a:lnTo>
                <a:close/>
              </a:path>
              <a:path w="751839" h="2097404">
                <a:moveTo>
                  <a:pt x="730148" y="12700"/>
                </a:moveTo>
                <a:lnTo>
                  <a:pt x="663663" y="12700"/>
                </a:lnTo>
                <a:lnTo>
                  <a:pt x="665518" y="10845"/>
                </a:lnTo>
                <a:lnTo>
                  <a:pt x="732002" y="10845"/>
                </a:lnTo>
                <a:lnTo>
                  <a:pt x="730148" y="12700"/>
                </a:lnTo>
                <a:close/>
              </a:path>
              <a:path w="751839" h="2097404">
                <a:moveTo>
                  <a:pt x="12700" y="667372"/>
                </a:moveTo>
                <a:lnTo>
                  <a:pt x="6350" y="667372"/>
                </a:lnTo>
                <a:lnTo>
                  <a:pt x="6350" y="654672"/>
                </a:lnTo>
                <a:lnTo>
                  <a:pt x="21691" y="654672"/>
                </a:lnTo>
                <a:lnTo>
                  <a:pt x="15341" y="661022"/>
                </a:lnTo>
                <a:lnTo>
                  <a:pt x="12700" y="661022"/>
                </a:lnTo>
                <a:lnTo>
                  <a:pt x="10845" y="665518"/>
                </a:lnTo>
                <a:lnTo>
                  <a:pt x="12700" y="665518"/>
                </a:lnTo>
                <a:lnTo>
                  <a:pt x="12700" y="667372"/>
                </a:lnTo>
                <a:close/>
              </a:path>
              <a:path w="751839" h="2097404">
                <a:moveTo>
                  <a:pt x="84467" y="667372"/>
                </a:moveTo>
                <a:lnTo>
                  <a:pt x="12700" y="667372"/>
                </a:lnTo>
                <a:lnTo>
                  <a:pt x="12712" y="663651"/>
                </a:lnTo>
                <a:lnTo>
                  <a:pt x="21691" y="654672"/>
                </a:lnTo>
                <a:lnTo>
                  <a:pt x="88188" y="654672"/>
                </a:lnTo>
                <a:lnTo>
                  <a:pt x="86321" y="656539"/>
                </a:lnTo>
                <a:lnTo>
                  <a:pt x="104279" y="656539"/>
                </a:lnTo>
                <a:lnTo>
                  <a:pt x="99796" y="661022"/>
                </a:lnTo>
                <a:lnTo>
                  <a:pt x="84467" y="661022"/>
                </a:lnTo>
                <a:lnTo>
                  <a:pt x="84467" y="667372"/>
                </a:lnTo>
                <a:close/>
              </a:path>
              <a:path w="751839" h="2097404">
                <a:moveTo>
                  <a:pt x="104279" y="656539"/>
                </a:moveTo>
                <a:lnTo>
                  <a:pt x="86321" y="656539"/>
                </a:lnTo>
                <a:lnTo>
                  <a:pt x="90817" y="654672"/>
                </a:lnTo>
                <a:lnTo>
                  <a:pt x="106146" y="654672"/>
                </a:lnTo>
                <a:lnTo>
                  <a:pt x="104279" y="656539"/>
                </a:lnTo>
                <a:close/>
              </a:path>
              <a:path w="751839" h="2097404">
                <a:moveTo>
                  <a:pt x="10845" y="665518"/>
                </a:moveTo>
                <a:lnTo>
                  <a:pt x="12700" y="661022"/>
                </a:lnTo>
                <a:lnTo>
                  <a:pt x="12700" y="663663"/>
                </a:lnTo>
                <a:lnTo>
                  <a:pt x="10845" y="665518"/>
                </a:lnTo>
                <a:close/>
              </a:path>
              <a:path w="751839" h="2097404">
                <a:moveTo>
                  <a:pt x="12700" y="663663"/>
                </a:moveTo>
                <a:lnTo>
                  <a:pt x="12700" y="661022"/>
                </a:lnTo>
                <a:lnTo>
                  <a:pt x="15341" y="661022"/>
                </a:lnTo>
                <a:lnTo>
                  <a:pt x="12700" y="663663"/>
                </a:lnTo>
                <a:close/>
              </a:path>
              <a:path w="751839" h="2097404">
                <a:moveTo>
                  <a:pt x="97167" y="2091054"/>
                </a:moveTo>
                <a:lnTo>
                  <a:pt x="84467" y="2091054"/>
                </a:lnTo>
                <a:lnTo>
                  <a:pt x="84467" y="661022"/>
                </a:lnTo>
                <a:lnTo>
                  <a:pt x="97167" y="661022"/>
                </a:lnTo>
                <a:lnTo>
                  <a:pt x="97155" y="663663"/>
                </a:lnTo>
                <a:lnTo>
                  <a:pt x="93446" y="667372"/>
                </a:lnTo>
                <a:lnTo>
                  <a:pt x="97167" y="667372"/>
                </a:lnTo>
                <a:lnTo>
                  <a:pt x="97167" y="2075713"/>
                </a:lnTo>
                <a:lnTo>
                  <a:pt x="86321" y="2086559"/>
                </a:lnTo>
                <a:lnTo>
                  <a:pt x="97167" y="2086559"/>
                </a:lnTo>
                <a:lnTo>
                  <a:pt x="97167" y="2091054"/>
                </a:lnTo>
                <a:close/>
              </a:path>
              <a:path w="751839" h="2097404">
                <a:moveTo>
                  <a:pt x="97167" y="663651"/>
                </a:moveTo>
                <a:lnTo>
                  <a:pt x="97167" y="661022"/>
                </a:lnTo>
                <a:lnTo>
                  <a:pt x="99796" y="661022"/>
                </a:lnTo>
                <a:lnTo>
                  <a:pt x="97167" y="663651"/>
                </a:lnTo>
                <a:close/>
              </a:path>
              <a:path w="751839" h="2097404">
                <a:moveTo>
                  <a:pt x="97167" y="667372"/>
                </a:moveTo>
                <a:lnTo>
                  <a:pt x="93446" y="667372"/>
                </a:lnTo>
                <a:lnTo>
                  <a:pt x="97167" y="663651"/>
                </a:lnTo>
                <a:lnTo>
                  <a:pt x="97167" y="667372"/>
                </a:lnTo>
                <a:close/>
              </a:path>
              <a:path w="751839" h="2097404">
                <a:moveTo>
                  <a:pt x="12700" y="665518"/>
                </a:moveTo>
                <a:lnTo>
                  <a:pt x="10845" y="665518"/>
                </a:lnTo>
                <a:lnTo>
                  <a:pt x="12700" y="663663"/>
                </a:lnTo>
                <a:lnTo>
                  <a:pt x="12700" y="665518"/>
                </a:lnTo>
                <a:close/>
              </a:path>
              <a:path w="751839" h="2097404">
                <a:moveTo>
                  <a:pt x="739139" y="1436382"/>
                </a:moveTo>
                <a:lnTo>
                  <a:pt x="739139" y="1433741"/>
                </a:lnTo>
                <a:lnTo>
                  <a:pt x="740994" y="1431886"/>
                </a:lnTo>
                <a:lnTo>
                  <a:pt x="739139" y="1436382"/>
                </a:lnTo>
                <a:close/>
              </a:path>
              <a:path w="751839" h="2097404">
                <a:moveTo>
                  <a:pt x="751839" y="1436382"/>
                </a:moveTo>
                <a:lnTo>
                  <a:pt x="739139" y="1436382"/>
                </a:lnTo>
                <a:lnTo>
                  <a:pt x="740994" y="1431886"/>
                </a:lnTo>
                <a:lnTo>
                  <a:pt x="751839" y="1431886"/>
                </a:lnTo>
                <a:lnTo>
                  <a:pt x="751839" y="1436382"/>
                </a:lnTo>
                <a:close/>
              </a:path>
              <a:path w="751839" h="2097404">
                <a:moveTo>
                  <a:pt x="99796" y="2091054"/>
                </a:moveTo>
                <a:lnTo>
                  <a:pt x="97167" y="2091054"/>
                </a:lnTo>
                <a:lnTo>
                  <a:pt x="97167" y="2075713"/>
                </a:lnTo>
                <a:lnTo>
                  <a:pt x="739139" y="1433741"/>
                </a:lnTo>
                <a:lnTo>
                  <a:pt x="739139" y="1436382"/>
                </a:lnTo>
                <a:lnTo>
                  <a:pt x="751839" y="1436382"/>
                </a:lnTo>
                <a:lnTo>
                  <a:pt x="751839" y="1439011"/>
                </a:lnTo>
                <a:lnTo>
                  <a:pt x="99796" y="2091054"/>
                </a:lnTo>
                <a:close/>
              </a:path>
              <a:path w="751839" h="2097404">
                <a:moveTo>
                  <a:pt x="86321" y="2086559"/>
                </a:moveTo>
                <a:lnTo>
                  <a:pt x="97167" y="2075713"/>
                </a:lnTo>
                <a:lnTo>
                  <a:pt x="97167" y="2084704"/>
                </a:lnTo>
                <a:lnTo>
                  <a:pt x="90817" y="2084704"/>
                </a:lnTo>
                <a:lnTo>
                  <a:pt x="86321" y="2086559"/>
                </a:lnTo>
                <a:close/>
              </a:path>
              <a:path w="751839" h="2097404">
                <a:moveTo>
                  <a:pt x="12700" y="2091054"/>
                </a:moveTo>
                <a:lnTo>
                  <a:pt x="6350" y="2084704"/>
                </a:lnTo>
                <a:lnTo>
                  <a:pt x="12700" y="2084704"/>
                </a:lnTo>
                <a:lnTo>
                  <a:pt x="12700" y="2091054"/>
                </a:lnTo>
                <a:close/>
              </a:path>
              <a:path w="751839" h="2097404">
                <a:moveTo>
                  <a:pt x="84467" y="2091054"/>
                </a:moveTo>
                <a:lnTo>
                  <a:pt x="12700" y="2091054"/>
                </a:lnTo>
                <a:lnTo>
                  <a:pt x="12700" y="2084704"/>
                </a:lnTo>
                <a:lnTo>
                  <a:pt x="84467" y="2084704"/>
                </a:lnTo>
                <a:lnTo>
                  <a:pt x="84467" y="2091054"/>
                </a:lnTo>
                <a:close/>
              </a:path>
              <a:path w="751839" h="2097404">
                <a:moveTo>
                  <a:pt x="97167" y="2086559"/>
                </a:moveTo>
                <a:lnTo>
                  <a:pt x="86321" y="2086559"/>
                </a:lnTo>
                <a:lnTo>
                  <a:pt x="90817" y="2084704"/>
                </a:lnTo>
                <a:lnTo>
                  <a:pt x="97167" y="2084704"/>
                </a:lnTo>
                <a:lnTo>
                  <a:pt x="97167" y="2086559"/>
                </a:lnTo>
                <a:close/>
              </a:path>
            </a:pathLst>
          </a:custGeom>
          <a:solidFill>
            <a:srgbClr val="F8CE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209457" y="4746675"/>
            <a:ext cx="1279525" cy="129539"/>
          </a:xfrm>
          <a:custGeom>
            <a:avLst/>
            <a:gdLst/>
            <a:ahLst/>
            <a:cxnLst/>
            <a:rect l="l" t="t" r="r" b="b"/>
            <a:pathLst>
              <a:path w="1279525" h="129539">
                <a:moveTo>
                  <a:pt x="1275714" y="129438"/>
                </a:moveTo>
                <a:lnTo>
                  <a:pt x="0" y="57048"/>
                </a:lnTo>
                <a:lnTo>
                  <a:pt x="3225" y="0"/>
                </a:lnTo>
                <a:lnTo>
                  <a:pt x="1278940" y="72389"/>
                </a:lnTo>
                <a:lnTo>
                  <a:pt x="1275714" y="129438"/>
                </a:lnTo>
                <a:close/>
              </a:path>
            </a:pathLst>
          </a:custGeom>
          <a:solidFill>
            <a:srgbClr val="000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442140" y="4934635"/>
            <a:ext cx="1776730" cy="210820"/>
          </a:xfrm>
          <a:custGeom>
            <a:avLst/>
            <a:gdLst/>
            <a:ahLst/>
            <a:cxnLst/>
            <a:rect l="l" t="t" r="r" b="b"/>
            <a:pathLst>
              <a:path w="1776729" h="210820">
                <a:moveTo>
                  <a:pt x="1603680" y="153435"/>
                </a:moveTo>
                <a:lnTo>
                  <a:pt x="0" y="57048"/>
                </a:lnTo>
                <a:lnTo>
                  <a:pt x="3429" y="0"/>
                </a:lnTo>
                <a:lnTo>
                  <a:pt x="1607108" y="96399"/>
                </a:lnTo>
                <a:lnTo>
                  <a:pt x="1603680" y="153435"/>
                </a:lnTo>
                <a:close/>
              </a:path>
              <a:path w="1776729" h="210820">
                <a:moveTo>
                  <a:pt x="1727828" y="156006"/>
                </a:moveTo>
                <a:lnTo>
                  <a:pt x="1646466" y="156006"/>
                </a:lnTo>
                <a:lnTo>
                  <a:pt x="1649895" y="98971"/>
                </a:lnTo>
                <a:lnTo>
                  <a:pt x="1607108" y="96399"/>
                </a:lnTo>
                <a:lnTo>
                  <a:pt x="1610537" y="39344"/>
                </a:lnTo>
                <a:lnTo>
                  <a:pt x="1776539" y="135204"/>
                </a:lnTo>
                <a:lnTo>
                  <a:pt x="1727828" y="156006"/>
                </a:lnTo>
                <a:close/>
              </a:path>
              <a:path w="1776729" h="210820">
                <a:moveTo>
                  <a:pt x="1646466" y="156006"/>
                </a:moveTo>
                <a:lnTo>
                  <a:pt x="1603680" y="153435"/>
                </a:lnTo>
                <a:lnTo>
                  <a:pt x="1607108" y="96399"/>
                </a:lnTo>
                <a:lnTo>
                  <a:pt x="1649895" y="98971"/>
                </a:lnTo>
                <a:lnTo>
                  <a:pt x="1646466" y="156006"/>
                </a:lnTo>
                <a:close/>
              </a:path>
              <a:path w="1776729" h="210820">
                <a:moveTo>
                  <a:pt x="1600250" y="210489"/>
                </a:moveTo>
                <a:lnTo>
                  <a:pt x="1603680" y="153435"/>
                </a:lnTo>
                <a:lnTo>
                  <a:pt x="1646466" y="156006"/>
                </a:lnTo>
                <a:lnTo>
                  <a:pt x="1727828" y="156006"/>
                </a:lnTo>
                <a:lnTo>
                  <a:pt x="1600250" y="210489"/>
                </a:lnTo>
                <a:close/>
              </a:path>
            </a:pathLst>
          </a:custGeom>
          <a:solidFill>
            <a:srgbClr val="000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673386" y="4834318"/>
            <a:ext cx="1438910" cy="157480"/>
          </a:xfrm>
          <a:custGeom>
            <a:avLst/>
            <a:gdLst/>
            <a:ahLst/>
            <a:cxnLst/>
            <a:rect l="l" t="t" r="r" b="b"/>
            <a:pathLst>
              <a:path w="1438910" h="157479">
                <a:moveTo>
                  <a:pt x="1434464" y="157340"/>
                </a:moveTo>
                <a:lnTo>
                  <a:pt x="0" y="57023"/>
                </a:lnTo>
                <a:lnTo>
                  <a:pt x="3987" y="0"/>
                </a:lnTo>
                <a:lnTo>
                  <a:pt x="1438452" y="100330"/>
                </a:lnTo>
                <a:lnTo>
                  <a:pt x="1434464" y="157340"/>
                </a:lnTo>
                <a:close/>
              </a:path>
            </a:pathLst>
          </a:custGeom>
          <a:solidFill>
            <a:srgbClr val="000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34682" y="4634547"/>
            <a:ext cx="762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Times New Roman"/>
                <a:cs typeface="Times New Roman"/>
              </a:rPr>
              <a:t>γ</a:t>
            </a:r>
            <a:r>
              <a:rPr dirty="0" sz="2400" b="1">
                <a:latin typeface="微软雅黑"/>
                <a:cs typeface="微软雅黑"/>
              </a:rPr>
              <a:t>射线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28314" y="544639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微软雅黑"/>
                <a:cs typeface="微软雅黑"/>
              </a:rPr>
              <a:t>纸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18684" y="544639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微软雅黑"/>
                <a:cs typeface="微软雅黑"/>
              </a:rPr>
              <a:t>铝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34505" y="544639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微软雅黑"/>
                <a:cs typeface="微软雅黑"/>
              </a:rPr>
              <a:t>铅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4215" y="1484375"/>
            <a:ext cx="6845808" cy="3919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2028" y="987425"/>
            <a:ext cx="215836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0000"/>
                </a:solidFill>
                <a:latin typeface="微软雅黑"/>
                <a:cs typeface="微软雅黑"/>
              </a:rPr>
              <a:t>三种射线对</a:t>
            </a:r>
            <a:r>
              <a:rPr dirty="0" sz="2800" spc="-5" b="1">
                <a:solidFill>
                  <a:srgbClr val="FF0000"/>
                </a:solidFill>
                <a:latin typeface="微软雅黑"/>
                <a:cs typeface="微软雅黑"/>
              </a:rPr>
              <a:t>比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48525" y="1491615"/>
            <a:ext cx="415544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注意：大量的射线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会 </a:t>
            </a: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对当地的人和生态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环 </a:t>
            </a: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境造成极大的伤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害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39583" y="3537203"/>
            <a:ext cx="4322064" cy="1943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1987" cy="842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382049" y="2702274"/>
            <a:ext cx="1366869" cy="3022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1717" y="3056471"/>
            <a:ext cx="3002231" cy="3145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6302256"/>
            <a:ext cx="12191987" cy="5496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6661" y="1905355"/>
            <a:ext cx="6489065" cy="112776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5400" marR="5080" indent="616585">
              <a:lnSpc>
                <a:spcPts val="2890"/>
              </a:lnSpc>
              <a:spcBef>
                <a:spcPts val="90"/>
              </a:spcBef>
            </a:pPr>
            <a:r>
              <a:rPr dirty="0" sz="2300" spc="114" b="0">
                <a:solidFill>
                  <a:srgbClr val="050505"/>
                </a:solidFill>
                <a:latin typeface="宋体"/>
                <a:cs typeface="宋体"/>
              </a:rPr>
              <a:t>实验发现：如果一种元素具有放射性，那么 不论它是以单质的形式存在，还是以某种化合物</a:t>
            </a:r>
            <a:endParaRPr sz="2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2300" spc="160" b="0">
                <a:solidFill>
                  <a:srgbClr val="050505"/>
                </a:solidFill>
                <a:latin typeface="宋体"/>
                <a:cs typeface="宋体"/>
              </a:rPr>
              <a:t>的</a:t>
            </a:r>
            <a:r>
              <a:rPr dirty="0" sz="2300" spc="220" b="0">
                <a:solidFill>
                  <a:srgbClr val="050505"/>
                </a:solidFill>
                <a:latin typeface="宋体"/>
                <a:cs typeface="宋体"/>
              </a:rPr>
              <a:t>形</a:t>
            </a:r>
            <a:r>
              <a:rPr dirty="0" sz="2300" spc="-45" b="0">
                <a:solidFill>
                  <a:srgbClr val="050505"/>
                </a:solidFill>
                <a:latin typeface="宋体"/>
                <a:cs typeface="宋体"/>
              </a:rPr>
              <a:t>式存</a:t>
            </a:r>
            <a:r>
              <a:rPr dirty="0" sz="2300" spc="300" b="0">
                <a:solidFill>
                  <a:srgbClr val="050505"/>
                </a:solidFill>
                <a:latin typeface="宋体"/>
                <a:cs typeface="宋体"/>
              </a:rPr>
              <a:t>在</a:t>
            </a:r>
            <a:r>
              <a:rPr dirty="0" sz="2300" spc="-735" b="0">
                <a:solidFill>
                  <a:srgbClr val="050505"/>
                </a:solidFill>
                <a:latin typeface="宋体"/>
                <a:cs typeface="宋体"/>
              </a:rPr>
              <a:t>，</a:t>
            </a:r>
            <a:r>
              <a:rPr dirty="0" sz="2300" spc="-335" b="0">
                <a:solidFill>
                  <a:srgbClr val="050505"/>
                </a:solidFill>
                <a:latin typeface="宋体"/>
                <a:cs typeface="宋体"/>
              </a:rPr>
              <a:t> </a:t>
            </a:r>
            <a:r>
              <a:rPr dirty="0" sz="2300" spc="170" b="0">
                <a:solidFill>
                  <a:srgbClr val="050505"/>
                </a:solidFill>
                <a:latin typeface="宋体"/>
                <a:cs typeface="宋体"/>
              </a:rPr>
              <a:t>放</a:t>
            </a:r>
            <a:r>
              <a:rPr dirty="0" sz="2300" spc="140" b="0">
                <a:solidFill>
                  <a:srgbClr val="050505"/>
                </a:solidFill>
                <a:latin typeface="宋体"/>
                <a:cs typeface="宋体"/>
              </a:rPr>
              <a:t>射性</a:t>
            </a:r>
            <a:r>
              <a:rPr dirty="0" sz="2300" spc="60" b="0">
                <a:solidFill>
                  <a:srgbClr val="050505"/>
                </a:solidFill>
                <a:latin typeface="宋体"/>
                <a:cs typeface="宋体"/>
              </a:rPr>
              <a:t>都</a:t>
            </a:r>
            <a:r>
              <a:rPr dirty="0" sz="2300" spc="165" b="0">
                <a:solidFill>
                  <a:srgbClr val="050505"/>
                </a:solidFill>
                <a:latin typeface="宋体"/>
                <a:cs typeface="宋体"/>
              </a:rPr>
              <a:t>不</a:t>
            </a:r>
            <a:r>
              <a:rPr dirty="0" sz="2300" spc="-160" b="0">
                <a:solidFill>
                  <a:srgbClr val="050505"/>
                </a:solidFill>
                <a:latin typeface="宋体"/>
                <a:cs typeface="宋体"/>
              </a:rPr>
              <a:t>受</a:t>
            </a:r>
            <a:r>
              <a:rPr dirty="0" sz="2300" spc="215" b="0">
                <a:solidFill>
                  <a:srgbClr val="050505"/>
                </a:solidFill>
                <a:latin typeface="宋体"/>
                <a:cs typeface="宋体"/>
              </a:rPr>
              <a:t>影</a:t>
            </a:r>
            <a:r>
              <a:rPr dirty="0" sz="2300" spc="170" b="0">
                <a:solidFill>
                  <a:srgbClr val="050505"/>
                </a:solidFill>
                <a:latin typeface="宋体"/>
                <a:cs typeface="宋体"/>
              </a:rPr>
              <a:t>响</a:t>
            </a:r>
            <a:r>
              <a:rPr dirty="0" sz="2300" spc="-645" b="0">
                <a:solidFill>
                  <a:srgbClr val="050505"/>
                </a:solidFill>
                <a:latin typeface="宋体"/>
                <a:cs typeface="宋体"/>
              </a:rPr>
              <a:t>，</a:t>
            </a:r>
            <a:r>
              <a:rPr dirty="0" sz="2300" spc="-400" b="0">
                <a:solidFill>
                  <a:srgbClr val="050505"/>
                </a:solidFill>
                <a:latin typeface="宋体"/>
                <a:cs typeface="宋体"/>
              </a:rPr>
              <a:t> </a:t>
            </a:r>
            <a:r>
              <a:rPr dirty="0" sz="2300" spc="75" b="0">
                <a:solidFill>
                  <a:srgbClr val="050505"/>
                </a:solidFill>
                <a:latin typeface="宋体"/>
                <a:cs typeface="宋体"/>
              </a:rPr>
              <a:t>即</a:t>
            </a:r>
            <a:r>
              <a:rPr dirty="0" sz="2300" spc="150" b="0">
                <a:solidFill>
                  <a:srgbClr val="DA181A"/>
                </a:solidFill>
                <a:latin typeface="宋体"/>
                <a:cs typeface="宋体"/>
              </a:rPr>
              <a:t>放</a:t>
            </a:r>
            <a:r>
              <a:rPr dirty="0" sz="2300" spc="75" b="0">
                <a:solidFill>
                  <a:srgbClr val="DA181A"/>
                </a:solidFill>
                <a:latin typeface="宋体"/>
                <a:cs typeface="宋体"/>
              </a:rPr>
              <a:t>坰</a:t>
            </a:r>
            <a:r>
              <a:rPr dirty="0" sz="2300" spc="-385" b="0">
                <a:solidFill>
                  <a:srgbClr val="DA181A"/>
                </a:solidFill>
                <a:latin typeface="宋体"/>
                <a:cs typeface="宋体"/>
              </a:rPr>
              <a:t>'</a:t>
            </a:r>
            <a:r>
              <a:rPr dirty="0" sz="1100" spc="45" b="0">
                <a:solidFill>
                  <a:srgbClr val="DA181A"/>
                </a:solidFill>
                <a:latin typeface="宋体"/>
                <a:cs typeface="宋体"/>
              </a:rPr>
              <a:t>二一寸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66295" y="3163109"/>
            <a:ext cx="102171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2340" algn="l"/>
              </a:tabLst>
            </a:pPr>
            <a:r>
              <a:rPr dirty="0" sz="1100" spc="30">
                <a:solidFill>
                  <a:srgbClr val="DA181A"/>
                </a:solidFill>
                <a:latin typeface="宋体"/>
                <a:cs typeface="宋体"/>
              </a:rPr>
              <a:t>，</a:t>
            </a:r>
            <a:r>
              <a:rPr dirty="0" sz="1100" spc="140">
                <a:solidFill>
                  <a:srgbClr val="DA181A"/>
                </a:solidFill>
                <a:latin typeface="宋体"/>
                <a:cs typeface="宋体"/>
              </a:rPr>
              <a:t>心</a:t>
            </a:r>
            <a:r>
              <a:rPr dirty="0" sz="1150" spc="5">
                <a:solidFill>
                  <a:srgbClr val="DA181A"/>
                </a:solidFill>
                <a:latin typeface="Times New Roman"/>
                <a:cs typeface="Times New Roman"/>
              </a:rPr>
              <a:t>./</a:t>
            </a:r>
            <a:r>
              <a:rPr dirty="0" sz="1150" spc="120">
                <a:solidFill>
                  <a:srgbClr val="DA181A"/>
                </a:solidFill>
                <a:latin typeface="Times New Roman"/>
                <a:cs typeface="Times New Roman"/>
              </a:rPr>
              <a:t> </a:t>
            </a:r>
            <a:r>
              <a:rPr dirty="0" sz="1150" spc="25">
                <a:solidFill>
                  <a:srgbClr val="DA181A"/>
                </a:solidFill>
                <a:latin typeface="Times New Roman"/>
                <a:cs typeface="Times New Roman"/>
              </a:rPr>
              <a:t>U</a:t>
            </a:r>
            <a:r>
              <a:rPr dirty="0" sz="1150">
                <a:solidFill>
                  <a:srgbClr val="DA181A"/>
                </a:solidFill>
                <a:latin typeface="Times New Roman"/>
                <a:cs typeface="Times New Roman"/>
              </a:rPr>
              <a:t> </a:t>
            </a:r>
            <a:r>
              <a:rPr dirty="0" sz="1150" spc="125">
                <a:solidFill>
                  <a:srgbClr val="DA181A"/>
                </a:solidFill>
                <a:latin typeface="Times New Roman"/>
                <a:cs typeface="Times New Roman"/>
              </a:rPr>
              <a:t> </a:t>
            </a:r>
            <a:r>
              <a:rPr dirty="0" sz="1100" spc="30">
                <a:solidFill>
                  <a:srgbClr val="DA181A"/>
                </a:solidFill>
                <a:latin typeface="宋体"/>
                <a:cs typeface="宋体"/>
              </a:rPr>
              <a:t>八</a:t>
            </a:r>
            <a:r>
              <a:rPr dirty="0" sz="1100">
                <a:solidFill>
                  <a:srgbClr val="DA181A"/>
                </a:solidFill>
                <a:latin typeface="宋体"/>
                <a:cs typeface="宋体"/>
              </a:rPr>
              <a:t>	</a:t>
            </a:r>
            <a:r>
              <a:rPr dirty="0" sz="900" spc="15">
                <a:solidFill>
                  <a:srgbClr val="050505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8945" y="3346570"/>
            <a:ext cx="6607175" cy="11404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616585">
              <a:lnSpc>
                <a:spcPct val="105800"/>
              </a:lnSpc>
              <a:spcBef>
                <a:spcPts val="110"/>
              </a:spcBef>
            </a:pPr>
            <a:r>
              <a:rPr dirty="0" sz="2300" spc="45">
                <a:solidFill>
                  <a:srgbClr val="050505"/>
                </a:solidFill>
                <a:latin typeface="宋体"/>
                <a:cs typeface="宋体"/>
              </a:rPr>
              <a:t>放射性的强度也不受温度、外界压强的影响， </a:t>
            </a:r>
            <a:r>
              <a:rPr dirty="0" sz="2300" spc="125">
                <a:solidFill>
                  <a:srgbClr val="050505"/>
                </a:solidFill>
                <a:latin typeface="宋体"/>
                <a:cs typeface="宋体"/>
              </a:rPr>
              <a:t>即</a:t>
            </a:r>
            <a:r>
              <a:rPr dirty="0" sz="2300" spc="170">
                <a:solidFill>
                  <a:srgbClr val="DA181A"/>
                </a:solidFill>
                <a:latin typeface="宋体"/>
                <a:cs typeface="宋体"/>
              </a:rPr>
              <a:t>放</a:t>
            </a:r>
            <a:r>
              <a:rPr dirty="0" sz="2300" spc="140">
                <a:solidFill>
                  <a:srgbClr val="DA181A"/>
                </a:solidFill>
                <a:latin typeface="宋体"/>
                <a:cs typeface="宋体"/>
              </a:rPr>
              <a:t>射</a:t>
            </a:r>
            <a:r>
              <a:rPr dirty="0" sz="2300" spc="135">
                <a:solidFill>
                  <a:srgbClr val="DA181A"/>
                </a:solidFill>
                <a:latin typeface="宋体"/>
                <a:cs typeface="宋体"/>
              </a:rPr>
              <a:t>性</a:t>
            </a:r>
            <a:r>
              <a:rPr dirty="0" sz="2300" spc="-204">
                <a:solidFill>
                  <a:srgbClr val="DA181A"/>
                </a:solidFill>
                <a:latin typeface="宋体"/>
                <a:cs typeface="宋体"/>
              </a:rPr>
              <a:t>与元素</a:t>
            </a:r>
            <a:r>
              <a:rPr dirty="0" sz="2300" spc="-250">
                <a:solidFill>
                  <a:srgbClr val="DA181A"/>
                </a:solidFill>
                <a:latin typeface="宋体"/>
                <a:cs typeface="宋体"/>
              </a:rPr>
              <a:t> </a:t>
            </a:r>
            <a:r>
              <a:rPr dirty="0" sz="2300" spc="70">
                <a:solidFill>
                  <a:srgbClr val="DA181A"/>
                </a:solidFill>
                <a:latin typeface="宋体"/>
                <a:cs typeface="宋体"/>
              </a:rPr>
              <a:t>存在</a:t>
            </a:r>
            <a:r>
              <a:rPr dirty="0" sz="2300" spc="150">
                <a:solidFill>
                  <a:srgbClr val="DA181A"/>
                </a:solidFill>
                <a:latin typeface="宋体"/>
                <a:cs typeface="宋体"/>
              </a:rPr>
              <a:t>的</a:t>
            </a:r>
            <a:r>
              <a:rPr dirty="0" sz="2300" spc="240">
                <a:solidFill>
                  <a:srgbClr val="DA181A"/>
                </a:solidFill>
                <a:latin typeface="宋体"/>
                <a:cs typeface="宋体"/>
              </a:rPr>
              <a:t>状</a:t>
            </a:r>
            <a:r>
              <a:rPr dirty="0" sz="2300" spc="-185">
                <a:solidFill>
                  <a:srgbClr val="DA181A"/>
                </a:solidFill>
                <a:latin typeface="宋体"/>
                <a:cs typeface="宋体"/>
              </a:rPr>
              <a:t>态无</a:t>
            </a:r>
            <a:r>
              <a:rPr dirty="0" sz="2300" spc="-585">
                <a:solidFill>
                  <a:srgbClr val="DA181A"/>
                </a:solidFill>
                <a:latin typeface="宋体"/>
                <a:cs typeface="宋体"/>
              </a:rPr>
              <a:t> </a:t>
            </a:r>
            <a:r>
              <a:rPr dirty="0" sz="2300" spc="-110">
                <a:solidFill>
                  <a:srgbClr val="DA181A"/>
                </a:solidFill>
                <a:latin typeface="宋体"/>
                <a:cs typeface="宋体"/>
              </a:rPr>
              <a:t>关</a:t>
            </a:r>
            <a:r>
              <a:rPr dirty="0" sz="2300" spc="110">
                <a:solidFill>
                  <a:srgbClr val="050505"/>
                </a:solidFill>
                <a:latin typeface="宋体"/>
                <a:cs typeface="宋体"/>
              </a:rPr>
              <a:t>。</a:t>
            </a:r>
            <a:r>
              <a:rPr dirty="0" sz="2300" spc="140">
                <a:solidFill>
                  <a:srgbClr val="050505"/>
                </a:solidFill>
                <a:latin typeface="宋体"/>
                <a:cs typeface="宋体"/>
              </a:rPr>
              <a:t>是</a:t>
            </a:r>
            <a:r>
              <a:rPr dirty="0" sz="2300" spc="135">
                <a:solidFill>
                  <a:srgbClr val="050505"/>
                </a:solidFill>
                <a:latin typeface="宋体"/>
                <a:cs typeface="宋体"/>
              </a:rPr>
              <a:t>原</a:t>
            </a:r>
            <a:r>
              <a:rPr dirty="0" sz="2300" spc="70">
                <a:solidFill>
                  <a:srgbClr val="050505"/>
                </a:solidFill>
                <a:latin typeface="宋体"/>
                <a:cs typeface="宋体"/>
              </a:rPr>
              <a:t>子</a:t>
            </a:r>
            <a:r>
              <a:rPr dirty="0" sz="2300" spc="95">
                <a:solidFill>
                  <a:srgbClr val="050505"/>
                </a:solidFill>
                <a:latin typeface="宋体"/>
                <a:cs typeface="宋体"/>
              </a:rPr>
              <a:t>核</a:t>
            </a:r>
            <a:r>
              <a:rPr dirty="0" sz="2300" spc="140">
                <a:solidFill>
                  <a:srgbClr val="050505"/>
                </a:solidFill>
                <a:latin typeface="宋体"/>
                <a:cs typeface="宋体"/>
              </a:rPr>
              <a:t>的</a:t>
            </a:r>
            <a:r>
              <a:rPr dirty="0" sz="2300" spc="114">
                <a:solidFill>
                  <a:srgbClr val="050505"/>
                </a:solidFill>
                <a:latin typeface="宋体"/>
                <a:cs typeface="宋体"/>
              </a:rPr>
              <a:t>性 </a:t>
            </a:r>
            <a:r>
              <a:rPr dirty="0" sz="2300" spc="40">
                <a:solidFill>
                  <a:srgbClr val="050505"/>
                </a:solidFill>
                <a:latin typeface="宋体"/>
                <a:cs typeface="宋体"/>
              </a:rPr>
              <a:t>质</a:t>
            </a:r>
            <a:r>
              <a:rPr dirty="0" sz="2300" spc="-555">
                <a:solidFill>
                  <a:srgbClr val="050505"/>
                </a:solidFill>
                <a:latin typeface="宋体"/>
                <a:cs typeface="宋体"/>
              </a:rPr>
              <a:t>，</a:t>
            </a:r>
            <a:r>
              <a:rPr dirty="0" sz="2300" spc="-265">
                <a:solidFill>
                  <a:srgbClr val="050505"/>
                </a:solidFill>
                <a:latin typeface="宋体"/>
                <a:cs typeface="宋体"/>
              </a:rPr>
              <a:t> </a:t>
            </a:r>
            <a:r>
              <a:rPr dirty="0" sz="2300" spc="-275">
                <a:solidFill>
                  <a:srgbClr val="050505"/>
                </a:solidFill>
                <a:latin typeface="宋体"/>
                <a:cs typeface="宋体"/>
              </a:rPr>
              <a:t>而不</a:t>
            </a:r>
            <a:r>
              <a:rPr dirty="0" sz="2300" spc="-600">
                <a:solidFill>
                  <a:srgbClr val="050505"/>
                </a:solidFill>
                <a:latin typeface="宋体"/>
                <a:cs typeface="宋体"/>
              </a:rPr>
              <a:t> </a:t>
            </a:r>
            <a:r>
              <a:rPr dirty="0" sz="2300" spc="140">
                <a:solidFill>
                  <a:srgbClr val="050505"/>
                </a:solidFill>
                <a:latin typeface="宋体"/>
                <a:cs typeface="宋体"/>
              </a:rPr>
              <a:t>是</a:t>
            </a:r>
            <a:r>
              <a:rPr dirty="0" sz="2300" spc="110">
                <a:solidFill>
                  <a:srgbClr val="050505"/>
                </a:solidFill>
                <a:latin typeface="宋体"/>
                <a:cs typeface="宋体"/>
              </a:rPr>
              <a:t>原</a:t>
            </a:r>
            <a:r>
              <a:rPr dirty="0" sz="2300">
                <a:solidFill>
                  <a:srgbClr val="050505"/>
                </a:solidFill>
                <a:latin typeface="宋体"/>
                <a:cs typeface="宋体"/>
              </a:rPr>
              <a:t>子</a:t>
            </a:r>
            <a:r>
              <a:rPr dirty="0" sz="2300" spc="229">
                <a:solidFill>
                  <a:srgbClr val="050505"/>
                </a:solidFill>
                <a:latin typeface="宋体"/>
                <a:cs typeface="宋体"/>
              </a:rPr>
              <a:t>的</a:t>
            </a:r>
            <a:r>
              <a:rPr dirty="0" sz="2300" spc="114">
                <a:solidFill>
                  <a:srgbClr val="050505"/>
                </a:solidFill>
                <a:latin typeface="宋体"/>
                <a:cs typeface="宋体"/>
              </a:rPr>
              <a:t>性</a:t>
            </a:r>
            <a:r>
              <a:rPr dirty="0" sz="2300" spc="65">
                <a:solidFill>
                  <a:srgbClr val="050505"/>
                </a:solidFill>
                <a:latin typeface="宋体"/>
                <a:cs typeface="宋体"/>
              </a:rPr>
              <a:t>质</a:t>
            </a:r>
            <a:r>
              <a:rPr dirty="0" sz="2300" spc="-645">
                <a:solidFill>
                  <a:srgbClr val="050505"/>
                </a:solidFill>
                <a:latin typeface="宋体"/>
                <a:cs typeface="宋体"/>
              </a:rPr>
              <a:t>，</a:t>
            </a:r>
            <a:r>
              <a:rPr dirty="0" sz="2300" spc="-425">
                <a:solidFill>
                  <a:srgbClr val="050505"/>
                </a:solidFill>
                <a:latin typeface="宋体"/>
                <a:cs typeface="宋体"/>
              </a:rPr>
              <a:t> </a:t>
            </a:r>
            <a:r>
              <a:rPr dirty="0" sz="2300" spc="165">
                <a:solidFill>
                  <a:srgbClr val="DA181A"/>
                </a:solidFill>
                <a:latin typeface="宋体"/>
                <a:cs typeface="宋体"/>
              </a:rPr>
              <a:t>原</a:t>
            </a:r>
            <a:r>
              <a:rPr dirty="0" sz="2300" spc="45">
                <a:solidFill>
                  <a:srgbClr val="DA181A"/>
                </a:solidFill>
                <a:latin typeface="宋体"/>
                <a:cs typeface="宋体"/>
              </a:rPr>
              <a:t>子</a:t>
            </a:r>
            <a:r>
              <a:rPr dirty="0" sz="2300" spc="165">
                <a:solidFill>
                  <a:srgbClr val="DA181A"/>
                </a:solidFill>
                <a:latin typeface="宋体"/>
                <a:cs typeface="宋体"/>
              </a:rPr>
              <a:t>核</a:t>
            </a:r>
            <a:r>
              <a:rPr dirty="0" sz="2300" spc="155">
                <a:solidFill>
                  <a:srgbClr val="DA181A"/>
                </a:solidFill>
                <a:latin typeface="宋体"/>
                <a:cs typeface="宋体"/>
              </a:rPr>
              <a:t>也</a:t>
            </a:r>
            <a:r>
              <a:rPr dirty="0" sz="2300" spc="45">
                <a:solidFill>
                  <a:srgbClr val="DA181A"/>
                </a:solidFill>
                <a:latin typeface="宋体"/>
                <a:cs typeface="宋体"/>
              </a:rPr>
              <a:t>有内</a:t>
            </a:r>
            <a:r>
              <a:rPr dirty="0" sz="2300" spc="210">
                <a:solidFill>
                  <a:srgbClr val="DA181A"/>
                </a:solidFill>
                <a:latin typeface="宋体"/>
                <a:cs typeface="宋体"/>
              </a:rPr>
              <a:t>部</a:t>
            </a:r>
            <a:r>
              <a:rPr dirty="0" sz="2300" spc="45">
                <a:solidFill>
                  <a:srgbClr val="DA181A"/>
                </a:solidFill>
                <a:latin typeface="宋体"/>
                <a:cs typeface="宋体"/>
              </a:rPr>
              <a:t>结</a:t>
            </a:r>
            <a:r>
              <a:rPr dirty="0" sz="2300" spc="110">
                <a:solidFill>
                  <a:srgbClr val="DA181A"/>
                </a:solidFill>
                <a:latin typeface="宋体"/>
                <a:cs typeface="宋体"/>
              </a:rPr>
              <a:t>札</a:t>
            </a:r>
            <a:r>
              <a:rPr dirty="0" sz="2300" spc="-25">
                <a:solidFill>
                  <a:srgbClr val="050505"/>
                </a:solidFill>
                <a:latin typeface="宋体"/>
                <a:cs typeface="宋体"/>
              </a:rPr>
              <a:t>。</a:t>
            </a:r>
            <a:endParaRPr sz="23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9620" y="1032814"/>
            <a:ext cx="6119202" cy="7640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87069" y="2575560"/>
            <a:ext cx="613346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14680">
              <a:lnSpc>
                <a:spcPct val="125000"/>
              </a:lnSpc>
              <a:spcBef>
                <a:spcPts val="100"/>
              </a:spcBef>
            </a:pPr>
            <a:r>
              <a:rPr dirty="0" sz="2400" spc="-5" b="1">
                <a:latin typeface="华文楷体"/>
                <a:cs typeface="华文楷体"/>
              </a:rPr>
              <a:t>1919</a:t>
            </a:r>
            <a:r>
              <a:rPr dirty="0" sz="2400" b="1">
                <a:latin typeface="华文楷体"/>
                <a:cs typeface="华文楷体"/>
              </a:rPr>
              <a:t>年，卢瑟福用镭放射出的</a:t>
            </a:r>
            <a:r>
              <a:rPr dirty="0" sz="2400" spc="-5" b="1">
                <a:latin typeface="华文楷体"/>
                <a:cs typeface="华文楷体"/>
              </a:rPr>
              <a:t>α</a:t>
            </a:r>
            <a:r>
              <a:rPr dirty="0" sz="2400" spc="-15" b="1">
                <a:latin typeface="华文楷体"/>
                <a:cs typeface="华文楷体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粒子轰</a:t>
            </a:r>
            <a:r>
              <a:rPr dirty="0" sz="2400" spc="-5" b="1">
                <a:latin typeface="华文楷体"/>
                <a:cs typeface="华文楷体"/>
              </a:rPr>
              <a:t>击 </a:t>
            </a:r>
            <a:r>
              <a:rPr dirty="0" sz="2400" b="1">
                <a:latin typeface="华文楷体"/>
                <a:cs typeface="华文楷体"/>
              </a:rPr>
              <a:t>氮原子核，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从氮原子核中打出了一种新的粒</a:t>
            </a:r>
            <a:r>
              <a:rPr dirty="0" sz="2400" spc="-5" b="1">
                <a:solidFill>
                  <a:srgbClr val="FF0000"/>
                </a:solidFill>
                <a:latin typeface="华文楷体"/>
                <a:cs typeface="华文楷体"/>
              </a:rPr>
              <a:t>子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2660" y="1871980"/>
            <a:ext cx="20516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华文楷体"/>
                <a:cs typeface="华文楷体"/>
              </a:rPr>
              <a:t>1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.</a:t>
            </a:r>
            <a:r>
              <a:rPr dirty="0" sz="2800" b="1">
                <a:solidFill>
                  <a:srgbClr val="FF0000"/>
                </a:solidFill>
                <a:latin typeface="华文楷体"/>
                <a:cs typeface="华文楷体"/>
              </a:rPr>
              <a:t>质子的发</a:t>
            </a:r>
            <a:r>
              <a:rPr dirty="0" sz="2800" spc="-10" b="1">
                <a:solidFill>
                  <a:srgbClr val="FF0000"/>
                </a:solidFill>
                <a:latin typeface="华文楷体"/>
                <a:cs typeface="华文楷体"/>
              </a:rPr>
              <a:t>现</a:t>
            </a:r>
            <a:endParaRPr sz="2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590" y="1247139"/>
            <a:ext cx="704977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614680">
              <a:lnSpc>
                <a:spcPct val="125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  <a:latin typeface="华文楷体"/>
                <a:cs typeface="华文楷体"/>
              </a:rPr>
              <a:t>根据这种粒子在电场和磁场中的偏转，测出</a:t>
            </a:r>
            <a:r>
              <a:rPr dirty="0" sz="2400" spc="-5">
                <a:solidFill>
                  <a:srgbClr val="000000"/>
                </a:solidFill>
                <a:latin typeface="华文楷体"/>
                <a:cs typeface="华文楷体"/>
              </a:rPr>
              <a:t>了 </a:t>
            </a:r>
            <a:r>
              <a:rPr dirty="0" sz="2400">
                <a:solidFill>
                  <a:srgbClr val="000000"/>
                </a:solidFill>
                <a:latin typeface="华文楷体"/>
                <a:cs typeface="华文楷体"/>
              </a:rPr>
              <a:t>它的质量和电荷量，</a:t>
            </a:r>
            <a:r>
              <a:rPr dirty="0" sz="2400">
                <a:latin typeface="华文楷体"/>
                <a:cs typeface="华文楷体"/>
              </a:rPr>
              <a:t>其电量和一个电子的电量相同</a:t>
            </a:r>
            <a:r>
              <a:rPr dirty="0" sz="2400" spc="-5">
                <a:solidFill>
                  <a:srgbClr val="000000"/>
                </a:solidFill>
                <a:latin typeface="华文楷体"/>
                <a:cs typeface="华文楷体"/>
              </a:rPr>
              <a:t>， </a:t>
            </a:r>
            <a:r>
              <a:rPr dirty="0" sz="2400">
                <a:latin typeface="华文楷体"/>
                <a:cs typeface="华文楷体"/>
              </a:rPr>
              <a:t>它的质量等于一个电子质量</a:t>
            </a:r>
            <a:r>
              <a:rPr dirty="0" sz="2400" spc="-5">
                <a:latin typeface="华文楷体"/>
                <a:cs typeface="华文楷体"/>
              </a:rPr>
              <a:t>的 1836 </a:t>
            </a:r>
            <a:r>
              <a:rPr dirty="0" sz="2400">
                <a:latin typeface="华文楷体"/>
                <a:cs typeface="华文楷体"/>
              </a:rPr>
              <a:t>倍</a:t>
            </a:r>
            <a:r>
              <a:rPr dirty="0" sz="2400">
                <a:solidFill>
                  <a:srgbClr val="000000"/>
                </a:solidFill>
                <a:latin typeface="华文楷体"/>
                <a:cs typeface="华文楷体"/>
              </a:rPr>
              <a:t>。它就是</a:t>
            </a:r>
            <a:r>
              <a:rPr dirty="0" sz="2400">
                <a:latin typeface="华文楷体"/>
                <a:cs typeface="华文楷体"/>
              </a:rPr>
              <a:t>氢</a:t>
            </a:r>
            <a:r>
              <a:rPr dirty="0" sz="2400" spc="-5">
                <a:latin typeface="华文楷体"/>
                <a:cs typeface="华文楷体"/>
              </a:rPr>
              <a:t>原 </a:t>
            </a:r>
            <a:r>
              <a:rPr dirty="0" sz="2400">
                <a:latin typeface="华文楷体"/>
                <a:cs typeface="华文楷体"/>
              </a:rPr>
              <a:t>子核</a:t>
            </a:r>
            <a:r>
              <a:rPr dirty="0" sz="2400">
                <a:solidFill>
                  <a:srgbClr val="000000"/>
                </a:solidFill>
                <a:latin typeface="华文楷体"/>
                <a:cs typeface="华文楷体"/>
              </a:rPr>
              <a:t>，叫作</a:t>
            </a:r>
            <a:r>
              <a:rPr dirty="0" sz="2400">
                <a:latin typeface="华文楷体"/>
                <a:cs typeface="华文楷体"/>
              </a:rPr>
              <a:t>质子</a:t>
            </a:r>
            <a:r>
              <a:rPr dirty="0" sz="2400">
                <a:solidFill>
                  <a:srgbClr val="000000"/>
                </a:solidFill>
                <a:latin typeface="华文楷体"/>
                <a:cs typeface="华文楷体"/>
              </a:rPr>
              <a:t>，用p表</a:t>
            </a:r>
            <a:r>
              <a:rPr dirty="0" sz="2400" spc="-5">
                <a:solidFill>
                  <a:srgbClr val="000000"/>
                </a:solidFill>
                <a:latin typeface="华文楷体"/>
                <a:cs typeface="华文楷体"/>
              </a:rPr>
              <a:t>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2668" y="4331208"/>
            <a:ext cx="6126480" cy="1597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46700" y="3771023"/>
            <a:ext cx="149225" cy="3225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5">
                <a:latin typeface="宋体"/>
                <a:cs typeface="宋体"/>
              </a:rPr>
              <a:t>1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92575" y="3474885"/>
            <a:ext cx="1203325" cy="619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335"/>
              </a:lnSpc>
              <a:spcBef>
                <a:spcPts val="95"/>
              </a:spcBef>
              <a:tabLst>
                <a:tab pos="1066165" algn="l"/>
              </a:tabLst>
            </a:pPr>
            <a:r>
              <a:rPr dirty="0" sz="1950">
                <a:latin typeface="宋体"/>
                <a:cs typeface="宋体"/>
              </a:rPr>
              <a:t>1</a:t>
            </a:r>
            <a:r>
              <a:rPr dirty="0" sz="1950" spc="-5">
                <a:latin typeface="宋体"/>
                <a:cs typeface="宋体"/>
              </a:rPr>
              <a:t>7</a:t>
            </a:r>
            <a:r>
              <a:rPr dirty="0" sz="1950">
                <a:latin typeface="宋体"/>
                <a:cs typeface="宋体"/>
              </a:rPr>
              <a:t>	</a:t>
            </a:r>
            <a:r>
              <a:rPr dirty="0" sz="1950" spc="-5">
                <a:latin typeface="宋体"/>
                <a:cs typeface="宋体"/>
              </a:rPr>
              <a:t>1</a:t>
            </a:r>
            <a:endParaRPr sz="1950">
              <a:latin typeface="宋体"/>
              <a:cs typeface="宋体"/>
            </a:endParaRPr>
          </a:p>
          <a:p>
            <a:pPr marL="180340">
              <a:lnSpc>
                <a:spcPts val="2335"/>
              </a:lnSpc>
            </a:pPr>
            <a:r>
              <a:rPr dirty="0" sz="1950" spc="-5">
                <a:latin typeface="宋体"/>
                <a:cs typeface="宋体"/>
              </a:rPr>
              <a:t>8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0193" y="3474885"/>
            <a:ext cx="160020" cy="619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335"/>
              </a:lnSpc>
              <a:spcBef>
                <a:spcPts val="95"/>
              </a:spcBef>
            </a:pPr>
            <a:r>
              <a:rPr dirty="0" sz="1950" spc="-5">
                <a:latin typeface="宋体"/>
                <a:cs typeface="宋体"/>
              </a:rPr>
              <a:t>4</a:t>
            </a:r>
            <a:endParaRPr sz="1950">
              <a:latin typeface="宋体"/>
              <a:cs typeface="宋体"/>
            </a:endParaRPr>
          </a:p>
          <a:p>
            <a:pPr marL="22860">
              <a:lnSpc>
                <a:spcPts val="2335"/>
              </a:lnSpc>
            </a:pPr>
            <a:r>
              <a:rPr dirty="0" sz="1950" spc="-5">
                <a:latin typeface="宋体"/>
                <a:cs typeface="宋体"/>
              </a:rPr>
              <a:t>2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1335" y="3474885"/>
            <a:ext cx="332740" cy="619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335"/>
              </a:lnSpc>
              <a:spcBef>
                <a:spcPts val="95"/>
              </a:spcBef>
            </a:pPr>
            <a:r>
              <a:rPr dirty="0" sz="1950">
                <a:latin typeface="宋体"/>
                <a:cs typeface="宋体"/>
              </a:rPr>
              <a:t>14</a:t>
            </a:r>
            <a:endParaRPr sz="1950">
              <a:latin typeface="宋体"/>
              <a:cs typeface="宋体"/>
            </a:endParaRPr>
          </a:p>
          <a:p>
            <a:pPr marL="195580">
              <a:lnSpc>
                <a:spcPts val="2335"/>
              </a:lnSpc>
            </a:pPr>
            <a:r>
              <a:rPr dirty="0" sz="1950" spc="-5">
                <a:latin typeface="宋体"/>
                <a:cs typeface="宋体"/>
              </a:rPr>
              <a:t>7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9432" y="3488156"/>
            <a:ext cx="1083945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58519" algn="l"/>
              </a:tabLst>
            </a:pPr>
            <a:r>
              <a:rPr dirty="0" sz="3350" spc="-5">
                <a:latin typeface="宋体"/>
                <a:cs typeface="宋体"/>
              </a:rPr>
              <a:t>O</a:t>
            </a:r>
            <a:r>
              <a:rPr dirty="0" sz="3350" spc="-869">
                <a:latin typeface="宋体"/>
                <a:cs typeface="宋体"/>
              </a:rPr>
              <a:t> </a:t>
            </a:r>
            <a:r>
              <a:rPr dirty="0" sz="3350" spc="-10">
                <a:latin typeface="Symbol"/>
                <a:cs typeface="Symbol"/>
              </a:rPr>
              <a:t></a:t>
            </a:r>
            <a:r>
              <a:rPr dirty="0" sz="3350">
                <a:latin typeface="Times New Roman"/>
                <a:cs typeface="Times New Roman"/>
              </a:rPr>
              <a:t>	</a:t>
            </a:r>
            <a:r>
              <a:rPr dirty="0" sz="3350" spc="-5">
                <a:latin typeface="宋体"/>
                <a:cs typeface="宋体"/>
              </a:rPr>
              <a:t>H</a:t>
            </a:r>
            <a:endParaRPr sz="33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36735" y="3488156"/>
            <a:ext cx="1026794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350" spc="-5">
                <a:latin typeface="宋体"/>
                <a:cs typeface="宋体"/>
              </a:rPr>
              <a:t>He</a:t>
            </a:r>
            <a:r>
              <a:rPr dirty="0" sz="3350" spc="-530">
                <a:latin typeface="宋体"/>
                <a:cs typeface="宋体"/>
              </a:rPr>
              <a:t> </a:t>
            </a:r>
            <a:r>
              <a:rPr dirty="0" sz="3350" spc="-10">
                <a:latin typeface="Symbol"/>
                <a:cs typeface="Symbol"/>
              </a:rPr>
              <a:t>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18220" y="3488156"/>
            <a:ext cx="591185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350" spc="-5">
                <a:latin typeface="宋体"/>
                <a:cs typeface="宋体"/>
              </a:rPr>
              <a:t>N</a:t>
            </a:r>
            <a:r>
              <a:rPr dirty="0" sz="3350" spc="-815">
                <a:latin typeface="宋体"/>
                <a:cs typeface="宋体"/>
              </a:rPr>
              <a:t> </a:t>
            </a:r>
            <a:r>
              <a:rPr dirty="0" sz="3350" spc="-10">
                <a:latin typeface="Symbol"/>
                <a:cs typeface="Symbol"/>
              </a:rPr>
              <a:t></a:t>
            </a:r>
            <a:endParaRPr sz="33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1772" y="2145792"/>
            <a:ext cx="5046345" cy="460375"/>
          </a:xfrm>
          <a:custGeom>
            <a:avLst/>
            <a:gdLst/>
            <a:ahLst/>
            <a:cxnLst/>
            <a:rect l="l" t="t" r="r" b="b"/>
            <a:pathLst>
              <a:path w="5046345" h="460375">
                <a:moveTo>
                  <a:pt x="0" y="0"/>
                </a:moveTo>
                <a:lnTo>
                  <a:pt x="5045964" y="0"/>
                </a:lnTo>
                <a:lnTo>
                  <a:pt x="5045964" y="460247"/>
                </a:lnTo>
                <a:lnTo>
                  <a:pt x="0" y="460247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52221" y="2217318"/>
            <a:ext cx="3556482" cy="3298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38212" y="3654006"/>
            <a:ext cx="1456563" cy="3882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38212" y="4176293"/>
            <a:ext cx="1456563" cy="3868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5165" y="4104004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200" y="0"/>
                </a:lnTo>
              </a:path>
            </a:pathLst>
          </a:custGeom>
          <a:ln w="38100">
            <a:solidFill>
              <a:srgbClr val="0079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35932" y="3668699"/>
            <a:ext cx="1451013" cy="3798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137520" y="4176420"/>
            <a:ext cx="1101839" cy="3868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11419" y="4190301"/>
            <a:ext cx="377113" cy="36043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91609" y="4110354"/>
            <a:ext cx="1727200" cy="0"/>
          </a:xfrm>
          <a:custGeom>
            <a:avLst/>
            <a:gdLst/>
            <a:ahLst/>
            <a:cxnLst/>
            <a:rect l="l" t="t" r="r" b="b"/>
            <a:pathLst>
              <a:path w="1727200" h="0">
                <a:moveTo>
                  <a:pt x="0" y="0"/>
                </a:moveTo>
                <a:lnTo>
                  <a:pt x="1727200" y="0"/>
                </a:lnTo>
              </a:path>
            </a:pathLst>
          </a:custGeom>
          <a:ln w="38100">
            <a:solidFill>
              <a:srgbClr val="0079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59899" y="3555656"/>
            <a:ext cx="510819" cy="9828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9096" y="4967541"/>
            <a:ext cx="733221" cy="38682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19656" y="4975872"/>
            <a:ext cx="736003" cy="37988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54189" y="5602376"/>
            <a:ext cx="1456563" cy="38682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9457" y="5478132"/>
            <a:ext cx="1809750" cy="0"/>
          </a:xfrm>
          <a:custGeom>
            <a:avLst/>
            <a:gdLst/>
            <a:ahLst/>
            <a:cxnLst/>
            <a:rect l="l" t="t" r="r" b="b"/>
            <a:pathLst>
              <a:path w="1809750" h="0">
                <a:moveTo>
                  <a:pt x="0" y="0"/>
                </a:moveTo>
                <a:lnTo>
                  <a:pt x="1809623" y="0"/>
                </a:lnTo>
              </a:path>
            </a:pathLst>
          </a:custGeom>
          <a:ln w="38100">
            <a:solidFill>
              <a:srgbClr val="0079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13072" y="4975872"/>
            <a:ext cx="1451013" cy="37988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52823" y="5602490"/>
            <a:ext cx="1451013" cy="38682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907955" y="5491111"/>
            <a:ext cx="1809750" cy="0"/>
          </a:xfrm>
          <a:custGeom>
            <a:avLst/>
            <a:gdLst/>
            <a:ahLst/>
            <a:cxnLst/>
            <a:rect l="l" t="t" r="r" b="b"/>
            <a:pathLst>
              <a:path w="1809750" h="0">
                <a:moveTo>
                  <a:pt x="0" y="0"/>
                </a:moveTo>
                <a:lnTo>
                  <a:pt x="1809623" y="0"/>
                </a:lnTo>
              </a:path>
            </a:pathLst>
          </a:custGeom>
          <a:ln w="38100">
            <a:solidFill>
              <a:srgbClr val="0079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75393" y="5146001"/>
            <a:ext cx="597027" cy="52202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540384" y="1108075"/>
            <a:ext cx="400304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同样的方法，从氟、钠、铝</a:t>
            </a:r>
            <a:r>
              <a:rPr dirty="0" sz="2400" spc="-10">
                <a:solidFill>
                  <a:srgbClr val="000000"/>
                </a:solidFill>
              </a:rPr>
              <a:t>的 </a:t>
            </a:r>
            <a:r>
              <a:rPr dirty="0" sz="2400">
                <a:solidFill>
                  <a:srgbClr val="000000"/>
                </a:solidFill>
              </a:rPr>
              <a:t>原子核中打出了质子</a:t>
            </a:r>
            <a:r>
              <a:rPr dirty="0" sz="2400" spc="-10">
                <a:solidFill>
                  <a:srgbClr val="000000"/>
                </a:solidFill>
              </a:rPr>
              <a:t>。</a:t>
            </a:r>
            <a:endParaRPr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769" y="2237104"/>
            <a:ext cx="323850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6146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卢瑟福</a:t>
            </a:r>
            <a:r>
              <a:rPr dirty="0" u="heavy" sz="2400">
                <a:uFill>
                  <a:solidFill>
                    <a:srgbClr val="FF0000"/>
                  </a:solidFill>
                </a:uFill>
              </a:rPr>
              <a:t>猜想</a:t>
            </a:r>
            <a:r>
              <a:rPr dirty="0" sz="2400">
                <a:solidFill>
                  <a:srgbClr val="000000"/>
                </a:solidFill>
              </a:rPr>
              <a:t>，原</a:t>
            </a:r>
            <a:r>
              <a:rPr dirty="0" sz="2400" spc="-10">
                <a:solidFill>
                  <a:srgbClr val="000000"/>
                </a:solidFill>
              </a:rPr>
              <a:t>子 </a:t>
            </a:r>
            <a:r>
              <a:rPr dirty="0" sz="2400">
                <a:solidFill>
                  <a:srgbClr val="000000"/>
                </a:solidFill>
              </a:rPr>
              <a:t>核内可能还存在着另</a:t>
            </a:r>
            <a:r>
              <a:rPr dirty="0" sz="2400" spc="-10">
                <a:solidFill>
                  <a:srgbClr val="000000"/>
                </a:solidFill>
              </a:rPr>
              <a:t>一 </a:t>
            </a:r>
            <a:r>
              <a:rPr dirty="0" sz="2400">
                <a:solidFill>
                  <a:srgbClr val="000000"/>
                </a:solidFill>
              </a:rPr>
              <a:t>种粒子</a:t>
            </a:r>
            <a:r>
              <a:rPr dirty="0" sz="2400">
                <a:solidFill>
                  <a:srgbClr val="000000"/>
                </a:solidFill>
              </a:rPr>
              <a:t>:</a:t>
            </a:r>
            <a:r>
              <a:rPr dirty="0" sz="2400">
                <a:solidFill>
                  <a:srgbClr val="000000"/>
                </a:solidFill>
              </a:rPr>
              <a:t>它的质量与质</a:t>
            </a:r>
            <a:r>
              <a:rPr dirty="0" sz="2400" spc="-10">
                <a:solidFill>
                  <a:srgbClr val="000000"/>
                </a:solidFill>
              </a:rPr>
              <a:t>子 </a:t>
            </a:r>
            <a:r>
              <a:rPr dirty="0" sz="2400">
                <a:solidFill>
                  <a:srgbClr val="000000"/>
                </a:solidFill>
              </a:rPr>
              <a:t>相同，但是不带电。</a:t>
            </a:r>
            <a:r>
              <a:rPr dirty="0" sz="2400" spc="-10">
                <a:solidFill>
                  <a:srgbClr val="000000"/>
                </a:solidFill>
              </a:rPr>
              <a:t>他 </a:t>
            </a:r>
            <a:r>
              <a:rPr dirty="0" sz="2400">
                <a:solidFill>
                  <a:srgbClr val="000000"/>
                </a:solidFill>
              </a:rPr>
              <a:t>把这种粒子叫做中子</a:t>
            </a:r>
            <a:r>
              <a:rPr dirty="0" sz="2400" spc="-10">
                <a:solidFill>
                  <a:srgbClr val="000000"/>
                </a:solidFill>
              </a:rPr>
              <a:t>。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4070603" y="2110739"/>
            <a:ext cx="2025396" cy="25420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09922" y="4720209"/>
            <a:ext cx="1235316" cy="3368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71055" y="4423905"/>
            <a:ext cx="5191480" cy="2044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007110"/>
            <a:ext cx="21583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 b="0">
                <a:latin typeface="楷体"/>
                <a:cs typeface="楷体"/>
              </a:rPr>
              <a:t>2.</a:t>
            </a:r>
            <a:r>
              <a:rPr dirty="0" b="0">
                <a:latin typeface="楷体"/>
                <a:cs typeface="楷体"/>
              </a:rPr>
              <a:t>中子的发</a:t>
            </a:r>
            <a:r>
              <a:rPr dirty="0" spc="-5" b="0">
                <a:latin typeface="楷体"/>
                <a:cs typeface="楷体"/>
              </a:rPr>
              <a:t>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6156" y="3984167"/>
            <a:ext cx="13716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4476" y="3713022"/>
            <a:ext cx="137160" cy="563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750">
                <a:latin typeface="Times New Roman"/>
                <a:cs typeface="Times New Roman"/>
              </a:rPr>
              <a:t>2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2904" y="3984167"/>
            <a:ext cx="137160" cy="292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latin typeface="Times New Roman"/>
                <a:cs typeface="Times New Roman"/>
              </a:rPr>
              <a:t>6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6028" y="3550487"/>
            <a:ext cx="69723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>
                <a:latin typeface="Times New Roman"/>
                <a:cs typeface="Times New Roman"/>
              </a:rPr>
              <a:t>1 2</a:t>
            </a:r>
            <a:r>
              <a:rPr dirty="0" sz="1750" spc="100">
                <a:latin typeface="Times New Roman"/>
                <a:cs typeface="Times New Roman"/>
              </a:rPr>
              <a:t> </a:t>
            </a:r>
            <a:r>
              <a:rPr dirty="0" baseline="-25000" sz="4500" spc="30" i="1">
                <a:latin typeface="Times New Roman"/>
                <a:cs typeface="Times New Roman"/>
              </a:rPr>
              <a:t>C</a:t>
            </a:r>
            <a:endParaRPr baseline="-25000" sz="4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8297" y="3722573"/>
            <a:ext cx="136906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2890" algn="l"/>
                <a:tab pos="703580" algn="l"/>
                <a:tab pos="1144270" algn="l"/>
              </a:tabLst>
            </a:pPr>
            <a:r>
              <a:rPr dirty="0" baseline="42857" sz="2625">
                <a:latin typeface="Times New Roman"/>
                <a:cs typeface="Times New Roman"/>
              </a:rPr>
              <a:t>9</a:t>
            </a:r>
            <a:r>
              <a:rPr dirty="0" baseline="42857" sz="2625">
                <a:latin typeface="Times New Roman"/>
                <a:cs typeface="Times New Roman"/>
              </a:rPr>
              <a:t>	</a:t>
            </a:r>
            <a:r>
              <a:rPr dirty="0" sz="3000" spc="20" i="1">
                <a:latin typeface="Times New Roman"/>
                <a:cs typeface="Times New Roman"/>
              </a:rPr>
              <a:t>B</a:t>
            </a:r>
            <a:r>
              <a:rPr dirty="0" sz="3000" spc="20" i="1">
                <a:latin typeface="Times New Roman"/>
                <a:cs typeface="Times New Roman"/>
              </a:rPr>
              <a:t>	</a:t>
            </a:r>
            <a:r>
              <a:rPr dirty="0" sz="3000" spc="10" i="1">
                <a:latin typeface="Times New Roman"/>
                <a:cs typeface="Times New Roman"/>
              </a:rPr>
              <a:t>e</a:t>
            </a:r>
            <a:r>
              <a:rPr dirty="0" sz="3000" spc="10" i="1">
                <a:latin typeface="Times New Roman"/>
                <a:cs typeface="Times New Roman"/>
              </a:rPr>
              <a:t>	</a:t>
            </a:r>
            <a:r>
              <a:rPr dirty="0" sz="3000" spc="15">
                <a:latin typeface="Symbol"/>
                <a:cs typeface="Symbol"/>
              </a:rPr>
              <a:t>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3551" y="3722573"/>
            <a:ext cx="1400175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32130" algn="l"/>
                <a:tab pos="1006475" algn="l"/>
              </a:tabLst>
            </a:pPr>
            <a:r>
              <a:rPr dirty="0" sz="3000" spc="20">
                <a:latin typeface="Times New Roman"/>
                <a:cs typeface="Times New Roman"/>
              </a:rPr>
              <a:t>H</a:t>
            </a:r>
            <a:r>
              <a:rPr dirty="0" sz="3000" spc="20">
                <a:latin typeface="Times New Roman"/>
                <a:cs typeface="Times New Roman"/>
              </a:rPr>
              <a:t>	</a:t>
            </a:r>
            <a:r>
              <a:rPr dirty="0" sz="3000" spc="10">
                <a:latin typeface="Times New Roman"/>
                <a:cs typeface="Times New Roman"/>
              </a:rPr>
              <a:t>e</a:t>
            </a:r>
            <a:r>
              <a:rPr dirty="0" sz="3000" spc="10">
                <a:latin typeface="Times New Roman"/>
                <a:cs typeface="Times New Roman"/>
              </a:rPr>
              <a:t>	</a:t>
            </a:r>
            <a:r>
              <a:rPr dirty="0" sz="3000" spc="30">
                <a:latin typeface="Symbol"/>
                <a:cs typeface="Symbol"/>
              </a:rPr>
              <a:t>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4307" y="3722573"/>
            <a:ext cx="749300" cy="4883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43560" indent="-530860">
              <a:lnSpc>
                <a:spcPct val="100000"/>
              </a:lnSpc>
              <a:spcBef>
                <a:spcPts val="130"/>
              </a:spcBef>
              <a:buFont typeface="Symbol"/>
              <a:buChar char=""/>
              <a:tabLst>
                <a:tab pos="543560" algn="l"/>
                <a:tab pos="544195" algn="l"/>
              </a:tabLst>
            </a:pPr>
            <a:r>
              <a:rPr dirty="0" sz="3000" spc="15" i="1">
                <a:latin typeface="Times New Roman"/>
                <a:cs typeface="Times New Roman"/>
              </a:rPr>
              <a:t>n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45378" y="3731145"/>
            <a:ext cx="895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45378" y="4030090"/>
            <a:ext cx="895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7530" y="1769109"/>
            <a:ext cx="6148070" cy="1586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楷体"/>
                <a:cs typeface="楷体"/>
              </a:rPr>
              <a:t>1932</a:t>
            </a:r>
            <a:r>
              <a:rPr dirty="0" sz="2400" b="1">
                <a:latin typeface="楷体"/>
                <a:cs typeface="楷体"/>
              </a:rPr>
              <a:t>年，卢瑟福的学生</a:t>
            </a:r>
            <a:r>
              <a:rPr dirty="0" u="heavy" sz="240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楷体"/>
                <a:cs typeface="楷体"/>
              </a:rPr>
              <a:t>查德威克</a:t>
            </a:r>
            <a:r>
              <a:rPr dirty="0" sz="2400" b="1">
                <a:latin typeface="楷体"/>
                <a:cs typeface="楷体"/>
              </a:rPr>
              <a:t>用α粒子轰</a:t>
            </a:r>
            <a:r>
              <a:rPr dirty="0" sz="2400" spc="-10" b="1">
                <a:latin typeface="楷体"/>
                <a:cs typeface="楷体"/>
              </a:rPr>
              <a:t>击 </a:t>
            </a:r>
            <a:r>
              <a:rPr dirty="0" sz="2400" b="1">
                <a:latin typeface="楷体"/>
                <a:cs typeface="楷体"/>
              </a:rPr>
              <a:t>铍核发现了</a:t>
            </a:r>
            <a:r>
              <a:rPr dirty="0" sz="2400" b="1">
                <a:solidFill>
                  <a:srgbClr val="FF0000"/>
                </a:solidFill>
                <a:latin typeface="楷体"/>
                <a:cs typeface="楷体"/>
              </a:rPr>
              <a:t>中子</a:t>
            </a:r>
            <a:r>
              <a:rPr dirty="0" sz="2400" b="1">
                <a:latin typeface="楷体"/>
                <a:cs typeface="楷体"/>
              </a:rPr>
              <a:t>证实了这个猜想</a:t>
            </a:r>
            <a:r>
              <a:rPr dirty="0" sz="2400" spc="-10" b="1">
                <a:latin typeface="楷体"/>
                <a:cs typeface="楷体"/>
              </a:rPr>
              <a:t>。</a:t>
            </a:r>
            <a:endParaRPr sz="2400">
              <a:latin typeface="楷体"/>
              <a:cs typeface="楷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Times New Roman"/>
              <a:cs typeface="Times New Roman"/>
            </a:endParaRPr>
          </a:p>
          <a:p>
            <a:pPr marL="485775">
              <a:lnSpc>
                <a:spcPct val="100000"/>
              </a:lnSpc>
            </a:pPr>
            <a:r>
              <a:rPr dirty="0" sz="2400" b="1">
                <a:solidFill>
                  <a:srgbClr val="FF0000"/>
                </a:solidFill>
                <a:latin typeface="楷体"/>
                <a:cs typeface="楷体"/>
              </a:rPr>
              <a:t>中子不带电，</a:t>
            </a:r>
            <a:r>
              <a:rPr dirty="0" sz="2400" spc="-10" b="1">
                <a:solidFill>
                  <a:srgbClr val="FF0000"/>
                </a:solidFill>
                <a:latin typeface="楷体"/>
                <a:cs typeface="楷体"/>
              </a:rPr>
              <a:t>用</a:t>
            </a:r>
            <a:r>
              <a:rPr dirty="0" sz="2400" b="1">
                <a:solidFill>
                  <a:srgbClr val="FF0000"/>
                </a:solidFill>
                <a:latin typeface="楷体"/>
                <a:cs typeface="楷体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楷体"/>
                <a:cs typeface="楷体"/>
              </a:rPr>
              <a:t>n</a:t>
            </a:r>
            <a:r>
              <a:rPr dirty="0" sz="2400" spc="5" b="1">
                <a:solidFill>
                  <a:srgbClr val="FF0000"/>
                </a:solidFill>
                <a:latin typeface="楷体"/>
                <a:cs typeface="楷体"/>
              </a:rPr>
              <a:t> </a:t>
            </a:r>
            <a:r>
              <a:rPr dirty="0" sz="2400" b="1">
                <a:solidFill>
                  <a:srgbClr val="FF0000"/>
                </a:solidFill>
                <a:latin typeface="楷体"/>
                <a:cs typeface="楷体"/>
              </a:rPr>
              <a:t>表示</a:t>
            </a:r>
            <a:r>
              <a:rPr dirty="0" sz="2400" spc="-10" b="1">
                <a:solidFill>
                  <a:srgbClr val="FF0000"/>
                </a:solidFill>
                <a:latin typeface="楷体"/>
                <a:cs typeface="楷体"/>
              </a:rPr>
              <a:t>。</a:t>
            </a:r>
            <a:endParaRPr sz="24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3517" y="992822"/>
            <a:ext cx="3573779" cy="531495"/>
          </a:xfrm>
          <a:custGeom>
            <a:avLst/>
            <a:gdLst/>
            <a:ahLst/>
            <a:cxnLst/>
            <a:rect l="l" t="t" r="r" b="b"/>
            <a:pathLst>
              <a:path w="3573779" h="531494">
                <a:moveTo>
                  <a:pt x="3573462" y="531494"/>
                </a:moveTo>
                <a:lnTo>
                  <a:pt x="0" y="531494"/>
                </a:lnTo>
                <a:lnTo>
                  <a:pt x="0" y="0"/>
                </a:lnTo>
                <a:lnTo>
                  <a:pt x="3573462" y="0"/>
                </a:lnTo>
                <a:lnTo>
                  <a:pt x="3573462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521969"/>
                </a:lnTo>
                <a:lnTo>
                  <a:pt x="4762" y="521969"/>
                </a:lnTo>
                <a:lnTo>
                  <a:pt x="9525" y="526732"/>
                </a:lnTo>
                <a:lnTo>
                  <a:pt x="3573462" y="526732"/>
                </a:lnTo>
                <a:lnTo>
                  <a:pt x="3573462" y="531494"/>
                </a:lnTo>
                <a:close/>
              </a:path>
              <a:path w="3573779" h="531494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3573779" h="531494">
                <a:moveTo>
                  <a:pt x="3563937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3563937" y="4762"/>
                </a:lnTo>
                <a:lnTo>
                  <a:pt x="3563937" y="9524"/>
                </a:lnTo>
                <a:close/>
              </a:path>
              <a:path w="3573779" h="531494">
                <a:moveTo>
                  <a:pt x="3563937" y="526732"/>
                </a:moveTo>
                <a:lnTo>
                  <a:pt x="3563937" y="4762"/>
                </a:lnTo>
                <a:lnTo>
                  <a:pt x="3568700" y="9524"/>
                </a:lnTo>
                <a:lnTo>
                  <a:pt x="3573462" y="9524"/>
                </a:lnTo>
                <a:lnTo>
                  <a:pt x="3573462" y="521969"/>
                </a:lnTo>
                <a:lnTo>
                  <a:pt x="3568700" y="521969"/>
                </a:lnTo>
                <a:lnTo>
                  <a:pt x="3563937" y="526732"/>
                </a:lnTo>
                <a:close/>
              </a:path>
              <a:path w="3573779" h="531494">
                <a:moveTo>
                  <a:pt x="3573462" y="9524"/>
                </a:moveTo>
                <a:lnTo>
                  <a:pt x="3568700" y="9524"/>
                </a:lnTo>
                <a:lnTo>
                  <a:pt x="3563937" y="4762"/>
                </a:lnTo>
                <a:lnTo>
                  <a:pt x="3573462" y="4762"/>
                </a:lnTo>
                <a:lnTo>
                  <a:pt x="3573462" y="9524"/>
                </a:lnTo>
                <a:close/>
              </a:path>
              <a:path w="3573779" h="531494">
                <a:moveTo>
                  <a:pt x="9525" y="526732"/>
                </a:moveTo>
                <a:lnTo>
                  <a:pt x="4762" y="521969"/>
                </a:lnTo>
                <a:lnTo>
                  <a:pt x="9525" y="521969"/>
                </a:lnTo>
                <a:lnTo>
                  <a:pt x="9525" y="526732"/>
                </a:lnTo>
                <a:close/>
              </a:path>
              <a:path w="3573779" h="531494">
                <a:moveTo>
                  <a:pt x="3563937" y="526732"/>
                </a:moveTo>
                <a:lnTo>
                  <a:pt x="9525" y="526732"/>
                </a:lnTo>
                <a:lnTo>
                  <a:pt x="9525" y="521969"/>
                </a:lnTo>
                <a:lnTo>
                  <a:pt x="3563937" y="521969"/>
                </a:lnTo>
                <a:lnTo>
                  <a:pt x="3563937" y="526732"/>
                </a:lnTo>
                <a:close/>
              </a:path>
              <a:path w="3573779" h="531494">
                <a:moveTo>
                  <a:pt x="3573462" y="526732"/>
                </a:moveTo>
                <a:lnTo>
                  <a:pt x="3563937" y="526732"/>
                </a:lnTo>
                <a:lnTo>
                  <a:pt x="3568700" y="521969"/>
                </a:lnTo>
                <a:lnTo>
                  <a:pt x="3573462" y="521969"/>
                </a:lnTo>
                <a:lnTo>
                  <a:pt x="3573462" y="5267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020" y="989330"/>
            <a:ext cx="248729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>
                <a:latin typeface="华文楷体"/>
                <a:cs typeface="华文楷体"/>
              </a:rPr>
              <a:t>3</a:t>
            </a:r>
            <a:r>
              <a:rPr dirty="0">
                <a:latin typeface="华文楷体"/>
                <a:cs typeface="华文楷体"/>
              </a:rPr>
              <a:t>.</a:t>
            </a:r>
            <a:r>
              <a:rPr dirty="0">
                <a:latin typeface="华文楷体"/>
                <a:cs typeface="华文楷体"/>
              </a:rPr>
              <a:t>原子核的表示</a:t>
            </a:r>
            <a:r>
              <a:rPr dirty="0" spc="-5">
                <a:latin typeface="华文楷体"/>
                <a:cs typeface="华文楷体"/>
              </a:rPr>
              <a:t>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1634" y="1878329"/>
            <a:ext cx="6582409" cy="428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SzPct val="95833"/>
              <a:buAutoNum type="arabicPlain"/>
              <a:tabLst>
                <a:tab pos="767080" algn="l"/>
              </a:tabLst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核子：</a:t>
            </a:r>
            <a:r>
              <a:rPr dirty="0" sz="2400" b="1">
                <a:latin typeface="华文楷体"/>
                <a:cs typeface="华文楷体"/>
              </a:rPr>
              <a:t>质子和中子都是原子核的组成成分</a:t>
            </a:r>
            <a:r>
              <a:rPr dirty="0" sz="2400" spc="-5" b="1">
                <a:latin typeface="华文楷体"/>
                <a:cs typeface="华文楷体"/>
              </a:rPr>
              <a:t>， </a:t>
            </a:r>
            <a:r>
              <a:rPr dirty="0" sz="2400" b="1">
                <a:latin typeface="华文楷体"/>
                <a:cs typeface="华文楷体"/>
              </a:rPr>
              <a:t>所以统称为</a:t>
            </a: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核子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 marR="311150">
              <a:lnSpc>
                <a:spcPct val="150000"/>
              </a:lnSpc>
              <a:spcBef>
                <a:spcPts val="994"/>
              </a:spcBef>
              <a:buSzPct val="95833"/>
              <a:buAutoNum type="arabicPlain"/>
              <a:tabLst>
                <a:tab pos="767080" algn="l"/>
              </a:tabLst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电荷数：</a:t>
            </a:r>
            <a:r>
              <a:rPr dirty="0" sz="2400" b="1">
                <a:latin typeface="华文楷体"/>
                <a:cs typeface="华文楷体"/>
              </a:rPr>
              <a:t>原子核所带的电荷总是质子电</a:t>
            </a:r>
            <a:r>
              <a:rPr dirty="0" sz="2400" spc="-5" b="1">
                <a:latin typeface="华文楷体"/>
                <a:cs typeface="华文楷体"/>
              </a:rPr>
              <a:t>荷 </a:t>
            </a:r>
            <a:r>
              <a:rPr dirty="0" sz="2400" b="1">
                <a:latin typeface="华文楷体"/>
                <a:cs typeface="华文楷体"/>
              </a:rPr>
              <a:t>的整数倍，通常用这个整数表示原子核的电</a:t>
            </a:r>
            <a:r>
              <a:rPr dirty="0" sz="2400" spc="-5" b="1">
                <a:latin typeface="华文楷体"/>
                <a:cs typeface="华文楷体"/>
              </a:rPr>
              <a:t>荷 </a:t>
            </a:r>
            <a:r>
              <a:rPr dirty="0" sz="2400" b="1">
                <a:latin typeface="华文楷体"/>
                <a:cs typeface="华文楷体"/>
              </a:rPr>
              <a:t>量，叫作原子核的电荷数，</a:t>
            </a:r>
            <a:r>
              <a:rPr dirty="0" sz="2400" spc="-5" b="1">
                <a:latin typeface="华文楷体"/>
                <a:cs typeface="华文楷体"/>
              </a:rPr>
              <a:t>用</a:t>
            </a:r>
            <a:r>
              <a:rPr dirty="0" sz="2400" b="1">
                <a:latin typeface="华文楷体"/>
                <a:cs typeface="华文楷体"/>
              </a:rPr>
              <a:t> </a:t>
            </a:r>
            <a:r>
              <a:rPr dirty="0" sz="2400" spc="-5" b="1">
                <a:latin typeface="华文楷体"/>
                <a:cs typeface="华文楷体"/>
              </a:rPr>
              <a:t>Z</a:t>
            </a:r>
            <a:r>
              <a:rPr dirty="0" sz="2400" b="1">
                <a:latin typeface="华文楷体"/>
                <a:cs typeface="华文楷体"/>
              </a:rPr>
              <a:t> 表示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  <a:p>
            <a:pPr marL="12700" marR="149225">
              <a:lnSpc>
                <a:spcPct val="150000"/>
              </a:lnSpc>
              <a:spcBef>
                <a:spcPts val="844"/>
              </a:spcBef>
              <a:buSzPct val="95833"/>
              <a:buAutoNum type="arabicPlain"/>
              <a:tabLst>
                <a:tab pos="767080" algn="l"/>
              </a:tabLst>
            </a:pPr>
            <a:r>
              <a:rPr dirty="0" sz="2400" b="1">
                <a:solidFill>
                  <a:srgbClr val="FF0000"/>
                </a:solidFill>
                <a:latin typeface="华文楷体"/>
                <a:cs typeface="华文楷体"/>
              </a:rPr>
              <a:t>质量数：</a:t>
            </a:r>
            <a:r>
              <a:rPr dirty="0" sz="2400" b="1">
                <a:latin typeface="华文楷体"/>
                <a:cs typeface="华文楷体"/>
              </a:rPr>
              <a:t>原子核的质量几乎等于单个核</a:t>
            </a:r>
            <a:r>
              <a:rPr dirty="0" sz="2400" spc="-5" b="1">
                <a:latin typeface="华文楷体"/>
                <a:cs typeface="华文楷体"/>
              </a:rPr>
              <a:t>子 </a:t>
            </a:r>
            <a:r>
              <a:rPr dirty="0" sz="2400" b="1">
                <a:latin typeface="华文楷体"/>
                <a:cs typeface="华文楷体"/>
              </a:rPr>
              <a:t>质量的整数倍，这个倍数叫作原子核的质量数</a:t>
            </a:r>
            <a:r>
              <a:rPr dirty="0" sz="2400" spc="-5" b="1">
                <a:latin typeface="华文楷体"/>
                <a:cs typeface="华文楷体"/>
              </a:rPr>
              <a:t>， </a:t>
            </a:r>
            <a:r>
              <a:rPr dirty="0" sz="2400" spc="-5" b="1">
                <a:latin typeface="华文楷体"/>
                <a:cs typeface="华文楷体"/>
              </a:rPr>
              <a:t>用</a:t>
            </a:r>
            <a:r>
              <a:rPr dirty="0" sz="2400" b="1">
                <a:latin typeface="华文楷体"/>
                <a:cs typeface="华文楷体"/>
              </a:rPr>
              <a:t> </a:t>
            </a:r>
            <a:r>
              <a:rPr dirty="0" sz="2400" spc="-5" b="1">
                <a:latin typeface="华文楷体"/>
                <a:cs typeface="华文楷体"/>
              </a:rPr>
              <a:t>A</a:t>
            </a:r>
            <a:r>
              <a:rPr dirty="0" sz="2400" spc="5" b="1">
                <a:latin typeface="华文楷体"/>
                <a:cs typeface="华文楷体"/>
              </a:rPr>
              <a:t> </a:t>
            </a:r>
            <a:r>
              <a:rPr dirty="0" sz="2400" b="1">
                <a:latin typeface="华文楷体"/>
                <a:cs typeface="华文楷体"/>
              </a:rPr>
              <a:t>表示</a:t>
            </a:r>
            <a:r>
              <a:rPr dirty="0" sz="2400" spc="-5" b="1">
                <a:latin typeface="华文楷体"/>
                <a:cs typeface="华文楷体"/>
              </a:rPr>
              <a:t>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10423" y="2640012"/>
            <a:ext cx="542747" cy="54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29423" y="2487612"/>
            <a:ext cx="542747" cy="54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34223" y="3021012"/>
            <a:ext cx="542747" cy="54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48423" y="2411412"/>
            <a:ext cx="542747" cy="5422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3223" y="2868612"/>
            <a:ext cx="542747" cy="54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410423" y="2106612"/>
            <a:ext cx="542747" cy="54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58023" y="1801812"/>
            <a:ext cx="542747" cy="54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9423" y="1420812"/>
            <a:ext cx="542747" cy="542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3795" y="1882775"/>
            <a:ext cx="532701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48423" y="1649412"/>
            <a:ext cx="618947" cy="7708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2223" y="2106612"/>
            <a:ext cx="542747" cy="5422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39023" y="24114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639023" y="17256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91423" y="14208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10423" y="1344612"/>
            <a:ext cx="542747" cy="542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58023" y="3021012"/>
            <a:ext cx="542747" cy="5422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172423" y="18018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43823" y="14970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48623" y="21828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39023" y="16494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53223" y="18780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715223" y="30210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020023" y="27924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67623" y="2106612"/>
            <a:ext cx="542747" cy="542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72423" y="2487612"/>
            <a:ext cx="542747" cy="5422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53223" y="2182812"/>
            <a:ext cx="542747" cy="5422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4623" y="2716212"/>
            <a:ext cx="542747" cy="54228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81823" y="1725612"/>
            <a:ext cx="542747" cy="5422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562823" y="2030412"/>
            <a:ext cx="542747" cy="5422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05623" y="2487612"/>
            <a:ext cx="542747" cy="5422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715223" y="2640012"/>
            <a:ext cx="542747" cy="54228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86623" y="2411412"/>
            <a:ext cx="542747" cy="54228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172423" y="1878012"/>
            <a:ext cx="542747" cy="542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101595" y="2263775"/>
            <a:ext cx="532701" cy="533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096223" y="1660842"/>
            <a:ext cx="2295639" cy="114046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478707" y="1767585"/>
            <a:ext cx="724890" cy="39794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285009" y="975042"/>
            <a:ext cx="2106930" cy="861060"/>
          </a:xfrm>
          <a:custGeom>
            <a:avLst/>
            <a:gdLst/>
            <a:ahLst/>
            <a:cxnLst/>
            <a:rect l="l" t="t" r="r" b="b"/>
            <a:pathLst>
              <a:path w="2106929" h="861060">
                <a:moveTo>
                  <a:pt x="954443" y="312516"/>
                </a:moveTo>
                <a:lnTo>
                  <a:pt x="954557" y="87630"/>
                </a:lnTo>
                <a:lnTo>
                  <a:pt x="957389" y="69850"/>
                </a:lnTo>
                <a:lnTo>
                  <a:pt x="958646" y="64770"/>
                </a:lnTo>
                <a:lnTo>
                  <a:pt x="960119" y="60960"/>
                </a:lnTo>
                <a:lnTo>
                  <a:pt x="961809" y="57150"/>
                </a:lnTo>
                <a:lnTo>
                  <a:pt x="963676" y="52070"/>
                </a:lnTo>
                <a:lnTo>
                  <a:pt x="978776" y="30480"/>
                </a:lnTo>
                <a:lnTo>
                  <a:pt x="981875" y="26670"/>
                </a:lnTo>
                <a:lnTo>
                  <a:pt x="985126" y="24130"/>
                </a:lnTo>
                <a:lnTo>
                  <a:pt x="988517" y="20320"/>
                </a:lnTo>
                <a:lnTo>
                  <a:pt x="992060" y="17780"/>
                </a:lnTo>
                <a:lnTo>
                  <a:pt x="995730" y="15240"/>
                </a:lnTo>
                <a:lnTo>
                  <a:pt x="999528" y="12700"/>
                </a:lnTo>
                <a:lnTo>
                  <a:pt x="1003452" y="10160"/>
                </a:lnTo>
                <a:lnTo>
                  <a:pt x="1007491" y="8890"/>
                </a:lnTo>
                <a:lnTo>
                  <a:pt x="1011643" y="6350"/>
                </a:lnTo>
                <a:lnTo>
                  <a:pt x="1024699" y="2540"/>
                </a:lnTo>
                <a:lnTo>
                  <a:pt x="1033843" y="0"/>
                </a:lnTo>
                <a:lnTo>
                  <a:pt x="2027567" y="0"/>
                </a:lnTo>
                <a:lnTo>
                  <a:pt x="2036711" y="2540"/>
                </a:lnTo>
                <a:lnTo>
                  <a:pt x="2049767" y="6350"/>
                </a:lnTo>
                <a:lnTo>
                  <a:pt x="2053920" y="8890"/>
                </a:lnTo>
                <a:lnTo>
                  <a:pt x="1039609" y="8890"/>
                </a:lnTo>
                <a:lnTo>
                  <a:pt x="1035164" y="10160"/>
                </a:lnTo>
                <a:lnTo>
                  <a:pt x="1031252" y="10160"/>
                </a:lnTo>
                <a:lnTo>
                  <a:pt x="1026960" y="11430"/>
                </a:lnTo>
                <a:lnTo>
                  <a:pt x="1027188" y="11430"/>
                </a:lnTo>
                <a:lnTo>
                  <a:pt x="1022972" y="12700"/>
                </a:lnTo>
                <a:lnTo>
                  <a:pt x="1023188" y="12700"/>
                </a:lnTo>
                <a:lnTo>
                  <a:pt x="1019060" y="13970"/>
                </a:lnTo>
                <a:lnTo>
                  <a:pt x="1019289" y="13970"/>
                </a:lnTo>
                <a:lnTo>
                  <a:pt x="1015250" y="15240"/>
                </a:lnTo>
                <a:lnTo>
                  <a:pt x="1015466" y="15240"/>
                </a:lnTo>
                <a:lnTo>
                  <a:pt x="1013498" y="16510"/>
                </a:lnTo>
                <a:lnTo>
                  <a:pt x="1011732" y="16510"/>
                </a:lnTo>
                <a:lnTo>
                  <a:pt x="1007897" y="19050"/>
                </a:lnTo>
                <a:lnTo>
                  <a:pt x="1008100" y="19050"/>
                </a:lnTo>
                <a:lnTo>
                  <a:pt x="1004379" y="21590"/>
                </a:lnTo>
                <a:lnTo>
                  <a:pt x="1004569" y="21590"/>
                </a:lnTo>
                <a:lnTo>
                  <a:pt x="1000963" y="22860"/>
                </a:lnTo>
                <a:lnTo>
                  <a:pt x="1001153" y="22860"/>
                </a:lnTo>
                <a:lnTo>
                  <a:pt x="997673" y="25400"/>
                </a:lnTo>
                <a:lnTo>
                  <a:pt x="997851" y="25400"/>
                </a:lnTo>
                <a:lnTo>
                  <a:pt x="994498" y="27940"/>
                </a:lnTo>
                <a:lnTo>
                  <a:pt x="994676" y="27940"/>
                </a:lnTo>
                <a:lnTo>
                  <a:pt x="991450" y="30480"/>
                </a:lnTo>
                <a:lnTo>
                  <a:pt x="991616" y="30480"/>
                </a:lnTo>
                <a:lnTo>
                  <a:pt x="988529" y="33020"/>
                </a:lnTo>
                <a:lnTo>
                  <a:pt x="988694" y="33020"/>
                </a:lnTo>
                <a:lnTo>
                  <a:pt x="985748" y="36830"/>
                </a:lnTo>
                <a:lnTo>
                  <a:pt x="985901" y="36830"/>
                </a:lnTo>
                <a:lnTo>
                  <a:pt x="983107" y="39370"/>
                </a:lnTo>
                <a:lnTo>
                  <a:pt x="983246" y="39370"/>
                </a:lnTo>
                <a:lnTo>
                  <a:pt x="980605" y="43180"/>
                </a:lnTo>
                <a:lnTo>
                  <a:pt x="980744" y="43180"/>
                </a:lnTo>
                <a:lnTo>
                  <a:pt x="978268" y="45720"/>
                </a:lnTo>
                <a:lnTo>
                  <a:pt x="976083" y="49530"/>
                </a:lnTo>
                <a:lnTo>
                  <a:pt x="974064" y="53340"/>
                </a:lnTo>
                <a:lnTo>
                  <a:pt x="972866" y="55880"/>
                </a:lnTo>
                <a:lnTo>
                  <a:pt x="972312" y="55880"/>
                </a:lnTo>
                <a:lnTo>
                  <a:pt x="970978" y="59690"/>
                </a:lnTo>
                <a:lnTo>
                  <a:pt x="970622" y="59690"/>
                </a:lnTo>
                <a:lnTo>
                  <a:pt x="969432" y="63500"/>
                </a:lnTo>
                <a:lnTo>
                  <a:pt x="969111" y="63500"/>
                </a:lnTo>
                <a:lnTo>
                  <a:pt x="968063" y="67310"/>
                </a:lnTo>
                <a:lnTo>
                  <a:pt x="967778" y="67310"/>
                </a:lnTo>
                <a:lnTo>
                  <a:pt x="966584" y="72390"/>
                </a:lnTo>
                <a:lnTo>
                  <a:pt x="965657" y="76200"/>
                </a:lnTo>
                <a:lnTo>
                  <a:pt x="964920" y="80010"/>
                </a:lnTo>
                <a:lnTo>
                  <a:pt x="964530" y="83820"/>
                </a:lnTo>
                <a:lnTo>
                  <a:pt x="964082" y="88900"/>
                </a:lnTo>
                <a:lnTo>
                  <a:pt x="963968" y="311150"/>
                </a:lnTo>
                <a:lnTo>
                  <a:pt x="956843" y="311150"/>
                </a:lnTo>
                <a:lnTo>
                  <a:pt x="954443" y="312516"/>
                </a:lnTo>
                <a:close/>
              </a:path>
              <a:path w="2106929" h="861060">
                <a:moveTo>
                  <a:pt x="2049881" y="17780"/>
                </a:moveTo>
                <a:lnTo>
                  <a:pt x="2045944" y="15240"/>
                </a:lnTo>
                <a:lnTo>
                  <a:pt x="2046160" y="15240"/>
                </a:lnTo>
                <a:lnTo>
                  <a:pt x="2042121" y="13970"/>
                </a:lnTo>
                <a:lnTo>
                  <a:pt x="2042350" y="13970"/>
                </a:lnTo>
                <a:lnTo>
                  <a:pt x="2038222" y="12700"/>
                </a:lnTo>
                <a:lnTo>
                  <a:pt x="2038438" y="12700"/>
                </a:lnTo>
                <a:lnTo>
                  <a:pt x="2034222" y="11430"/>
                </a:lnTo>
                <a:lnTo>
                  <a:pt x="2034451" y="11430"/>
                </a:lnTo>
                <a:lnTo>
                  <a:pt x="2030158" y="10160"/>
                </a:lnTo>
                <a:lnTo>
                  <a:pt x="2026246" y="10160"/>
                </a:lnTo>
                <a:lnTo>
                  <a:pt x="2021801" y="8890"/>
                </a:lnTo>
                <a:lnTo>
                  <a:pt x="2053920" y="8890"/>
                </a:lnTo>
                <a:lnTo>
                  <a:pt x="2057958" y="10160"/>
                </a:lnTo>
                <a:lnTo>
                  <a:pt x="2061883" y="12700"/>
                </a:lnTo>
                <a:lnTo>
                  <a:pt x="2065680" y="15240"/>
                </a:lnTo>
                <a:lnTo>
                  <a:pt x="2067515" y="16510"/>
                </a:lnTo>
                <a:lnTo>
                  <a:pt x="2049678" y="16510"/>
                </a:lnTo>
                <a:lnTo>
                  <a:pt x="2049881" y="17780"/>
                </a:lnTo>
                <a:close/>
              </a:path>
              <a:path w="2106929" h="861060">
                <a:moveTo>
                  <a:pt x="1011529" y="17780"/>
                </a:moveTo>
                <a:lnTo>
                  <a:pt x="1011732" y="16510"/>
                </a:lnTo>
                <a:lnTo>
                  <a:pt x="1013498" y="16510"/>
                </a:lnTo>
                <a:lnTo>
                  <a:pt x="1011529" y="17780"/>
                </a:lnTo>
                <a:close/>
              </a:path>
              <a:path w="2106929" h="861060">
                <a:moveTo>
                  <a:pt x="2089200" y="57150"/>
                </a:moveTo>
                <a:lnTo>
                  <a:pt x="2087232" y="53340"/>
                </a:lnTo>
                <a:lnTo>
                  <a:pt x="2085213" y="49530"/>
                </a:lnTo>
                <a:lnTo>
                  <a:pt x="2083015" y="45720"/>
                </a:lnTo>
                <a:lnTo>
                  <a:pt x="2080666" y="43180"/>
                </a:lnTo>
                <a:lnTo>
                  <a:pt x="2080806" y="43180"/>
                </a:lnTo>
                <a:lnTo>
                  <a:pt x="2078164" y="39370"/>
                </a:lnTo>
                <a:lnTo>
                  <a:pt x="2078304" y="39370"/>
                </a:lnTo>
                <a:lnTo>
                  <a:pt x="2075510" y="36830"/>
                </a:lnTo>
                <a:lnTo>
                  <a:pt x="2075662" y="36830"/>
                </a:lnTo>
                <a:lnTo>
                  <a:pt x="2072716" y="33020"/>
                </a:lnTo>
                <a:lnTo>
                  <a:pt x="2072881" y="33020"/>
                </a:lnTo>
                <a:lnTo>
                  <a:pt x="2069795" y="30480"/>
                </a:lnTo>
                <a:lnTo>
                  <a:pt x="2069960" y="30480"/>
                </a:lnTo>
                <a:lnTo>
                  <a:pt x="2066734" y="27940"/>
                </a:lnTo>
                <a:lnTo>
                  <a:pt x="2066912" y="27940"/>
                </a:lnTo>
                <a:lnTo>
                  <a:pt x="2063559" y="25400"/>
                </a:lnTo>
                <a:lnTo>
                  <a:pt x="2063737" y="25400"/>
                </a:lnTo>
                <a:lnTo>
                  <a:pt x="2060257" y="22860"/>
                </a:lnTo>
                <a:lnTo>
                  <a:pt x="2060435" y="22860"/>
                </a:lnTo>
                <a:lnTo>
                  <a:pt x="2056841" y="21590"/>
                </a:lnTo>
                <a:lnTo>
                  <a:pt x="2057031" y="21590"/>
                </a:lnTo>
                <a:lnTo>
                  <a:pt x="2053310" y="19050"/>
                </a:lnTo>
                <a:lnTo>
                  <a:pt x="2053513" y="19050"/>
                </a:lnTo>
                <a:lnTo>
                  <a:pt x="2049678" y="16510"/>
                </a:lnTo>
                <a:lnTo>
                  <a:pt x="2067515" y="16510"/>
                </a:lnTo>
                <a:lnTo>
                  <a:pt x="2069350" y="17780"/>
                </a:lnTo>
                <a:lnTo>
                  <a:pt x="2072881" y="20320"/>
                </a:lnTo>
                <a:lnTo>
                  <a:pt x="2076284" y="24130"/>
                </a:lnTo>
                <a:lnTo>
                  <a:pt x="2079536" y="26670"/>
                </a:lnTo>
                <a:lnTo>
                  <a:pt x="2082634" y="30480"/>
                </a:lnTo>
                <a:lnTo>
                  <a:pt x="2085581" y="33020"/>
                </a:lnTo>
                <a:lnTo>
                  <a:pt x="2088362" y="36830"/>
                </a:lnTo>
                <a:lnTo>
                  <a:pt x="2099135" y="55880"/>
                </a:lnTo>
                <a:lnTo>
                  <a:pt x="2089099" y="55880"/>
                </a:lnTo>
                <a:lnTo>
                  <a:pt x="2089200" y="57150"/>
                </a:lnTo>
                <a:close/>
              </a:path>
              <a:path w="2106929" h="861060">
                <a:moveTo>
                  <a:pt x="972210" y="57150"/>
                </a:moveTo>
                <a:lnTo>
                  <a:pt x="972312" y="55880"/>
                </a:lnTo>
                <a:lnTo>
                  <a:pt x="972866" y="55880"/>
                </a:lnTo>
                <a:lnTo>
                  <a:pt x="972210" y="57150"/>
                </a:lnTo>
                <a:close/>
              </a:path>
              <a:path w="2106929" h="861060">
                <a:moveTo>
                  <a:pt x="2090877" y="60960"/>
                </a:moveTo>
                <a:lnTo>
                  <a:pt x="2089099" y="55880"/>
                </a:lnTo>
                <a:lnTo>
                  <a:pt x="2099135" y="55880"/>
                </a:lnTo>
                <a:lnTo>
                  <a:pt x="2099602" y="57150"/>
                </a:lnTo>
                <a:lnTo>
                  <a:pt x="2100728" y="59690"/>
                </a:lnTo>
                <a:lnTo>
                  <a:pt x="2090788" y="59690"/>
                </a:lnTo>
                <a:lnTo>
                  <a:pt x="2090877" y="60960"/>
                </a:lnTo>
                <a:close/>
              </a:path>
              <a:path w="2106929" h="861060">
                <a:moveTo>
                  <a:pt x="970533" y="60960"/>
                </a:moveTo>
                <a:lnTo>
                  <a:pt x="970622" y="59690"/>
                </a:lnTo>
                <a:lnTo>
                  <a:pt x="970978" y="59690"/>
                </a:lnTo>
                <a:lnTo>
                  <a:pt x="970533" y="60960"/>
                </a:lnTo>
                <a:close/>
              </a:path>
              <a:path w="2106929" h="861060">
                <a:moveTo>
                  <a:pt x="2092375" y="64770"/>
                </a:moveTo>
                <a:lnTo>
                  <a:pt x="2090788" y="59690"/>
                </a:lnTo>
                <a:lnTo>
                  <a:pt x="2100728" y="59690"/>
                </a:lnTo>
                <a:lnTo>
                  <a:pt x="2101291" y="60960"/>
                </a:lnTo>
                <a:lnTo>
                  <a:pt x="2102264" y="63500"/>
                </a:lnTo>
                <a:lnTo>
                  <a:pt x="2092299" y="63500"/>
                </a:lnTo>
                <a:lnTo>
                  <a:pt x="2092375" y="64770"/>
                </a:lnTo>
                <a:close/>
              </a:path>
              <a:path w="2106929" h="861060">
                <a:moveTo>
                  <a:pt x="969035" y="64770"/>
                </a:moveTo>
                <a:lnTo>
                  <a:pt x="969111" y="63500"/>
                </a:lnTo>
                <a:lnTo>
                  <a:pt x="969432" y="63500"/>
                </a:lnTo>
                <a:lnTo>
                  <a:pt x="969035" y="64770"/>
                </a:lnTo>
                <a:close/>
              </a:path>
              <a:path w="2106929" h="861060">
                <a:moveTo>
                  <a:pt x="2093696" y="68580"/>
                </a:moveTo>
                <a:lnTo>
                  <a:pt x="2092299" y="63500"/>
                </a:lnTo>
                <a:lnTo>
                  <a:pt x="2102264" y="63500"/>
                </a:lnTo>
                <a:lnTo>
                  <a:pt x="2102751" y="64770"/>
                </a:lnTo>
                <a:lnTo>
                  <a:pt x="2103386" y="67310"/>
                </a:lnTo>
                <a:lnTo>
                  <a:pt x="2093633" y="67310"/>
                </a:lnTo>
                <a:lnTo>
                  <a:pt x="2093696" y="68580"/>
                </a:lnTo>
                <a:close/>
              </a:path>
              <a:path w="2106929" h="861060">
                <a:moveTo>
                  <a:pt x="967714" y="68580"/>
                </a:moveTo>
                <a:lnTo>
                  <a:pt x="967778" y="67310"/>
                </a:lnTo>
                <a:lnTo>
                  <a:pt x="968063" y="67310"/>
                </a:lnTo>
                <a:lnTo>
                  <a:pt x="967714" y="68580"/>
                </a:lnTo>
                <a:close/>
              </a:path>
              <a:path w="2106929" h="861060">
                <a:moveTo>
                  <a:pt x="2069350" y="523240"/>
                </a:moveTo>
                <a:lnTo>
                  <a:pt x="2053310" y="523240"/>
                </a:lnTo>
                <a:lnTo>
                  <a:pt x="2057031" y="520700"/>
                </a:lnTo>
                <a:lnTo>
                  <a:pt x="2056841" y="520700"/>
                </a:lnTo>
                <a:lnTo>
                  <a:pt x="2060435" y="518160"/>
                </a:lnTo>
                <a:lnTo>
                  <a:pt x="2060257" y="518160"/>
                </a:lnTo>
                <a:lnTo>
                  <a:pt x="2063737" y="515620"/>
                </a:lnTo>
                <a:lnTo>
                  <a:pt x="2063559" y="515620"/>
                </a:lnTo>
                <a:lnTo>
                  <a:pt x="2066912" y="513080"/>
                </a:lnTo>
                <a:lnTo>
                  <a:pt x="2066734" y="513080"/>
                </a:lnTo>
                <a:lnTo>
                  <a:pt x="2069960" y="510540"/>
                </a:lnTo>
                <a:lnTo>
                  <a:pt x="2069795" y="510540"/>
                </a:lnTo>
                <a:lnTo>
                  <a:pt x="2072881" y="508000"/>
                </a:lnTo>
                <a:lnTo>
                  <a:pt x="2072716" y="508000"/>
                </a:lnTo>
                <a:lnTo>
                  <a:pt x="2075662" y="505460"/>
                </a:lnTo>
                <a:lnTo>
                  <a:pt x="2075510" y="505460"/>
                </a:lnTo>
                <a:lnTo>
                  <a:pt x="2078304" y="501650"/>
                </a:lnTo>
                <a:lnTo>
                  <a:pt x="2078164" y="501650"/>
                </a:lnTo>
                <a:lnTo>
                  <a:pt x="2080806" y="499110"/>
                </a:lnTo>
                <a:lnTo>
                  <a:pt x="2080666" y="499110"/>
                </a:lnTo>
                <a:lnTo>
                  <a:pt x="2083142" y="495300"/>
                </a:lnTo>
                <a:lnTo>
                  <a:pt x="2085327" y="492760"/>
                </a:lnTo>
                <a:lnTo>
                  <a:pt x="2087346" y="488950"/>
                </a:lnTo>
                <a:lnTo>
                  <a:pt x="2089200" y="485140"/>
                </a:lnTo>
                <a:lnTo>
                  <a:pt x="2090877" y="481330"/>
                </a:lnTo>
                <a:lnTo>
                  <a:pt x="2092375" y="477520"/>
                </a:lnTo>
                <a:lnTo>
                  <a:pt x="2093696" y="473710"/>
                </a:lnTo>
                <a:lnTo>
                  <a:pt x="2094826" y="469900"/>
                </a:lnTo>
                <a:lnTo>
                  <a:pt x="2095754" y="466090"/>
                </a:lnTo>
                <a:lnTo>
                  <a:pt x="2096490" y="461010"/>
                </a:lnTo>
                <a:lnTo>
                  <a:pt x="2097023" y="457200"/>
                </a:lnTo>
                <a:lnTo>
                  <a:pt x="2097099" y="456077"/>
                </a:lnTo>
                <a:lnTo>
                  <a:pt x="2097341" y="453390"/>
                </a:lnTo>
                <a:lnTo>
                  <a:pt x="2097328" y="88900"/>
                </a:lnTo>
                <a:lnTo>
                  <a:pt x="2096998" y="83820"/>
                </a:lnTo>
                <a:lnTo>
                  <a:pt x="2096452" y="80010"/>
                </a:lnTo>
                <a:lnTo>
                  <a:pt x="2095715" y="76200"/>
                </a:lnTo>
                <a:lnTo>
                  <a:pt x="2094763" y="72390"/>
                </a:lnTo>
                <a:lnTo>
                  <a:pt x="2093633" y="67310"/>
                </a:lnTo>
                <a:lnTo>
                  <a:pt x="2103386" y="67310"/>
                </a:lnTo>
                <a:lnTo>
                  <a:pt x="2104021" y="69850"/>
                </a:lnTo>
                <a:lnTo>
                  <a:pt x="2105063" y="73660"/>
                </a:lnTo>
                <a:lnTo>
                  <a:pt x="2105888" y="78740"/>
                </a:lnTo>
                <a:lnTo>
                  <a:pt x="2106485" y="83820"/>
                </a:lnTo>
                <a:lnTo>
                  <a:pt x="2106853" y="87630"/>
                </a:lnTo>
                <a:lnTo>
                  <a:pt x="2106853" y="453390"/>
                </a:lnTo>
                <a:lnTo>
                  <a:pt x="2106485" y="458470"/>
                </a:lnTo>
                <a:lnTo>
                  <a:pt x="2105063" y="467360"/>
                </a:lnTo>
                <a:lnTo>
                  <a:pt x="2104021" y="472440"/>
                </a:lnTo>
                <a:lnTo>
                  <a:pt x="2102751" y="476250"/>
                </a:lnTo>
                <a:lnTo>
                  <a:pt x="2101291" y="481330"/>
                </a:lnTo>
                <a:lnTo>
                  <a:pt x="2079536" y="514350"/>
                </a:lnTo>
                <a:lnTo>
                  <a:pt x="2076284" y="518160"/>
                </a:lnTo>
                <a:lnTo>
                  <a:pt x="2072881" y="520700"/>
                </a:lnTo>
                <a:lnTo>
                  <a:pt x="2069350" y="523240"/>
                </a:lnTo>
                <a:close/>
              </a:path>
              <a:path w="2106929" h="861060">
                <a:moveTo>
                  <a:pt x="964387" y="85090"/>
                </a:moveTo>
                <a:lnTo>
                  <a:pt x="964412" y="83820"/>
                </a:lnTo>
                <a:lnTo>
                  <a:pt x="964387" y="85090"/>
                </a:lnTo>
                <a:close/>
              </a:path>
              <a:path w="2106929" h="861060">
                <a:moveTo>
                  <a:pt x="2097023" y="85090"/>
                </a:moveTo>
                <a:lnTo>
                  <a:pt x="2096881" y="83820"/>
                </a:lnTo>
                <a:lnTo>
                  <a:pt x="2097023" y="85090"/>
                </a:lnTo>
                <a:close/>
              </a:path>
              <a:path w="2106929" h="861060">
                <a:moveTo>
                  <a:pt x="954443" y="314960"/>
                </a:moveTo>
                <a:lnTo>
                  <a:pt x="954443" y="312516"/>
                </a:lnTo>
                <a:lnTo>
                  <a:pt x="956843" y="311150"/>
                </a:lnTo>
                <a:lnTo>
                  <a:pt x="954443" y="314960"/>
                </a:lnTo>
                <a:close/>
              </a:path>
              <a:path w="2106929" h="861060">
                <a:moveTo>
                  <a:pt x="963968" y="314960"/>
                </a:moveTo>
                <a:lnTo>
                  <a:pt x="954443" y="314960"/>
                </a:lnTo>
                <a:lnTo>
                  <a:pt x="956843" y="311150"/>
                </a:lnTo>
                <a:lnTo>
                  <a:pt x="963968" y="311150"/>
                </a:lnTo>
                <a:lnTo>
                  <a:pt x="963968" y="314960"/>
                </a:lnTo>
                <a:close/>
              </a:path>
              <a:path w="2106929" h="861060">
                <a:moveTo>
                  <a:pt x="33542" y="836880"/>
                </a:moveTo>
                <a:lnTo>
                  <a:pt x="954443" y="312516"/>
                </a:lnTo>
                <a:lnTo>
                  <a:pt x="954443" y="314960"/>
                </a:lnTo>
                <a:lnTo>
                  <a:pt x="963968" y="314960"/>
                </a:lnTo>
                <a:lnTo>
                  <a:pt x="963968" y="317500"/>
                </a:lnTo>
                <a:lnTo>
                  <a:pt x="110847" y="804068"/>
                </a:lnTo>
                <a:lnTo>
                  <a:pt x="33542" y="836880"/>
                </a:lnTo>
                <a:close/>
              </a:path>
              <a:path w="2106929" h="861060">
                <a:moveTo>
                  <a:pt x="38116" y="845820"/>
                </a:moveTo>
                <a:lnTo>
                  <a:pt x="37642" y="845820"/>
                </a:lnTo>
                <a:lnTo>
                  <a:pt x="110847" y="804068"/>
                </a:lnTo>
                <a:lnTo>
                  <a:pt x="963968" y="441960"/>
                </a:lnTo>
                <a:lnTo>
                  <a:pt x="963968" y="448310"/>
                </a:lnTo>
                <a:lnTo>
                  <a:pt x="954443" y="448310"/>
                </a:lnTo>
                <a:lnTo>
                  <a:pt x="954557" y="453390"/>
                </a:lnTo>
                <a:lnTo>
                  <a:pt x="954752" y="456077"/>
                </a:lnTo>
                <a:lnTo>
                  <a:pt x="38116" y="845820"/>
                </a:lnTo>
                <a:close/>
              </a:path>
              <a:path w="2106929" h="861060">
                <a:moveTo>
                  <a:pt x="954752" y="456077"/>
                </a:moveTo>
                <a:lnTo>
                  <a:pt x="954557" y="453390"/>
                </a:lnTo>
                <a:lnTo>
                  <a:pt x="954443" y="448310"/>
                </a:lnTo>
                <a:lnTo>
                  <a:pt x="961072" y="453390"/>
                </a:lnTo>
                <a:lnTo>
                  <a:pt x="954752" y="456077"/>
                </a:lnTo>
                <a:close/>
              </a:path>
              <a:path w="2106929" h="861060">
                <a:moveTo>
                  <a:pt x="2036711" y="539750"/>
                </a:moveTo>
                <a:lnTo>
                  <a:pt x="1024699" y="539750"/>
                </a:lnTo>
                <a:lnTo>
                  <a:pt x="1015898" y="537210"/>
                </a:lnTo>
                <a:lnTo>
                  <a:pt x="1011643" y="534670"/>
                </a:lnTo>
                <a:lnTo>
                  <a:pt x="1007491" y="533400"/>
                </a:lnTo>
                <a:lnTo>
                  <a:pt x="981875" y="514350"/>
                </a:lnTo>
                <a:lnTo>
                  <a:pt x="978776" y="511810"/>
                </a:lnTo>
                <a:lnTo>
                  <a:pt x="958646" y="476250"/>
                </a:lnTo>
                <a:lnTo>
                  <a:pt x="957389" y="472440"/>
                </a:lnTo>
                <a:lnTo>
                  <a:pt x="956348" y="467360"/>
                </a:lnTo>
                <a:lnTo>
                  <a:pt x="954925" y="458470"/>
                </a:lnTo>
                <a:lnTo>
                  <a:pt x="954752" y="456077"/>
                </a:lnTo>
                <a:lnTo>
                  <a:pt x="961072" y="453390"/>
                </a:lnTo>
                <a:lnTo>
                  <a:pt x="954443" y="448310"/>
                </a:lnTo>
                <a:lnTo>
                  <a:pt x="963968" y="448310"/>
                </a:lnTo>
                <a:lnTo>
                  <a:pt x="964069" y="453390"/>
                </a:lnTo>
                <a:lnTo>
                  <a:pt x="964311" y="456077"/>
                </a:lnTo>
                <a:lnTo>
                  <a:pt x="964387" y="457200"/>
                </a:lnTo>
                <a:lnTo>
                  <a:pt x="964958" y="461010"/>
                </a:lnTo>
                <a:lnTo>
                  <a:pt x="965695" y="466090"/>
                </a:lnTo>
                <a:lnTo>
                  <a:pt x="966647" y="469900"/>
                </a:lnTo>
                <a:lnTo>
                  <a:pt x="967778" y="473710"/>
                </a:lnTo>
                <a:lnTo>
                  <a:pt x="969111" y="477520"/>
                </a:lnTo>
                <a:lnTo>
                  <a:pt x="970622" y="481330"/>
                </a:lnTo>
                <a:lnTo>
                  <a:pt x="972312" y="485140"/>
                </a:lnTo>
                <a:lnTo>
                  <a:pt x="974178" y="488950"/>
                </a:lnTo>
                <a:lnTo>
                  <a:pt x="976198" y="492760"/>
                </a:lnTo>
                <a:lnTo>
                  <a:pt x="978395" y="495300"/>
                </a:lnTo>
                <a:lnTo>
                  <a:pt x="980744" y="499110"/>
                </a:lnTo>
                <a:lnTo>
                  <a:pt x="980605" y="499110"/>
                </a:lnTo>
                <a:lnTo>
                  <a:pt x="983246" y="501650"/>
                </a:lnTo>
                <a:lnTo>
                  <a:pt x="983107" y="501650"/>
                </a:lnTo>
                <a:lnTo>
                  <a:pt x="985901" y="505460"/>
                </a:lnTo>
                <a:lnTo>
                  <a:pt x="985748" y="505460"/>
                </a:lnTo>
                <a:lnTo>
                  <a:pt x="988694" y="508000"/>
                </a:lnTo>
                <a:lnTo>
                  <a:pt x="988529" y="508000"/>
                </a:lnTo>
                <a:lnTo>
                  <a:pt x="991616" y="510540"/>
                </a:lnTo>
                <a:lnTo>
                  <a:pt x="991450" y="510540"/>
                </a:lnTo>
                <a:lnTo>
                  <a:pt x="994676" y="513080"/>
                </a:lnTo>
                <a:lnTo>
                  <a:pt x="994498" y="513080"/>
                </a:lnTo>
                <a:lnTo>
                  <a:pt x="997851" y="515620"/>
                </a:lnTo>
                <a:lnTo>
                  <a:pt x="997673" y="515620"/>
                </a:lnTo>
                <a:lnTo>
                  <a:pt x="1001153" y="518160"/>
                </a:lnTo>
                <a:lnTo>
                  <a:pt x="1000963" y="518160"/>
                </a:lnTo>
                <a:lnTo>
                  <a:pt x="1004569" y="520700"/>
                </a:lnTo>
                <a:lnTo>
                  <a:pt x="1004379" y="520700"/>
                </a:lnTo>
                <a:lnTo>
                  <a:pt x="1008100" y="523240"/>
                </a:lnTo>
                <a:lnTo>
                  <a:pt x="1009815" y="523240"/>
                </a:lnTo>
                <a:lnTo>
                  <a:pt x="1011732" y="524510"/>
                </a:lnTo>
                <a:lnTo>
                  <a:pt x="1011529" y="524510"/>
                </a:lnTo>
                <a:lnTo>
                  <a:pt x="1015466" y="525780"/>
                </a:lnTo>
                <a:lnTo>
                  <a:pt x="1015250" y="525780"/>
                </a:lnTo>
                <a:lnTo>
                  <a:pt x="1019289" y="528320"/>
                </a:lnTo>
                <a:lnTo>
                  <a:pt x="1021124" y="528320"/>
                </a:lnTo>
                <a:lnTo>
                  <a:pt x="1023188" y="529590"/>
                </a:lnTo>
                <a:lnTo>
                  <a:pt x="1026960" y="529590"/>
                </a:lnTo>
                <a:lnTo>
                  <a:pt x="1031252" y="530860"/>
                </a:lnTo>
                <a:lnTo>
                  <a:pt x="1031024" y="530860"/>
                </a:lnTo>
                <a:lnTo>
                  <a:pt x="1035405" y="532130"/>
                </a:lnTo>
                <a:lnTo>
                  <a:pt x="1043647" y="532130"/>
                </a:lnTo>
                <a:lnTo>
                  <a:pt x="1048219" y="533400"/>
                </a:lnTo>
                <a:lnTo>
                  <a:pt x="2053920" y="533400"/>
                </a:lnTo>
                <a:lnTo>
                  <a:pt x="2049767" y="534670"/>
                </a:lnTo>
                <a:lnTo>
                  <a:pt x="2045512" y="537210"/>
                </a:lnTo>
                <a:lnTo>
                  <a:pt x="2036711" y="539750"/>
                </a:lnTo>
                <a:close/>
              </a:path>
              <a:path w="2106929" h="861060">
                <a:moveTo>
                  <a:pt x="1009815" y="523240"/>
                </a:moveTo>
                <a:lnTo>
                  <a:pt x="1008100" y="523240"/>
                </a:lnTo>
                <a:lnTo>
                  <a:pt x="1007897" y="521970"/>
                </a:lnTo>
                <a:lnTo>
                  <a:pt x="1009815" y="523240"/>
                </a:lnTo>
                <a:close/>
              </a:path>
              <a:path w="2106929" h="861060">
                <a:moveTo>
                  <a:pt x="2061883" y="528320"/>
                </a:moveTo>
                <a:lnTo>
                  <a:pt x="2042121" y="528320"/>
                </a:lnTo>
                <a:lnTo>
                  <a:pt x="2046160" y="525780"/>
                </a:lnTo>
                <a:lnTo>
                  <a:pt x="2045944" y="525780"/>
                </a:lnTo>
                <a:lnTo>
                  <a:pt x="2049881" y="524510"/>
                </a:lnTo>
                <a:lnTo>
                  <a:pt x="2049678" y="524510"/>
                </a:lnTo>
                <a:lnTo>
                  <a:pt x="2053513" y="521970"/>
                </a:lnTo>
                <a:lnTo>
                  <a:pt x="2053310" y="523240"/>
                </a:lnTo>
                <a:lnTo>
                  <a:pt x="2069350" y="523240"/>
                </a:lnTo>
                <a:lnTo>
                  <a:pt x="2065680" y="525780"/>
                </a:lnTo>
                <a:lnTo>
                  <a:pt x="2061883" y="528320"/>
                </a:lnTo>
                <a:close/>
              </a:path>
              <a:path w="2106929" h="861060">
                <a:moveTo>
                  <a:pt x="1021124" y="528320"/>
                </a:moveTo>
                <a:lnTo>
                  <a:pt x="1019289" y="528320"/>
                </a:lnTo>
                <a:lnTo>
                  <a:pt x="1019060" y="527050"/>
                </a:lnTo>
                <a:lnTo>
                  <a:pt x="1021124" y="528320"/>
                </a:lnTo>
                <a:close/>
              </a:path>
              <a:path w="2106929" h="861060">
                <a:moveTo>
                  <a:pt x="2053920" y="533400"/>
                </a:moveTo>
                <a:lnTo>
                  <a:pt x="2013191" y="533400"/>
                </a:lnTo>
                <a:lnTo>
                  <a:pt x="2017763" y="532130"/>
                </a:lnTo>
                <a:lnTo>
                  <a:pt x="2026005" y="532130"/>
                </a:lnTo>
                <a:lnTo>
                  <a:pt x="2030387" y="530860"/>
                </a:lnTo>
                <a:lnTo>
                  <a:pt x="2030158" y="530860"/>
                </a:lnTo>
                <a:lnTo>
                  <a:pt x="2034451" y="529590"/>
                </a:lnTo>
                <a:lnTo>
                  <a:pt x="2038222" y="529590"/>
                </a:lnTo>
                <a:lnTo>
                  <a:pt x="2042350" y="527050"/>
                </a:lnTo>
                <a:lnTo>
                  <a:pt x="2042121" y="528320"/>
                </a:lnTo>
                <a:lnTo>
                  <a:pt x="2061883" y="528320"/>
                </a:lnTo>
                <a:lnTo>
                  <a:pt x="2057958" y="530860"/>
                </a:lnTo>
                <a:lnTo>
                  <a:pt x="2053920" y="533400"/>
                </a:lnTo>
                <a:close/>
              </a:path>
              <a:path w="2106929" h="861060">
                <a:moveTo>
                  <a:pt x="1027188" y="529590"/>
                </a:moveTo>
                <a:lnTo>
                  <a:pt x="1023188" y="529590"/>
                </a:lnTo>
                <a:lnTo>
                  <a:pt x="1022972" y="528320"/>
                </a:lnTo>
                <a:lnTo>
                  <a:pt x="1027188" y="529590"/>
                </a:lnTo>
                <a:close/>
              </a:path>
              <a:path w="2106929" h="861060">
                <a:moveTo>
                  <a:pt x="2038222" y="529590"/>
                </a:moveTo>
                <a:lnTo>
                  <a:pt x="2034222" y="529590"/>
                </a:lnTo>
                <a:lnTo>
                  <a:pt x="2038438" y="528320"/>
                </a:lnTo>
                <a:lnTo>
                  <a:pt x="2038222" y="529590"/>
                </a:lnTo>
                <a:close/>
              </a:path>
              <a:path w="2106929" h="861060">
                <a:moveTo>
                  <a:pt x="2022881" y="542290"/>
                </a:moveTo>
                <a:lnTo>
                  <a:pt x="1038529" y="542290"/>
                </a:lnTo>
                <a:lnTo>
                  <a:pt x="1029233" y="539750"/>
                </a:lnTo>
                <a:lnTo>
                  <a:pt x="2032177" y="539750"/>
                </a:lnTo>
                <a:lnTo>
                  <a:pt x="2022881" y="542290"/>
                </a:lnTo>
                <a:close/>
              </a:path>
              <a:path w="2106929" h="861060">
                <a:moveTo>
                  <a:pt x="37642" y="845820"/>
                </a:moveTo>
                <a:lnTo>
                  <a:pt x="33432" y="836943"/>
                </a:lnTo>
                <a:lnTo>
                  <a:pt x="110847" y="804068"/>
                </a:lnTo>
                <a:lnTo>
                  <a:pt x="37642" y="845820"/>
                </a:lnTo>
                <a:close/>
              </a:path>
              <a:path w="2106929" h="861060">
                <a:moveTo>
                  <a:pt x="2273" y="861060"/>
                </a:moveTo>
                <a:lnTo>
                  <a:pt x="0" y="855980"/>
                </a:lnTo>
                <a:lnTo>
                  <a:pt x="33432" y="836943"/>
                </a:lnTo>
                <a:lnTo>
                  <a:pt x="37642" y="845820"/>
                </a:lnTo>
                <a:lnTo>
                  <a:pt x="38116" y="845820"/>
                </a:lnTo>
                <a:lnTo>
                  <a:pt x="2273" y="8610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53307" y="1091514"/>
            <a:ext cx="750277" cy="38404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270017" y="1376794"/>
            <a:ext cx="1457655" cy="38930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435690" y="1306182"/>
            <a:ext cx="769620" cy="264160"/>
          </a:xfrm>
          <a:custGeom>
            <a:avLst/>
            <a:gdLst/>
            <a:ahLst/>
            <a:cxnLst/>
            <a:rect l="l" t="t" r="r" b="b"/>
            <a:pathLst>
              <a:path w="769620" h="264159">
                <a:moveTo>
                  <a:pt x="692282" y="235600"/>
                </a:moveTo>
                <a:lnTo>
                  <a:pt x="665035" y="232524"/>
                </a:lnTo>
                <a:lnTo>
                  <a:pt x="555129" y="220459"/>
                </a:lnTo>
                <a:lnTo>
                  <a:pt x="435495" y="205701"/>
                </a:lnTo>
                <a:lnTo>
                  <a:pt x="374833" y="196926"/>
                </a:lnTo>
                <a:lnTo>
                  <a:pt x="322694" y="188214"/>
                </a:lnTo>
                <a:lnTo>
                  <a:pt x="273913" y="178422"/>
                </a:lnTo>
                <a:lnTo>
                  <a:pt x="232867" y="167855"/>
                </a:lnTo>
                <a:lnTo>
                  <a:pt x="187934" y="152450"/>
                </a:lnTo>
                <a:lnTo>
                  <a:pt x="149212" y="135394"/>
                </a:lnTo>
                <a:lnTo>
                  <a:pt x="115849" y="116916"/>
                </a:lnTo>
                <a:lnTo>
                  <a:pt x="80416" y="92202"/>
                </a:lnTo>
                <a:lnTo>
                  <a:pt x="50596" y="66382"/>
                </a:lnTo>
                <a:lnTo>
                  <a:pt x="19202" y="34112"/>
                </a:lnTo>
                <a:lnTo>
                  <a:pt x="0" y="12725"/>
                </a:lnTo>
                <a:lnTo>
                  <a:pt x="14173" y="0"/>
                </a:lnTo>
                <a:lnTo>
                  <a:pt x="33261" y="21272"/>
                </a:lnTo>
                <a:lnTo>
                  <a:pt x="43012" y="31762"/>
                </a:lnTo>
                <a:lnTo>
                  <a:pt x="53040" y="42125"/>
                </a:lnTo>
                <a:lnTo>
                  <a:pt x="63482" y="52336"/>
                </a:lnTo>
                <a:lnTo>
                  <a:pt x="74688" y="62636"/>
                </a:lnTo>
                <a:lnTo>
                  <a:pt x="86098" y="72339"/>
                </a:lnTo>
                <a:lnTo>
                  <a:pt x="92186" y="77216"/>
                </a:lnTo>
                <a:lnTo>
                  <a:pt x="98453" y="82029"/>
                </a:lnTo>
                <a:lnTo>
                  <a:pt x="104931" y="86779"/>
                </a:lnTo>
                <a:lnTo>
                  <a:pt x="111836" y="91605"/>
                </a:lnTo>
                <a:lnTo>
                  <a:pt x="118636" y="96126"/>
                </a:lnTo>
                <a:lnTo>
                  <a:pt x="126034" y="100825"/>
                </a:lnTo>
                <a:lnTo>
                  <a:pt x="133350" y="105219"/>
                </a:lnTo>
                <a:lnTo>
                  <a:pt x="141159" y="109664"/>
                </a:lnTo>
                <a:lnTo>
                  <a:pt x="149252" y="114033"/>
                </a:lnTo>
                <a:lnTo>
                  <a:pt x="157861" y="118427"/>
                </a:lnTo>
                <a:lnTo>
                  <a:pt x="166439" y="122555"/>
                </a:lnTo>
                <a:lnTo>
                  <a:pt x="175549" y="126695"/>
                </a:lnTo>
                <a:lnTo>
                  <a:pt x="185012" y="130746"/>
                </a:lnTo>
                <a:lnTo>
                  <a:pt x="194857" y="134708"/>
                </a:lnTo>
                <a:lnTo>
                  <a:pt x="205114" y="138582"/>
                </a:lnTo>
                <a:lnTo>
                  <a:pt x="215925" y="142417"/>
                </a:lnTo>
                <a:lnTo>
                  <a:pt x="226999" y="146100"/>
                </a:lnTo>
                <a:lnTo>
                  <a:pt x="238301" y="149606"/>
                </a:lnTo>
                <a:lnTo>
                  <a:pt x="250512" y="153073"/>
                </a:lnTo>
                <a:lnTo>
                  <a:pt x="263804" y="156489"/>
                </a:lnTo>
                <a:lnTo>
                  <a:pt x="278094" y="159829"/>
                </a:lnTo>
                <a:lnTo>
                  <a:pt x="293315" y="163118"/>
                </a:lnTo>
                <a:lnTo>
                  <a:pt x="309321" y="166331"/>
                </a:lnTo>
                <a:lnTo>
                  <a:pt x="326212" y="169494"/>
                </a:lnTo>
                <a:lnTo>
                  <a:pt x="343649" y="172567"/>
                </a:lnTo>
                <a:lnTo>
                  <a:pt x="361594" y="175552"/>
                </a:lnTo>
                <a:lnTo>
                  <a:pt x="380233" y="178485"/>
                </a:lnTo>
                <a:lnTo>
                  <a:pt x="399102" y="181330"/>
                </a:lnTo>
                <a:lnTo>
                  <a:pt x="438072" y="186817"/>
                </a:lnTo>
                <a:lnTo>
                  <a:pt x="477928" y="192036"/>
                </a:lnTo>
                <a:lnTo>
                  <a:pt x="517829" y="196938"/>
                </a:lnTo>
                <a:lnTo>
                  <a:pt x="557339" y="201536"/>
                </a:lnTo>
                <a:lnTo>
                  <a:pt x="595795" y="205854"/>
                </a:lnTo>
                <a:lnTo>
                  <a:pt x="694511" y="216677"/>
                </a:lnTo>
                <a:lnTo>
                  <a:pt x="692282" y="235600"/>
                </a:lnTo>
                <a:close/>
              </a:path>
              <a:path w="769620" h="264159">
                <a:moveTo>
                  <a:pt x="74717" y="62636"/>
                </a:moveTo>
                <a:lnTo>
                  <a:pt x="74434" y="62395"/>
                </a:lnTo>
                <a:lnTo>
                  <a:pt x="74717" y="62636"/>
                </a:lnTo>
                <a:close/>
              </a:path>
              <a:path w="769620" h="264159">
                <a:moveTo>
                  <a:pt x="761382" y="237744"/>
                </a:moveTo>
                <a:lnTo>
                  <a:pt x="711263" y="237744"/>
                </a:lnTo>
                <a:lnTo>
                  <a:pt x="713397" y="218808"/>
                </a:lnTo>
                <a:lnTo>
                  <a:pt x="694511" y="216677"/>
                </a:lnTo>
                <a:lnTo>
                  <a:pt x="697864" y="188214"/>
                </a:lnTo>
                <a:lnTo>
                  <a:pt x="769086" y="234962"/>
                </a:lnTo>
                <a:lnTo>
                  <a:pt x="761382" y="237744"/>
                </a:lnTo>
                <a:close/>
              </a:path>
              <a:path w="769620" h="264159">
                <a:moveTo>
                  <a:pt x="711263" y="237744"/>
                </a:moveTo>
                <a:lnTo>
                  <a:pt x="692282" y="235600"/>
                </a:lnTo>
                <a:lnTo>
                  <a:pt x="694511" y="216677"/>
                </a:lnTo>
                <a:lnTo>
                  <a:pt x="713397" y="218808"/>
                </a:lnTo>
                <a:lnTo>
                  <a:pt x="711263" y="237744"/>
                </a:lnTo>
                <a:close/>
              </a:path>
              <a:path w="769620" h="264159">
                <a:moveTo>
                  <a:pt x="688949" y="263893"/>
                </a:moveTo>
                <a:lnTo>
                  <a:pt x="692282" y="235600"/>
                </a:lnTo>
                <a:lnTo>
                  <a:pt x="711263" y="237744"/>
                </a:lnTo>
                <a:lnTo>
                  <a:pt x="761382" y="237744"/>
                </a:lnTo>
                <a:lnTo>
                  <a:pt x="688949" y="2638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435690" y="1586572"/>
            <a:ext cx="769620" cy="266065"/>
          </a:xfrm>
          <a:custGeom>
            <a:avLst/>
            <a:gdLst/>
            <a:ahLst/>
            <a:cxnLst/>
            <a:rect l="l" t="t" r="r" b="b"/>
            <a:pathLst>
              <a:path w="769620" h="266064">
                <a:moveTo>
                  <a:pt x="692334" y="28451"/>
                </a:moveTo>
                <a:lnTo>
                  <a:pt x="689648" y="0"/>
                </a:lnTo>
                <a:lnTo>
                  <a:pt x="758464" y="26657"/>
                </a:lnTo>
                <a:lnTo>
                  <a:pt x="711288" y="26657"/>
                </a:lnTo>
                <a:lnTo>
                  <a:pt x="692334" y="28451"/>
                </a:lnTo>
                <a:close/>
              </a:path>
              <a:path w="769620" h="266064">
                <a:moveTo>
                  <a:pt x="694124" y="47415"/>
                </a:moveTo>
                <a:lnTo>
                  <a:pt x="692334" y="28451"/>
                </a:lnTo>
                <a:lnTo>
                  <a:pt x="711288" y="26657"/>
                </a:lnTo>
                <a:lnTo>
                  <a:pt x="713079" y="45631"/>
                </a:lnTo>
                <a:lnTo>
                  <a:pt x="694124" y="47415"/>
                </a:lnTo>
                <a:close/>
              </a:path>
              <a:path w="769620" h="266064">
                <a:moveTo>
                  <a:pt x="696810" y="75869"/>
                </a:moveTo>
                <a:lnTo>
                  <a:pt x="694124" y="47415"/>
                </a:lnTo>
                <a:lnTo>
                  <a:pt x="713079" y="45631"/>
                </a:lnTo>
                <a:lnTo>
                  <a:pt x="711288" y="26657"/>
                </a:lnTo>
                <a:lnTo>
                  <a:pt x="758464" y="26657"/>
                </a:lnTo>
                <a:lnTo>
                  <a:pt x="769086" y="30772"/>
                </a:lnTo>
                <a:lnTo>
                  <a:pt x="696810" y="75869"/>
                </a:lnTo>
                <a:close/>
              </a:path>
              <a:path w="769620" h="266064">
                <a:moveTo>
                  <a:pt x="14173" y="265734"/>
                </a:moveTo>
                <a:lnTo>
                  <a:pt x="29324" y="220725"/>
                </a:lnTo>
                <a:lnTo>
                  <a:pt x="62077" y="188836"/>
                </a:lnTo>
                <a:lnTo>
                  <a:pt x="94018" y="163334"/>
                </a:lnTo>
                <a:lnTo>
                  <a:pt x="132105" y="139306"/>
                </a:lnTo>
                <a:lnTo>
                  <a:pt x="168033" y="121526"/>
                </a:lnTo>
                <a:lnTo>
                  <a:pt x="209753" y="105295"/>
                </a:lnTo>
                <a:lnTo>
                  <a:pt x="258025" y="90817"/>
                </a:lnTo>
                <a:lnTo>
                  <a:pt x="298526" y="81114"/>
                </a:lnTo>
                <a:lnTo>
                  <a:pt x="342379" y="72288"/>
                </a:lnTo>
                <a:lnTo>
                  <a:pt x="405307" y="61721"/>
                </a:lnTo>
                <a:lnTo>
                  <a:pt x="472630" y="52273"/>
                </a:lnTo>
                <a:lnTo>
                  <a:pt x="543471" y="43738"/>
                </a:lnTo>
                <a:lnTo>
                  <a:pt x="692334" y="28451"/>
                </a:lnTo>
                <a:lnTo>
                  <a:pt x="694124" y="47415"/>
                </a:lnTo>
                <a:lnTo>
                  <a:pt x="693927" y="47434"/>
                </a:lnTo>
                <a:lnTo>
                  <a:pt x="618749" y="54838"/>
                </a:lnTo>
                <a:lnTo>
                  <a:pt x="581901" y="58686"/>
                </a:lnTo>
                <a:lnTo>
                  <a:pt x="545541" y="62674"/>
                </a:lnTo>
                <a:lnTo>
                  <a:pt x="509866" y="66827"/>
                </a:lnTo>
                <a:lnTo>
                  <a:pt x="441208" y="75730"/>
                </a:lnTo>
                <a:lnTo>
                  <a:pt x="376258" y="85661"/>
                </a:lnTo>
                <a:lnTo>
                  <a:pt x="330924" y="93865"/>
                </a:lnTo>
                <a:lnTo>
                  <a:pt x="288844" y="102831"/>
                </a:lnTo>
                <a:lnTo>
                  <a:pt x="250491" y="112598"/>
                </a:lnTo>
                <a:lnTo>
                  <a:pt x="205092" y="127152"/>
                </a:lnTo>
                <a:lnTo>
                  <a:pt x="194857" y="131025"/>
                </a:lnTo>
                <a:lnTo>
                  <a:pt x="185000" y="134988"/>
                </a:lnTo>
                <a:lnTo>
                  <a:pt x="175526" y="139039"/>
                </a:lnTo>
                <a:lnTo>
                  <a:pt x="166420" y="143179"/>
                </a:lnTo>
                <a:lnTo>
                  <a:pt x="157881" y="147307"/>
                </a:lnTo>
                <a:lnTo>
                  <a:pt x="149252" y="151701"/>
                </a:lnTo>
                <a:lnTo>
                  <a:pt x="141147" y="156070"/>
                </a:lnTo>
                <a:lnTo>
                  <a:pt x="133350" y="160515"/>
                </a:lnTo>
                <a:lnTo>
                  <a:pt x="126055" y="164909"/>
                </a:lnTo>
                <a:lnTo>
                  <a:pt x="118618" y="169608"/>
                </a:lnTo>
                <a:lnTo>
                  <a:pt x="111849" y="174129"/>
                </a:lnTo>
                <a:lnTo>
                  <a:pt x="104931" y="178955"/>
                </a:lnTo>
                <a:lnTo>
                  <a:pt x="98437" y="183705"/>
                </a:lnTo>
                <a:lnTo>
                  <a:pt x="92163" y="188518"/>
                </a:lnTo>
                <a:lnTo>
                  <a:pt x="86098" y="193395"/>
                </a:lnTo>
                <a:lnTo>
                  <a:pt x="74717" y="203098"/>
                </a:lnTo>
                <a:lnTo>
                  <a:pt x="63482" y="213398"/>
                </a:lnTo>
                <a:lnTo>
                  <a:pt x="53040" y="223608"/>
                </a:lnTo>
                <a:lnTo>
                  <a:pt x="43002" y="233972"/>
                </a:lnTo>
                <a:lnTo>
                  <a:pt x="33261" y="244462"/>
                </a:lnTo>
                <a:lnTo>
                  <a:pt x="14173" y="265734"/>
                </a:lnTo>
                <a:close/>
              </a:path>
              <a:path w="769620" h="266064">
                <a:moveTo>
                  <a:pt x="618807" y="54838"/>
                </a:moveTo>
                <a:lnTo>
                  <a:pt x="618936" y="54825"/>
                </a:lnTo>
                <a:lnTo>
                  <a:pt x="618807" y="54838"/>
                </a:lnTo>
                <a:close/>
              </a:path>
              <a:path w="769620" h="266064">
                <a:moveTo>
                  <a:pt x="474992" y="71183"/>
                </a:moveTo>
                <a:close/>
              </a:path>
              <a:path w="769620" h="266064">
                <a:moveTo>
                  <a:pt x="441020" y="75755"/>
                </a:moveTo>
                <a:lnTo>
                  <a:pt x="441208" y="75730"/>
                </a:lnTo>
                <a:lnTo>
                  <a:pt x="441020" y="75755"/>
                </a:lnTo>
                <a:close/>
              </a:path>
              <a:path w="769620" h="266064">
                <a:moveTo>
                  <a:pt x="408063" y="80568"/>
                </a:moveTo>
                <a:lnTo>
                  <a:pt x="408237" y="80543"/>
                </a:lnTo>
                <a:lnTo>
                  <a:pt x="408063" y="80568"/>
                </a:lnTo>
                <a:close/>
              </a:path>
              <a:path w="769620" h="266064">
                <a:moveTo>
                  <a:pt x="376341" y="85646"/>
                </a:moveTo>
                <a:close/>
              </a:path>
              <a:path w="769620" h="266064">
                <a:moveTo>
                  <a:pt x="376258" y="85661"/>
                </a:moveTo>
                <a:close/>
              </a:path>
              <a:path w="769620" h="266064">
                <a:moveTo>
                  <a:pt x="345754" y="91046"/>
                </a:moveTo>
                <a:close/>
              </a:path>
              <a:path w="769620" h="266064">
                <a:moveTo>
                  <a:pt x="330962" y="93865"/>
                </a:moveTo>
                <a:lnTo>
                  <a:pt x="331095" y="93840"/>
                </a:lnTo>
                <a:lnTo>
                  <a:pt x="330962" y="93865"/>
                </a:lnTo>
                <a:close/>
              </a:path>
              <a:path w="769620" h="266064">
                <a:moveTo>
                  <a:pt x="316534" y="96761"/>
                </a:moveTo>
                <a:close/>
              </a:path>
              <a:path w="769620" h="266064">
                <a:moveTo>
                  <a:pt x="302546" y="99745"/>
                </a:moveTo>
                <a:close/>
              </a:path>
              <a:path w="769620" h="266064">
                <a:moveTo>
                  <a:pt x="288844" y="102831"/>
                </a:moveTo>
                <a:close/>
              </a:path>
              <a:path w="769620" h="266064">
                <a:moveTo>
                  <a:pt x="275564" y="106006"/>
                </a:moveTo>
                <a:lnTo>
                  <a:pt x="275704" y="105968"/>
                </a:lnTo>
                <a:lnTo>
                  <a:pt x="275564" y="106006"/>
                </a:lnTo>
                <a:close/>
              </a:path>
              <a:path w="769620" h="266064">
                <a:moveTo>
                  <a:pt x="262724" y="109283"/>
                </a:moveTo>
                <a:lnTo>
                  <a:pt x="262864" y="109245"/>
                </a:lnTo>
                <a:lnTo>
                  <a:pt x="262724" y="109283"/>
                </a:lnTo>
                <a:close/>
              </a:path>
              <a:path w="769620" h="266064">
                <a:moveTo>
                  <a:pt x="250304" y="112648"/>
                </a:moveTo>
                <a:lnTo>
                  <a:pt x="250469" y="112598"/>
                </a:lnTo>
                <a:lnTo>
                  <a:pt x="250304" y="112648"/>
                </a:lnTo>
                <a:close/>
              </a:path>
              <a:path w="769620" h="266064">
                <a:moveTo>
                  <a:pt x="238366" y="116108"/>
                </a:moveTo>
                <a:lnTo>
                  <a:pt x="238506" y="116065"/>
                </a:lnTo>
                <a:lnTo>
                  <a:pt x="238366" y="116108"/>
                </a:lnTo>
                <a:close/>
              </a:path>
              <a:path w="769620" h="266064">
                <a:moveTo>
                  <a:pt x="238342" y="116116"/>
                </a:moveTo>
                <a:close/>
              </a:path>
              <a:path w="769620" h="266064">
                <a:moveTo>
                  <a:pt x="226822" y="119697"/>
                </a:moveTo>
                <a:lnTo>
                  <a:pt x="226999" y="119633"/>
                </a:lnTo>
                <a:lnTo>
                  <a:pt x="226822" y="119697"/>
                </a:lnTo>
                <a:close/>
              </a:path>
              <a:path w="769620" h="266064">
                <a:moveTo>
                  <a:pt x="215747" y="123380"/>
                </a:moveTo>
                <a:lnTo>
                  <a:pt x="215925" y="123316"/>
                </a:lnTo>
                <a:lnTo>
                  <a:pt x="215747" y="123380"/>
                </a:lnTo>
                <a:close/>
              </a:path>
              <a:path w="769620" h="266064">
                <a:moveTo>
                  <a:pt x="205114" y="127152"/>
                </a:moveTo>
                <a:lnTo>
                  <a:pt x="205282" y="127088"/>
                </a:lnTo>
                <a:lnTo>
                  <a:pt x="205114" y="127152"/>
                </a:lnTo>
                <a:close/>
              </a:path>
              <a:path w="769620" h="266064">
                <a:moveTo>
                  <a:pt x="194871" y="131019"/>
                </a:moveTo>
                <a:lnTo>
                  <a:pt x="195046" y="130949"/>
                </a:lnTo>
                <a:lnTo>
                  <a:pt x="194871" y="131019"/>
                </a:lnTo>
                <a:close/>
              </a:path>
              <a:path w="769620" h="266064">
                <a:moveTo>
                  <a:pt x="194857" y="131025"/>
                </a:moveTo>
                <a:close/>
              </a:path>
              <a:path w="769620" h="266064">
                <a:moveTo>
                  <a:pt x="185012" y="134988"/>
                </a:moveTo>
                <a:lnTo>
                  <a:pt x="185191" y="134912"/>
                </a:lnTo>
                <a:lnTo>
                  <a:pt x="185012" y="134988"/>
                </a:lnTo>
                <a:close/>
              </a:path>
              <a:path w="769620" h="266064">
                <a:moveTo>
                  <a:pt x="175549" y="139039"/>
                </a:moveTo>
                <a:lnTo>
                  <a:pt x="175717" y="138963"/>
                </a:lnTo>
                <a:lnTo>
                  <a:pt x="175549" y="139039"/>
                </a:lnTo>
                <a:close/>
              </a:path>
              <a:path w="769620" h="266064">
                <a:moveTo>
                  <a:pt x="166439" y="143179"/>
                </a:moveTo>
                <a:lnTo>
                  <a:pt x="166624" y="143090"/>
                </a:lnTo>
                <a:lnTo>
                  <a:pt x="166439" y="143179"/>
                </a:lnTo>
                <a:close/>
              </a:path>
              <a:path w="769620" h="266064">
                <a:moveTo>
                  <a:pt x="157670" y="147408"/>
                </a:moveTo>
                <a:lnTo>
                  <a:pt x="157861" y="147307"/>
                </a:lnTo>
                <a:lnTo>
                  <a:pt x="157670" y="147408"/>
                </a:lnTo>
                <a:close/>
              </a:path>
              <a:path w="769620" h="266064">
                <a:moveTo>
                  <a:pt x="149288" y="151682"/>
                </a:moveTo>
                <a:lnTo>
                  <a:pt x="149440" y="151599"/>
                </a:lnTo>
                <a:lnTo>
                  <a:pt x="149288" y="151682"/>
                </a:lnTo>
                <a:close/>
              </a:path>
              <a:path w="769620" h="266064">
                <a:moveTo>
                  <a:pt x="149252" y="151701"/>
                </a:moveTo>
                <a:close/>
              </a:path>
              <a:path w="769620" h="266064">
                <a:moveTo>
                  <a:pt x="141159" y="156070"/>
                </a:moveTo>
                <a:lnTo>
                  <a:pt x="141338" y="155968"/>
                </a:lnTo>
                <a:lnTo>
                  <a:pt x="141159" y="156070"/>
                </a:lnTo>
                <a:close/>
              </a:path>
              <a:path w="769620" h="266064">
                <a:moveTo>
                  <a:pt x="133363" y="160507"/>
                </a:moveTo>
                <a:lnTo>
                  <a:pt x="133540" y="160400"/>
                </a:lnTo>
                <a:lnTo>
                  <a:pt x="133363" y="160507"/>
                </a:lnTo>
                <a:close/>
              </a:path>
              <a:path w="769620" h="266064">
                <a:moveTo>
                  <a:pt x="133350" y="160515"/>
                </a:moveTo>
                <a:close/>
              </a:path>
              <a:path w="769620" h="266064">
                <a:moveTo>
                  <a:pt x="125844" y="165036"/>
                </a:moveTo>
                <a:lnTo>
                  <a:pt x="126034" y="164909"/>
                </a:lnTo>
                <a:lnTo>
                  <a:pt x="125844" y="165036"/>
                </a:lnTo>
                <a:close/>
              </a:path>
              <a:path w="769620" h="266064">
                <a:moveTo>
                  <a:pt x="118636" y="169608"/>
                </a:moveTo>
                <a:lnTo>
                  <a:pt x="118808" y="169494"/>
                </a:lnTo>
                <a:lnTo>
                  <a:pt x="118636" y="169608"/>
                </a:lnTo>
                <a:close/>
              </a:path>
              <a:path w="769620" h="266064">
                <a:moveTo>
                  <a:pt x="111658" y="174256"/>
                </a:moveTo>
                <a:lnTo>
                  <a:pt x="111836" y="174129"/>
                </a:lnTo>
                <a:lnTo>
                  <a:pt x="111658" y="174256"/>
                </a:lnTo>
                <a:close/>
              </a:path>
              <a:path w="769620" h="266064">
                <a:moveTo>
                  <a:pt x="105020" y="178890"/>
                </a:moveTo>
                <a:close/>
              </a:path>
              <a:path w="769620" h="266064">
                <a:moveTo>
                  <a:pt x="104931" y="178955"/>
                </a:moveTo>
                <a:close/>
              </a:path>
              <a:path w="769620" h="266064">
                <a:moveTo>
                  <a:pt x="98453" y="183705"/>
                </a:moveTo>
                <a:lnTo>
                  <a:pt x="98602" y="183591"/>
                </a:lnTo>
                <a:lnTo>
                  <a:pt x="98453" y="183705"/>
                </a:lnTo>
                <a:close/>
              </a:path>
              <a:path w="769620" h="266064">
                <a:moveTo>
                  <a:pt x="92186" y="188518"/>
                </a:moveTo>
                <a:lnTo>
                  <a:pt x="92328" y="188404"/>
                </a:lnTo>
                <a:lnTo>
                  <a:pt x="92186" y="188518"/>
                </a:lnTo>
                <a:close/>
              </a:path>
              <a:path w="769620" h="266064">
                <a:moveTo>
                  <a:pt x="86177" y="193328"/>
                </a:moveTo>
                <a:lnTo>
                  <a:pt x="86321" y="193205"/>
                </a:lnTo>
                <a:lnTo>
                  <a:pt x="86177" y="193328"/>
                </a:lnTo>
                <a:close/>
              </a:path>
              <a:path w="769620" h="266064">
                <a:moveTo>
                  <a:pt x="86098" y="193395"/>
                </a:moveTo>
                <a:close/>
              </a:path>
              <a:path w="769620" h="266064">
                <a:moveTo>
                  <a:pt x="74434" y="203339"/>
                </a:moveTo>
                <a:lnTo>
                  <a:pt x="74688" y="203098"/>
                </a:lnTo>
                <a:lnTo>
                  <a:pt x="74434" y="203339"/>
                </a:lnTo>
                <a:close/>
              </a:path>
              <a:path w="769620" h="266064">
                <a:moveTo>
                  <a:pt x="63602" y="213280"/>
                </a:moveTo>
                <a:close/>
              </a:path>
              <a:path w="769620" h="266064">
                <a:moveTo>
                  <a:pt x="63482" y="213398"/>
                </a:moveTo>
                <a:close/>
              </a:path>
              <a:path w="769620" h="266064">
                <a:moveTo>
                  <a:pt x="53139" y="223506"/>
                </a:moveTo>
                <a:close/>
              </a:path>
              <a:path w="769620" h="266064">
                <a:moveTo>
                  <a:pt x="53040" y="223608"/>
                </a:moveTo>
                <a:close/>
              </a:path>
              <a:path w="769620" h="266064">
                <a:moveTo>
                  <a:pt x="43012" y="233972"/>
                </a:moveTo>
                <a:lnTo>
                  <a:pt x="43141" y="233832"/>
                </a:lnTo>
                <a:lnTo>
                  <a:pt x="43012" y="233972"/>
                </a:lnTo>
                <a:close/>
              </a:path>
              <a:path w="769620" h="266064">
                <a:moveTo>
                  <a:pt x="33271" y="244451"/>
                </a:moveTo>
                <a:close/>
              </a:path>
              <a:path w="769620" h="266064">
                <a:moveTo>
                  <a:pt x="33261" y="244462"/>
                </a:move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614098" y="4174566"/>
            <a:ext cx="669239" cy="41466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495228" y="4174566"/>
            <a:ext cx="446671" cy="40772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280217" y="3961129"/>
            <a:ext cx="1778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65594" y="3713098"/>
            <a:ext cx="2228646" cy="9550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163510" y="3919931"/>
            <a:ext cx="429717" cy="345173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575866" y="3992410"/>
            <a:ext cx="253504" cy="7688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825307" y="3921950"/>
            <a:ext cx="297776" cy="24010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2087803" y="4003471"/>
            <a:ext cx="377926" cy="25608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857512" y="3431044"/>
            <a:ext cx="1968779" cy="39968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503290" y="3236036"/>
            <a:ext cx="431291" cy="40772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5244731" y="3022600"/>
            <a:ext cx="318135" cy="1667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955" marR="93345" indent="-889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A </a:t>
            </a: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  <a:spcBef>
                <a:spcPts val="1410"/>
              </a:spcBef>
            </a:pPr>
            <a:r>
              <a:rPr dirty="0" sz="2400" b="1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 marL="152400">
              <a:lnSpc>
                <a:spcPct val="100000"/>
              </a:lnSpc>
            </a:pP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731272" y="2968840"/>
            <a:ext cx="1105014" cy="38961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864608" y="3115055"/>
            <a:ext cx="381000" cy="15240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859604" y="3104769"/>
            <a:ext cx="393700" cy="172720"/>
          </a:xfrm>
          <a:custGeom>
            <a:avLst/>
            <a:gdLst/>
            <a:ahLst/>
            <a:cxnLst/>
            <a:rect l="l" t="t" r="r" b="b"/>
            <a:pathLst>
              <a:path w="393700" h="172720">
                <a:moveTo>
                  <a:pt x="285686" y="48005"/>
                </a:moveTo>
                <a:lnTo>
                  <a:pt x="285686" y="0"/>
                </a:lnTo>
                <a:lnTo>
                  <a:pt x="298070" y="9905"/>
                </a:lnTo>
                <a:lnTo>
                  <a:pt x="295211" y="9905"/>
                </a:lnTo>
                <a:lnTo>
                  <a:pt x="287477" y="13627"/>
                </a:lnTo>
                <a:lnTo>
                  <a:pt x="295211" y="19814"/>
                </a:lnTo>
                <a:lnTo>
                  <a:pt x="295211" y="43243"/>
                </a:lnTo>
                <a:lnTo>
                  <a:pt x="290449" y="43243"/>
                </a:lnTo>
                <a:lnTo>
                  <a:pt x="285686" y="48005"/>
                </a:lnTo>
                <a:close/>
              </a:path>
              <a:path w="393700" h="172720">
                <a:moveTo>
                  <a:pt x="295211" y="19814"/>
                </a:moveTo>
                <a:lnTo>
                  <a:pt x="287477" y="13627"/>
                </a:lnTo>
                <a:lnTo>
                  <a:pt x="295211" y="9905"/>
                </a:lnTo>
                <a:lnTo>
                  <a:pt x="295211" y="19814"/>
                </a:lnTo>
                <a:close/>
              </a:path>
              <a:path w="393700" h="172720">
                <a:moveTo>
                  <a:pt x="378075" y="86105"/>
                </a:moveTo>
                <a:lnTo>
                  <a:pt x="295211" y="19814"/>
                </a:lnTo>
                <a:lnTo>
                  <a:pt x="295211" y="9905"/>
                </a:lnTo>
                <a:lnTo>
                  <a:pt x="298070" y="9905"/>
                </a:lnTo>
                <a:lnTo>
                  <a:pt x="388679" y="82384"/>
                </a:lnTo>
                <a:lnTo>
                  <a:pt x="382727" y="82384"/>
                </a:lnTo>
                <a:lnTo>
                  <a:pt x="378075" y="86105"/>
                </a:lnTo>
                <a:close/>
              </a:path>
              <a:path w="393700" h="172720">
                <a:moveTo>
                  <a:pt x="285686" y="128968"/>
                </a:moveTo>
                <a:lnTo>
                  <a:pt x="0" y="128968"/>
                </a:lnTo>
                <a:lnTo>
                  <a:pt x="0" y="43243"/>
                </a:lnTo>
                <a:lnTo>
                  <a:pt x="285686" y="43243"/>
                </a:lnTo>
                <a:lnTo>
                  <a:pt x="285686" y="48005"/>
                </a:lnTo>
                <a:lnTo>
                  <a:pt x="9525" y="48005"/>
                </a:lnTo>
                <a:lnTo>
                  <a:pt x="4762" y="52768"/>
                </a:lnTo>
                <a:lnTo>
                  <a:pt x="9525" y="52768"/>
                </a:lnTo>
                <a:lnTo>
                  <a:pt x="9525" y="119443"/>
                </a:lnTo>
                <a:lnTo>
                  <a:pt x="4762" y="119443"/>
                </a:lnTo>
                <a:lnTo>
                  <a:pt x="9525" y="124205"/>
                </a:lnTo>
                <a:lnTo>
                  <a:pt x="285686" y="124205"/>
                </a:lnTo>
                <a:lnTo>
                  <a:pt x="285686" y="128968"/>
                </a:lnTo>
                <a:close/>
              </a:path>
              <a:path w="393700" h="172720">
                <a:moveTo>
                  <a:pt x="295211" y="52768"/>
                </a:moveTo>
                <a:lnTo>
                  <a:pt x="9525" y="52768"/>
                </a:lnTo>
                <a:lnTo>
                  <a:pt x="9525" y="48005"/>
                </a:lnTo>
                <a:lnTo>
                  <a:pt x="285686" y="48005"/>
                </a:lnTo>
                <a:lnTo>
                  <a:pt x="290449" y="43243"/>
                </a:lnTo>
                <a:lnTo>
                  <a:pt x="295211" y="43243"/>
                </a:lnTo>
                <a:lnTo>
                  <a:pt x="295211" y="52768"/>
                </a:lnTo>
                <a:close/>
              </a:path>
              <a:path w="393700" h="172720">
                <a:moveTo>
                  <a:pt x="9525" y="52768"/>
                </a:moveTo>
                <a:lnTo>
                  <a:pt x="4762" y="52768"/>
                </a:lnTo>
                <a:lnTo>
                  <a:pt x="9525" y="48005"/>
                </a:lnTo>
                <a:lnTo>
                  <a:pt x="9525" y="52768"/>
                </a:lnTo>
                <a:close/>
              </a:path>
              <a:path w="393700" h="172720">
                <a:moveTo>
                  <a:pt x="382727" y="89827"/>
                </a:moveTo>
                <a:lnTo>
                  <a:pt x="378075" y="86105"/>
                </a:lnTo>
                <a:lnTo>
                  <a:pt x="382727" y="82384"/>
                </a:lnTo>
                <a:lnTo>
                  <a:pt x="382727" y="89827"/>
                </a:lnTo>
                <a:close/>
              </a:path>
              <a:path w="393700" h="172720">
                <a:moveTo>
                  <a:pt x="388679" y="89827"/>
                </a:moveTo>
                <a:lnTo>
                  <a:pt x="382727" y="89827"/>
                </a:lnTo>
                <a:lnTo>
                  <a:pt x="382727" y="82384"/>
                </a:lnTo>
                <a:lnTo>
                  <a:pt x="388679" y="82384"/>
                </a:lnTo>
                <a:lnTo>
                  <a:pt x="393331" y="86105"/>
                </a:lnTo>
                <a:lnTo>
                  <a:pt x="388679" y="89827"/>
                </a:lnTo>
                <a:close/>
              </a:path>
              <a:path w="393700" h="172720">
                <a:moveTo>
                  <a:pt x="298070" y="162305"/>
                </a:moveTo>
                <a:lnTo>
                  <a:pt x="295211" y="162305"/>
                </a:lnTo>
                <a:lnTo>
                  <a:pt x="295211" y="152397"/>
                </a:lnTo>
                <a:lnTo>
                  <a:pt x="378075" y="86105"/>
                </a:lnTo>
                <a:lnTo>
                  <a:pt x="382727" y="89827"/>
                </a:lnTo>
                <a:lnTo>
                  <a:pt x="388679" y="89827"/>
                </a:lnTo>
                <a:lnTo>
                  <a:pt x="298070" y="162305"/>
                </a:lnTo>
                <a:close/>
              </a:path>
              <a:path w="393700" h="172720">
                <a:moveTo>
                  <a:pt x="9525" y="124205"/>
                </a:moveTo>
                <a:lnTo>
                  <a:pt x="4762" y="119443"/>
                </a:lnTo>
                <a:lnTo>
                  <a:pt x="9525" y="119443"/>
                </a:lnTo>
                <a:lnTo>
                  <a:pt x="9525" y="124205"/>
                </a:lnTo>
                <a:close/>
              </a:path>
              <a:path w="393700" h="172720">
                <a:moveTo>
                  <a:pt x="295211" y="128968"/>
                </a:moveTo>
                <a:lnTo>
                  <a:pt x="290449" y="128968"/>
                </a:lnTo>
                <a:lnTo>
                  <a:pt x="285686" y="124205"/>
                </a:lnTo>
                <a:lnTo>
                  <a:pt x="9525" y="124205"/>
                </a:lnTo>
                <a:lnTo>
                  <a:pt x="9525" y="119443"/>
                </a:lnTo>
                <a:lnTo>
                  <a:pt x="295211" y="119443"/>
                </a:lnTo>
                <a:lnTo>
                  <a:pt x="295211" y="128968"/>
                </a:lnTo>
                <a:close/>
              </a:path>
              <a:path w="393700" h="172720">
                <a:moveTo>
                  <a:pt x="285686" y="172211"/>
                </a:moveTo>
                <a:lnTo>
                  <a:pt x="285686" y="124205"/>
                </a:lnTo>
                <a:lnTo>
                  <a:pt x="290449" y="128968"/>
                </a:lnTo>
                <a:lnTo>
                  <a:pt x="295211" y="128968"/>
                </a:lnTo>
                <a:lnTo>
                  <a:pt x="295211" y="152397"/>
                </a:lnTo>
                <a:lnTo>
                  <a:pt x="287477" y="158584"/>
                </a:lnTo>
                <a:lnTo>
                  <a:pt x="295211" y="162305"/>
                </a:lnTo>
                <a:lnTo>
                  <a:pt x="298070" y="162305"/>
                </a:lnTo>
                <a:lnTo>
                  <a:pt x="285686" y="172211"/>
                </a:lnTo>
                <a:close/>
              </a:path>
              <a:path w="393700" h="172720">
                <a:moveTo>
                  <a:pt x="295211" y="162305"/>
                </a:moveTo>
                <a:lnTo>
                  <a:pt x="287477" y="158584"/>
                </a:lnTo>
                <a:lnTo>
                  <a:pt x="295211" y="152397"/>
                </a:lnTo>
                <a:lnTo>
                  <a:pt x="295211" y="16230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864608" y="3572255"/>
            <a:ext cx="381000" cy="15240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859604" y="3561969"/>
            <a:ext cx="393700" cy="172720"/>
          </a:xfrm>
          <a:custGeom>
            <a:avLst/>
            <a:gdLst/>
            <a:ahLst/>
            <a:cxnLst/>
            <a:rect l="l" t="t" r="r" b="b"/>
            <a:pathLst>
              <a:path w="393700" h="172720">
                <a:moveTo>
                  <a:pt x="285686" y="48005"/>
                </a:moveTo>
                <a:lnTo>
                  <a:pt x="285686" y="0"/>
                </a:lnTo>
                <a:lnTo>
                  <a:pt x="298070" y="9905"/>
                </a:lnTo>
                <a:lnTo>
                  <a:pt x="295211" y="9905"/>
                </a:lnTo>
                <a:lnTo>
                  <a:pt x="287477" y="13627"/>
                </a:lnTo>
                <a:lnTo>
                  <a:pt x="295211" y="19814"/>
                </a:lnTo>
                <a:lnTo>
                  <a:pt x="295211" y="43243"/>
                </a:lnTo>
                <a:lnTo>
                  <a:pt x="290449" y="43243"/>
                </a:lnTo>
                <a:lnTo>
                  <a:pt x="285686" y="48005"/>
                </a:lnTo>
                <a:close/>
              </a:path>
              <a:path w="393700" h="172720">
                <a:moveTo>
                  <a:pt x="295211" y="19814"/>
                </a:moveTo>
                <a:lnTo>
                  <a:pt x="287477" y="13627"/>
                </a:lnTo>
                <a:lnTo>
                  <a:pt x="295211" y="9905"/>
                </a:lnTo>
                <a:lnTo>
                  <a:pt x="295211" y="19814"/>
                </a:lnTo>
                <a:close/>
              </a:path>
              <a:path w="393700" h="172720">
                <a:moveTo>
                  <a:pt x="378075" y="86105"/>
                </a:moveTo>
                <a:lnTo>
                  <a:pt x="295211" y="19814"/>
                </a:lnTo>
                <a:lnTo>
                  <a:pt x="295211" y="9905"/>
                </a:lnTo>
                <a:lnTo>
                  <a:pt x="298070" y="9905"/>
                </a:lnTo>
                <a:lnTo>
                  <a:pt x="388679" y="82384"/>
                </a:lnTo>
                <a:lnTo>
                  <a:pt x="382727" y="82384"/>
                </a:lnTo>
                <a:lnTo>
                  <a:pt x="378075" y="86105"/>
                </a:lnTo>
                <a:close/>
              </a:path>
              <a:path w="393700" h="172720">
                <a:moveTo>
                  <a:pt x="285686" y="128968"/>
                </a:moveTo>
                <a:lnTo>
                  <a:pt x="0" y="128968"/>
                </a:lnTo>
                <a:lnTo>
                  <a:pt x="0" y="43243"/>
                </a:lnTo>
                <a:lnTo>
                  <a:pt x="285686" y="43243"/>
                </a:lnTo>
                <a:lnTo>
                  <a:pt x="285686" y="48005"/>
                </a:lnTo>
                <a:lnTo>
                  <a:pt x="9525" y="48005"/>
                </a:lnTo>
                <a:lnTo>
                  <a:pt x="4762" y="52768"/>
                </a:lnTo>
                <a:lnTo>
                  <a:pt x="9525" y="52768"/>
                </a:lnTo>
                <a:lnTo>
                  <a:pt x="9525" y="119443"/>
                </a:lnTo>
                <a:lnTo>
                  <a:pt x="4762" y="119443"/>
                </a:lnTo>
                <a:lnTo>
                  <a:pt x="9525" y="124205"/>
                </a:lnTo>
                <a:lnTo>
                  <a:pt x="285686" y="124205"/>
                </a:lnTo>
                <a:lnTo>
                  <a:pt x="285686" y="128968"/>
                </a:lnTo>
                <a:close/>
              </a:path>
              <a:path w="393700" h="172720">
                <a:moveTo>
                  <a:pt x="295211" y="52768"/>
                </a:moveTo>
                <a:lnTo>
                  <a:pt x="9525" y="52768"/>
                </a:lnTo>
                <a:lnTo>
                  <a:pt x="9525" y="48005"/>
                </a:lnTo>
                <a:lnTo>
                  <a:pt x="285686" y="48005"/>
                </a:lnTo>
                <a:lnTo>
                  <a:pt x="290449" y="43243"/>
                </a:lnTo>
                <a:lnTo>
                  <a:pt x="295211" y="43243"/>
                </a:lnTo>
                <a:lnTo>
                  <a:pt x="295211" y="52768"/>
                </a:lnTo>
                <a:close/>
              </a:path>
              <a:path w="393700" h="172720">
                <a:moveTo>
                  <a:pt x="9525" y="52768"/>
                </a:moveTo>
                <a:lnTo>
                  <a:pt x="4762" y="52768"/>
                </a:lnTo>
                <a:lnTo>
                  <a:pt x="9525" y="48005"/>
                </a:lnTo>
                <a:lnTo>
                  <a:pt x="9525" y="52768"/>
                </a:lnTo>
                <a:close/>
              </a:path>
              <a:path w="393700" h="172720">
                <a:moveTo>
                  <a:pt x="382727" y="89827"/>
                </a:moveTo>
                <a:lnTo>
                  <a:pt x="378075" y="86105"/>
                </a:lnTo>
                <a:lnTo>
                  <a:pt x="382727" y="82384"/>
                </a:lnTo>
                <a:lnTo>
                  <a:pt x="382727" y="89827"/>
                </a:lnTo>
                <a:close/>
              </a:path>
              <a:path w="393700" h="172720">
                <a:moveTo>
                  <a:pt x="388679" y="89827"/>
                </a:moveTo>
                <a:lnTo>
                  <a:pt x="382727" y="89827"/>
                </a:lnTo>
                <a:lnTo>
                  <a:pt x="382727" y="82384"/>
                </a:lnTo>
                <a:lnTo>
                  <a:pt x="388679" y="82384"/>
                </a:lnTo>
                <a:lnTo>
                  <a:pt x="393331" y="86105"/>
                </a:lnTo>
                <a:lnTo>
                  <a:pt x="388679" y="89827"/>
                </a:lnTo>
                <a:close/>
              </a:path>
              <a:path w="393700" h="172720">
                <a:moveTo>
                  <a:pt x="298070" y="162305"/>
                </a:moveTo>
                <a:lnTo>
                  <a:pt x="295211" y="162305"/>
                </a:lnTo>
                <a:lnTo>
                  <a:pt x="295211" y="152397"/>
                </a:lnTo>
                <a:lnTo>
                  <a:pt x="378075" y="86105"/>
                </a:lnTo>
                <a:lnTo>
                  <a:pt x="382727" y="89827"/>
                </a:lnTo>
                <a:lnTo>
                  <a:pt x="388679" y="89827"/>
                </a:lnTo>
                <a:lnTo>
                  <a:pt x="298070" y="162305"/>
                </a:lnTo>
                <a:close/>
              </a:path>
              <a:path w="393700" h="172720">
                <a:moveTo>
                  <a:pt x="9525" y="124205"/>
                </a:moveTo>
                <a:lnTo>
                  <a:pt x="4762" y="119443"/>
                </a:lnTo>
                <a:lnTo>
                  <a:pt x="9525" y="119443"/>
                </a:lnTo>
                <a:lnTo>
                  <a:pt x="9525" y="124205"/>
                </a:lnTo>
                <a:close/>
              </a:path>
              <a:path w="393700" h="172720">
                <a:moveTo>
                  <a:pt x="295211" y="128968"/>
                </a:moveTo>
                <a:lnTo>
                  <a:pt x="290449" y="128968"/>
                </a:lnTo>
                <a:lnTo>
                  <a:pt x="285686" y="124205"/>
                </a:lnTo>
                <a:lnTo>
                  <a:pt x="9525" y="124205"/>
                </a:lnTo>
                <a:lnTo>
                  <a:pt x="9525" y="119443"/>
                </a:lnTo>
                <a:lnTo>
                  <a:pt x="295211" y="119443"/>
                </a:lnTo>
                <a:lnTo>
                  <a:pt x="295211" y="128968"/>
                </a:lnTo>
                <a:close/>
              </a:path>
              <a:path w="393700" h="172720">
                <a:moveTo>
                  <a:pt x="285686" y="172211"/>
                </a:moveTo>
                <a:lnTo>
                  <a:pt x="285686" y="124205"/>
                </a:lnTo>
                <a:lnTo>
                  <a:pt x="290449" y="128968"/>
                </a:lnTo>
                <a:lnTo>
                  <a:pt x="295211" y="128968"/>
                </a:lnTo>
                <a:lnTo>
                  <a:pt x="295211" y="152397"/>
                </a:lnTo>
                <a:lnTo>
                  <a:pt x="287477" y="158584"/>
                </a:lnTo>
                <a:lnTo>
                  <a:pt x="295211" y="162305"/>
                </a:lnTo>
                <a:lnTo>
                  <a:pt x="298070" y="162305"/>
                </a:lnTo>
                <a:lnTo>
                  <a:pt x="285686" y="172211"/>
                </a:lnTo>
                <a:close/>
              </a:path>
              <a:path w="393700" h="172720">
                <a:moveTo>
                  <a:pt x="295211" y="162305"/>
                </a:moveTo>
                <a:lnTo>
                  <a:pt x="287477" y="158584"/>
                </a:lnTo>
                <a:lnTo>
                  <a:pt x="295211" y="152397"/>
                </a:lnTo>
                <a:lnTo>
                  <a:pt x="295211" y="1623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55079" y="5182514"/>
            <a:ext cx="374116" cy="31934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53046" y="5175630"/>
            <a:ext cx="1251165" cy="33130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1968373" y="5263464"/>
            <a:ext cx="194322" cy="15027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134933" y="5180215"/>
            <a:ext cx="936078" cy="32604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035173" y="5263464"/>
            <a:ext cx="194322" cy="15027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198266" y="5176342"/>
            <a:ext cx="1244346" cy="33199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406772" y="5263464"/>
            <a:ext cx="194322" cy="15027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563046" y="5174767"/>
            <a:ext cx="1555965" cy="33149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55079" y="5548274"/>
            <a:ext cx="374116" cy="31934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63333" y="5545975"/>
            <a:ext cx="936078" cy="32430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663573" y="5629224"/>
            <a:ext cx="194322" cy="15027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819846" y="5547004"/>
            <a:ext cx="946365" cy="325018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730373" y="5629224"/>
            <a:ext cx="194322" cy="15027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2896933" y="5545975"/>
            <a:ext cx="936078" cy="326047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797172" y="5607811"/>
            <a:ext cx="195516" cy="19432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994670" y="5545048"/>
            <a:ext cx="905141" cy="333286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025" y="1341754"/>
            <a:ext cx="7217409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400"/>
              <a:t>（</a:t>
            </a:r>
            <a:r>
              <a:rPr dirty="0" sz="2400"/>
              <a:t>4</a:t>
            </a:r>
            <a:r>
              <a:rPr dirty="0" sz="2400"/>
              <a:t>）同位素：</a:t>
            </a:r>
            <a:r>
              <a:rPr dirty="0" sz="2400">
                <a:solidFill>
                  <a:srgbClr val="000000"/>
                </a:solidFill>
              </a:rPr>
              <a:t>具</a:t>
            </a:r>
            <a:r>
              <a:rPr dirty="0" sz="2400"/>
              <a:t>有相同质子数而中子数不同</a:t>
            </a:r>
            <a:r>
              <a:rPr dirty="0" sz="2400">
                <a:solidFill>
                  <a:srgbClr val="000000"/>
                </a:solidFill>
              </a:rPr>
              <a:t>的原子</a:t>
            </a:r>
            <a:r>
              <a:rPr dirty="0" sz="2400" spc="-10">
                <a:solidFill>
                  <a:srgbClr val="000000"/>
                </a:solidFill>
              </a:rPr>
              <a:t>， </a:t>
            </a:r>
            <a:r>
              <a:rPr dirty="0" sz="2400">
                <a:solidFill>
                  <a:srgbClr val="000000"/>
                </a:solidFill>
              </a:rPr>
              <a:t>在元素周期表中处于同一位置，因而互称</a:t>
            </a:r>
            <a:r>
              <a:rPr dirty="0" sz="2400"/>
              <a:t>同位素</a:t>
            </a:r>
            <a:r>
              <a:rPr dirty="0" sz="2400" spc="-10">
                <a:solidFill>
                  <a:srgbClr val="000000"/>
                </a:solidFill>
              </a:rPr>
              <a:t>。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428244" y="3058667"/>
            <a:ext cx="7459980" cy="2801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370" y="1033144"/>
            <a:ext cx="409321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latin typeface="华文楷体"/>
                <a:cs typeface="华文楷体"/>
              </a:rPr>
              <a:t>核能的应用与防</a:t>
            </a:r>
            <a:r>
              <a:rPr dirty="0" sz="4000" spc="-10">
                <a:latin typeface="华文楷体"/>
                <a:cs typeface="华文楷体"/>
              </a:rPr>
              <a:t>护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8818" y="2327338"/>
            <a:ext cx="3861308" cy="26922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922458" y="2327338"/>
            <a:ext cx="3945128" cy="26929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6897" y="5253672"/>
            <a:ext cx="2768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楷体"/>
                <a:cs typeface="楷体"/>
              </a:rPr>
              <a:t>1964年第一颗原子弹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77067" y="5253990"/>
            <a:ext cx="2463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楷体"/>
                <a:cs typeface="楷体"/>
              </a:rPr>
              <a:t>1967年第一颗氢弹</a:t>
            </a:r>
            <a:endParaRPr sz="24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9707" y="4826000"/>
            <a:ext cx="939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楷体"/>
                <a:cs typeface="楷体"/>
              </a:rPr>
              <a:t>核潜艇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86375" y="4826000"/>
            <a:ext cx="1549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楷体"/>
                <a:cs typeface="楷体"/>
              </a:rPr>
              <a:t>核动力航母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66844" y="2287523"/>
            <a:ext cx="3461004" cy="2316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1940" y="2252472"/>
            <a:ext cx="3959352" cy="23515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769" y="835342"/>
            <a:ext cx="7645400" cy="2204085"/>
          </a:xfrm>
          <a:prstGeom prst="rect"/>
        </p:spPr>
        <p:txBody>
          <a:bodyPr wrap="square" lIns="0" tIns="245745" rIns="0" bIns="0" rtlCol="0" vert="horz">
            <a:spAutoFit/>
          </a:bodyPr>
          <a:lstStyle/>
          <a:p>
            <a:pPr marL="2270760">
              <a:lnSpc>
                <a:spcPct val="100000"/>
              </a:lnSpc>
              <a:spcBef>
                <a:spcPts val="1935"/>
              </a:spcBef>
            </a:pPr>
            <a:r>
              <a:rPr dirty="0" sz="4800">
                <a:solidFill>
                  <a:srgbClr val="000000"/>
                </a:solidFill>
              </a:rPr>
              <a:t>核能发</a:t>
            </a:r>
            <a:r>
              <a:rPr dirty="0" sz="4800" spc="-20">
                <a:solidFill>
                  <a:srgbClr val="000000"/>
                </a:solidFill>
              </a:rPr>
              <a:t>电</a:t>
            </a:r>
            <a:endParaRPr sz="4800"/>
          </a:p>
          <a:p>
            <a:pPr algn="just" marL="12700" marR="5080" indent="609600">
              <a:lnSpc>
                <a:spcPct val="100000"/>
              </a:lnSpc>
              <a:spcBef>
                <a:spcPts val="915"/>
              </a:spcBef>
            </a:pPr>
            <a:r>
              <a:rPr dirty="0" sz="2400" b="0">
                <a:solidFill>
                  <a:srgbClr val="000000"/>
                </a:solidFill>
                <a:latin typeface="楷体"/>
                <a:cs typeface="楷体"/>
              </a:rPr>
              <a:t>在自然资源短缺、环境污染生态破坏大背景下，低碳 发展理念盛行于世。核能发电是解决未来能源问题的最佳 方法之一。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97552" y="3509771"/>
            <a:ext cx="3773424" cy="2124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22731" y="3509771"/>
            <a:ext cx="3724655" cy="21244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27405" y="5816600"/>
            <a:ext cx="307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楷体"/>
                <a:cs typeface="楷体"/>
              </a:rPr>
              <a:t>第一座核电站--秦山核电</a:t>
            </a:r>
            <a:r>
              <a:rPr dirty="0" sz="2000" spc="5">
                <a:latin typeface="楷体"/>
                <a:cs typeface="楷体"/>
              </a:rPr>
              <a:t>站</a:t>
            </a:r>
            <a:endParaRPr sz="20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9084" y="1024890"/>
            <a:ext cx="64262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6096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楷体"/>
                <a:cs typeface="楷体"/>
              </a:rPr>
              <a:t>核能利用优点在于原材料比较好获取，反应 条件容易达到，技术条件成熟；</a:t>
            </a:r>
            <a:endParaRPr sz="2400">
              <a:latin typeface="楷体"/>
              <a:cs typeface="楷体"/>
            </a:endParaRPr>
          </a:p>
          <a:p>
            <a:pPr algn="just" marL="12700" marR="5080" indent="609600">
              <a:lnSpc>
                <a:spcPct val="100000"/>
              </a:lnSpc>
            </a:pPr>
            <a:r>
              <a:rPr dirty="0" sz="2400">
                <a:latin typeface="楷体"/>
                <a:cs typeface="楷体"/>
              </a:rPr>
              <a:t>缺点在于反应放能效率比较低，核废料放射 性极强、难以处理，安全事故的后果很严重等。 所以关于核废料的处理与防护重中之重。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58925" y="3491229"/>
            <a:ext cx="2982595" cy="33667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52720" y="2275840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楷体"/>
                <a:cs typeface="楷体"/>
              </a:rPr>
              <a:t>)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5780" y="2275840"/>
            <a:ext cx="414274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0"/>
              </a:spcBef>
              <a:buSzPct val="95833"/>
              <a:buFont typeface=""/>
              <a:buAutoNum type="arabicPeriod"/>
              <a:tabLst>
                <a:tab pos="320040" algn="l"/>
              </a:tabLst>
            </a:pPr>
            <a:r>
              <a:rPr dirty="0" sz="2400">
                <a:latin typeface="楷体"/>
                <a:cs typeface="楷体"/>
              </a:rPr>
              <a:t>天然放射现象的发现揭示了(</a:t>
            </a:r>
            <a:endParaRPr sz="2400">
              <a:latin typeface="楷体"/>
              <a:cs typeface="楷体"/>
            </a:endParaRPr>
          </a:p>
          <a:p>
            <a:pPr lvl="1" marL="318135" indent="-305435">
              <a:lnSpc>
                <a:spcPct val="100000"/>
              </a:lnSpc>
              <a:buSzPct val="95833"/>
              <a:buAutoNum type="alphaUcPeriod"/>
              <a:tabLst>
                <a:tab pos="318135" algn="l"/>
              </a:tabLst>
            </a:pPr>
            <a:r>
              <a:rPr dirty="0" sz="2400">
                <a:latin typeface="楷体"/>
                <a:cs typeface="楷体"/>
              </a:rPr>
              <a:t>原子是可分的</a:t>
            </a:r>
            <a:endParaRPr sz="2400">
              <a:latin typeface="楷体"/>
              <a:cs typeface="楷体"/>
            </a:endParaRPr>
          </a:p>
          <a:p>
            <a:pPr lvl="1" marL="318135" indent="-305435">
              <a:lnSpc>
                <a:spcPct val="100000"/>
              </a:lnSpc>
              <a:buSzPct val="95833"/>
              <a:buAutoNum type="alphaUcPeriod"/>
              <a:tabLst>
                <a:tab pos="318135" algn="l"/>
              </a:tabLst>
            </a:pPr>
            <a:r>
              <a:rPr dirty="0" sz="2400">
                <a:latin typeface="楷体"/>
                <a:cs typeface="楷体"/>
              </a:rPr>
              <a:t>原子的中心有一个很小的核</a:t>
            </a:r>
            <a:endParaRPr sz="2400">
              <a:latin typeface="楷体"/>
              <a:cs typeface="楷体"/>
            </a:endParaRPr>
          </a:p>
          <a:p>
            <a:pPr lvl="1" marL="318135" indent="-305435">
              <a:lnSpc>
                <a:spcPct val="100000"/>
              </a:lnSpc>
              <a:buSzPct val="95833"/>
              <a:buAutoNum type="alphaUcPeriod"/>
              <a:tabLst>
                <a:tab pos="318135" algn="l"/>
              </a:tabLst>
            </a:pPr>
            <a:r>
              <a:rPr dirty="0" sz="2400">
                <a:latin typeface="楷体"/>
                <a:cs typeface="楷体"/>
              </a:rPr>
              <a:t>原子核具有复杂的结构</a:t>
            </a:r>
            <a:endParaRPr sz="2400">
              <a:latin typeface="楷体"/>
              <a:cs typeface="楷体"/>
            </a:endParaRPr>
          </a:p>
          <a:p>
            <a:pPr lvl="1" marL="318135" indent="-305435">
              <a:lnSpc>
                <a:spcPct val="100000"/>
              </a:lnSpc>
              <a:buSzPct val="95833"/>
              <a:buAutoNum type="alphaUcPeriod"/>
              <a:tabLst>
                <a:tab pos="318135" algn="l"/>
              </a:tabLst>
            </a:pPr>
            <a:r>
              <a:rPr dirty="0" sz="2400">
                <a:latin typeface="楷体"/>
                <a:cs typeface="楷体"/>
              </a:rPr>
              <a:t>原子核由质子和中子组成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43779" y="2381250"/>
            <a:ext cx="147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5780" y="1151889"/>
            <a:ext cx="16516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latin typeface="楷体"/>
                <a:cs typeface="楷体"/>
              </a:rPr>
              <a:t>基础巩</a:t>
            </a:r>
            <a:r>
              <a:rPr dirty="0" sz="3200" spc="5" b="0">
                <a:latin typeface="楷体"/>
                <a:cs typeface="楷体"/>
              </a:rPr>
              <a:t>固</a:t>
            </a:r>
            <a:endParaRPr sz="32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775" y="2410459"/>
            <a:ext cx="673354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100"/>
              </a:spcBef>
              <a:buSzPct val="95833"/>
              <a:buFont typeface=""/>
              <a:buAutoNum type="arabicPeriod" startAt="2"/>
              <a:tabLst>
                <a:tab pos="320040" algn="l"/>
                <a:tab pos="6567805" algn="l"/>
              </a:tabLst>
            </a:pPr>
            <a:r>
              <a:rPr dirty="0" sz="2400">
                <a:latin typeface="楷体"/>
                <a:cs typeface="楷体"/>
              </a:rPr>
              <a:t>关于α、β、γ三种射线的说法正确的是(</a:t>
            </a:r>
            <a:r>
              <a:rPr dirty="0" sz="2400" spc="-114">
                <a:latin typeface="楷体"/>
                <a:cs typeface="楷体"/>
              </a:rPr>
              <a:t> 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C	</a:t>
            </a:r>
            <a:r>
              <a:rPr dirty="0" sz="2400">
                <a:latin typeface="楷体"/>
                <a:cs typeface="楷体"/>
              </a:rPr>
              <a:t>)</a:t>
            </a:r>
            <a:endParaRPr sz="2400">
              <a:latin typeface="楷体"/>
              <a:cs typeface="楷体"/>
            </a:endParaRPr>
          </a:p>
          <a:p>
            <a:pPr lvl="1" marL="318135" indent="-305435">
              <a:lnSpc>
                <a:spcPct val="100000"/>
              </a:lnSpc>
              <a:buSzPct val="95833"/>
              <a:buAutoNum type="alphaUcPeriod"/>
              <a:tabLst>
                <a:tab pos="318135" algn="l"/>
              </a:tabLst>
            </a:pPr>
            <a:r>
              <a:rPr dirty="0" sz="2400">
                <a:latin typeface="楷体"/>
                <a:cs typeface="楷体"/>
              </a:rPr>
              <a:t>α、β、γ三种射线都是电磁波</a:t>
            </a:r>
            <a:endParaRPr sz="2400">
              <a:latin typeface="楷体"/>
              <a:cs typeface="楷体"/>
            </a:endParaRPr>
          </a:p>
          <a:p>
            <a:pPr lvl="1" marL="318135" indent="-305435">
              <a:lnSpc>
                <a:spcPct val="100000"/>
              </a:lnSpc>
              <a:buSzPct val="95833"/>
              <a:buAutoNum type="alphaUcPeriod"/>
              <a:tabLst>
                <a:tab pos="318135" algn="l"/>
              </a:tabLst>
            </a:pPr>
            <a:r>
              <a:rPr dirty="0" sz="2400">
                <a:latin typeface="楷体"/>
                <a:cs typeface="楷体"/>
              </a:rPr>
              <a:t>α、β、γ三种射线都是带电粒子流</a:t>
            </a:r>
            <a:endParaRPr sz="2400">
              <a:latin typeface="楷体"/>
              <a:cs typeface="楷体"/>
            </a:endParaRPr>
          </a:p>
          <a:p>
            <a:pPr lvl="1" marL="318135" indent="-305435">
              <a:lnSpc>
                <a:spcPct val="100000"/>
              </a:lnSpc>
              <a:buSzPct val="95833"/>
              <a:buAutoNum type="alphaUcPeriod"/>
              <a:tabLst>
                <a:tab pos="318135" algn="l"/>
              </a:tabLst>
            </a:pPr>
            <a:r>
              <a:rPr dirty="0" sz="2400">
                <a:latin typeface="楷体"/>
                <a:cs typeface="楷体"/>
              </a:rPr>
              <a:t>α射线较β、γ射线具有更强的电离能力</a:t>
            </a:r>
            <a:endParaRPr sz="2400">
              <a:latin typeface="楷体"/>
              <a:cs typeface="楷体"/>
            </a:endParaRPr>
          </a:p>
          <a:p>
            <a:pPr lvl="1" marL="318135" indent="-305435">
              <a:lnSpc>
                <a:spcPct val="100000"/>
              </a:lnSpc>
              <a:buSzPct val="95833"/>
              <a:buAutoNum type="alphaUcPeriod"/>
              <a:tabLst>
                <a:tab pos="318135" algn="l"/>
              </a:tabLst>
            </a:pPr>
            <a:r>
              <a:rPr dirty="0" sz="2400">
                <a:latin typeface="楷体"/>
                <a:cs typeface="楷体"/>
              </a:rPr>
              <a:t>β射线是原子的核外电子电离后形成的</a:t>
            </a:r>
            <a:endParaRPr sz="24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5264" y="2845434"/>
            <a:ext cx="7480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334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y=90  y=90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19350" y="2845434"/>
            <a:ext cx="8832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9334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z</a:t>
            </a:r>
            <a:r>
              <a:rPr dirty="0" sz="2400">
                <a:latin typeface="Times New Roman"/>
                <a:cs typeface="Times New Roman"/>
              </a:rPr>
              <a:t>=234  </a:t>
            </a:r>
            <a:r>
              <a:rPr dirty="0" sz="2400" spc="-5">
                <a:latin typeface="Times New Roman"/>
                <a:cs typeface="Times New Roman"/>
              </a:rPr>
              <a:t>z=144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1779" y="2845434"/>
            <a:ext cx="110363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A</a:t>
            </a:r>
            <a:r>
              <a:rPr dirty="0" sz="2400">
                <a:latin typeface="楷体"/>
                <a:cs typeface="楷体"/>
              </a:rPr>
              <a:t>.</a:t>
            </a:r>
            <a:r>
              <a:rPr dirty="0" sz="2400">
                <a:latin typeface="Times New Roman"/>
                <a:cs typeface="Times New Roman"/>
              </a:rPr>
              <a:t>x=90  </a:t>
            </a:r>
            <a:r>
              <a:rPr dirty="0" sz="2400" spc="-5">
                <a:latin typeface="Times New Roman"/>
                <a:cs typeface="Times New Roman"/>
              </a:rPr>
              <a:t>B.x=90  C.x=144  </a:t>
            </a:r>
            <a:r>
              <a:rPr dirty="0" sz="2400">
                <a:latin typeface="Times New Roman"/>
                <a:cs typeface="Times New Roman"/>
              </a:rPr>
              <a:t>D.x=234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7664" y="3576954"/>
            <a:ext cx="8242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" marR="5080" indent="-1714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y=144  y=234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24150" y="3576954"/>
            <a:ext cx="8070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09" marR="5080" indent="-17145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Times New Roman"/>
                <a:cs typeface="Times New Roman"/>
              </a:rPr>
              <a:t>z=90  z</a:t>
            </a:r>
            <a:r>
              <a:rPr dirty="0" sz="2400">
                <a:latin typeface="Times New Roman"/>
                <a:cs typeface="Times New Roman"/>
              </a:rPr>
              <a:t>=324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75332" y="2177795"/>
            <a:ext cx="344424" cy="324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1779" y="1382395"/>
            <a:ext cx="5971540" cy="11303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0"/>
              </a:spcBef>
              <a:tabLst>
                <a:tab pos="2450465" algn="l"/>
                <a:tab pos="4676775" algn="l"/>
                <a:tab pos="5041265" algn="l"/>
              </a:tabLst>
            </a:pPr>
            <a:r>
              <a:rPr dirty="0" sz="2400" b="1">
                <a:latin typeface="楷体"/>
                <a:cs typeface="楷体"/>
              </a:rPr>
              <a:t>3.</a:t>
            </a:r>
            <a:r>
              <a:rPr dirty="0" sz="2400">
                <a:latin typeface="楷体"/>
                <a:cs typeface="楷体"/>
              </a:rPr>
              <a:t>若用</a:t>
            </a:r>
            <a:r>
              <a:rPr dirty="0" sz="2400">
                <a:latin typeface="Times New Roman"/>
                <a:cs typeface="Times New Roman"/>
              </a:rPr>
              <a:t>x</a:t>
            </a:r>
            <a:r>
              <a:rPr dirty="0" sz="2400">
                <a:latin typeface="楷体"/>
                <a:cs typeface="楷体"/>
              </a:rPr>
              <a:t>代表一个中性原子中核外的电子数,</a:t>
            </a:r>
            <a:r>
              <a:rPr dirty="0" sz="2400">
                <a:latin typeface="Times New Roman"/>
                <a:cs typeface="Times New Roman"/>
              </a:rPr>
              <a:t>y </a:t>
            </a:r>
            <a:r>
              <a:rPr dirty="0" sz="2400">
                <a:latin typeface="楷体"/>
                <a:cs typeface="楷体"/>
              </a:rPr>
              <a:t>代表此原子核内的质子数</a:t>
            </a:r>
            <a:r>
              <a:rPr dirty="0" sz="2400" spc="-5">
                <a:latin typeface="楷体"/>
                <a:cs typeface="楷体"/>
              </a:rPr>
              <a:t>,</a:t>
            </a:r>
            <a:r>
              <a:rPr dirty="0" sz="2400" spc="-5">
                <a:latin typeface="Times New Roman"/>
                <a:cs typeface="Times New Roman"/>
              </a:rPr>
              <a:t>z</a:t>
            </a:r>
            <a:r>
              <a:rPr dirty="0" sz="2400">
                <a:latin typeface="楷体"/>
                <a:cs typeface="楷体"/>
              </a:rPr>
              <a:t>代表此原子核内 </a:t>
            </a:r>
            <a:r>
              <a:rPr dirty="0" baseline="1157" sz="3600">
                <a:latin typeface="楷体"/>
                <a:cs typeface="楷体"/>
              </a:rPr>
              <a:t>的中子数,则对	Th的原子来说(	</a:t>
            </a:r>
            <a:r>
              <a:rPr dirty="0" sz="1800">
                <a:solidFill>
                  <a:srgbClr val="FF0000"/>
                </a:solidFill>
                <a:latin typeface="Calibri"/>
                <a:cs typeface="Calibri"/>
              </a:rPr>
              <a:t>B	</a:t>
            </a:r>
            <a:r>
              <a:rPr dirty="0" baseline="1157" sz="3600">
                <a:latin typeface="楷体"/>
                <a:cs typeface="楷体"/>
              </a:rPr>
              <a:t>)</a:t>
            </a:r>
            <a:endParaRPr baseline="1157" sz="36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068" y="1365503"/>
            <a:ext cx="6912864" cy="2787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17219" y="3261995"/>
            <a:ext cx="4188460" cy="0"/>
          </a:xfrm>
          <a:custGeom>
            <a:avLst/>
            <a:gdLst/>
            <a:ahLst/>
            <a:cxnLst/>
            <a:rect l="l" t="t" r="r" b="b"/>
            <a:pathLst>
              <a:path w="4188460" h="0">
                <a:moveTo>
                  <a:pt x="0" y="0"/>
                </a:moveTo>
                <a:lnTo>
                  <a:pt x="4188460" y="0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1441" y="3619817"/>
            <a:ext cx="3178810" cy="0"/>
          </a:xfrm>
          <a:custGeom>
            <a:avLst/>
            <a:gdLst/>
            <a:ahLst/>
            <a:cxnLst/>
            <a:rect l="l" t="t" r="r" b="b"/>
            <a:pathLst>
              <a:path w="3178810" h="0">
                <a:moveTo>
                  <a:pt x="0" y="0"/>
                </a:moveTo>
                <a:lnTo>
                  <a:pt x="3178251" y="0"/>
                </a:lnTo>
              </a:path>
            </a:pathLst>
          </a:custGeom>
          <a:ln w="349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950" y="921385"/>
            <a:ext cx="1447165" cy="45148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楷体"/>
                <a:cs typeface="楷体"/>
              </a:rPr>
              <a:t>课堂小</a:t>
            </a:r>
            <a:r>
              <a:rPr dirty="0" spc="-5" b="0">
                <a:latin typeface="楷体"/>
                <a:cs typeface="楷体"/>
              </a:rPr>
              <a:t>结</a:t>
            </a:r>
          </a:p>
        </p:txBody>
      </p:sp>
      <p:sp>
        <p:nvSpPr>
          <p:cNvPr id="3" name="object 3"/>
          <p:cNvSpPr/>
          <p:nvPr/>
        </p:nvSpPr>
        <p:spPr>
          <a:xfrm>
            <a:off x="262127" y="3709415"/>
            <a:ext cx="4523232" cy="2442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0995" y="1624965"/>
            <a:ext cx="5179695" cy="19488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楷体"/>
                <a:cs typeface="楷体"/>
              </a:rPr>
              <a:t>贝克勒尔</a:t>
            </a:r>
            <a:r>
              <a:rPr dirty="0" sz="2400">
                <a:latin typeface="楷体"/>
                <a:cs typeface="楷体"/>
              </a:rPr>
              <a:t>发现天然放射性</a:t>
            </a:r>
            <a:endParaRPr sz="2400">
              <a:latin typeface="楷体"/>
              <a:cs typeface="楷体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Times New Roman"/>
              <a:cs typeface="Times New Roman"/>
            </a:endParaRPr>
          </a:p>
          <a:p>
            <a:pPr marL="71120">
              <a:lnSpc>
                <a:spcPct val="100000"/>
              </a:lnSpc>
              <a:tabLst>
                <a:tab pos="1484630" algn="l"/>
                <a:tab pos="3337560" algn="l"/>
              </a:tabLst>
            </a:pPr>
            <a:r>
              <a:rPr dirty="0" baseline="1157" sz="3600">
                <a:solidFill>
                  <a:srgbClr val="FF0000"/>
                </a:solidFill>
                <a:latin typeface="华文楷体"/>
                <a:cs typeface="华文楷体"/>
              </a:rPr>
              <a:t>放射性	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放射性元素	</a:t>
            </a:r>
            <a:r>
              <a:rPr dirty="0" baseline="1157" sz="3600">
                <a:solidFill>
                  <a:srgbClr val="FF0000"/>
                </a:solidFill>
                <a:latin typeface="华文楷体"/>
                <a:cs typeface="华文楷体"/>
              </a:rPr>
              <a:t>天然放射现象</a:t>
            </a:r>
            <a:endParaRPr baseline="1157" sz="36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250">
              <a:latin typeface="Times New Roman"/>
              <a:cs typeface="Times New Roman"/>
            </a:endParaRPr>
          </a:p>
          <a:p>
            <a:pPr marL="93345">
              <a:lnSpc>
                <a:spcPct val="100000"/>
              </a:lnSpc>
            </a:pPr>
            <a:r>
              <a:rPr dirty="0" sz="2400">
                <a:solidFill>
                  <a:srgbClr val="FF0000"/>
                </a:solidFill>
                <a:latin typeface="楷体"/>
                <a:cs typeface="楷体"/>
              </a:rPr>
              <a:t>三种射线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93815" y="1249045"/>
            <a:ext cx="52070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楷体"/>
                <a:cs typeface="楷体"/>
              </a:rPr>
              <a:t>放射性只跟原子核有关，说明原子核具 有复杂结构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38765" y="2540799"/>
            <a:ext cx="317500" cy="619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335"/>
              </a:lnSpc>
              <a:spcBef>
                <a:spcPts val="95"/>
              </a:spcBef>
            </a:pPr>
            <a:r>
              <a:rPr dirty="0" sz="1950">
                <a:latin typeface="宋体"/>
                <a:cs typeface="宋体"/>
              </a:rPr>
              <a:t>17</a:t>
            </a:r>
            <a:endParaRPr sz="1950">
              <a:latin typeface="宋体"/>
              <a:cs typeface="宋体"/>
            </a:endParaRPr>
          </a:p>
          <a:p>
            <a:pPr marL="180340">
              <a:lnSpc>
                <a:spcPts val="2335"/>
              </a:lnSpc>
            </a:pPr>
            <a:r>
              <a:rPr dirty="0" sz="1950" spc="-5">
                <a:latin typeface="宋体"/>
                <a:cs typeface="宋体"/>
              </a:rPr>
              <a:t>8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56383" y="2540799"/>
            <a:ext cx="160020" cy="619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335"/>
              </a:lnSpc>
              <a:spcBef>
                <a:spcPts val="95"/>
              </a:spcBef>
            </a:pPr>
            <a:r>
              <a:rPr dirty="0" sz="1950" spc="-5">
                <a:latin typeface="宋体"/>
                <a:cs typeface="宋体"/>
              </a:rPr>
              <a:t>4</a:t>
            </a:r>
            <a:endParaRPr sz="1950">
              <a:latin typeface="宋体"/>
              <a:cs typeface="宋体"/>
            </a:endParaRPr>
          </a:p>
          <a:p>
            <a:pPr marL="22860">
              <a:lnSpc>
                <a:spcPts val="2335"/>
              </a:lnSpc>
            </a:pPr>
            <a:r>
              <a:rPr dirty="0" sz="1950" spc="-5">
                <a:latin typeface="宋体"/>
                <a:cs typeface="宋体"/>
              </a:rPr>
              <a:t>2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37526" y="2540799"/>
            <a:ext cx="332740" cy="619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2335"/>
              </a:lnSpc>
              <a:spcBef>
                <a:spcPts val="95"/>
              </a:spcBef>
            </a:pPr>
            <a:r>
              <a:rPr dirty="0" sz="1950">
                <a:latin typeface="宋体"/>
                <a:cs typeface="宋体"/>
              </a:rPr>
              <a:t>14</a:t>
            </a:r>
            <a:endParaRPr sz="1950">
              <a:latin typeface="宋体"/>
              <a:cs typeface="宋体"/>
            </a:endParaRPr>
          </a:p>
          <a:p>
            <a:pPr marL="195580">
              <a:lnSpc>
                <a:spcPts val="2335"/>
              </a:lnSpc>
            </a:pPr>
            <a:r>
              <a:rPr dirty="0" sz="1950" spc="-5">
                <a:latin typeface="宋体"/>
                <a:cs typeface="宋体"/>
              </a:rPr>
              <a:t>7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45622" y="2554071"/>
            <a:ext cx="572770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350" spc="-5">
                <a:latin typeface="宋体"/>
                <a:cs typeface="宋体"/>
              </a:rPr>
              <a:t>O</a:t>
            </a:r>
            <a:r>
              <a:rPr dirty="0" sz="3350" spc="-955">
                <a:latin typeface="宋体"/>
                <a:cs typeface="宋体"/>
              </a:rPr>
              <a:t> </a:t>
            </a:r>
            <a:r>
              <a:rPr dirty="0" sz="3350" spc="-10">
                <a:latin typeface="Symbol"/>
                <a:cs typeface="Symbol"/>
              </a:rPr>
              <a:t>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82925" y="2554071"/>
            <a:ext cx="1026794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350" spc="-5">
                <a:latin typeface="宋体"/>
                <a:cs typeface="宋体"/>
              </a:rPr>
              <a:t>He</a:t>
            </a:r>
            <a:r>
              <a:rPr dirty="0" sz="3350" spc="-530">
                <a:latin typeface="宋体"/>
                <a:cs typeface="宋体"/>
              </a:rPr>
              <a:t> </a:t>
            </a:r>
            <a:r>
              <a:rPr dirty="0" sz="3350" spc="-10">
                <a:latin typeface="Symbol"/>
                <a:cs typeface="Symbol"/>
              </a:rPr>
              <a:t>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4410" y="2554071"/>
            <a:ext cx="591185" cy="5346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350" spc="-5">
                <a:latin typeface="宋体"/>
                <a:cs typeface="宋体"/>
              </a:rPr>
              <a:t>N</a:t>
            </a:r>
            <a:r>
              <a:rPr dirty="0" sz="3350" spc="-815">
                <a:latin typeface="宋体"/>
                <a:cs typeface="宋体"/>
              </a:rPr>
              <a:t> </a:t>
            </a:r>
            <a:r>
              <a:rPr dirty="0" sz="3350" spc="-10">
                <a:latin typeface="Symbol"/>
                <a:cs typeface="Symbol"/>
              </a:rPr>
              <a:t>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93815" y="2661920"/>
            <a:ext cx="1244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楷体"/>
                <a:cs typeface="楷体"/>
              </a:rPr>
              <a:t>卢瑟福：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84757" y="3416795"/>
            <a:ext cx="12573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10">
                <a:latin typeface="Times New Roman"/>
                <a:cs typeface="Times New Roman"/>
              </a:rPr>
              <a:t>4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92133" y="3173666"/>
            <a:ext cx="125730" cy="509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10">
                <a:latin typeface="Times New Roman"/>
                <a:cs typeface="Times New Roman"/>
              </a:rPr>
              <a:t>4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550" spc="1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09148" y="3416795"/>
            <a:ext cx="12573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10">
                <a:latin typeface="Times New Roman"/>
                <a:cs typeface="Times New Roman"/>
              </a:rPr>
              <a:t>6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10532" y="3027591"/>
            <a:ext cx="53467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10">
                <a:latin typeface="Times New Roman"/>
                <a:cs typeface="Times New Roman"/>
              </a:rPr>
              <a:t>1 2</a:t>
            </a:r>
            <a:r>
              <a:rPr dirty="0" sz="1550" spc="-260">
                <a:latin typeface="Times New Roman"/>
                <a:cs typeface="Times New Roman"/>
              </a:rPr>
              <a:t> </a:t>
            </a:r>
            <a:r>
              <a:rPr dirty="0" baseline="-24691" sz="4050" spc="22" i="1">
                <a:latin typeface="Times New Roman"/>
                <a:cs typeface="Times New Roman"/>
              </a:rPr>
              <a:t>C</a:t>
            </a:r>
            <a:endParaRPr baseline="-24691" sz="40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75704" y="3223717"/>
            <a:ext cx="252603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22830" algn="l"/>
              </a:tabLst>
            </a:pPr>
            <a:r>
              <a:rPr dirty="0" sz="2400">
                <a:solidFill>
                  <a:srgbClr val="FF0000"/>
                </a:solidFill>
                <a:latin typeface="楷体"/>
                <a:cs typeface="楷体"/>
              </a:rPr>
              <a:t>查德威克：</a:t>
            </a:r>
            <a:r>
              <a:rPr dirty="0" sz="2400" spc="-990">
                <a:solidFill>
                  <a:srgbClr val="FF0000"/>
                </a:solidFill>
                <a:latin typeface="楷体"/>
                <a:cs typeface="楷体"/>
              </a:rPr>
              <a:t> </a:t>
            </a:r>
            <a:r>
              <a:rPr dirty="0" baseline="55555" sz="2325" spc="15">
                <a:latin typeface="Times New Roman"/>
                <a:cs typeface="Times New Roman"/>
              </a:rPr>
              <a:t>9</a:t>
            </a:r>
            <a:r>
              <a:rPr dirty="0" baseline="55555" sz="2325" spc="217">
                <a:latin typeface="Times New Roman"/>
                <a:cs typeface="Times New Roman"/>
              </a:rPr>
              <a:t> </a:t>
            </a:r>
            <a:r>
              <a:rPr dirty="0" baseline="7201" sz="4050" spc="22" i="1">
                <a:latin typeface="Times New Roman"/>
                <a:cs typeface="Times New Roman"/>
              </a:rPr>
              <a:t>B</a:t>
            </a:r>
            <a:r>
              <a:rPr dirty="0" baseline="7201" sz="4050" spc="-22" i="1">
                <a:latin typeface="Times New Roman"/>
                <a:cs typeface="Times New Roman"/>
              </a:rPr>
              <a:t> </a:t>
            </a:r>
            <a:r>
              <a:rPr dirty="0" baseline="7201" sz="4050" spc="15" i="1">
                <a:latin typeface="Times New Roman"/>
                <a:cs typeface="Times New Roman"/>
              </a:rPr>
              <a:t>e</a:t>
            </a:r>
            <a:r>
              <a:rPr dirty="0" baseline="7201" sz="4050" i="1">
                <a:latin typeface="Times New Roman"/>
                <a:cs typeface="Times New Roman"/>
              </a:rPr>
              <a:t>	</a:t>
            </a:r>
            <a:r>
              <a:rPr dirty="0" baseline="7201" sz="4050" spc="15">
                <a:latin typeface="Symbol"/>
                <a:cs typeface="Symbol"/>
              </a:rPr>
              <a:t></a:t>
            </a:r>
            <a:endParaRPr baseline="7201" sz="40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39936" y="3181896"/>
            <a:ext cx="1035050" cy="4413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80085" algn="l"/>
              </a:tabLst>
            </a:pPr>
            <a:r>
              <a:rPr dirty="0" sz="2700" spc="15">
                <a:latin typeface="Times New Roman"/>
                <a:cs typeface="Times New Roman"/>
              </a:rPr>
              <a:t>H</a:t>
            </a:r>
            <a:r>
              <a:rPr dirty="0" sz="2700" spc="100">
                <a:latin typeface="Times New Roman"/>
                <a:cs typeface="Times New Roman"/>
              </a:rPr>
              <a:t> </a:t>
            </a:r>
            <a:r>
              <a:rPr dirty="0" sz="2700" spc="10">
                <a:latin typeface="Times New Roman"/>
                <a:cs typeface="Times New Roman"/>
              </a:rPr>
              <a:t>e</a:t>
            </a:r>
            <a:r>
              <a:rPr dirty="0" sz="2700">
                <a:latin typeface="Times New Roman"/>
                <a:cs typeface="Times New Roman"/>
              </a:rPr>
              <a:t>	</a:t>
            </a:r>
            <a:r>
              <a:rPr dirty="0" sz="2700" spc="25">
                <a:latin typeface="Symbol"/>
                <a:cs typeface="Symbol"/>
              </a:rPr>
              <a:t>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221046" y="2540799"/>
            <a:ext cx="555625" cy="1082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4455">
              <a:lnSpc>
                <a:spcPts val="2335"/>
              </a:lnSpc>
              <a:spcBef>
                <a:spcPts val="95"/>
              </a:spcBef>
            </a:pPr>
            <a:r>
              <a:rPr dirty="0" sz="1950" spc="-5">
                <a:latin typeface="宋体"/>
                <a:cs typeface="宋体"/>
              </a:rPr>
              <a:t>1</a:t>
            </a:r>
            <a:endParaRPr sz="1950">
              <a:latin typeface="宋体"/>
              <a:cs typeface="宋体"/>
            </a:endParaRPr>
          </a:p>
          <a:p>
            <a:pPr marL="84455">
              <a:lnSpc>
                <a:spcPts val="2335"/>
              </a:lnSpc>
            </a:pPr>
            <a:r>
              <a:rPr dirty="0" sz="1950" spc="-5">
                <a:latin typeface="宋体"/>
                <a:cs typeface="宋体"/>
              </a:rPr>
              <a:t>1</a:t>
            </a:r>
            <a:endParaRPr sz="1950">
              <a:latin typeface="宋体"/>
              <a:cs typeface="宋体"/>
            </a:endParaRPr>
          </a:p>
          <a:p>
            <a:pPr marL="368935" indent="-356235">
              <a:lnSpc>
                <a:spcPct val="100000"/>
              </a:lnSpc>
              <a:spcBef>
                <a:spcPts val="405"/>
              </a:spcBef>
              <a:buFont typeface="Symbol"/>
              <a:buChar char=""/>
              <a:tabLst>
                <a:tab pos="368935" algn="l"/>
                <a:tab pos="369570" algn="l"/>
              </a:tabLst>
            </a:pPr>
            <a:r>
              <a:rPr dirty="0" sz="2700" spc="10" i="1">
                <a:latin typeface="Times New Roman"/>
                <a:cs typeface="Times New Roman"/>
              </a:rPr>
              <a:t>n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91696" y="2554071"/>
            <a:ext cx="238125" cy="81724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350" spc="-5">
                <a:latin typeface="宋体"/>
                <a:cs typeface="宋体"/>
              </a:rPr>
              <a:t>H</a:t>
            </a:r>
            <a:endParaRPr sz="3350">
              <a:latin typeface="宋体"/>
              <a:cs typeface="宋体"/>
            </a:endParaRPr>
          </a:p>
          <a:p>
            <a:pPr marL="19685">
              <a:lnSpc>
                <a:spcPct val="100000"/>
              </a:lnSpc>
              <a:spcBef>
                <a:spcPts val="1019"/>
              </a:spcBef>
            </a:pPr>
            <a:r>
              <a:rPr dirty="0" sz="1000" spc="-5"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99240" y="3461905"/>
            <a:ext cx="895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Calibri"/>
                <a:cs typeface="Calibri"/>
              </a:rPr>
              <a:t>0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034661" y="4101541"/>
            <a:ext cx="431292" cy="407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0838180" y="3888104"/>
            <a:ext cx="22923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A </a:t>
            </a:r>
            <a:r>
              <a:rPr dirty="0" sz="2400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96050" y="5086984"/>
            <a:ext cx="2463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楷体"/>
                <a:cs typeface="楷体"/>
              </a:rPr>
              <a:t>核能的应用与防护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93815" y="4070350"/>
            <a:ext cx="22390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8875" algn="l"/>
              </a:tabLst>
            </a:pPr>
            <a:r>
              <a:rPr dirty="0" sz="2400">
                <a:solidFill>
                  <a:srgbClr val="FF0000"/>
                </a:solidFill>
                <a:latin typeface="楷体"/>
                <a:cs typeface="楷体"/>
              </a:rPr>
              <a:t>核子	电荷数Z</a:t>
            </a:r>
            <a:endParaRPr sz="2400">
              <a:latin typeface="楷体"/>
              <a:cs typeface="楷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030334" y="4070350"/>
            <a:ext cx="1092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0000"/>
                </a:solidFill>
                <a:latin typeface="楷体"/>
                <a:cs typeface="楷体"/>
              </a:rPr>
              <a:t>质量数A</a:t>
            </a:r>
            <a:endParaRPr sz="24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4495" y="1093682"/>
            <a:ext cx="5563235" cy="4121785"/>
          </a:xfrm>
          <a:prstGeom prst="rect">
            <a:avLst/>
          </a:prstGeom>
        </p:spPr>
        <p:txBody>
          <a:bodyPr wrap="square" lIns="0" tIns="321310" rIns="0" bIns="0" rtlCol="0" vert="horz">
            <a:spAutoFit/>
          </a:bodyPr>
          <a:lstStyle/>
          <a:p>
            <a:pPr algn="ctr" marR="99695">
              <a:lnSpc>
                <a:spcPct val="100000"/>
              </a:lnSpc>
              <a:spcBef>
                <a:spcPts val="2530"/>
              </a:spcBef>
            </a:pPr>
            <a:r>
              <a:rPr dirty="0" sz="4800" b="1">
                <a:solidFill>
                  <a:srgbClr val="FF0000"/>
                </a:solidFill>
                <a:latin typeface="楷体"/>
                <a:cs typeface="楷体"/>
              </a:rPr>
              <a:t>寄</a:t>
            </a:r>
            <a:r>
              <a:rPr dirty="0" sz="4800" spc="-20" b="1">
                <a:solidFill>
                  <a:srgbClr val="FF0000"/>
                </a:solidFill>
                <a:latin typeface="楷体"/>
                <a:cs typeface="楷体"/>
              </a:rPr>
              <a:t>语</a:t>
            </a:r>
            <a:endParaRPr sz="4800">
              <a:latin typeface="楷体"/>
              <a:cs typeface="楷体"/>
            </a:endParaRPr>
          </a:p>
          <a:p>
            <a:pPr algn="ctr" marL="12700" marR="56515">
              <a:lnSpc>
                <a:spcPct val="100000"/>
              </a:lnSpc>
              <a:spcBef>
                <a:spcPts val="1825"/>
              </a:spcBef>
            </a:pPr>
            <a:r>
              <a:rPr dirty="0" sz="3600">
                <a:latin typeface="楷体"/>
                <a:cs typeface="楷体"/>
              </a:rPr>
              <a:t>祝我们的国家越来越富强， 科技创新取得更大的突破。</a:t>
            </a:r>
            <a:endParaRPr sz="3600">
              <a:latin typeface="楷体"/>
              <a:cs typeface="楷体"/>
            </a:endParaRPr>
          </a:p>
          <a:p>
            <a:pPr>
              <a:lnSpc>
                <a:spcPct val="100000"/>
              </a:lnSpc>
            </a:pPr>
            <a:endParaRPr sz="3600">
              <a:latin typeface="Times New Roman"/>
              <a:cs typeface="Times New Roman"/>
            </a:endParaRPr>
          </a:p>
          <a:p>
            <a:pPr marL="730885">
              <a:lnSpc>
                <a:spcPct val="100000"/>
              </a:lnSpc>
              <a:spcBef>
                <a:spcPts val="2975"/>
              </a:spcBef>
            </a:pPr>
            <a:r>
              <a:rPr dirty="0" sz="5400" b="1">
                <a:solidFill>
                  <a:srgbClr val="FF0000"/>
                </a:solidFill>
                <a:latin typeface="楷体"/>
                <a:cs typeface="楷体"/>
              </a:rPr>
              <a:t>同学们，再见</a:t>
            </a:r>
            <a:r>
              <a:rPr dirty="0" sz="5400" spc="-25" b="1">
                <a:solidFill>
                  <a:srgbClr val="FF0000"/>
                </a:solidFill>
                <a:latin typeface="楷体"/>
                <a:cs typeface="楷体"/>
              </a:rPr>
              <a:t>！</a:t>
            </a:r>
            <a:endParaRPr sz="5400">
              <a:latin typeface="楷体"/>
              <a:cs typeface="楷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2025-04-21T01:05:16Z</dcterms:created>
  <dcterms:modified xsi:type="dcterms:W3CDTF">2025-04-21T01:05:16Z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2025-04-21T00:00:00Z</vt:filetime>
  </property>
</Properties>
</file>