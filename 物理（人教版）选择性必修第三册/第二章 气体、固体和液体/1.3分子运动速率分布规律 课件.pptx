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07550" y="1057020"/>
            <a:ext cx="6176898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5552947" y="1008329"/>
            <a:ext cx="2720340" cy="1579245"/>
          </a:xfrm>
          <a:custGeom>
            <a:avLst/>
            <a:gdLst/>
            <a:ahLst/>
            <a:cxnLst/>
            <a:rect l="l" t="t" r="r" b="b"/>
            <a:pathLst>
              <a:path w="2720340" h="1579245">
                <a:moveTo>
                  <a:pt x="2715158" y="1579181"/>
                </a:moveTo>
                <a:lnTo>
                  <a:pt x="4762" y="1579181"/>
                </a:lnTo>
                <a:lnTo>
                  <a:pt x="3301" y="1578952"/>
                </a:lnTo>
                <a:lnTo>
                  <a:pt x="1968" y="1578279"/>
                </a:lnTo>
                <a:lnTo>
                  <a:pt x="914" y="1577225"/>
                </a:lnTo>
                <a:lnTo>
                  <a:pt x="241" y="1575892"/>
                </a:lnTo>
                <a:lnTo>
                  <a:pt x="0" y="1574419"/>
                </a:lnTo>
                <a:lnTo>
                  <a:pt x="0" y="4762"/>
                </a:lnTo>
                <a:lnTo>
                  <a:pt x="4762" y="0"/>
                </a:lnTo>
                <a:lnTo>
                  <a:pt x="2715158" y="0"/>
                </a:lnTo>
                <a:lnTo>
                  <a:pt x="2719920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569656"/>
                </a:lnTo>
                <a:lnTo>
                  <a:pt x="4762" y="1569656"/>
                </a:lnTo>
                <a:lnTo>
                  <a:pt x="9525" y="1574419"/>
                </a:lnTo>
                <a:lnTo>
                  <a:pt x="2719920" y="1574419"/>
                </a:lnTo>
                <a:lnTo>
                  <a:pt x="2719679" y="1575892"/>
                </a:lnTo>
                <a:lnTo>
                  <a:pt x="2719006" y="1577225"/>
                </a:lnTo>
                <a:lnTo>
                  <a:pt x="2717952" y="1578279"/>
                </a:lnTo>
                <a:lnTo>
                  <a:pt x="2716631" y="1578952"/>
                </a:lnTo>
                <a:lnTo>
                  <a:pt x="2715158" y="1579181"/>
                </a:lnTo>
                <a:close/>
              </a:path>
              <a:path w="2720340" h="1579245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2720340" h="1579245">
                <a:moveTo>
                  <a:pt x="2710395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2710395" y="4762"/>
                </a:lnTo>
                <a:lnTo>
                  <a:pt x="2710395" y="9524"/>
                </a:lnTo>
                <a:close/>
              </a:path>
              <a:path w="2720340" h="1579245">
                <a:moveTo>
                  <a:pt x="2710395" y="1574419"/>
                </a:moveTo>
                <a:lnTo>
                  <a:pt x="2710395" y="4762"/>
                </a:lnTo>
                <a:lnTo>
                  <a:pt x="2715158" y="9524"/>
                </a:lnTo>
                <a:lnTo>
                  <a:pt x="2719920" y="9524"/>
                </a:lnTo>
                <a:lnTo>
                  <a:pt x="2719920" y="1569656"/>
                </a:lnTo>
                <a:lnTo>
                  <a:pt x="2715158" y="1569656"/>
                </a:lnTo>
                <a:lnTo>
                  <a:pt x="2710395" y="1574419"/>
                </a:lnTo>
                <a:close/>
              </a:path>
              <a:path w="2720340" h="1579245">
                <a:moveTo>
                  <a:pt x="2719920" y="9524"/>
                </a:moveTo>
                <a:lnTo>
                  <a:pt x="2715158" y="9524"/>
                </a:lnTo>
                <a:lnTo>
                  <a:pt x="2710395" y="4762"/>
                </a:lnTo>
                <a:lnTo>
                  <a:pt x="2719920" y="4762"/>
                </a:lnTo>
                <a:lnTo>
                  <a:pt x="2719920" y="9524"/>
                </a:lnTo>
                <a:close/>
              </a:path>
              <a:path w="2720340" h="1579245">
                <a:moveTo>
                  <a:pt x="9525" y="1574419"/>
                </a:moveTo>
                <a:lnTo>
                  <a:pt x="4762" y="1569656"/>
                </a:lnTo>
                <a:lnTo>
                  <a:pt x="9525" y="1569656"/>
                </a:lnTo>
                <a:lnTo>
                  <a:pt x="9525" y="1574419"/>
                </a:lnTo>
                <a:close/>
              </a:path>
              <a:path w="2720340" h="1579245">
                <a:moveTo>
                  <a:pt x="2710395" y="1574419"/>
                </a:moveTo>
                <a:lnTo>
                  <a:pt x="9525" y="1574419"/>
                </a:lnTo>
                <a:lnTo>
                  <a:pt x="9525" y="1569656"/>
                </a:lnTo>
                <a:lnTo>
                  <a:pt x="2710395" y="1569656"/>
                </a:lnTo>
                <a:lnTo>
                  <a:pt x="2710395" y="1574419"/>
                </a:lnTo>
                <a:close/>
              </a:path>
              <a:path w="2720340" h="1579245">
                <a:moveTo>
                  <a:pt x="2719920" y="1574419"/>
                </a:moveTo>
                <a:lnTo>
                  <a:pt x="2710395" y="1574419"/>
                </a:lnTo>
                <a:lnTo>
                  <a:pt x="2715158" y="1569656"/>
                </a:lnTo>
                <a:lnTo>
                  <a:pt x="2719920" y="1569656"/>
                </a:lnTo>
                <a:lnTo>
                  <a:pt x="2719920" y="1574419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69436" y="964514"/>
            <a:ext cx="5453126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6410" y="2123833"/>
            <a:ext cx="11419179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25.jp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91587" y="2121573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分子运动速率分布规律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55356" y="3745348"/>
          <a:ext cx="925004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/>
                <a:gridCol w="1386839"/>
                <a:gridCol w="413004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级：高二年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校：山东省日照第一中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97547" y="2083066"/>
            <a:ext cx="61214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分子运动速率分布规律</a:t>
            </a:r>
            <a:endParaRPr sz="4800">
              <a:latin typeface="微软雅黑"/>
              <a:cs typeface="微软雅黑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55356" y="3745348"/>
          <a:ext cx="925004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800"/>
                <a:gridCol w="1386839"/>
                <a:gridCol w="4130040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级：高二年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级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2720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主讲人：邓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校：山东省日照第一中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6795" y="2677274"/>
            <a:ext cx="3583304" cy="2158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老师捏着一枚硬币</a:t>
            </a:r>
            <a:r>
              <a:rPr dirty="0" sz="2800" spc="-5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12700" marR="5080">
              <a:lnSpc>
                <a:spcPct val="200000"/>
              </a:lnSpc>
            </a:pPr>
            <a:r>
              <a:rPr dirty="0" sz="2800">
                <a:latin typeface="华文楷体"/>
                <a:cs typeface="华文楷体"/>
              </a:rPr>
              <a:t>放手将会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怎样运动</a:t>
            </a:r>
            <a:r>
              <a:rPr dirty="0" sz="2800" spc="-5">
                <a:latin typeface="华文楷体"/>
                <a:cs typeface="华文楷体"/>
              </a:rPr>
              <a:t>？  </a:t>
            </a:r>
            <a:r>
              <a:rPr dirty="0" sz="2800">
                <a:latin typeface="华文楷体"/>
                <a:cs typeface="华文楷体"/>
              </a:rPr>
              <a:t>落到讲台上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哪面朝上</a:t>
            </a:r>
            <a:r>
              <a:rPr dirty="0" sz="2800" spc="-5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0360" y="114757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338" y="467930"/>
                </a:lnTo>
                <a:lnTo>
                  <a:pt x="23145" y="451032"/>
                </a:lnTo>
                <a:lnTo>
                  <a:pt x="6192" y="425788"/>
                </a:lnTo>
                <a:lnTo>
                  <a:pt x="0" y="394715"/>
                </a:lnTo>
                <a:lnTo>
                  <a:pt x="0" y="79247"/>
                </a:lnTo>
                <a:lnTo>
                  <a:pt x="6192" y="48497"/>
                </a:lnTo>
                <a:lnTo>
                  <a:pt x="23145" y="23360"/>
                </a:lnTo>
                <a:lnTo>
                  <a:pt x="48338" y="6354"/>
                </a:lnTo>
                <a:lnTo>
                  <a:pt x="79247" y="0"/>
                </a:lnTo>
                <a:lnTo>
                  <a:pt x="3014472" y="0"/>
                </a:lnTo>
                <a:lnTo>
                  <a:pt x="3045265" y="6354"/>
                </a:lnTo>
                <a:lnTo>
                  <a:pt x="3070417" y="23360"/>
                </a:lnTo>
                <a:lnTo>
                  <a:pt x="3087407" y="48497"/>
                </a:lnTo>
                <a:lnTo>
                  <a:pt x="3093719" y="79247"/>
                </a:lnTo>
                <a:lnTo>
                  <a:pt x="3093719" y="394715"/>
                </a:lnTo>
                <a:lnTo>
                  <a:pt x="3087407" y="425788"/>
                </a:lnTo>
                <a:lnTo>
                  <a:pt x="3070417" y="451032"/>
                </a:lnTo>
                <a:lnTo>
                  <a:pt x="3045265" y="4679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75560" y="99821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3003" y="760475"/>
                </a:moveTo>
                <a:lnTo>
                  <a:pt x="0" y="411479"/>
                </a:lnTo>
                <a:lnTo>
                  <a:pt x="348995" y="0"/>
                </a:lnTo>
                <a:lnTo>
                  <a:pt x="760476" y="348995"/>
                </a:lnTo>
                <a:lnTo>
                  <a:pt x="413003" y="76047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53537" y="1143647"/>
            <a:ext cx="233299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5985" algn="l"/>
              </a:tabLst>
            </a:pPr>
            <a:r>
              <a:rPr dirty="0" spc="-10">
                <a:solidFill>
                  <a:srgbClr val="FFFFFF"/>
                </a:solidFill>
              </a:rPr>
              <a:t>1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统计规</a:t>
            </a:r>
            <a:r>
              <a:rPr dirty="0" spc="-10">
                <a:solidFill>
                  <a:srgbClr val="FFFFFF"/>
                </a:solidFill>
              </a:rPr>
              <a:t>律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746759"/>
            <a:ext cx="1293876" cy="13807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4637" y="1444510"/>
            <a:ext cx="1791335" cy="973455"/>
          </a:xfrm>
          <a:custGeom>
            <a:avLst/>
            <a:gdLst/>
            <a:ahLst/>
            <a:cxnLst/>
            <a:rect l="l" t="t" r="r" b="b"/>
            <a:pathLst>
              <a:path w="1791335" h="973455">
                <a:moveTo>
                  <a:pt x="1781429" y="973150"/>
                </a:moveTo>
                <a:lnTo>
                  <a:pt x="9525" y="973150"/>
                </a:lnTo>
                <a:lnTo>
                  <a:pt x="7404" y="972921"/>
                </a:lnTo>
                <a:lnTo>
                  <a:pt x="0" y="963625"/>
                </a:lnTo>
                <a:lnTo>
                  <a:pt x="0" y="9525"/>
                </a:lnTo>
                <a:lnTo>
                  <a:pt x="9525" y="0"/>
                </a:lnTo>
                <a:lnTo>
                  <a:pt x="1781429" y="0"/>
                </a:lnTo>
                <a:lnTo>
                  <a:pt x="1790954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954100"/>
                </a:lnTo>
                <a:lnTo>
                  <a:pt x="9525" y="954100"/>
                </a:lnTo>
                <a:lnTo>
                  <a:pt x="19050" y="963625"/>
                </a:lnTo>
                <a:lnTo>
                  <a:pt x="1790954" y="963625"/>
                </a:lnTo>
                <a:lnTo>
                  <a:pt x="1790712" y="965746"/>
                </a:lnTo>
                <a:lnTo>
                  <a:pt x="1783537" y="972921"/>
                </a:lnTo>
                <a:lnTo>
                  <a:pt x="1781429" y="973150"/>
                </a:lnTo>
                <a:close/>
              </a:path>
              <a:path w="1791335" h="9734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791335" h="973455">
                <a:moveTo>
                  <a:pt x="1771904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771904" y="9525"/>
                </a:lnTo>
                <a:lnTo>
                  <a:pt x="1771904" y="19050"/>
                </a:lnTo>
                <a:close/>
              </a:path>
              <a:path w="1791335" h="973455">
                <a:moveTo>
                  <a:pt x="1771904" y="963625"/>
                </a:moveTo>
                <a:lnTo>
                  <a:pt x="1771904" y="9525"/>
                </a:lnTo>
                <a:lnTo>
                  <a:pt x="1781429" y="19050"/>
                </a:lnTo>
                <a:lnTo>
                  <a:pt x="1790954" y="19050"/>
                </a:lnTo>
                <a:lnTo>
                  <a:pt x="1790954" y="954100"/>
                </a:lnTo>
                <a:lnTo>
                  <a:pt x="1781429" y="954100"/>
                </a:lnTo>
                <a:lnTo>
                  <a:pt x="1771904" y="963625"/>
                </a:lnTo>
                <a:close/>
              </a:path>
              <a:path w="1791335" h="973455">
                <a:moveTo>
                  <a:pt x="1790954" y="19050"/>
                </a:moveTo>
                <a:lnTo>
                  <a:pt x="1781429" y="19050"/>
                </a:lnTo>
                <a:lnTo>
                  <a:pt x="1771904" y="9525"/>
                </a:lnTo>
                <a:lnTo>
                  <a:pt x="1790954" y="9525"/>
                </a:lnTo>
                <a:lnTo>
                  <a:pt x="1790954" y="19050"/>
                </a:lnTo>
                <a:close/>
              </a:path>
              <a:path w="1791335" h="973455">
                <a:moveTo>
                  <a:pt x="19050" y="963625"/>
                </a:moveTo>
                <a:lnTo>
                  <a:pt x="9525" y="954100"/>
                </a:lnTo>
                <a:lnTo>
                  <a:pt x="19050" y="954100"/>
                </a:lnTo>
                <a:lnTo>
                  <a:pt x="19050" y="963625"/>
                </a:lnTo>
                <a:close/>
              </a:path>
              <a:path w="1791335" h="973455">
                <a:moveTo>
                  <a:pt x="1771904" y="963625"/>
                </a:moveTo>
                <a:lnTo>
                  <a:pt x="19050" y="963625"/>
                </a:lnTo>
                <a:lnTo>
                  <a:pt x="19050" y="954100"/>
                </a:lnTo>
                <a:lnTo>
                  <a:pt x="1771904" y="954100"/>
                </a:lnTo>
                <a:lnTo>
                  <a:pt x="1771904" y="963625"/>
                </a:lnTo>
                <a:close/>
              </a:path>
              <a:path w="1791335" h="973455">
                <a:moveTo>
                  <a:pt x="1790954" y="963625"/>
                </a:moveTo>
                <a:lnTo>
                  <a:pt x="1771904" y="963625"/>
                </a:lnTo>
                <a:lnTo>
                  <a:pt x="1781429" y="954100"/>
                </a:lnTo>
                <a:lnTo>
                  <a:pt x="1790954" y="954100"/>
                </a:lnTo>
                <a:lnTo>
                  <a:pt x="1790954" y="963625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2902" y="1445780"/>
            <a:ext cx="1447165" cy="87820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放手后</a:t>
            </a:r>
            <a:r>
              <a:rPr dirty="0" spc="-5">
                <a:solidFill>
                  <a:srgbClr val="FF0000"/>
                </a:solidFill>
              </a:rPr>
              <a:t>必 </a:t>
            </a:r>
            <a:r>
              <a:rPr dirty="0">
                <a:solidFill>
                  <a:srgbClr val="FF0000"/>
                </a:solidFill>
              </a:rPr>
              <a:t>然</a:t>
            </a:r>
            <a:r>
              <a:rPr dirty="0" b="0">
                <a:latin typeface="华文楷体"/>
                <a:cs typeface="华文楷体"/>
              </a:rPr>
              <a:t>下</a:t>
            </a:r>
            <a:r>
              <a:rPr dirty="0" spc="-5" b="0">
                <a:latin typeface="华文楷体"/>
                <a:cs typeface="华文楷体"/>
              </a:rPr>
              <a:t>落</a:t>
            </a:r>
          </a:p>
        </p:txBody>
      </p:sp>
      <p:sp>
        <p:nvSpPr>
          <p:cNvPr id="4" name="object 4"/>
          <p:cNvSpPr/>
          <p:nvPr/>
        </p:nvSpPr>
        <p:spPr>
          <a:xfrm>
            <a:off x="374637" y="3061550"/>
            <a:ext cx="2012950" cy="973455"/>
          </a:xfrm>
          <a:custGeom>
            <a:avLst/>
            <a:gdLst/>
            <a:ahLst/>
            <a:cxnLst/>
            <a:rect l="l" t="t" r="r" b="b"/>
            <a:pathLst>
              <a:path w="2012950" h="973454">
                <a:moveTo>
                  <a:pt x="2002802" y="973162"/>
                </a:moveTo>
                <a:lnTo>
                  <a:pt x="9525" y="973162"/>
                </a:lnTo>
                <a:lnTo>
                  <a:pt x="7404" y="972921"/>
                </a:lnTo>
                <a:lnTo>
                  <a:pt x="0" y="963637"/>
                </a:lnTo>
                <a:lnTo>
                  <a:pt x="0" y="9525"/>
                </a:lnTo>
                <a:lnTo>
                  <a:pt x="9525" y="0"/>
                </a:lnTo>
                <a:lnTo>
                  <a:pt x="2002802" y="0"/>
                </a:lnTo>
                <a:lnTo>
                  <a:pt x="2012327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954112"/>
                </a:lnTo>
                <a:lnTo>
                  <a:pt x="9525" y="954112"/>
                </a:lnTo>
                <a:lnTo>
                  <a:pt x="19050" y="963637"/>
                </a:lnTo>
                <a:lnTo>
                  <a:pt x="2012327" y="963637"/>
                </a:lnTo>
                <a:lnTo>
                  <a:pt x="2012086" y="965758"/>
                </a:lnTo>
                <a:lnTo>
                  <a:pt x="2004923" y="972921"/>
                </a:lnTo>
                <a:lnTo>
                  <a:pt x="2002802" y="973162"/>
                </a:lnTo>
                <a:close/>
              </a:path>
              <a:path w="2012950" h="97345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012950" h="973454">
                <a:moveTo>
                  <a:pt x="1993277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993277" y="9525"/>
                </a:lnTo>
                <a:lnTo>
                  <a:pt x="1993277" y="19050"/>
                </a:lnTo>
                <a:close/>
              </a:path>
              <a:path w="2012950" h="973454">
                <a:moveTo>
                  <a:pt x="1993277" y="963637"/>
                </a:moveTo>
                <a:lnTo>
                  <a:pt x="1993277" y="9525"/>
                </a:lnTo>
                <a:lnTo>
                  <a:pt x="2002802" y="19050"/>
                </a:lnTo>
                <a:lnTo>
                  <a:pt x="2012327" y="19050"/>
                </a:lnTo>
                <a:lnTo>
                  <a:pt x="2012327" y="954112"/>
                </a:lnTo>
                <a:lnTo>
                  <a:pt x="2002802" y="954112"/>
                </a:lnTo>
                <a:lnTo>
                  <a:pt x="1993277" y="963637"/>
                </a:lnTo>
                <a:close/>
              </a:path>
              <a:path w="2012950" h="973454">
                <a:moveTo>
                  <a:pt x="2012327" y="19050"/>
                </a:moveTo>
                <a:lnTo>
                  <a:pt x="2002802" y="19050"/>
                </a:lnTo>
                <a:lnTo>
                  <a:pt x="1993277" y="9525"/>
                </a:lnTo>
                <a:lnTo>
                  <a:pt x="2012327" y="9525"/>
                </a:lnTo>
                <a:lnTo>
                  <a:pt x="2012327" y="19050"/>
                </a:lnTo>
                <a:close/>
              </a:path>
              <a:path w="2012950" h="973454">
                <a:moveTo>
                  <a:pt x="19050" y="963637"/>
                </a:moveTo>
                <a:lnTo>
                  <a:pt x="9525" y="954112"/>
                </a:lnTo>
                <a:lnTo>
                  <a:pt x="19050" y="954112"/>
                </a:lnTo>
                <a:lnTo>
                  <a:pt x="19050" y="963637"/>
                </a:lnTo>
                <a:close/>
              </a:path>
              <a:path w="2012950" h="973454">
                <a:moveTo>
                  <a:pt x="1993277" y="963637"/>
                </a:moveTo>
                <a:lnTo>
                  <a:pt x="19050" y="963637"/>
                </a:lnTo>
                <a:lnTo>
                  <a:pt x="19050" y="954112"/>
                </a:lnTo>
                <a:lnTo>
                  <a:pt x="1993277" y="954112"/>
                </a:lnTo>
                <a:lnTo>
                  <a:pt x="1993277" y="963637"/>
                </a:lnTo>
                <a:close/>
              </a:path>
              <a:path w="2012950" h="973454">
                <a:moveTo>
                  <a:pt x="2012327" y="963637"/>
                </a:moveTo>
                <a:lnTo>
                  <a:pt x="1993277" y="963637"/>
                </a:lnTo>
                <a:lnTo>
                  <a:pt x="2002802" y="954112"/>
                </a:lnTo>
                <a:lnTo>
                  <a:pt x="2012327" y="954112"/>
                </a:lnTo>
                <a:lnTo>
                  <a:pt x="2012327" y="963637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2902" y="3062820"/>
            <a:ext cx="180467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不可能</a:t>
            </a:r>
            <a:r>
              <a:rPr dirty="0" sz="2800">
                <a:latin typeface="华文楷体"/>
                <a:cs typeface="华文楷体"/>
              </a:rPr>
              <a:t>上</a:t>
            </a:r>
            <a:r>
              <a:rPr dirty="0" sz="2800" spc="-5">
                <a:latin typeface="华文楷体"/>
                <a:cs typeface="华文楷体"/>
              </a:rPr>
              <a:t>升 </a:t>
            </a:r>
            <a:r>
              <a:rPr dirty="0" sz="2800">
                <a:latin typeface="华文楷体"/>
                <a:cs typeface="华文楷体"/>
              </a:rPr>
              <a:t>或停在空</a:t>
            </a:r>
            <a:r>
              <a:rPr dirty="0" sz="2800" spc="-5">
                <a:latin typeface="华文楷体"/>
                <a:cs typeface="华文楷体"/>
              </a:rPr>
              <a:t>中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3773" y="4611217"/>
            <a:ext cx="2042160" cy="1404620"/>
          </a:xfrm>
          <a:custGeom>
            <a:avLst/>
            <a:gdLst/>
            <a:ahLst/>
            <a:cxnLst/>
            <a:rect l="l" t="t" r="r" b="b"/>
            <a:pathLst>
              <a:path w="2042160" h="1404620">
                <a:moveTo>
                  <a:pt x="2032546" y="1404048"/>
                </a:moveTo>
                <a:lnTo>
                  <a:pt x="9525" y="1404048"/>
                </a:lnTo>
                <a:lnTo>
                  <a:pt x="7404" y="1403807"/>
                </a:lnTo>
                <a:lnTo>
                  <a:pt x="0" y="1394523"/>
                </a:lnTo>
                <a:lnTo>
                  <a:pt x="0" y="9525"/>
                </a:lnTo>
                <a:lnTo>
                  <a:pt x="9525" y="0"/>
                </a:lnTo>
                <a:lnTo>
                  <a:pt x="2032546" y="0"/>
                </a:lnTo>
                <a:lnTo>
                  <a:pt x="2042071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84998"/>
                </a:lnTo>
                <a:lnTo>
                  <a:pt x="9525" y="1384998"/>
                </a:lnTo>
                <a:lnTo>
                  <a:pt x="19050" y="1394523"/>
                </a:lnTo>
                <a:lnTo>
                  <a:pt x="2042071" y="1394523"/>
                </a:lnTo>
                <a:lnTo>
                  <a:pt x="2041829" y="1396644"/>
                </a:lnTo>
                <a:lnTo>
                  <a:pt x="2034666" y="1403807"/>
                </a:lnTo>
                <a:lnTo>
                  <a:pt x="2032546" y="1404048"/>
                </a:lnTo>
                <a:close/>
              </a:path>
              <a:path w="2042160" h="140462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042160" h="1404620">
                <a:moveTo>
                  <a:pt x="202302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023021" y="9525"/>
                </a:lnTo>
                <a:lnTo>
                  <a:pt x="2023021" y="19050"/>
                </a:lnTo>
                <a:close/>
              </a:path>
              <a:path w="2042160" h="1404620">
                <a:moveTo>
                  <a:pt x="2023021" y="1394523"/>
                </a:moveTo>
                <a:lnTo>
                  <a:pt x="2023021" y="9525"/>
                </a:lnTo>
                <a:lnTo>
                  <a:pt x="2032546" y="19050"/>
                </a:lnTo>
                <a:lnTo>
                  <a:pt x="2042071" y="19050"/>
                </a:lnTo>
                <a:lnTo>
                  <a:pt x="2042071" y="1384998"/>
                </a:lnTo>
                <a:lnTo>
                  <a:pt x="2032546" y="1384998"/>
                </a:lnTo>
                <a:lnTo>
                  <a:pt x="2023021" y="1394523"/>
                </a:lnTo>
                <a:close/>
              </a:path>
              <a:path w="2042160" h="1404620">
                <a:moveTo>
                  <a:pt x="2042071" y="19050"/>
                </a:moveTo>
                <a:lnTo>
                  <a:pt x="2032546" y="19050"/>
                </a:lnTo>
                <a:lnTo>
                  <a:pt x="2023021" y="9525"/>
                </a:lnTo>
                <a:lnTo>
                  <a:pt x="2042071" y="9525"/>
                </a:lnTo>
                <a:lnTo>
                  <a:pt x="2042071" y="19050"/>
                </a:lnTo>
                <a:close/>
              </a:path>
              <a:path w="2042160" h="1404620">
                <a:moveTo>
                  <a:pt x="19050" y="1394523"/>
                </a:moveTo>
                <a:lnTo>
                  <a:pt x="9525" y="1384998"/>
                </a:lnTo>
                <a:lnTo>
                  <a:pt x="19050" y="1384998"/>
                </a:lnTo>
                <a:lnTo>
                  <a:pt x="19050" y="1394523"/>
                </a:lnTo>
                <a:close/>
              </a:path>
              <a:path w="2042160" h="1404620">
                <a:moveTo>
                  <a:pt x="2023021" y="1394523"/>
                </a:moveTo>
                <a:lnTo>
                  <a:pt x="19050" y="1394523"/>
                </a:lnTo>
                <a:lnTo>
                  <a:pt x="19050" y="1384998"/>
                </a:lnTo>
                <a:lnTo>
                  <a:pt x="2023021" y="1384998"/>
                </a:lnTo>
                <a:lnTo>
                  <a:pt x="2023021" y="1394523"/>
                </a:lnTo>
                <a:close/>
              </a:path>
              <a:path w="2042160" h="1404620">
                <a:moveTo>
                  <a:pt x="2042071" y="1394523"/>
                </a:moveTo>
                <a:lnTo>
                  <a:pt x="2023021" y="1394523"/>
                </a:lnTo>
                <a:lnTo>
                  <a:pt x="2032546" y="1384998"/>
                </a:lnTo>
                <a:lnTo>
                  <a:pt x="2042071" y="1384998"/>
                </a:lnTo>
                <a:lnTo>
                  <a:pt x="2042071" y="1394523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2038" y="4612487"/>
            <a:ext cx="1804670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落到讲台</a:t>
            </a:r>
            <a:r>
              <a:rPr dirty="0" sz="2800" spc="-5">
                <a:latin typeface="华文楷体"/>
                <a:cs typeface="华文楷体"/>
              </a:rPr>
              <a:t>上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不一定</a:t>
            </a:r>
            <a:r>
              <a:rPr dirty="0" sz="2800">
                <a:latin typeface="华文楷体"/>
                <a:cs typeface="华文楷体"/>
              </a:rPr>
              <a:t>哪</a:t>
            </a:r>
            <a:r>
              <a:rPr dirty="0" sz="2800" spc="-5">
                <a:latin typeface="华文楷体"/>
                <a:cs typeface="华文楷体"/>
              </a:rPr>
              <a:t>面 </a:t>
            </a:r>
            <a:r>
              <a:rPr dirty="0" sz="2800">
                <a:latin typeface="华文楷体"/>
                <a:cs typeface="华文楷体"/>
              </a:rPr>
              <a:t>朝</a:t>
            </a:r>
            <a:r>
              <a:rPr dirty="0" sz="2800" spc="-5">
                <a:latin typeface="华文楷体"/>
                <a:cs typeface="华文楷体"/>
              </a:rPr>
              <a:t>上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2168" y="1453057"/>
            <a:ext cx="5327015" cy="973455"/>
          </a:xfrm>
          <a:custGeom>
            <a:avLst/>
            <a:gdLst/>
            <a:ahLst/>
            <a:cxnLst/>
            <a:rect l="l" t="t" r="r" b="b"/>
            <a:pathLst>
              <a:path w="5327015" h="973455">
                <a:moveTo>
                  <a:pt x="5326583" y="973162"/>
                </a:moveTo>
                <a:lnTo>
                  <a:pt x="0" y="973162"/>
                </a:lnTo>
                <a:lnTo>
                  <a:pt x="0" y="0"/>
                </a:lnTo>
                <a:lnTo>
                  <a:pt x="5326583" y="0"/>
                </a:lnTo>
                <a:lnTo>
                  <a:pt x="5326583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954112"/>
                </a:lnTo>
                <a:lnTo>
                  <a:pt x="9525" y="954112"/>
                </a:lnTo>
                <a:lnTo>
                  <a:pt x="19050" y="963637"/>
                </a:lnTo>
                <a:lnTo>
                  <a:pt x="5326583" y="963637"/>
                </a:lnTo>
                <a:lnTo>
                  <a:pt x="5326583" y="973162"/>
                </a:lnTo>
                <a:close/>
              </a:path>
              <a:path w="5327015" h="973455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5327015" h="973455">
                <a:moveTo>
                  <a:pt x="5307533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5307533" y="9525"/>
                </a:lnTo>
                <a:lnTo>
                  <a:pt x="5307533" y="19050"/>
                </a:lnTo>
                <a:close/>
              </a:path>
              <a:path w="5327015" h="973455">
                <a:moveTo>
                  <a:pt x="5307533" y="963637"/>
                </a:moveTo>
                <a:lnTo>
                  <a:pt x="5307533" y="9525"/>
                </a:lnTo>
                <a:lnTo>
                  <a:pt x="5317058" y="19050"/>
                </a:lnTo>
                <a:lnTo>
                  <a:pt x="5326583" y="19050"/>
                </a:lnTo>
                <a:lnTo>
                  <a:pt x="5326583" y="954112"/>
                </a:lnTo>
                <a:lnTo>
                  <a:pt x="5317058" y="954112"/>
                </a:lnTo>
                <a:lnTo>
                  <a:pt x="5307533" y="963637"/>
                </a:lnTo>
                <a:close/>
              </a:path>
              <a:path w="5327015" h="973455">
                <a:moveTo>
                  <a:pt x="5326583" y="19050"/>
                </a:moveTo>
                <a:lnTo>
                  <a:pt x="5317058" y="19050"/>
                </a:lnTo>
                <a:lnTo>
                  <a:pt x="5307533" y="9525"/>
                </a:lnTo>
                <a:lnTo>
                  <a:pt x="5326583" y="9525"/>
                </a:lnTo>
                <a:lnTo>
                  <a:pt x="5326583" y="19050"/>
                </a:lnTo>
                <a:close/>
              </a:path>
              <a:path w="5327015" h="973455">
                <a:moveTo>
                  <a:pt x="19050" y="963637"/>
                </a:moveTo>
                <a:lnTo>
                  <a:pt x="9525" y="954112"/>
                </a:lnTo>
                <a:lnTo>
                  <a:pt x="19050" y="954112"/>
                </a:lnTo>
                <a:lnTo>
                  <a:pt x="19050" y="963637"/>
                </a:lnTo>
                <a:close/>
              </a:path>
              <a:path w="5327015" h="973455">
                <a:moveTo>
                  <a:pt x="5307533" y="963637"/>
                </a:moveTo>
                <a:lnTo>
                  <a:pt x="19050" y="963637"/>
                </a:lnTo>
                <a:lnTo>
                  <a:pt x="19050" y="954112"/>
                </a:lnTo>
                <a:lnTo>
                  <a:pt x="5307533" y="954112"/>
                </a:lnTo>
                <a:lnTo>
                  <a:pt x="5307533" y="963637"/>
                </a:lnTo>
                <a:close/>
              </a:path>
              <a:path w="5327015" h="973455">
                <a:moveTo>
                  <a:pt x="5326583" y="963637"/>
                </a:moveTo>
                <a:lnTo>
                  <a:pt x="5307533" y="963637"/>
                </a:lnTo>
                <a:lnTo>
                  <a:pt x="5317058" y="954112"/>
                </a:lnTo>
                <a:lnTo>
                  <a:pt x="5326583" y="954112"/>
                </a:lnTo>
                <a:lnTo>
                  <a:pt x="5326583" y="963637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010433" y="1454327"/>
            <a:ext cx="509397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1</a:t>
            </a:r>
            <a:r>
              <a:rPr dirty="0" sz="2800">
                <a:latin typeface="华文楷体"/>
                <a:cs typeface="华文楷体"/>
              </a:rPr>
              <a:t>、在一定条件下，若某事件</a:t>
            </a:r>
            <a:r>
              <a:rPr dirty="0" sz="2800" spc="-5">
                <a:latin typeface="华文楷体"/>
                <a:cs typeface="华文楷体"/>
              </a:rPr>
              <a:t>必 </a:t>
            </a:r>
            <a:r>
              <a:rPr dirty="0" sz="2800">
                <a:latin typeface="华文楷体"/>
                <a:cs typeface="华文楷体"/>
              </a:rPr>
              <a:t>然出现，这个事</a:t>
            </a:r>
            <a:r>
              <a:rPr dirty="0" sz="2800" spc="-5">
                <a:latin typeface="华文楷体"/>
                <a:cs typeface="华文楷体"/>
              </a:rPr>
              <a:t>件</a:t>
            </a:r>
            <a:r>
              <a:rPr dirty="0" sz="2800" spc="-85">
                <a:latin typeface="华文楷体"/>
                <a:cs typeface="华文楷体"/>
              </a:rPr>
              <a:t> </a:t>
            </a:r>
            <a:r>
              <a:rPr dirty="0" sz="2800">
                <a:latin typeface="华文楷体"/>
                <a:cs typeface="华文楷体"/>
              </a:rPr>
              <a:t>叫做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必然事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02915" y="2830207"/>
            <a:ext cx="5422900" cy="1404620"/>
          </a:xfrm>
          <a:custGeom>
            <a:avLst/>
            <a:gdLst/>
            <a:ahLst/>
            <a:cxnLst/>
            <a:rect l="l" t="t" r="r" b="b"/>
            <a:pathLst>
              <a:path w="5422900" h="1404620">
                <a:moveTo>
                  <a:pt x="5422836" y="1404048"/>
                </a:moveTo>
                <a:lnTo>
                  <a:pt x="0" y="1404048"/>
                </a:lnTo>
                <a:lnTo>
                  <a:pt x="0" y="0"/>
                </a:lnTo>
                <a:lnTo>
                  <a:pt x="5422836" y="0"/>
                </a:lnTo>
                <a:lnTo>
                  <a:pt x="5422836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84998"/>
                </a:lnTo>
                <a:lnTo>
                  <a:pt x="9525" y="1384998"/>
                </a:lnTo>
                <a:lnTo>
                  <a:pt x="19050" y="1394523"/>
                </a:lnTo>
                <a:lnTo>
                  <a:pt x="5422836" y="1394523"/>
                </a:lnTo>
                <a:lnTo>
                  <a:pt x="5422836" y="1404048"/>
                </a:lnTo>
                <a:close/>
              </a:path>
              <a:path w="5422900" h="140462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5422900" h="1404620">
                <a:moveTo>
                  <a:pt x="540378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5403786" y="9525"/>
                </a:lnTo>
                <a:lnTo>
                  <a:pt x="5403786" y="19050"/>
                </a:lnTo>
                <a:close/>
              </a:path>
              <a:path w="5422900" h="1404620">
                <a:moveTo>
                  <a:pt x="5403786" y="1394523"/>
                </a:moveTo>
                <a:lnTo>
                  <a:pt x="5403786" y="9525"/>
                </a:lnTo>
                <a:lnTo>
                  <a:pt x="5413311" y="19050"/>
                </a:lnTo>
                <a:lnTo>
                  <a:pt x="5422836" y="19050"/>
                </a:lnTo>
                <a:lnTo>
                  <a:pt x="5422836" y="1384998"/>
                </a:lnTo>
                <a:lnTo>
                  <a:pt x="5413311" y="1384998"/>
                </a:lnTo>
                <a:lnTo>
                  <a:pt x="5403786" y="1394523"/>
                </a:lnTo>
                <a:close/>
              </a:path>
              <a:path w="5422900" h="1404620">
                <a:moveTo>
                  <a:pt x="5422836" y="19050"/>
                </a:moveTo>
                <a:lnTo>
                  <a:pt x="5413311" y="19050"/>
                </a:lnTo>
                <a:lnTo>
                  <a:pt x="5403786" y="9525"/>
                </a:lnTo>
                <a:lnTo>
                  <a:pt x="5422836" y="9525"/>
                </a:lnTo>
                <a:lnTo>
                  <a:pt x="5422836" y="19050"/>
                </a:lnTo>
                <a:close/>
              </a:path>
              <a:path w="5422900" h="1404620">
                <a:moveTo>
                  <a:pt x="19050" y="1394523"/>
                </a:moveTo>
                <a:lnTo>
                  <a:pt x="9525" y="1384998"/>
                </a:lnTo>
                <a:lnTo>
                  <a:pt x="19050" y="1384998"/>
                </a:lnTo>
                <a:lnTo>
                  <a:pt x="19050" y="1394523"/>
                </a:lnTo>
                <a:close/>
              </a:path>
              <a:path w="5422900" h="1404620">
                <a:moveTo>
                  <a:pt x="5403786" y="1394523"/>
                </a:moveTo>
                <a:lnTo>
                  <a:pt x="19050" y="1394523"/>
                </a:lnTo>
                <a:lnTo>
                  <a:pt x="19050" y="1384998"/>
                </a:lnTo>
                <a:lnTo>
                  <a:pt x="5403786" y="1384998"/>
                </a:lnTo>
                <a:lnTo>
                  <a:pt x="5403786" y="1394523"/>
                </a:lnTo>
                <a:close/>
              </a:path>
              <a:path w="5422900" h="1404620">
                <a:moveTo>
                  <a:pt x="5422836" y="1394523"/>
                </a:moveTo>
                <a:lnTo>
                  <a:pt x="5403786" y="1394523"/>
                </a:lnTo>
                <a:lnTo>
                  <a:pt x="5413311" y="1384998"/>
                </a:lnTo>
                <a:lnTo>
                  <a:pt x="5422836" y="1384998"/>
                </a:lnTo>
                <a:lnTo>
                  <a:pt x="5422836" y="1394523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91180" y="2831477"/>
            <a:ext cx="5170170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2</a:t>
            </a:r>
            <a:r>
              <a:rPr dirty="0" sz="2800">
                <a:latin typeface="华文楷体"/>
                <a:cs typeface="华文楷体"/>
              </a:rPr>
              <a:t>、在一定条件下，若某事件不</a:t>
            </a:r>
            <a:r>
              <a:rPr dirty="0" sz="2800" spc="-5">
                <a:latin typeface="华文楷体"/>
                <a:cs typeface="华文楷体"/>
              </a:rPr>
              <a:t>可 </a:t>
            </a:r>
            <a:r>
              <a:rPr dirty="0" sz="2800">
                <a:latin typeface="华文楷体"/>
                <a:cs typeface="华文楷体"/>
              </a:rPr>
              <a:t>能出现，这个事件叫</a:t>
            </a:r>
            <a:r>
              <a:rPr dirty="0" sz="2800" spc="-5">
                <a:latin typeface="华文楷体"/>
                <a:cs typeface="华文楷体"/>
              </a:rPr>
              <a:t>做</a:t>
            </a:r>
            <a:r>
              <a:rPr dirty="0" sz="2800" spc="-45"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不可能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91180" y="3684917"/>
            <a:ext cx="380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951048" y="4622533"/>
            <a:ext cx="5355590" cy="1404620"/>
          </a:xfrm>
          <a:custGeom>
            <a:avLst/>
            <a:gdLst/>
            <a:ahLst/>
            <a:cxnLst/>
            <a:rect l="l" t="t" r="r" b="b"/>
            <a:pathLst>
              <a:path w="5355590" h="1404620">
                <a:moveTo>
                  <a:pt x="5355450" y="1404048"/>
                </a:moveTo>
                <a:lnTo>
                  <a:pt x="0" y="1404048"/>
                </a:lnTo>
                <a:lnTo>
                  <a:pt x="0" y="0"/>
                </a:lnTo>
                <a:lnTo>
                  <a:pt x="5355450" y="0"/>
                </a:lnTo>
                <a:lnTo>
                  <a:pt x="5355450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384998"/>
                </a:lnTo>
                <a:lnTo>
                  <a:pt x="9525" y="1384998"/>
                </a:lnTo>
                <a:lnTo>
                  <a:pt x="19050" y="1394523"/>
                </a:lnTo>
                <a:lnTo>
                  <a:pt x="5355450" y="1394523"/>
                </a:lnTo>
                <a:lnTo>
                  <a:pt x="5355450" y="1404048"/>
                </a:lnTo>
                <a:close/>
              </a:path>
              <a:path w="5355590" h="140462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5355590" h="1404620">
                <a:moveTo>
                  <a:pt x="5336400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5336400" y="9525"/>
                </a:lnTo>
                <a:lnTo>
                  <a:pt x="5336400" y="19050"/>
                </a:lnTo>
                <a:close/>
              </a:path>
              <a:path w="5355590" h="1404620">
                <a:moveTo>
                  <a:pt x="5336400" y="1394523"/>
                </a:moveTo>
                <a:lnTo>
                  <a:pt x="5336400" y="9525"/>
                </a:lnTo>
                <a:lnTo>
                  <a:pt x="5345925" y="19050"/>
                </a:lnTo>
                <a:lnTo>
                  <a:pt x="5355450" y="19050"/>
                </a:lnTo>
                <a:lnTo>
                  <a:pt x="5355450" y="1384998"/>
                </a:lnTo>
                <a:lnTo>
                  <a:pt x="5345925" y="1384998"/>
                </a:lnTo>
                <a:lnTo>
                  <a:pt x="5336400" y="1394523"/>
                </a:lnTo>
                <a:close/>
              </a:path>
              <a:path w="5355590" h="1404620">
                <a:moveTo>
                  <a:pt x="5355450" y="19050"/>
                </a:moveTo>
                <a:lnTo>
                  <a:pt x="5345925" y="19050"/>
                </a:lnTo>
                <a:lnTo>
                  <a:pt x="5336400" y="9525"/>
                </a:lnTo>
                <a:lnTo>
                  <a:pt x="5355450" y="9525"/>
                </a:lnTo>
                <a:lnTo>
                  <a:pt x="5355450" y="19050"/>
                </a:lnTo>
                <a:close/>
              </a:path>
              <a:path w="5355590" h="1404620">
                <a:moveTo>
                  <a:pt x="19050" y="1394523"/>
                </a:moveTo>
                <a:lnTo>
                  <a:pt x="9525" y="1384998"/>
                </a:lnTo>
                <a:lnTo>
                  <a:pt x="19050" y="1384998"/>
                </a:lnTo>
                <a:lnTo>
                  <a:pt x="19050" y="1394523"/>
                </a:lnTo>
                <a:close/>
              </a:path>
              <a:path w="5355590" h="1404620">
                <a:moveTo>
                  <a:pt x="5336400" y="1394523"/>
                </a:moveTo>
                <a:lnTo>
                  <a:pt x="19050" y="1394523"/>
                </a:lnTo>
                <a:lnTo>
                  <a:pt x="19050" y="1384998"/>
                </a:lnTo>
                <a:lnTo>
                  <a:pt x="5336400" y="1384998"/>
                </a:lnTo>
                <a:lnTo>
                  <a:pt x="5336400" y="1394523"/>
                </a:lnTo>
                <a:close/>
              </a:path>
              <a:path w="5355590" h="1404620">
                <a:moveTo>
                  <a:pt x="5355450" y="1394523"/>
                </a:moveTo>
                <a:lnTo>
                  <a:pt x="5336400" y="1394523"/>
                </a:lnTo>
                <a:lnTo>
                  <a:pt x="5345925" y="1384998"/>
                </a:lnTo>
                <a:lnTo>
                  <a:pt x="5355450" y="1384998"/>
                </a:lnTo>
                <a:lnTo>
                  <a:pt x="5355450" y="1394523"/>
                </a:lnTo>
                <a:close/>
              </a:path>
            </a:pathLst>
          </a:custGeom>
          <a:solidFill>
            <a:srgbClr val="3856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039313" y="5050523"/>
            <a:ext cx="500316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华文楷体"/>
                <a:cs typeface="华文楷体"/>
              </a:rPr>
              <a:t>现，也可能不出现，这个事件</a:t>
            </a:r>
            <a:r>
              <a:rPr dirty="0" sz="2800" spc="-5">
                <a:latin typeface="华文楷体"/>
                <a:cs typeface="华文楷体"/>
              </a:rPr>
              <a:t>叫 </a:t>
            </a:r>
            <a:r>
              <a:rPr dirty="0" sz="2800">
                <a:latin typeface="华文楷体"/>
                <a:cs typeface="华文楷体"/>
              </a:rPr>
              <a:t>做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随机事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件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34531" y="3601580"/>
            <a:ext cx="3784663" cy="29283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040613" y="3934002"/>
            <a:ext cx="21615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CC"/>
                </a:solidFill>
                <a:latin typeface="华文楷体"/>
                <a:cs typeface="华文楷体"/>
              </a:rPr>
              <a:t>随机事件的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出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40613" y="4360722"/>
            <a:ext cx="216154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00CC"/>
                </a:solidFill>
                <a:latin typeface="华文楷体"/>
                <a:cs typeface="华文楷体"/>
              </a:rPr>
              <a:t>现是不是就</a:t>
            </a:r>
            <a:r>
              <a:rPr dirty="0" sz="2800" spc="-10" b="1">
                <a:solidFill>
                  <a:srgbClr val="0000CC"/>
                </a:solidFill>
                <a:latin typeface="华文楷体"/>
                <a:cs typeface="华文楷体"/>
              </a:rPr>
              <a:t>没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39313" y="4623803"/>
            <a:ext cx="58070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3</a:t>
            </a:r>
            <a:r>
              <a:rPr dirty="0" sz="2800">
                <a:latin typeface="华文楷体"/>
                <a:cs typeface="华文楷体"/>
              </a:rPr>
              <a:t>、若在一定条件下某事</a:t>
            </a:r>
            <a:r>
              <a:rPr dirty="0" sz="2800" spc="-610">
                <a:latin typeface="华文楷体"/>
                <a:cs typeface="华文楷体"/>
              </a:rPr>
              <a:t>件</a:t>
            </a:r>
            <a:r>
              <a:rPr dirty="0" baseline="-25793" sz="4200" spc="-3300" b="1">
                <a:solidFill>
                  <a:srgbClr val="0000CC"/>
                </a:solidFill>
                <a:latin typeface="华文楷体"/>
                <a:cs typeface="华文楷体"/>
              </a:rPr>
              <a:t>有</a:t>
            </a:r>
            <a:r>
              <a:rPr dirty="0" sz="2800" spc="-605">
                <a:latin typeface="华文楷体"/>
                <a:cs typeface="华文楷体"/>
              </a:rPr>
              <a:t>可</a:t>
            </a:r>
            <a:r>
              <a:rPr dirty="0" baseline="-25793" sz="4200" spc="-3307" b="1">
                <a:solidFill>
                  <a:srgbClr val="0000CC"/>
                </a:solidFill>
                <a:latin typeface="华文楷体"/>
                <a:cs typeface="华文楷体"/>
              </a:rPr>
              <a:t>规</a:t>
            </a:r>
            <a:r>
              <a:rPr dirty="0" sz="2800" spc="-600">
                <a:latin typeface="华文楷体"/>
                <a:cs typeface="华文楷体"/>
              </a:rPr>
              <a:t>能</a:t>
            </a:r>
            <a:r>
              <a:rPr dirty="0" baseline="-25793" sz="4200" spc="-3315" b="1">
                <a:solidFill>
                  <a:srgbClr val="0000CC"/>
                </a:solidFill>
                <a:latin typeface="华文楷体"/>
                <a:cs typeface="华文楷体"/>
              </a:rPr>
              <a:t>律</a:t>
            </a:r>
            <a:r>
              <a:rPr dirty="0" sz="2800" spc="-595">
                <a:latin typeface="华文楷体"/>
                <a:cs typeface="华文楷体"/>
              </a:rPr>
              <a:t>出</a:t>
            </a:r>
            <a:r>
              <a:rPr dirty="0" baseline="-25793" sz="4200" b="1">
                <a:solidFill>
                  <a:srgbClr val="0000CC"/>
                </a:solidFill>
                <a:latin typeface="华文楷体"/>
                <a:cs typeface="华文楷体"/>
              </a:rPr>
              <a:t>呢</a:t>
            </a:r>
            <a:r>
              <a:rPr dirty="0" baseline="-25793" sz="4200" spc="-15" b="1">
                <a:solidFill>
                  <a:srgbClr val="0000CC"/>
                </a:solidFill>
                <a:latin typeface="华文楷体"/>
                <a:cs typeface="华文楷体"/>
              </a:rPr>
              <a:t>？</a:t>
            </a:r>
            <a:endParaRPr baseline="-25793" sz="42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63" y="1292694"/>
            <a:ext cx="6781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投掷较多的硬币，算一算正面朝上的百分</a:t>
            </a:r>
            <a:r>
              <a:rPr dirty="0" spc="-5" b="0">
                <a:latin typeface="华文楷体"/>
                <a:cs typeface="华文楷体"/>
              </a:rPr>
              <a:t>比</a:t>
            </a:r>
          </a:p>
        </p:txBody>
      </p:sp>
      <p:sp>
        <p:nvSpPr>
          <p:cNvPr id="3" name="object 3"/>
          <p:cNvSpPr/>
          <p:nvPr/>
        </p:nvSpPr>
        <p:spPr>
          <a:xfrm>
            <a:off x="394715" y="2060448"/>
            <a:ext cx="6545580" cy="3681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63" y="1292694"/>
            <a:ext cx="6781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投掷较多的硬币，算一算正面朝上的百分</a:t>
            </a:r>
            <a:r>
              <a:rPr dirty="0" spc="-5" b="0">
                <a:latin typeface="华文楷体"/>
                <a:cs typeface="华文楷体"/>
              </a:rPr>
              <a:t>比</a:t>
            </a:r>
          </a:p>
        </p:txBody>
      </p:sp>
      <p:sp>
        <p:nvSpPr>
          <p:cNvPr id="3" name="object 3"/>
          <p:cNvSpPr/>
          <p:nvPr/>
        </p:nvSpPr>
        <p:spPr>
          <a:xfrm>
            <a:off x="394715" y="2060448"/>
            <a:ext cx="6545580" cy="36819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836" y="2293620"/>
            <a:ext cx="7431024" cy="3346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963" y="1292694"/>
            <a:ext cx="6781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华文楷体"/>
                <a:cs typeface="华文楷体"/>
              </a:rPr>
              <a:t>投掷较多的硬币，算一算正面朝上的百分</a:t>
            </a:r>
            <a:r>
              <a:rPr dirty="0" spc="-5" b="0">
                <a:latin typeface="华文楷体"/>
                <a:cs typeface="华文楷体"/>
              </a:rPr>
              <a:t>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368" y="1937423"/>
            <a:ext cx="635063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26745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大量</a:t>
            </a:r>
            <a:r>
              <a:rPr dirty="0" sz="2800" b="1">
                <a:solidFill>
                  <a:srgbClr val="0000FF"/>
                </a:solidFill>
                <a:latin typeface="华文楷体"/>
                <a:cs typeface="华文楷体"/>
              </a:rPr>
              <a:t>随机事件</a:t>
            </a:r>
            <a:r>
              <a:rPr dirty="0" sz="2800" b="1">
                <a:latin typeface="华文楷体"/>
                <a:cs typeface="华文楷体"/>
              </a:rPr>
              <a:t>的整体会表现出一定</a:t>
            </a:r>
            <a:r>
              <a:rPr dirty="0" sz="2800" spc="-5" b="1">
                <a:latin typeface="华文楷体"/>
                <a:cs typeface="华文楷体"/>
              </a:rPr>
              <a:t>的 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规律性</a:t>
            </a:r>
            <a:r>
              <a:rPr dirty="0" sz="2800" b="1">
                <a:latin typeface="华文楷体"/>
                <a:cs typeface="华文楷体"/>
              </a:rPr>
              <a:t>这种规律就是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统计规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律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0360" y="1147572"/>
            <a:ext cx="3093720" cy="474345"/>
          </a:xfrm>
          <a:custGeom>
            <a:avLst/>
            <a:gdLst/>
            <a:ahLst/>
            <a:cxnLst/>
            <a:rect l="l" t="t" r="r" b="b"/>
            <a:pathLst>
              <a:path w="3093720" h="474344">
                <a:moveTo>
                  <a:pt x="3014472" y="473963"/>
                </a:moveTo>
                <a:lnTo>
                  <a:pt x="79247" y="473963"/>
                </a:lnTo>
                <a:lnTo>
                  <a:pt x="48338" y="467930"/>
                </a:lnTo>
                <a:lnTo>
                  <a:pt x="23145" y="451032"/>
                </a:lnTo>
                <a:lnTo>
                  <a:pt x="6192" y="425788"/>
                </a:lnTo>
                <a:lnTo>
                  <a:pt x="0" y="394715"/>
                </a:lnTo>
                <a:lnTo>
                  <a:pt x="0" y="79247"/>
                </a:lnTo>
                <a:lnTo>
                  <a:pt x="6192" y="48497"/>
                </a:lnTo>
                <a:lnTo>
                  <a:pt x="23145" y="23360"/>
                </a:lnTo>
                <a:lnTo>
                  <a:pt x="48338" y="6354"/>
                </a:lnTo>
                <a:lnTo>
                  <a:pt x="79247" y="0"/>
                </a:lnTo>
                <a:lnTo>
                  <a:pt x="3014472" y="0"/>
                </a:lnTo>
                <a:lnTo>
                  <a:pt x="3045265" y="6354"/>
                </a:lnTo>
                <a:lnTo>
                  <a:pt x="3070417" y="23360"/>
                </a:lnTo>
                <a:lnTo>
                  <a:pt x="3087407" y="48497"/>
                </a:lnTo>
                <a:lnTo>
                  <a:pt x="3093719" y="79247"/>
                </a:lnTo>
                <a:lnTo>
                  <a:pt x="3093719" y="394715"/>
                </a:lnTo>
                <a:lnTo>
                  <a:pt x="3087407" y="425788"/>
                </a:lnTo>
                <a:lnTo>
                  <a:pt x="3070417" y="451032"/>
                </a:lnTo>
                <a:lnTo>
                  <a:pt x="3045265" y="467930"/>
                </a:lnTo>
                <a:lnTo>
                  <a:pt x="3014472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75560" y="99821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3003" y="760475"/>
                </a:moveTo>
                <a:lnTo>
                  <a:pt x="0" y="411479"/>
                </a:lnTo>
                <a:lnTo>
                  <a:pt x="348995" y="0"/>
                </a:lnTo>
                <a:lnTo>
                  <a:pt x="760476" y="348995"/>
                </a:lnTo>
                <a:lnTo>
                  <a:pt x="413003" y="76047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53537" y="1143647"/>
            <a:ext cx="233299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5985" algn="l"/>
              </a:tabLst>
            </a:pPr>
            <a:r>
              <a:rPr dirty="0" spc="-10">
                <a:solidFill>
                  <a:srgbClr val="FFFFFF"/>
                </a:solidFill>
              </a:rPr>
              <a:t>1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统计规</a:t>
            </a:r>
            <a:r>
              <a:rPr dirty="0" spc="-10">
                <a:solidFill>
                  <a:srgbClr val="FFFFFF"/>
                </a:solidFill>
              </a:rPr>
              <a:t>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8272" y="1031747"/>
            <a:ext cx="4011295" cy="474345"/>
          </a:xfrm>
          <a:custGeom>
            <a:avLst/>
            <a:gdLst/>
            <a:ahLst/>
            <a:cxnLst/>
            <a:rect l="l" t="t" r="r" b="b"/>
            <a:pathLst>
              <a:path w="4011295" h="474344">
                <a:moveTo>
                  <a:pt x="3931920" y="473963"/>
                </a:moveTo>
                <a:lnTo>
                  <a:pt x="79247" y="473963"/>
                </a:lnTo>
                <a:lnTo>
                  <a:pt x="48247" y="468132"/>
                </a:lnTo>
                <a:lnTo>
                  <a:pt x="23026" y="451461"/>
                </a:lnTo>
                <a:lnTo>
                  <a:pt x="6104" y="426609"/>
                </a:lnTo>
                <a:lnTo>
                  <a:pt x="0" y="396239"/>
                </a:lnTo>
                <a:lnTo>
                  <a:pt x="0" y="79247"/>
                </a:lnTo>
                <a:lnTo>
                  <a:pt x="6104" y="48675"/>
                </a:lnTo>
                <a:lnTo>
                  <a:pt x="23026" y="23598"/>
                </a:lnTo>
                <a:lnTo>
                  <a:pt x="48247" y="6533"/>
                </a:lnTo>
                <a:lnTo>
                  <a:pt x="79247" y="0"/>
                </a:lnTo>
                <a:lnTo>
                  <a:pt x="3931920" y="0"/>
                </a:lnTo>
                <a:lnTo>
                  <a:pt x="3962813" y="6533"/>
                </a:lnTo>
                <a:lnTo>
                  <a:pt x="3987998" y="23598"/>
                </a:lnTo>
                <a:lnTo>
                  <a:pt x="4004955" y="48675"/>
                </a:lnTo>
                <a:lnTo>
                  <a:pt x="4011168" y="79247"/>
                </a:lnTo>
                <a:lnTo>
                  <a:pt x="4011168" y="396239"/>
                </a:lnTo>
                <a:lnTo>
                  <a:pt x="4004955" y="426609"/>
                </a:lnTo>
                <a:lnTo>
                  <a:pt x="3987998" y="451461"/>
                </a:lnTo>
                <a:lnTo>
                  <a:pt x="3962813" y="468132"/>
                </a:lnTo>
                <a:lnTo>
                  <a:pt x="3931920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584704" y="882396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5" y="0"/>
                </a:lnTo>
                <a:lnTo>
                  <a:pt x="761999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92044" y="1008888"/>
            <a:ext cx="375602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845" algn="l"/>
              </a:tabLst>
            </a:pPr>
            <a:r>
              <a:rPr dirty="0" spc="-10">
                <a:solidFill>
                  <a:srgbClr val="FFFFFF"/>
                </a:solidFill>
              </a:rPr>
              <a:t>2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气体分子运动的特</a:t>
            </a:r>
            <a:r>
              <a:rPr dirty="0" spc="-10">
                <a:solidFill>
                  <a:srgbClr val="FFFFFF"/>
                </a:solidFill>
              </a:rPr>
              <a:t>点</a:t>
            </a:r>
          </a:p>
        </p:txBody>
      </p:sp>
      <p:sp>
        <p:nvSpPr>
          <p:cNvPr id="5" name="object 5"/>
          <p:cNvSpPr/>
          <p:nvPr/>
        </p:nvSpPr>
        <p:spPr>
          <a:xfrm>
            <a:off x="1904492" y="4586985"/>
            <a:ext cx="6041390" cy="1579245"/>
          </a:xfrm>
          <a:custGeom>
            <a:avLst/>
            <a:gdLst/>
            <a:ahLst/>
            <a:cxnLst/>
            <a:rect l="l" t="t" r="r" b="b"/>
            <a:pathLst>
              <a:path w="6041390" h="1579245">
                <a:moveTo>
                  <a:pt x="4762" y="1574418"/>
                </a:moveTo>
                <a:lnTo>
                  <a:pt x="0" y="1574418"/>
                </a:lnTo>
                <a:lnTo>
                  <a:pt x="0" y="1536318"/>
                </a:lnTo>
                <a:lnTo>
                  <a:pt x="9525" y="1536318"/>
                </a:lnTo>
                <a:lnTo>
                  <a:pt x="9525" y="1569656"/>
                </a:lnTo>
                <a:lnTo>
                  <a:pt x="4762" y="1569656"/>
                </a:lnTo>
                <a:lnTo>
                  <a:pt x="4762" y="1574418"/>
                </a:lnTo>
                <a:close/>
              </a:path>
              <a:path w="6041390" h="1579245">
                <a:moveTo>
                  <a:pt x="5359" y="1579181"/>
                </a:moveTo>
                <a:lnTo>
                  <a:pt x="4762" y="1579181"/>
                </a:lnTo>
                <a:lnTo>
                  <a:pt x="4762" y="1569656"/>
                </a:lnTo>
                <a:lnTo>
                  <a:pt x="5359" y="1569656"/>
                </a:lnTo>
                <a:lnTo>
                  <a:pt x="5359" y="1579181"/>
                </a:lnTo>
                <a:close/>
              </a:path>
              <a:path w="6041390" h="1579245">
                <a:moveTo>
                  <a:pt x="9525" y="1574418"/>
                </a:moveTo>
                <a:lnTo>
                  <a:pt x="5359" y="1574418"/>
                </a:lnTo>
                <a:lnTo>
                  <a:pt x="5359" y="1569656"/>
                </a:lnTo>
                <a:lnTo>
                  <a:pt x="9525" y="1569656"/>
                </a:lnTo>
                <a:lnTo>
                  <a:pt x="9525" y="1574418"/>
                </a:lnTo>
                <a:close/>
              </a:path>
              <a:path w="6041390" h="1579245">
                <a:moveTo>
                  <a:pt x="9525" y="1507743"/>
                </a:moveTo>
                <a:lnTo>
                  <a:pt x="0" y="1507743"/>
                </a:lnTo>
                <a:lnTo>
                  <a:pt x="0" y="1469643"/>
                </a:lnTo>
                <a:lnTo>
                  <a:pt x="9525" y="1469643"/>
                </a:lnTo>
                <a:lnTo>
                  <a:pt x="9525" y="1507743"/>
                </a:lnTo>
                <a:close/>
              </a:path>
              <a:path w="6041390" h="1579245">
                <a:moveTo>
                  <a:pt x="9525" y="1441068"/>
                </a:moveTo>
                <a:lnTo>
                  <a:pt x="0" y="1441068"/>
                </a:lnTo>
                <a:lnTo>
                  <a:pt x="0" y="1402968"/>
                </a:lnTo>
                <a:lnTo>
                  <a:pt x="9525" y="1402968"/>
                </a:lnTo>
                <a:lnTo>
                  <a:pt x="9525" y="1441068"/>
                </a:lnTo>
                <a:close/>
              </a:path>
              <a:path w="6041390" h="1579245">
                <a:moveTo>
                  <a:pt x="9525" y="1374393"/>
                </a:moveTo>
                <a:lnTo>
                  <a:pt x="0" y="1374393"/>
                </a:lnTo>
                <a:lnTo>
                  <a:pt x="0" y="1336293"/>
                </a:lnTo>
                <a:lnTo>
                  <a:pt x="9525" y="1336293"/>
                </a:lnTo>
                <a:lnTo>
                  <a:pt x="9525" y="1374393"/>
                </a:lnTo>
                <a:close/>
              </a:path>
              <a:path w="6041390" h="1579245">
                <a:moveTo>
                  <a:pt x="9525" y="1307718"/>
                </a:moveTo>
                <a:lnTo>
                  <a:pt x="0" y="1307718"/>
                </a:lnTo>
                <a:lnTo>
                  <a:pt x="0" y="1269618"/>
                </a:lnTo>
                <a:lnTo>
                  <a:pt x="9525" y="1269618"/>
                </a:lnTo>
                <a:lnTo>
                  <a:pt x="9525" y="1307718"/>
                </a:lnTo>
                <a:close/>
              </a:path>
              <a:path w="6041390" h="1579245">
                <a:moveTo>
                  <a:pt x="9525" y="1241043"/>
                </a:moveTo>
                <a:lnTo>
                  <a:pt x="0" y="1241043"/>
                </a:lnTo>
                <a:lnTo>
                  <a:pt x="0" y="1202943"/>
                </a:lnTo>
                <a:lnTo>
                  <a:pt x="9525" y="1202943"/>
                </a:lnTo>
                <a:lnTo>
                  <a:pt x="9525" y="1241043"/>
                </a:lnTo>
                <a:close/>
              </a:path>
              <a:path w="6041390" h="1579245">
                <a:moveTo>
                  <a:pt x="9525" y="1174368"/>
                </a:moveTo>
                <a:lnTo>
                  <a:pt x="0" y="1174368"/>
                </a:lnTo>
                <a:lnTo>
                  <a:pt x="0" y="1136268"/>
                </a:lnTo>
                <a:lnTo>
                  <a:pt x="9525" y="1136268"/>
                </a:lnTo>
                <a:lnTo>
                  <a:pt x="9525" y="1174368"/>
                </a:lnTo>
                <a:close/>
              </a:path>
              <a:path w="6041390" h="1579245">
                <a:moveTo>
                  <a:pt x="9525" y="1107693"/>
                </a:moveTo>
                <a:lnTo>
                  <a:pt x="0" y="1107693"/>
                </a:lnTo>
                <a:lnTo>
                  <a:pt x="0" y="1069593"/>
                </a:lnTo>
                <a:lnTo>
                  <a:pt x="9525" y="1069593"/>
                </a:lnTo>
                <a:lnTo>
                  <a:pt x="9525" y="1107693"/>
                </a:lnTo>
                <a:close/>
              </a:path>
              <a:path w="6041390" h="1579245">
                <a:moveTo>
                  <a:pt x="9525" y="1041018"/>
                </a:moveTo>
                <a:lnTo>
                  <a:pt x="0" y="1041018"/>
                </a:lnTo>
                <a:lnTo>
                  <a:pt x="0" y="1002918"/>
                </a:lnTo>
                <a:lnTo>
                  <a:pt x="9525" y="1002918"/>
                </a:lnTo>
                <a:lnTo>
                  <a:pt x="9525" y="1041018"/>
                </a:lnTo>
                <a:close/>
              </a:path>
              <a:path w="6041390" h="1579245">
                <a:moveTo>
                  <a:pt x="9525" y="974343"/>
                </a:moveTo>
                <a:lnTo>
                  <a:pt x="0" y="974343"/>
                </a:lnTo>
                <a:lnTo>
                  <a:pt x="0" y="936243"/>
                </a:lnTo>
                <a:lnTo>
                  <a:pt x="9525" y="936243"/>
                </a:lnTo>
                <a:lnTo>
                  <a:pt x="9525" y="974343"/>
                </a:lnTo>
                <a:close/>
              </a:path>
              <a:path w="6041390" h="1579245">
                <a:moveTo>
                  <a:pt x="9525" y="907668"/>
                </a:moveTo>
                <a:lnTo>
                  <a:pt x="0" y="907668"/>
                </a:lnTo>
                <a:lnTo>
                  <a:pt x="0" y="869568"/>
                </a:lnTo>
                <a:lnTo>
                  <a:pt x="9525" y="869568"/>
                </a:lnTo>
                <a:lnTo>
                  <a:pt x="9525" y="907668"/>
                </a:lnTo>
                <a:close/>
              </a:path>
              <a:path w="6041390" h="1579245">
                <a:moveTo>
                  <a:pt x="9525" y="840993"/>
                </a:moveTo>
                <a:lnTo>
                  <a:pt x="0" y="840993"/>
                </a:lnTo>
                <a:lnTo>
                  <a:pt x="0" y="802893"/>
                </a:lnTo>
                <a:lnTo>
                  <a:pt x="9525" y="802893"/>
                </a:lnTo>
                <a:lnTo>
                  <a:pt x="9525" y="840993"/>
                </a:lnTo>
                <a:close/>
              </a:path>
              <a:path w="6041390" h="1579245">
                <a:moveTo>
                  <a:pt x="9525" y="774318"/>
                </a:moveTo>
                <a:lnTo>
                  <a:pt x="0" y="774318"/>
                </a:lnTo>
                <a:lnTo>
                  <a:pt x="0" y="736218"/>
                </a:lnTo>
                <a:lnTo>
                  <a:pt x="9525" y="736218"/>
                </a:lnTo>
                <a:lnTo>
                  <a:pt x="9525" y="774318"/>
                </a:lnTo>
                <a:close/>
              </a:path>
              <a:path w="6041390" h="1579245">
                <a:moveTo>
                  <a:pt x="9525" y="707643"/>
                </a:moveTo>
                <a:lnTo>
                  <a:pt x="0" y="707643"/>
                </a:lnTo>
                <a:lnTo>
                  <a:pt x="0" y="669543"/>
                </a:lnTo>
                <a:lnTo>
                  <a:pt x="9525" y="669543"/>
                </a:lnTo>
                <a:lnTo>
                  <a:pt x="9525" y="707643"/>
                </a:lnTo>
                <a:close/>
              </a:path>
              <a:path w="6041390" h="1579245">
                <a:moveTo>
                  <a:pt x="9525" y="640968"/>
                </a:moveTo>
                <a:lnTo>
                  <a:pt x="0" y="640968"/>
                </a:lnTo>
                <a:lnTo>
                  <a:pt x="0" y="602868"/>
                </a:lnTo>
                <a:lnTo>
                  <a:pt x="9525" y="602868"/>
                </a:lnTo>
                <a:lnTo>
                  <a:pt x="9525" y="640968"/>
                </a:lnTo>
                <a:close/>
              </a:path>
              <a:path w="6041390" h="1579245">
                <a:moveTo>
                  <a:pt x="9525" y="574293"/>
                </a:moveTo>
                <a:lnTo>
                  <a:pt x="0" y="574293"/>
                </a:lnTo>
                <a:lnTo>
                  <a:pt x="0" y="536193"/>
                </a:lnTo>
                <a:lnTo>
                  <a:pt x="9525" y="536193"/>
                </a:lnTo>
                <a:lnTo>
                  <a:pt x="9525" y="574293"/>
                </a:lnTo>
                <a:close/>
              </a:path>
              <a:path w="6041390" h="1579245">
                <a:moveTo>
                  <a:pt x="9525" y="507618"/>
                </a:moveTo>
                <a:lnTo>
                  <a:pt x="0" y="507618"/>
                </a:lnTo>
                <a:lnTo>
                  <a:pt x="0" y="469518"/>
                </a:lnTo>
                <a:lnTo>
                  <a:pt x="9525" y="469518"/>
                </a:lnTo>
                <a:lnTo>
                  <a:pt x="9525" y="507618"/>
                </a:lnTo>
                <a:close/>
              </a:path>
              <a:path w="6041390" h="1579245">
                <a:moveTo>
                  <a:pt x="9525" y="440943"/>
                </a:moveTo>
                <a:lnTo>
                  <a:pt x="0" y="440943"/>
                </a:lnTo>
                <a:lnTo>
                  <a:pt x="0" y="402843"/>
                </a:lnTo>
                <a:lnTo>
                  <a:pt x="9525" y="402843"/>
                </a:lnTo>
                <a:lnTo>
                  <a:pt x="9525" y="440943"/>
                </a:lnTo>
                <a:close/>
              </a:path>
              <a:path w="6041390" h="1579245">
                <a:moveTo>
                  <a:pt x="9525" y="374268"/>
                </a:moveTo>
                <a:lnTo>
                  <a:pt x="0" y="374268"/>
                </a:lnTo>
                <a:lnTo>
                  <a:pt x="0" y="336168"/>
                </a:lnTo>
                <a:lnTo>
                  <a:pt x="9525" y="336168"/>
                </a:lnTo>
                <a:lnTo>
                  <a:pt x="9525" y="374268"/>
                </a:lnTo>
                <a:close/>
              </a:path>
              <a:path w="6041390" h="1579245">
                <a:moveTo>
                  <a:pt x="9525" y="307593"/>
                </a:moveTo>
                <a:lnTo>
                  <a:pt x="0" y="307593"/>
                </a:lnTo>
                <a:lnTo>
                  <a:pt x="0" y="269493"/>
                </a:lnTo>
                <a:lnTo>
                  <a:pt x="9525" y="269493"/>
                </a:lnTo>
                <a:lnTo>
                  <a:pt x="9525" y="307593"/>
                </a:lnTo>
                <a:close/>
              </a:path>
              <a:path w="6041390" h="1579245">
                <a:moveTo>
                  <a:pt x="9525" y="240918"/>
                </a:moveTo>
                <a:lnTo>
                  <a:pt x="0" y="240918"/>
                </a:lnTo>
                <a:lnTo>
                  <a:pt x="0" y="202818"/>
                </a:lnTo>
                <a:lnTo>
                  <a:pt x="9525" y="202818"/>
                </a:lnTo>
                <a:lnTo>
                  <a:pt x="9525" y="240918"/>
                </a:lnTo>
                <a:close/>
              </a:path>
              <a:path w="6041390" h="1579245">
                <a:moveTo>
                  <a:pt x="9525" y="174243"/>
                </a:moveTo>
                <a:lnTo>
                  <a:pt x="0" y="174243"/>
                </a:lnTo>
                <a:lnTo>
                  <a:pt x="0" y="136143"/>
                </a:lnTo>
                <a:lnTo>
                  <a:pt x="9525" y="136143"/>
                </a:lnTo>
                <a:lnTo>
                  <a:pt x="9525" y="174243"/>
                </a:lnTo>
                <a:close/>
              </a:path>
              <a:path w="6041390" h="1579245">
                <a:moveTo>
                  <a:pt x="9525" y="107568"/>
                </a:moveTo>
                <a:lnTo>
                  <a:pt x="0" y="107568"/>
                </a:lnTo>
                <a:lnTo>
                  <a:pt x="0" y="69468"/>
                </a:lnTo>
                <a:lnTo>
                  <a:pt x="9525" y="69468"/>
                </a:lnTo>
                <a:lnTo>
                  <a:pt x="9525" y="107568"/>
                </a:lnTo>
                <a:close/>
              </a:path>
              <a:path w="6041390" h="1579245">
                <a:moveTo>
                  <a:pt x="9525" y="40893"/>
                </a:moveTo>
                <a:lnTo>
                  <a:pt x="0" y="40893"/>
                </a:lnTo>
                <a:lnTo>
                  <a:pt x="0" y="4762"/>
                </a:lnTo>
                <a:lnTo>
                  <a:pt x="4762" y="0"/>
                </a:lnTo>
                <a:lnTo>
                  <a:pt x="6731" y="0"/>
                </a:lnTo>
                <a:lnTo>
                  <a:pt x="6731" y="7556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0893"/>
                </a:lnTo>
                <a:close/>
              </a:path>
              <a:path w="6041390" h="1579245">
                <a:moveTo>
                  <a:pt x="9525" y="9525"/>
                </a:moveTo>
                <a:lnTo>
                  <a:pt x="6731" y="9525"/>
                </a:lnTo>
                <a:lnTo>
                  <a:pt x="6731" y="7556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6041390" h="1579245">
                <a:moveTo>
                  <a:pt x="6731" y="9525"/>
                </a:moveTo>
                <a:lnTo>
                  <a:pt x="4762" y="9525"/>
                </a:lnTo>
                <a:lnTo>
                  <a:pt x="6731" y="7556"/>
                </a:lnTo>
                <a:lnTo>
                  <a:pt x="6731" y="9525"/>
                </a:lnTo>
                <a:close/>
              </a:path>
              <a:path w="6041390" h="1579245">
                <a:moveTo>
                  <a:pt x="73406" y="9525"/>
                </a:moveTo>
                <a:lnTo>
                  <a:pt x="35306" y="9525"/>
                </a:lnTo>
                <a:lnTo>
                  <a:pt x="35306" y="0"/>
                </a:lnTo>
                <a:lnTo>
                  <a:pt x="73406" y="0"/>
                </a:lnTo>
                <a:lnTo>
                  <a:pt x="73406" y="9525"/>
                </a:lnTo>
                <a:close/>
              </a:path>
              <a:path w="6041390" h="1579245">
                <a:moveTo>
                  <a:pt x="140081" y="9525"/>
                </a:moveTo>
                <a:lnTo>
                  <a:pt x="101981" y="9525"/>
                </a:lnTo>
                <a:lnTo>
                  <a:pt x="101981" y="0"/>
                </a:lnTo>
                <a:lnTo>
                  <a:pt x="140081" y="0"/>
                </a:lnTo>
                <a:lnTo>
                  <a:pt x="140081" y="9525"/>
                </a:lnTo>
                <a:close/>
              </a:path>
              <a:path w="6041390" h="1579245">
                <a:moveTo>
                  <a:pt x="206756" y="9525"/>
                </a:moveTo>
                <a:lnTo>
                  <a:pt x="168656" y="9525"/>
                </a:lnTo>
                <a:lnTo>
                  <a:pt x="168656" y="0"/>
                </a:lnTo>
                <a:lnTo>
                  <a:pt x="206756" y="0"/>
                </a:lnTo>
                <a:lnTo>
                  <a:pt x="206756" y="9525"/>
                </a:lnTo>
                <a:close/>
              </a:path>
              <a:path w="6041390" h="1579245">
                <a:moveTo>
                  <a:pt x="273431" y="9525"/>
                </a:moveTo>
                <a:lnTo>
                  <a:pt x="235331" y="9525"/>
                </a:lnTo>
                <a:lnTo>
                  <a:pt x="235331" y="0"/>
                </a:lnTo>
                <a:lnTo>
                  <a:pt x="273431" y="0"/>
                </a:lnTo>
                <a:lnTo>
                  <a:pt x="273431" y="9525"/>
                </a:lnTo>
                <a:close/>
              </a:path>
              <a:path w="6041390" h="1579245">
                <a:moveTo>
                  <a:pt x="340106" y="9525"/>
                </a:moveTo>
                <a:lnTo>
                  <a:pt x="302006" y="9525"/>
                </a:lnTo>
                <a:lnTo>
                  <a:pt x="302006" y="0"/>
                </a:lnTo>
                <a:lnTo>
                  <a:pt x="340106" y="0"/>
                </a:lnTo>
                <a:lnTo>
                  <a:pt x="340106" y="9525"/>
                </a:lnTo>
                <a:close/>
              </a:path>
              <a:path w="6041390" h="1579245">
                <a:moveTo>
                  <a:pt x="406781" y="9525"/>
                </a:moveTo>
                <a:lnTo>
                  <a:pt x="368681" y="9525"/>
                </a:lnTo>
                <a:lnTo>
                  <a:pt x="368681" y="0"/>
                </a:lnTo>
                <a:lnTo>
                  <a:pt x="406781" y="0"/>
                </a:lnTo>
                <a:lnTo>
                  <a:pt x="406781" y="9525"/>
                </a:lnTo>
                <a:close/>
              </a:path>
              <a:path w="6041390" h="1579245">
                <a:moveTo>
                  <a:pt x="473456" y="9525"/>
                </a:moveTo>
                <a:lnTo>
                  <a:pt x="435356" y="9525"/>
                </a:lnTo>
                <a:lnTo>
                  <a:pt x="435356" y="0"/>
                </a:lnTo>
                <a:lnTo>
                  <a:pt x="473456" y="0"/>
                </a:lnTo>
                <a:lnTo>
                  <a:pt x="473456" y="9525"/>
                </a:lnTo>
                <a:close/>
              </a:path>
              <a:path w="6041390" h="1579245">
                <a:moveTo>
                  <a:pt x="540131" y="9525"/>
                </a:moveTo>
                <a:lnTo>
                  <a:pt x="502031" y="9525"/>
                </a:lnTo>
                <a:lnTo>
                  <a:pt x="502031" y="0"/>
                </a:lnTo>
                <a:lnTo>
                  <a:pt x="540131" y="0"/>
                </a:lnTo>
                <a:lnTo>
                  <a:pt x="540131" y="9525"/>
                </a:lnTo>
                <a:close/>
              </a:path>
              <a:path w="6041390" h="1579245">
                <a:moveTo>
                  <a:pt x="606806" y="9525"/>
                </a:moveTo>
                <a:lnTo>
                  <a:pt x="568706" y="9525"/>
                </a:lnTo>
                <a:lnTo>
                  <a:pt x="568706" y="0"/>
                </a:lnTo>
                <a:lnTo>
                  <a:pt x="606806" y="0"/>
                </a:lnTo>
                <a:lnTo>
                  <a:pt x="606806" y="9525"/>
                </a:lnTo>
                <a:close/>
              </a:path>
              <a:path w="6041390" h="1579245">
                <a:moveTo>
                  <a:pt x="673481" y="9525"/>
                </a:moveTo>
                <a:lnTo>
                  <a:pt x="635381" y="9525"/>
                </a:lnTo>
                <a:lnTo>
                  <a:pt x="635381" y="0"/>
                </a:lnTo>
                <a:lnTo>
                  <a:pt x="673481" y="0"/>
                </a:lnTo>
                <a:lnTo>
                  <a:pt x="673481" y="9525"/>
                </a:lnTo>
                <a:close/>
              </a:path>
              <a:path w="6041390" h="1579245">
                <a:moveTo>
                  <a:pt x="740156" y="9525"/>
                </a:moveTo>
                <a:lnTo>
                  <a:pt x="702056" y="9525"/>
                </a:lnTo>
                <a:lnTo>
                  <a:pt x="702056" y="0"/>
                </a:lnTo>
                <a:lnTo>
                  <a:pt x="740156" y="0"/>
                </a:lnTo>
                <a:lnTo>
                  <a:pt x="740156" y="9525"/>
                </a:lnTo>
                <a:close/>
              </a:path>
              <a:path w="6041390" h="1579245">
                <a:moveTo>
                  <a:pt x="806831" y="9525"/>
                </a:moveTo>
                <a:lnTo>
                  <a:pt x="768731" y="9525"/>
                </a:lnTo>
                <a:lnTo>
                  <a:pt x="768731" y="0"/>
                </a:lnTo>
                <a:lnTo>
                  <a:pt x="806831" y="0"/>
                </a:lnTo>
                <a:lnTo>
                  <a:pt x="806831" y="9525"/>
                </a:lnTo>
                <a:close/>
              </a:path>
              <a:path w="6041390" h="1579245">
                <a:moveTo>
                  <a:pt x="873506" y="9525"/>
                </a:moveTo>
                <a:lnTo>
                  <a:pt x="835406" y="9525"/>
                </a:lnTo>
                <a:lnTo>
                  <a:pt x="835406" y="0"/>
                </a:lnTo>
                <a:lnTo>
                  <a:pt x="873506" y="0"/>
                </a:lnTo>
                <a:lnTo>
                  <a:pt x="873506" y="9525"/>
                </a:lnTo>
                <a:close/>
              </a:path>
              <a:path w="6041390" h="1579245">
                <a:moveTo>
                  <a:pt x="940181" y="9525"/>
                </a:moveTo>
                <a:lnTo>
                  <a:pt x="902081" y="9525"/>
                </a:lnTo>
                <a:lnTo>
                  <a:pt x="902081" y="0"/>
                </a:lnTo>
                <a:lnTo>
                  <a:pt x="940181" y="0"/>
                </a:lnTo>
                <a:lnTo>
                  <a:pt x="940181" y="9525"/>
                </a:lnTo>
                <a:close/>
              </a:path>
              <a:path w="6041390" h="1579245">
                <a:moveTo>
                  <a:pt x="1006856" y="9525"/>
                </a:moveTo>
                <a:lnTo>
                  <a:pt x="968756" y="9525"/>
                </a:lnTo>
                <a:lnTo>
                  <a:pt x="968756" y="0"/>
                </a:lnTo>
                <a:lnTo>
                  <a:pt x="1006856" y="0"/>
                </a:lnTo>
                <a:lnTo>
                  <a:pt x="1006856" y="9525"/>
                </a:lnTo>
                <a:close/>
              </a:path>
              <a:path w="6041390" h="1579245">
                <a:moveTo>
                  <a:pt x="1073531" y="9525"/>
                </a:moveTo>
                <a:lnTo>
                  <a:pt x="1035431" y="9525"/>
                </a:lnTo>
                <a:lnTo>
                  <a:pt x="1035431" y="0"/>
                </a:lnTo>
                <a:lnTo>
                  <a:pt x="1073531" y="0"/>
                </a:lnTo>
                <a:lnTo>
                  <a:pt x="1073531" y="9525"/>
                </a:lnTo>
                <a:close/>
              </a:path>
              <a:path w="6041390" h="1579245">
                <a:moveTo>
                  <a:pt x="1140206" y="9525"/>
                </a:moveTo>
                <a:lnTo>
                  <a:pt x="1102106" y="9525"/>
                </a:lnTo>
                <a:lnTo>
                  <a:pt x="1102106" y="0"/>
                </a:lnTo>
                <a:lnTo>
                  <a:pt x="1140206" y="0"/>
                </a:lnTo>
                <a:lnTo>
                  <a:pt x="1140206" y="9525"/>
                </a:lnTo>
                <a:close/>
              </a:path>
              <a:path w="6041390" h="1579245">
                <a:moveTo>
                  <a:pt x="1206881" y="9525"/>
                </a:moveTo>
                <a:lnTo>
                  <a:pt x="1168781" y="9525"/>
                </a:lnTo>
                <a:lnTo>
                  <a:pt x="1168781" y="0"/>
                </a:lnTo>
                <a:lnTo>
                  <a:pt x="1206881" y="0"/>
                </a:lnTo>
                <a:lnTo>
                  <a:pt x="1206881" y="9525"/>
                </a:lnTo>
                <a:close/>
              </a:path>
              <a:path w="6041390" h="1579245">
                <a:moveTo>
                  <a:pt x="1273556" y="9525"/>
                </a:moveTo>
                <a:lnTo>
                  <a:pt x="1235456" y="9525"/>
                </a:lnTo>
                <a:lnTo>
                  <a:pt x="1235456" y="0"/>
                </a:lnTo>
                <a:lnTo>
                  <a:pt x="1273556" y="0"/>
                </a:lnTo>
                <a:lnTo>
                  <a:pt x="1273556" y="9525"/>
                </a:lnTo>
                <a:close/>
              </a:path>
              <a:path w="6041390" h="1579245">
                <a:moveTo>
                  <a:pt x="1340231" y="9525"/>
                </a:moveTo>
                <a:lnTo>
                  <a:pt x="1302131" y="9525"/>
                </a:lnTo>
                <a:lnTo>
                  <a:pt x="1302131" y="0"/>
                </a:lnTo>
                <a:lnTo>
                  <a:pt x="1340231" y="0"/>
                </a:lnTo>
                <a:lnTo>
                  <a:pt x="1340231" y="9525"/>
                </a:lnTo>
                <a:close/>
              </a:path>
              <a:path w="6041390" h="1579245">
                <a:moveTo>
                  <a:pt x="1406906" y="9525"/>
                </a:moveTo>
                <a:lnTo>
                  <a:pt x="1368806" y="9525"/>
                </a:lnTo>
                <a:lnTo>
                  <a:pt x="1368806" y="0"/>
                </a:lnTo>
                <a:lnTo>
                  <a:pt x="1406906" y="0"/>
                </a:lnTo>
                <a:lnTo>
                  <a:pt x="1406906" y="9525"/>
                </a:lnTo>
                <a:close/>
              </a:path>
              <a:path w="6041390" h="1579245">
                <a:moveTo>
                  <a:pt x="1473581" y="9525"/>
                </a:moveTo>
                <a:lnTo>
                  <a:pt x="1435481" y="9525"/>
                </a:lnTo>
                <a:lnTo>
                  <a:pt x="1435481" y="0"/>
                </a:lnTo>
                <a:lnTo>
                  <a:pt x="1473581" y="0"/>
                </a:lnTo>
                <a:lnTo>
                  <a:pt x="1473581" y="9525"/>
                </a:lnTo>
                <a:close/>
              </a:path>
              <a:path w="6041390" h="1579245">
                <a:moveTo>
                  <a:pt x="1540256" y="9525"/>
                </a:moveTo>
                <a:lnTo>
                  <a:pt x="1502156" y="9525"/>
                </a:lnTo>
                <a:lnTo>
                  <a:pt x="1502156" y="0"/>
                </a:lnTo>
                <a:lnTo>
                  <a:pt x="1540256" y="0"/>
                </a:lnTo>
                <a:lnTo>
                  <a:pt x="1540256" y="9525"/>
                </a:lnTo>
                <a:close/>
              </a:path>
              <a:path w="6041390" h="1579245">
                <a:moveTo>
                  <a:pt x="1606931" y="9525"/>
                </a:moveTo>
                <a:lnTo>
                  <a:pt x="1568831" y="9525"/>
                </a:lnTo>
                <a:lnTo>
                  <a:pt x="1568831" y="0"/>
                </a:lnTo>
                <a:lnTo>
                  <a:pt x="1606931" y="0"/>
                </a:lnTo>
                <a:lnTo>
                  <a:pt x="1606931" y="9525"/>
                </a:lnTo>
                <a:close/>
              </a:path>
              <a:path w="6041390" h="1579245">
                <a:moveTo>
                  <a:pt x="1673606" y="9525"/>
                </a:moveTo>
                <a:lnTo>
                  <a:pt x="1635506" y="9525"/>
                </a:lnTo>
                <a:lnTo>
                  <a:pt x="1635506" y="0"/>
                </a:lnTo>
                <a:lnTo>
                  <a:pt x="1673606" y="0"/>
                </a:lnTo>
                <a:lnTo>
                  <a:pt x="1673606" y="9525"/>
                </a:lnTo>
                <a:close/>
              </a:path>
              <a:path w="6041390" h="1579245">
                <a:moveTo>
                  <a:pt x="1740281" y="9525"/>
                </a:moveTo>
                <a:lnTo>
                  <a:pt x="1702181" y="9525"/>
                </a:lnTo>
                <a:lnTo>
                  <a:pt x="1702181" y="0"/>
                </a:lnTo>
                <a:lnTo>
                  <a:pt x="1740281" y="0"/>
                </a:lnTo>
                <a:lnTo>
                  <a:pt x="1740281" y="9525"/>
                </a:lnTo>
                <a:close/>
              </a:path>
              <a:path w="6041390" h="1579245">
                <a:moveTo>
                  <a:pt x="1806956" y="9525"/>
                </a:moveTo>
                <a:lnTo>
                  <a:pt x="1768856" y="9525"/>
                </a:lnTo>
                <a:lnTo>
                  <a:pt x="1768856" y="0"/>
                </a:lnTo>
                <a:lnTo>
                  <a:pt x="1806956" y="0"/>
                </a:lnTo>
                <a:lnTo>
                  <a:pt x="1806956" y="9525"/>
                </a:lnTo>
                <a:close/>
              </a:path>
              <a:path w="6041390" h="1579245">
                <a:moveTo>
                  <a:pt x="1873631" y="9525"/>
                </a:moveTo>
                <a:lnTo>
                  <a:pt x="1835531" y="9525"/>
                </a:lnTo>
                <a:lnTo>
                  <a:pt x="1835531" y="0"/>
                </a:lnTo>
                <a:lnTo>
                  <a:pt x="1873631" y="0"/>
                </a:lnTo>
                <a:lnTo>
                  <a:pt x="1873631" y="9525"/>
                </a:lnTo>
                <a:close/>
              </a:path>
              <a:path w="6041390" h="1579245">
                <a:moveTo>
                  <a:pt x="1940306" y="9525"/>
                </a:moveTo>
                <a:lnTo>
                  <a:pt x="1902206" y="9525"/>
                </a:lnTo>
                <a:lnTo>
                  <a:pt x="1902206" y="0"/>
                </a:lnTo>
                <a:lnTo>
                  <a:pt x="1940306" y="0"/>
                </a:lnTo>
                <a:lnTo>
                  <a:pt x="1940306" y="9525"/>
                </a:lnTo>
                <a:close/>
              </a:path>
              <a:path w="6041390" h="1579245">
                <a:moveTo>
                  <a:pt x="2006981" y="9525"/>
                </a:moveTo>
                <a:lnTo>
                  <a:pt x="1968881" y="9525"/>
                </a:lnTo>
                <a:lnTo>
                  <a:pt x="1968881" y="0"/>
                </a:lnTo>
                <a:lnTo>
                  <a:pt x="2006981" y="0"/>
                </a:lnTo>
                <a:lnTo>
                  <a:pt x="2006981" y="9525"/>
                </a:lnTo>
                <a:close/>
              </a:path>
              <a:path w="6041390" h="1579245">
                <a:moveTo>
                  <a:pt x="2073656" y="9525"/>
                </a:moveTo>
                <a:lnTo>
                  <a:pt x="2035556" y="9525"/>
                </a:lnTo>
                <a:lnTo>
                  <a:pt x="2035556" y="0"/>
                </a:lnTo>
                <a:lnTo>
                  <a:pt x="2073656" y="0"/>
                </a:lnTo>
                <a:lnTo>
                  <a:pt x="2073656" y="9525"/>
                </a:lnTo>
                <a:close/>
              </a:path>
              <a:path w="6041390" h="1579245">
                <a:moveTo>
                  <a:pt x="2140331" y="9525"/>
                </a:moveTo>
                <a:lnTo>
                  <a:pt x="2102231" y="9525"/>
                </a:lnTo>
                <a:lnTo>
                  <a:pt x="2102231" y="0"/>
                </a:lnTo>
                <a:lnTo>
                  <a:pt x="2140331" y="0"/>
                </a:lnTo>
                <a:lnTo>
                  <a:pt x="2140331" y="9525"/>
                </a:lnTo>
                <a:close/>
              </a:path>
              <a:path w="6041390" h="1579245">
                <a:moveTo>
                  <a:pt x="2207006" y="9525"/>
                </a:moveTo>
                <a:lnTo>
                  <a:pt x="2168906" y="9525"/>
                </a:lnTo>
                <a:lnTo>
                  <a:pt x="2168906" y="0"/>
                </a:lnTo>
                <a:lnTo>
                  <a:pt x="2207006" y="0"/>
                </a:lnTo>
                <a:lnTo>
                  <a:pt x="2207006" y="9525"/>
                </a:lnTo>
                <a:close/>
              </a:path>
              <a:path w="6041390" h="1579245">
                <a:moveTo>
                  <a:pt x="2273681" y="9525"/>
                </a:moveTo>
                <a:lnTo>
                  <a:pt x="2235581" y="9525"/>
                </a:lnTo>
                <a:lnTo>
                  <a:pt x="2235581" y="0"/>
                </a:lnTo>
                <a:lnTo>
                  <a:pt x="2273681" y="0"/>
                </a:lnTo>
                <a:lnTo>
                  <a:pt x="2273681" y="9525"/>
                </a:lnTo>
                <a:close/>
              </a:path>
              <a:path w="6041390" h="1579245">
                <a:moveTo>
                  <a:pt x="2340356" y="9525"/>
                </a:moveTo>
                <a:lnTo>
                  <a:pt x="2302256" y="9525"/>
                </a:lnTo>
                <a:lnTo>
                  <a:pt x="2302256" y="0"/>
                </a:lnTo>
                <a:lnTo>
                  <a:pt x="2340356" y="0"/>
                </a:lnTo>
                <a:lnTo>
                  <a:pt x="2340356" y="9525"/>
                </a:lnTo>
                <a:close/>
              </a:path>
              <a:path w="6041390" h="1579245">
                <a:moveTo>
                  <a:pt x="2407031" y="9525"/>
                </a:moveTo>
                <a:lnTo>
                  <a:pt x="2368931" y="9525"/>
                </a:lnTo>
                <a:lnTo>
                  <a:pt x="2368931" y="0"/>
                </a:lnTo>
                <a:lnTo>
                  <a:pt x="2407031" y="0"/>
                </a:lnTo>
                <a:lnTo>
                  <a:pt x="2407031" y="9525"/>
                </a:lnTo>
                <a:close/>
              </a:path>
              <a:path w="6041390" h="1579245">
                <a:moveTo>
                  <a:pt x="2473706" y="9525"/>
                </a:moveTo>
                <a:lnTo>
                  <a:pt x="2435606" y="9525"/>
                </a:lnTo>
                <a:lnTo>
                  <a:pt x="2435606" y="0"/>
                </a:lnTo>
                <a:lnTo>
                  <a:pt x="2473706" y="0"/>
                </a:lnTo>
                <a:lnTo>
                  <a:pt x="2473706" y="9525"/>
                </a:lnTo>
                <a:close/>
              </a:path>
              <a:path w="6041390" h="1579245">
                <a:moveTo>
                  <a:pt x="2540381" y="9525"/>
                </a:moveTo>
                <a:lnTo>
                  <a:pt x="2502281" y="9525"/>
                </a:lnTo>
                <a:lnTo>
                  <a:pt x="2502281" y="0"/>
                </a:lnTo>
                <a:lnTo>
                  <a:pt x="2540381" y="0"/>
                </a:lnTo>
                <a:lnTo>
                  <a:pt x="2540381" y="9525"/>
                </a:lnTo>
                <a:close/>
              </a:path>
              <a:path w="6041390" h="1579245">
                <a:moveTo>
                  <a:pt x="2607056" y="9525"/>
                </a:moveTo>
                <a:lnTo>
                  <a:pt x="2568956" y="9525"/>
                </a:lnTo>
                <a:lnTo>
                  <a:pt x="2568956" y="0"/>
                </a:lnTo>
                <a:lnTo>
                  <a:pt x="2607056" y="0"/>
                </a:lnTo>
                <a:lnTo>
                  <a:pt x="2607056" y="9525"/>
                </a:lnTo>
                <a:close/>
              </a:path>
              <a:path w="6041390" h="1579245">
                <a:moveTo>
                  <a:pt x="2673731" y="9525"/>
                </a:moveTo>
                <a:lnTo>
                  <a:pt x="2635631" y="9525"/>
                </a:lnTo>
                <a:lnTo>
                  <a:pt x="2635631" y="0"/>
                </a:lnTo>
                <a:lnTo>
                  <a:pt x="2673731" y="0"/>
                </a:lnTo>
                <a:lnTo>
                  <a:pt x="2673731" y="9525"/>
                </a:lnTo>
                <a:close/>
              </a:path>
              <a:path w="6041390" h="1579245">
                <a:moveTo>
                  <a:pt x="2740406" y="9525"/>
                </a:moveTo>
                <a:lnTo>
                  <a:pt x="2702306" y="9525"/>
                </a:lnTo>
                <a:lnTo>
                  <a:pt x="2702306" y="0"/>
                </a:lnTo>
                <a:lnTo>
                  <a:pt x="2740406" y="0"/>
                </a:lnTo>
                <a:lnTo>
                  <a:pt x="2740406" y="9525"/>
                </a:lnTo>
                <a:close/>
              </a:path>
              <a:path w="6041390" h="1579245">
                <a:moveTo>
                  <a:pt x="2807081" y="9525"/>
                </a:moveTo>
                <a:lnTo>
                  <a:pt x="2768981" y="9525"/>
                </a:lnTo>
                <a:lnTo>
                  <a:pt x="2768981" y="0"/>
                </a:lnTo>
                <a:lnTo>
                  <a:pt x="2807081" y="0"/>
                </a:lnTo>
                <a:lnTo>
                  <a:pt x="2807081" y="9525"/>
                </a:lnTo>
                <a:close/>
              </a:path>
              <a:path w="6041390" h="1579245">
                <a:moveTo>
                  <a:pt x="2873756" y="9525"/>
                </a:moveTo>
                <a:lnTo>
                  <a:pt x="2835656" y="9525"/>
                </a:lnTo>
                <a:lnTo>
                  <a:pt x="2835656" y="0"/>
                </a:lnTo>
                <a:lnTo>
                  <a:pt x="2873756" y="0"/>
                </a:lnTo>
                <a:lnTo>
                  <a:pt x="2873756" y="9525"/>
                </a:lnTo>
                <a:close/>
              </a:path>
              <a:path w="6041390" h="1579245">
                <a:moveTo>
                  <a:pt x="2940431" y="9525"/>
                </a:moveTo>
                <a:lnTo>
                  <a:pt x="2902331" y="9525"/>
                </a:lnTo>
                <a:lnTo>
                  <a:pt x="2902331" y="0"/>
                </a:lnTo>
                <a:lnTo>
                  <a:pt x="2940431" y="0"/>
                </a:lnTo>
                <a:lnTo>
                  <a:pt x="2940431" y="9525"/>
                </a:lnTo>
                <a:close/>
              </a:path>
              <a:path w="6041390" h="1579245">
                <a:moveTo>
                  <a:pt x="3007106" y="9525"/>
                </a:moveTo>
                <a:lnTo>
                  <a:pt x="2969006" y="9525"/>
                </a:lnTo>
                <a:lnTo>
                  <a:pt x="2969006" y="0"/>
                </a:lnTo>
                <a:lnTo>
                  <a:pt x="3007106" y="0"/>
                </a:lnTo>
                <a:lnTo>
                  <a:pt x="3007106" y="9525"/>
                </a:lnTo>
                <a:close/>
              </a:path>
              <a:path w="6041390" h="1579245">
                <a:moveTo>
                  <a:pt x="3073781" y="9525"/>
                </a:moveTo>
                <a:lnTo>
                  <a:pt x="3035681" y="9525"/>
                </a:lnTo>
                <a:lnTo>
                  <a:pt x="3035681" y="0"/>
                </a:lnTo>
                <a:lnTo>
                  <a:pt x="3073781" y="0"/>
                </a:lnTo>
                <a:lnTo>
                  <a:pt x="3073781" y="9525"/>
                </a:lnTo>
                <a:close/>
              </a:path>
              <a:path w="6041390" h="1579245">
                <a:moveTo>
                  <a:pt x="3140456" y="9525"/>
                </a:moveTo>
                <a:lnTo>
                  <a:pt x="3102356" y="9525"/>
                </a:lnTo>
                <a:lnTo>
                  <a:pt x="3102356" y="0"/>
                </a:lnTo>
                <a:lnTo>
                  <a:pt x="3140456" y="0"/>
                </a:lnTo>
                <a:lnTo>
                  <a:pt x="3140456" y="9525"/>
                </a:lnTo>
                <a:close/>
              </a:path>
              <a:path w="6041390" h="1579245">
                <a:moveTo>
                  <a:pt x="3207131" y="9525"/>
                </a:moveTo>
                <a:lnTo>
                  <a:pt x="3169031" y="9525"/>
                </a:lnTo>
                <a:lnTo>
                  <a:pt x="3169031" y="0"/>
                </a:lnTo>
                <a:lnTo>
                  <a:pt x="3207131" y="0"/>
                </a:lnTo>
                <a:lnTo>
                  <a:pt x="3207131" y="9525"/>
                </a:lnTo>
                <a:close/>
              </a:path>
              <a:path w="6041390" h="1579245">
                <a:moveTo>
                  <a:pt x="3273805" y="9525"/>
                </a:moveTo>
                <a:lnTo>
                  <a:pt x="3235706" y="9525"/>
                </a:lnTo>
                <a:lnTo>
                  <a:pt x="3235706" y="0"/>
                </a:lnTo>
                <a:lnTo>
                  <a:pt x="3273805" y="0"/>
                </a:lnTo>
                <a:lnTo>
                  <a:pt x="3273805" y="9525"/>
                </a:lnTo>
                <a:close/>
              </a:path>
              <a:path w="6041390" h="1579245">
                <a:moveTo>
                  <a:pt x="3340480" y="9525"/>
                </a:moveTo>
                <a:lnTo>
                  <a:pt x="3302380" y="9525"/>
                </a:lnTo>
                <a:lnTo>
                  <a:pt x="3302380" y="0"/>
                </a:lnTo>
                <a:lnTo>
                  <a:pt x="3340480" y="0"/>
                </a:lnTo>
                <a:lnTo>
                  <a:pt x="3340480" y="9525"/>
                </a:lnTo>
                <a:close/>
              </a:path>
              <a:path w="6041390" h="1579245">
                <a:moveTo>
                  <a:pt x="3407155" y="9525"/>
                </a:moveTo>
                <a:lnTo>
                  <a:pt x="3369055" y="9525"/>
                </a:lnTo>
                <a:lnTo>
                  <a:pt x="3369055" y="0"/>
                </a:lnTo>
                <a:lnTo>
                  <a:pt x="3407155" y="0"/>
                </a:lnTo>
                <a:lnTo>
                  <a:pt x="3407155" y="9525"/>
                </a:lnTo>
                <a:close/>
              </a:path>
              <a:path w="6041390" h="1579245">
                <a:moveTo>
                  <a:pt x="3473830" y="9525"/>
                </a:moveTo>
                <a:lnTo>
                  <a:pt x="3435730" y="9525"/>
                </a:lnTo>
                <a:lnTo>
                  <a:pt x="3435730" y="0"/>
                </a:lnTo>
                <a:lnTo>
                  <a:pt x="3473830" y="0"/>
                </a:lnTo>
                <a:lnTo>
                  <a:pt x="3473830" y="9525"/>
                </a:lnTo>
                <a:close/>
              </a:path>
              <a:path w="6041390" h="1579245">
                <a:moveTo>
                  <a:pt x="3540505" y="9525"/>
                </a:moveTo>
                <a:lnTo>
                  <a:pt x="3502405" y="9525"/>
                </a:lnTo>
                <a:lnTo>
                  <a:pt x="3502405" y="0"/>
                </a:lnTo>
                <a:lnTo>
                  <a:pt x="3540505" y="0"/>
                </a:lnTo>
                <a:lnTo>
                  <a:pt x="3540505" y="9525"/>
                </a:lnTo>
                <a:close/>
              </a:path>
              <a:path w="6041390" h="1579245">
                <a:moveTo>
                  <a:pt x="3607180" y="9525"/>
                </a:moveTo>
                <a:lnTo>
                  <a:pt x="3569080" y="9525"/>
                </a:lnTo>
                <a:lnTo>
                  <a:pt x="3569080" y="0"/>
                </a:lnTo>
                <a:lnTo>
                  <a:pt x="3607180" y="0"/>
                </a:lnTo>
                <a:lnTo>
                  <a:pt x="3607180" y="9525"/>
                </a:lnTo>
                <a:close/>
              </a:path>
              <a:path w="6041390" h="1579245">
                <a:moveTo>
                  <a:pt x="3673855" y="9525"/>
                </a:moveTo>
                <a:lnTo>
                  <a:pt x="3635755" y="9525"/>
                </a:lnTo>
                <a:lnTo>
                  <a:pt x="3635755" y="0"/>
                </a:lnTo>
                <a:lnTo>
                  <a:pt x="3673855" y="0"/>
                </a:lnTo>
                <a:lnTo>
                  <a:pt x="3673855" y="9525"/>
                </a:lnTo>
                <a:close/>
              </a:path>
              <a:path w="6041390" h="1579245">
                <a:moveTo>
                  <a:pt x="3740530" y="9525"/>
                </a:moveTo>
                <a:lnTo>
                  <a:pt x="3702430" y="9525"/>
                </a:lnTo>
                <a:lnTo>
                  <a:pt x="3702430" y="0"/>
                </a:lnTo>
                <a:lnTo>
                  <a:pt x="3740530" y="0"/>
                </a:lnTo>
                <a:lnTo>
                  <a:pt x="3740530" y="9525"/>
                </a:lnTo>
                <a:close/>
              </a:path>
              <a:path w="6041390" h="1579245">
                <a:moveTo>
                  <a:pt x="3807205" y="9525"/>
                </a:moveTo>
                <a:lnTo>
                  <a:pt x="3769105" y="9525"/>
                </a:lnTo>
                <a:lnTo>
                  <a:pt x="3769105" y="0"/>
                </a:lnTo>
                <a:lnTo>
                  <a:pt x="3807205" y="0"/>
                </a:lnTo>
                <a:lnTo>
                  <a:pt x="3807205" y="9525"/>
                </a:lnTo>
                <a:close/>
              </a:path>
              <a:path w="6041390" h="1579245">
                <a:moveTo>
                  <a:pt x="3873880" y="9525"/>
                </a:moveTo>
                <a:lnTo>
                  <a:pt x="3835780" y="9525"/>
                </a:lnTo>
                <a:lnTo>
                  <a:pt x="3835780" y="0"/>
                </a:lnTo>
                <a:lnTo>
                  <a:pt x="3873880" y="0"/>
                </a:lnTo>
                <a:lnTo>
                  <a:pt x="3873880" y="9525"/>
                </a:lnTo>
                <a:close/>
              </a:path>
              <a:path w="6041390" h="1579245">
                <a:moveTo>
                  <a:pt x="3940555" y="9525"/>
                </a:moveTo>
                <a:lnTo>
                  <a:pt x="3902455" y="9525"/>
                </a:lnTo>
                <a:lnTo>
                  <a:pt x="3902455" y="0"/>
                </a:lnTo>
                <a:lnTo>
                  <a:pt x="3940555" y="0"/>
                </a:lnTo>
                <a:lnTo>
                  <a:pt x="3940555" y="9525"/>
                </a:lnTo>
                <a:close/>
              </a:path>
              <a:path w="6041390" h="1579245">
                <a:moveTo>
                  <a:pt x="4007230" y="9525"/>
                </a:moveTo>
                <a:lnTo>
                  <a:pt x="3969130" y="9525"/>
                </a:lnTo>
                <a:lnTo>
                  <a:pt x="3969130" y="0"/>
                </a:lnTo>
                <a:lnTo>
                  <a:pt x="4007230" y="0"/>
                </a:lnTo>
                <a:lnTo>
                  <a:pt x="4007230" y="9525"/>
                </a:lnTo>
                <a:close/>
              </a:path>
              <a:path w="6041390" h="1579245">
                <a:moveTo>
                  <a:pt x="4073905" y="9525"/>
                </a:moveTo>
                <a:lnTo>
                  <a:pt x="4035805" y="9525"/>
                </a:lnTo>
                <a:lnTo>
                  <a:pt x="4035805" y="0"/>
                </a:lnTo>
                <a:lnTo>
                  <a:pt x="4073905" y="0"/>
                </a:lnTo>
                <a:lnTo>
                  <a:pt x="4073905" y="9525"/>
                </a:lnTo>
                <a:close/>
              </a:path>
              <a:path w="6041390" h="1579245">
                <a:moveTo>
                  <a:pt x="4140580" y="9525"/>
                </a:moveTo>
                <a:lnTo>
                  <a:pt x="4102480" y="9525"/>
                </a:lnTo>
                <a:lnTo>
                  <a:pt x="4102480" y="0"/>
                </a:lnTo>
                <a:lnTo>
                  <a:pt x="4140580" y="0"/>
                </a:lnTo>
                <a:lnTo>
                  <a:pt x="4140580" y="9525"/>
                </a:lnTo>
                <a:close/>
              </a:path>
              <a:path w="6041390" h="1579245">
                <a:moveTo>
                  <a:pt x="4207256" y="9525"/>
                </a:moveTo>
                <a:lnTo>
                  <a:pt x="4169155" y="9525"/>
                </a:lnTo>
                <a:lnTo>
                  <a:pt x="4169155" y="0"/>
                </a:lnTo>
                <a:lnTo>
                  <a:pt x="4207256" y="0"/>
                </a:lnTo>
                <a:lnTo>
                  <a:pt x="4207256" y="9525"/>
                </a:lnTo>
                <a:close/>
              </a:path>
              <a:path w="6041390" h="1579245">
                <a:moveTo>
                  <a:pt x="4273931" y="9525"/>
                </a:moveTo>
                <a:lnTo>
                  <a:pt x="4235831" y="9525"/>
                </a:lnTo>
                <a:lnTo>
                  <a:pt x="4235831" y="0"/>
                </a:lnTo>
                <a:lnTo>
                  <a:pt x="4273931" y="0"/>
                </a:lnTo>
                <a:lnTo>
                  <a:pt x="4273931" y="9525"/>
                </a:lnTo>
                <a:close/>
              </a:path>
              <a:path w="6041390" h="1579245">
                <a:moveTo>
                  <a:pt x="4340606" y="9525"/>
                </a:moveTo>
                <a:lnTo>
                  <a:pt x="4302506" y="9525"/>
                </a:lnTo>
                <a:lnTo>
                  <a:pt x="4302506" y="0"/>
                </a:lnTo>
                <a:lnTo>
                  <a:pt x="4340606" y="0"/>
                </a:lnTo>
                <a:lnTo>
                  <a:pt x="4340606" y="9525"/>
                </a:lnTo>
                <a:close/>
              </a:path>
              <a:path w="6041390" h="1579245">
                <a:moveTo>
                  <a:pt x="4407281" y="9525"/>
                </a:moveTo>
                <a:lnTo>
                  <a:pt x="4369181" y="9525"/>
                </a:lnTo>
                <a:lnTo>
                  <a:pt x="4369181" y="0"/>
                </a:lnTo>
                <a:lnTo>
                  <a:pt x="4407281" y="0"/>
                </a:lnTo>
                <a:lnTo>
                  <a:pt x="4407281" y="9525"/>
                </a:lnTo>
                <a:close/>
              </a:path>
              <a:path w="6041390" h="1579245">
                <a:moveTo>
                  <a:pt x="4473956" y="9525"/>
                </a:moveTo>
                <a:lnTo>
                  <a:pt x="4435856" y="9525"/>
                </a:lnTo>
                <a:lnTo>
                  <a:pt x="4435856" y="0"/>
                </a:lnTo>
                <a:lnTo>
                  <a:pt x="4473956" y="0"/>
                </a:lnTo>
                <a:lnTo>
                  <a:pt x="4473956" y="9525"/>
                </a:lnTo>
                <a:close/>
              </a:path>
              <a:path w="6041390" h="1579245">
                <a:moveTo>
                  <a:pt x="4540631" y="9525"/>
                </a:moveTo>
                <a:lnTo>
                  <a:pt x="4502531" y="9525"/>
                </a:lnTo>
                <a:lnTo>
                  <a:pt x="4502531" y="0"/>
                </a:lnTo>
                <a:lnTo>
                  <a:pt x="4540631" y="0"/>
                </a:lnTo>
                <a:lnTo>
                  <a:pt x="4540631" y="9525"/>
                </a:lnTo>
                <a:close/>
              </a:path>
              <a:path w="6041390" h="1579245">
                <a:moveTo>
                  <a:pt x="4607306" y="9525"/>
                </a:moveTo>
                <a:lnTo>
                  <a:pt x="4569206" y="9525"/>
                </a:lnTo>
                <a:lnTo>
                  <a:pt x="4569206" y="0"/>
                </a:lnTo>
                <a:lnTo>
                  <a:pt x="4607306" y="0"/>
                </a:lnTo>
                <a:lnTo>
                  <a:pt x="4607306" y="9525"/>
                </a:lnTo>
                <a:close/>
              </a:path>
              <a:path w="6041390" h="1579245">
                <a:moveTo>
                  <a:pt x="4673981" y="9525"/>
                </a:moveTo>
                <a:lnTo>
                  <a:pt x="4635881" y="9525"/>
                </a:lnTo>
                <a:lnTo>
                  <a:pt x="4635881" y="0"/>
                </a:lnTo>
                <a:lnTo>
                  <a:pt x="4673981" y="0"/>
                </a:lnTo>
                <a:lnTo>
                  <a:pt x="4673981" y="9525"/>
                </a:lnTo>
                <a:close/>
              </a:path>
              <a:path w="6041390" h="1579245">
                <a:moveTo>
                  <a:pt x="4740656" y="9525"/>
                </a:moveTo>
                <a:lnTo>
                  <a:pt x="4702556" y="9525"/>
                </a:lnTo>
                <a:lnTo>
                  <a:pt x="4702556" y="0"/>
                </a:lnTo>
                <a:lnTo>
                  <a:pt x="4740656" y="0"/>
                </a:lnTo>
                <a:lnTo>
                  <a:pt x="4740656" y="9525"/>
                </a:lnTo>
                <a:close/>
              </a:path>
              <a:path w="6041390" h="1579245">
                <a:moveTo>
                  <a:pt x="4807331" y="9525"/>
                </a:moveTo>
                <a:lnTo>
                  <a:pt x="4769231" y="9525"/>
                </a:lnTo>
                <a:lnTo>
                  <a:pt x="4769231" y="0"/>
                </a:lnTo>
                <a:lnTo>
                  <a:pt x="4807331" y="0"/>
                </a:lnTo>
                <a:lnTo>
                  <a:pt x="4807331" y="9525"/>
                </a:lnTo>
                <a:close/>
              </a:path>
              <a:path w="6041390" h="1579245">
                <a:moveTo>
                  <a:pt x="4874006" y="9525"/>
                </a:moveTo>
                <a:lnTo>
                  <a:pt x="4835906" y="9525"/>
                </a:lnTo>
                <a:lnTo>
                  <a:pt x="4835906" y="0"/>
                </a:lnTo>
                <a:lnTo>
                  <a:pt x="4874006" y="0"/>
                </a:lnTo>
                <a:lnTo>
                  <a:pt x="4874006" y="9525"/>
                </a:lnTo>
                <a:close/>
              </a:path>
              <a:path w="6041390" h="1579245">
                <a:moveTo>
                  <a:pt x="4940681" y="9525"/>
                </a:moveTo>
                <a:lnTo>
                  <a:pt x="4902581" y="9525"/>
                </a:lnTo>
                <a:lnTo>
                  <a:pt x="4902581" y="0"/>
                </a:lnTo>
                <a:lnTo>
                  <a:pt x="4940681" y="0"/>
                </a:lnTo>
                <a:lnTo>
                  <a:pt x="4940681" y="9525"/>
                </a:lnTo>
                <a:close/>
              </a:path>
              <a:path w="6041390" h="1579245">
                <a:moveTo>
                  <a:pt x="5007356" y="9525"/>
                </a:moveTo>
                <a:lnTo>
                  <a:pt x="4969256" y="9525"/>
                </a:lnTo>
                <a:lnTo>
                  <a:pt x="4969256" y="0"/>
                </a:lnTo>
                <a:lnTo>
                  <a:pt x="5007356" y="0"/>
                </a:lnTo>
                <a:lnTo>
                  <a:pt x="5007356" y="9525"/>
                </a:lnTo>
                <a:close/>
              </a:path>
              <a:path w="6041390" h="1579245">
                <a:moveTo>
                  <a:pt x="5074031" y="9525"/>
                </a:moveTo>
                <a:lnTo>
                  <a:pt x="5035931" y="9525"/>
                </a:lnTo>
                <a:lnTo>
                  <a:pt x="5035931" y="0"/>
                </a:lnTo>
                <a:lnTo>
                  <a:pt x="5074031" y="0"/>
                </a:lnTo>
                <a:lnTo>
                  <a:pt x="5074031" y="9525"/>
                </a:lnTo>
                <a:close/>
              </a:path>
              <a:path w="6041390" h="1579245">
                <a:moveTo>
                  <a:pt x="5140706" y="9525"/>
                </a:moveTo>
                <a:lnTo>
                  <a:pt x="5102606" y="9525"/>
                </a:lnTo>
                <a:lnTo>
                  <a:pt x="5102606" y="0"/>
                </a:lnTo>
                <a:lnTo>
                  <a:pt x="5140706" y="0"/>
                </a:lnTo>
                <a:lnTo>
                  <a:pt x="5140706" y="9525"/>
                </a:lnTo>
                <a:close/>
              </a:path>
              <a:path w="6041390" h="1579245">
                <a:moveTo>
                  <a:pt x="5207381" y="9525"/>
                </a:moveTo>
                <a:lnTo>
                  <a:pt x="5169281" y="9525"/>
                </a:lnTo>
                <a:lnTo>
                  <a:pt x="5169281" y="0"/>
                </a:lnTo>
                <a:lnTo>
                  <a:pt x="5207381" y="0"/>
                </a:lnTo>
                <a:lnTo>
                  <a:pt x="5207381" y="9525"/>
                </a:lnTo>
                <a:close/>
              </a:path>
              <a:path w="6041390" h="1579245">
                <a:moveTo>
                  <a:pt x="5274056" y="9525"/>
                </a:moveTo>
                <a:lnTo>
                  <a:pt x="5235956" y="9525"/>
                </a:lnTo>
                <a:lnTo>
                  <a:pt x="5235956" y="0"/>
                </a:lnTo>
                <a:lnTo>
                  <a:pt x="5274056" y="0"/>
                </a:lnTo>
                <a:lnTo>
                  <a:pt x="5274056" y="9525"/>
                </a:lnTo>
                <a:close/>
              </a:path>
              <a:path w="6041390" h="1579245">
                <a:moveTo>
                  <a:pt x="5340731" y="9525"/>
                </a:moveTo>
                <a:lnTo>
                  <a:pt x="5302631" y="9525"/>
                </a:lnTo>
                <a:lnTo>
                  <a:pt x="5302631" y="0"/>
                </a:lnTo>
                <a:lnTo>
                  <a:pt x="5340731" y="0"/>
                </a:lnTo>
                <a:lnTo>
                  <a:pt x="5340731" y="9525"/>
                </a:lnTo>
                <a:close/>
              </a:path>
              <a:path w="6041390" h="1579245">
                <a:moveTo>
                  <a:pt x="5407406" y="9525"/>
                </a:moveTo>
                <a:lnTo>
                  <a:pt x="5369306" y="9525"/>
                </a:lnTo>
                <a:lnTo>
                  <a:pt x="5369306" y="0"/>
                </a:lnTo>
                <a:lnTo>
                  <a:pt x="5407406" y="0"/>
                </a:lnTo>
                <a:lnTo>
                  <a:pt x="5407406" y="9525"/>
                </a:lnTo>
                <a:close/>
              </a:path>
              <a:path w="6041390" h="1579245">
                <a:moveTo>
                  <a:pt x="5474081" y="9525"/>
                </a:moveTo>
                <a:lnTo>
                  <a:pt x="5435981" y="9525"/>
                </a:lnTo>
                <a:lnTo>
                  <a:pt x="5435981" y="0"/>
                </a:lnTo>
                <a:lnTo>
                  <a:pt x="5474081" y="0"/>
                </a:lnTo>
                <a:lnTo>
                  <a:pt x="5474081" y="9525"/>
                </a:lnTo>
                <a:close/>
              </a:path>
              <a:path w="6041390" h="1579245">
                <a:moveTo>
                  <a:pt x="5540756" y="9525"/>
                </a:moveTo>
                <a:lnTo>
                  <a:pt x="5502656" y="9525"/>
                </a:lnTo>
                <a:lnTo>
                  <a:pt x="5502656" y="0"/>
                </a:lnTo>
                <a:lnTo>
                  <a:pt x="5540756" y="0"/>
                </a:lnTo>
                <a:lnTo>
                  <a:pt x="5540756" y="9525"/>
                </a:lnTo>
                <a:close/>
              </a:path>
              <a:path w="6041390" h="1579245">
                <a:moveTo>
                  <a:pt x="5607431" y="9525"/>
                </a:moveTo>
                <a:lnTo>
                  <a:pt x="5569331" y="9525"/>
                </a:lnTo>
                <a:lnTo>
                  <a:pt x="5569331" y="0"/>
                </a:lnTo>
                <a:lnTo>
                  <a:pt x="5607431" y="0"/>
                </a:lnTo>
                <a:lnTo>
                  <a:pt x="5607431" y="9525"/>
                </a:lnTo>
                <a:close/>
              </a:path>
              <a:path w="6041390" h="1579245">
                <a:moveTo>
                  <a:pt x="5674106" y="9525"/>
                </a:moveTo>
                <a:lnTo>
                  <a:pt x="5636006" y="9525"/>
                </a:lnTo>
                <a:lnTo>
                  <a:pt x="5636006" y="0"/>
                </a:lnTo>
                <a:lnTo>
                  <a:pt x="5674106" y="0"/>
                </a:lnTo>
                <a:lnTo>
                  <a:pt x="5674106" y="9525"/>
                </a:lnTo>
                <a:close/>
              </a:path>
              <a:path w="6041390" h="1579245">
                <a:moveTo>
                  <a:pt x="5740781" y="9525"/>
                </a:moveTo>
                <a:lnTo>
                  <a:pt x="5702681" y="9525"/>
                </a:lnTo>
                <a:lnTo>
                  <a:pt x="5702681" y="0"/>
                </a:lnTo>
                <a:lnTo>
                  <a:pt x="5740781" y="0"/>
                </a:lnTo>
                <a:lnTo>
                  <a:pt x="5740781" y="9525"/>
                </a:lnTo>
                <a:close/>
              </a:path>
              <a:path w="6041390" h="1579245">
                <a:moveTo>
                  <a:pt x="5807456" y="9525"/>
                </a:moveTo>
                <a:lnTo>
                  <a:pt x="5769356" y="9525"/>
                </a:lnTo>
                <a:lnTo>
                  <a:pt x="5769356" y="0"/>
                </a:lnTo>
                <a:lnTo>
                  <a:pt x="5807456" y="0"/>
                </a:lnTo>
                <a:lnTo>
                  <a:pt x="5807456" y="9525"/>
                </a:lnTo>
                <a:close/>
              </a:path>
              <a:path w="6041390" h="1579245">
                <a:moveTo>
                  <a:pt x="5874131" y="9525"/>
                </a:moveTo>
                <a:lnTo>
                  <a:pt x="5836031" y="9525"/>
                </a:lnTo>
                <a:lnTo>
                  <a:pt x="5836031" y="0"/>
                </a:lnTo>
                <a:lnTo>
                  <a:pt x="5874131" y="0"/>
                </a:lnTo>
                <a:lnTo>
                  <a:pt x="5874131" y="9525"/>
                </a:lnTo>
                <a:close/>
              </a:path>
              <a:path w="6041390" h="1579245">
                <a:moveTo>
                  <a:pt x="5940806" y="9525"/>
                </a:moveTo>
                <a:lnTo>
                  <a:pt x="5902706" y="9525"/>
                </a:lnTo>
                <a:lnTo>
                  <a:pt x="5902706" y="0"/>
                </a:lnTo>
                <a:lnTo>
                  <a:pt x="5940806" y="0"/>
                </a:lnTo>
                <a:lnTo>
                  <a:pt x="5940806" y="9525"/>
                </a:lnTo>
                <a:close/>
              </a:path>
              <a:path w="6041390" h="1579245">
                <a:moveTo>
                  <a:pt x="6007481" y="9525"/>
                </a:moveTo>
                <a:lnTo>
                  <a:pt x="5969381" y="9525"/>
                </a:lnTo>
                <a:lnTo>
                  <a:pt x="5969381" y="0"/>
                </a:lnTo>
                <a:lnTo>
                  <a:pt x="6007481" y="0"/>
                </a:lnTo>
                <a:lnTo>
                  <a:pt x="6007481" y="9525"/>
                </a:lnTo>
                <a:close/>
              </a:path>
              <a:path w="6041390" h="1579245">
                <a:moveTo>
                  <a:pt x="6036348" y="9525"/>
                </a:moveTo>
                <a:lnTo>
                  <a:pt x="6036056" y="9525"/>
                </a:lnTo>
                <a:lnTo>
                  <a:pt x="6036056" y="0"/>
                </a:lnTo>
                <a:lnTo>
                  <a:pt x="6036348" y="0"/>
                </a:lnTo>
                <a:lnTo>
                  <a:pt x="6036348" y="9525"/>
                </a:lnTo>
                <a:close/>
              </a:path>
              <a:path w="6041390" h="1579245">
                <a:moveTo>
                  <a:pt x="6041110" y="42570"/>
                </a:moveTo>
                <a:lnTo>
                  <a:pt x="6031585" y="42570"/>
                </a:lnTo>
                <a:lnTo>
                  <a:pt x="6031585" y="4762"/>
                </a:lnTo>
                <a:lnTo>
                  <a:pt x="6036056" y="4762"/>
                </a:lnTo>
                <a:lnTo>
                  <a:pt x="6036056" y="9525"/>
                </a:lnTo>
                <a:lnTo>
                  <a:pt x="6041110" y="9525"/>
                </a:lnTo>
                <a:lnTo>
                  <a:pt x="6041110" y="42570"/>
                </a:lnTo>
                <a:close/>
              </a:path>
              <a:path w="6041390" h="1579245">
                <a:moveTo>
                  <a:pt x="6041110" y="9525"/>
                </a:moveTo>
                <a:lnTo>
                  <a:pt x="6036348" y="9525"/>
                </a:lnTo>
                <a:lnTo>
                  <a:pt x="6036348" y="4762"/>
                </a:lnTo>
                <a:lnTo>
                  <a:pt x="6041110" y="4762"/>
                </a:lnTo>
                <a:lnTo>
                  <a:pt x="6041110" y="9525"/>
                </a:lnTo>
                <a:close/>
              </a:path>
              <a:path w="6041390" h="1579245">
                <a:moveTo>
                  <a:pt x="6041110" y="109245"/>
                </a:moveTo>
                <a:lnTo>
                  <a:pt x="6031585" y="109245"/>
                </a:lnTo>
                <a:lnTo>
                  <a:pt x="6031585" y="71145"/>
                </a:lnTo>
                <a:lnTo>
                  <a:pt x="6041110" y="71145"/>
                </a:lnTo>
                <a:lnTo>
                  <a:pt x="6041110" y="109245"/>
                </a:lnTo>
                <a:close/>
              </a:path>
              <a:path w="6041390" h="1579245">
                <a:moveTo>
                  <a:pt x="6041110" y="175920"/>
                </a:moveTo>
                <a:lnTo>
                  <a:pt x="6031585" y="175920"/>
                </a:lnTo>
                <a:lnTo>
                  <a:pt x="6031585" y="137820"/>
                </a:lnTo>
                <a:lnTo>
                  <a:pt x="6041110" y="137820"/>
                </a:lnTo>
                <a:lnTo>
                  <a:pt x="6041110" y="175920"/>
                </a:lnTo>
                <a:close/>
              </a:path>
              <a:path w="6041390" h="1579245">
                <a:moveTo>
                  <a:pt x="6041110" y="242595"/>
                </a:moveTo>
                <a:lnTo>
                  <a:pt x="6031585" y="242595"/>
                </a:lnTo>
                <a:lnTo>
                  <a:pt x="6031585" y="204495"/>
                </a:lnTo>
                <a:lnTo>
                  <a:pt x="6041110" y="204495"/>
                </a:lnTo>
                <a:lnTo>
                  <a:pt x="6041110" y="242595"/>
                </a:lnTo>
                <a:close/>
              </a:path>
              <a:path w="6041390" h="1579245">
                <a:moveTo>
                  <a:pt x="6041110" y="309270"/>
                </a:moveTo>
                <a:lnTo>
                  <a:pt x="6031585" y="309270"/>
                </a:lnTo>
                <a:lnTo>
                  <a:pt x="6031585" y="271170"/>
                </a:lnTo>
                <a:lnTo>
                  <a:pt x="6041110" y="271170"/>
                </a:lnTo>
                <a:lnTo>
                  <a:pt x="6041110" y="309270"/>
                </a:lnTo>
                <a:close/>
              </a:path>
              <a:path w="6041390" h="1579245">
                <a:moveTo>
                  <a:pt x="6041110" y="375945"/>
                </a:moveTo>
                <a:lnTo>
                  <a:pt x="6031585" y="375945"/>
                </a:lnTo>
                <a:lnTo>
                  <a:pt x="6031585" y="337845"/>
                </a:lnTo>
                <a:lnTo>
                  <a:pt x="6041110" y="337845"/>
                </a:lnTo>
                <a:lnTo>
                  <a:pt x="6041110" y="375945"/>
                </a:lnTo>
                <a:close/>
              </a:path>
              <a:path w="6041390" h="1579245">
                <a:moveTo>
                  <a:pt x="6041110" y="442620"/>
                </a:moveTo>
                <a:lnTo>
                  <a:pt x="6031585" y="442620"/>
                </a:lnTo>
                <a:lnTo>
                  <a:pt x="6031585" y="404520"/>
                </a:lnTo>
                <a:lnTo>
                  <a:pt x="6041110" y="404520"/>
                </a:lnTo>
                <a:lnTo>
                  <a:pt x="6041110" y="442620"/>
                </a:lnTo>
                <a:close/>
              </a:path>
              <a:path w="6041390" h="1579245">
                <a:moveTo>
                  <a:pt x="6041110" y="509295"/>
                </a:moveTo>
                <a:lnTo>
                  <a:pt x="6031585" y="509295"/>
                </a:lnTo>
                <a:lnTo>
                  <a:pt x="6031585" y="471195"/>
                </a:lnTo>
                <a:lnTo>
                  <a:pt x="6041110" y="471195"/>
                </a:lnTo>
                <a:lnTo>
                  <a:pt x="6041110" y="509295"/>
                </a:lnTo>
                <a:close/>
              </a:path>
              <a:path w="6041390" h="1579245">
                <a:moveTo>
                  <a:pt x="6041110" y="575970"/>
                </a:moveTo>
                <a:lnTo>
                  <a:pt x="6031585" y="575970"/>
                </a:lnTo>
                <a:lnTo>
                  <a:pt x="6031585" y="537870"/>
                </a:lnTo>
                <a:lnTo>
                  <a:pt x="6041110" y="537870"/>
                </a:lnTo>
                <a:lnTo>
                  <a:pt x="6041110" y="575970"/>
                </a:lnTo>
                <a:close/>
              </a:path>
              <a:path w="6041390" h="1579245">
                <a:moveTo>
                  <a:pt x="6041110" y="642645"/>
                </a:moveTo>
                <a:lnTo>
                  <a:pt x="6031585" y="642645"/>
                </a:lnTo>
                <a:lnTo>
                  <a:pt x="6031585" y="604545"/>
                </a:lnTo>
                <a:lnTo>
                  <a:pt x="6041110" y="604545"/>
                </a:lnTo>
                <a:lnTo>
                  <a:pt x="6041110" y="642645"/>
                </a:lnTo>
                <a:close/>
              </a:path>
              <a:path w="6041390" h="1579245">
                <a:moveTo>
                  <a:pt x="6041110" y="709320"/>
                </a:moveTo>
                <a:lnTo>
                  <a:pt x="6031585" y="709320"/>
                </a:lnTo>
                <a:lnTo>
                  <a:pt x="6031585" y="671220"/>
                </a:lnTo>
                <a:lnTo>
                  <a:pt x="6041110" y="671220"/>
                </a:lnTo>
                <a:lnTo>
                  <a:pt x="6041110" y="709320"/>
                </a:lnTo>
                <a:close/>
              </a:path>
              <a:path w="6041390" h="1579245">
                <a:moveTo>
                  <a:pt x="6041110" y="775995"/>
                </a:moveTo>
                <a:lnTo>
                  <a:pt x="6031585" y="775995"/>
                </a:lnTo>
                <a:lnTo>
                  <a:pt x="6031585" y="737895"/>
                </a:lnTo>
                <a:lnTo>
                  <a:pt x="6041110" y="737895"/>
                </a:lnTo>
                <a:lnTo>
                  <a:pt x="6041110" y="775995"/>
                </a:lnTo>
                <a:close/>
              </a:path>
              <a:path w="6041390" h="1579245">
                <a:moveTo>
                  <a:pt x="6041110" y="842670"/>
                </a:moveTo>
                <a:lnTo>
                  <a:pt x="6031585" y="842670"/>
                </a:lnTo>
                <a:lnTo>
                  <a:pt x="6031585" y="804570"/>
                </a:lnTo>
                <a:lnTo>
                  <a:pt x="6041110" y="804570"/>
                </a:lnTo>
                <a:lnTo>
                  <a:pt x="6041110" y="842670"/>
                </a:lnTo>
                <a:close/>
              </a:path>
              <a:path w="6041390" h="1579245">
                <a:moveTo>
                  <a:pt x="6041110" y="909345"/>
                </a:moveTo>
                <a:lnTo>
                  <a:pt x="6031585" y="909345"/>
                </a:lnTo>
                <a:lnTo>
                  <a:pt x="6031585" y="871245"/>
                </a:lnTo>
                <a:lnTo>
                  <a:pt x="6041110" y="871245"/>
                </a:lnTo>
                <a:lnTo>
                  <a:pt x="6041110" y="909345"/>
                </a:lnTo>
                <a:close/>
              </a:path>
              <a:path w="6041390" h="1579245">
                <a:moveTo>
                  <a:pt x="6041110" y="976020"/>
                </a:moveTo>
                <a:lnTo>
                  <a:pt x="6031585" y="976020"/>
                </a:lnTo>
                <a:lnTo>
                  <a:pt x="6031585" y="937920"/>
                </a:lnTo>
                <a:lnTo>
                  <a:pt x="6041110" y="937920"/>
                </a:lnTo>
                <a:lnTo>
                  <a:pt x="6041110" y="976020"/>
                </a:lnTo>
                <a:close/>
              </a:path>
              <a:path w="6041390" h="1579245">
                <a:moveTo>
                  <a:pt x="6041110" y="1042695"/>
                </a:moveTo>
                <a:lnTo>
                  <a:pt x="6031585" y="1042695"/>
                </a:lnTo>
                <a:lnTo>
                  <a:pt x="6031585" y="1004595"/>
                </a:lnTo>
                <a:lnTo>
                  <a:pt x="6041110" y="1004595"/>
                </a:lnTo>
                <a:lnTo>
                  <a:pt x="6041110" y="1042695"/>
                </a:lnTo>
                <a:close/>
              </a:path>
              <a:path w="6041390" h="1579245">
                <a:moveTo>
                  <a:pt x="6041110" y="1109370"/>
                </a:moveTo>
                <a:lnTo>
                  <a:pt x="6031585" y="1109370"/>
                </a:lnTo>
                <a:lnTo>
                  <a:pt x="6031585" y="1071270"/>
                </a:lnTo>
                <a:lnTo>
                  <a:pt x="6041110" y="1071270"/>
                </a:lnTo>
                <a:lnTo>
                  <a:pt x="6041110" y="1109370"/>
                </a:lnTo>
                <a:close/>
              </a:path>
              <a:path w="6041390" h="1579245">
                <a:moveTo>
                  <a:pt x="6041110" y="1176045"/>
                </a:moveTo>
                <a:lnTo>
                  <a:pt x="6031585" y="1176045"/>
                </a:lnTo>
                <a:lnTo>
                  <a:pt x="6031585" y="1137945"/>
                </a:lnTo>
                <a:lnTo>
                  <a:pt x="6041110" y="1137945"/>
                </a:lnTo>
                <a:lnTo>
                  <a:pt x="6041110" y="1176045"/>
                </a:lnTo>
                <a:close/>
              </a:path>
              <a:path w="6041390" h="1579245">
                <a:moveTo>
                  <a:pt x="6041110" y="1242720"/>
                </a:moveTo>
                <a:lnTo>
                  <a:pt x="6031585" y="1242720"/>
                </a:lnTo>
                <a:lnTo>
                  <a:pt x="6031585" y="1204620"/>
                </a:lnTo>
                <a:lnTo>
                  <a:pt x="6041110" y="1204620"/>
                </a:lnTo>
                <a:lnTo>
                  <a:pt x="6041110" y="1242720"/>
                </a:lnTo>
                <a:close/>
              </a:path>
              <a:path w="6041390" h="1579245">
                <a:moveTo>
                  <a:pt x="6041110" y="1309395"/>
                </a:moveTo>
                <a:lnTo>
                  <a:pt x="6031585" y="1309395"/>
                </a:lnTo>
                <a:lnTo>
                  <a:pt x="6031585" y="1271295"/>
                </a:lnTo>
                <a:lnTo>
                  <a:pt x="6041110" y="1271295"/>
                </a:lnTo>
                <a:lnTo>
                  <a:pt x="6041110" y="1309395"/>
                </a:lnTo>
                <a:close/>
              </a:path>
              <a:path w="6041390" h="1579245">
                <a:moveTo>
                  <a:pt x="6041110" y="1376070"/>
                </a:moveTo>
                <a:lnTo>
                  <a:pt x="6031585" y="1376070"/>
                </a:lnTo>
                <a:lnTo>
                  <a:pt x="6031585" y="1337970"/>
                </a:lnTo>
                <a:lnTo>
                  <a:pt x="6041110" y="1337970"/>
                </a:lnTo>
                <a:lnTo>
                  <a:pt x="6041110" y="1376070"/>
                </a:lnTo>
                <a:close/>
              </a:path>
              <a:path w="6041390" h="1579245">
                <a:moveTo>
                  <a:pt x="6041110" y="1442745"/>
                </a:moveTo>
                <a:lnTo>
                  <a:pt x="6031585" y="1442745"/>
                </a:lnTo>
                <a:lnTo>
                  <a:pt x="6031585" y="1404645"/>
                </a:lnTo>
                <a:lnTo>
                  <a:pt x="6041110" y="1404645"/>
                </a:lnTo>
                <a:lnTo>
                  <a:pt x="6041110" y="1442745"/>
                </a:lnTo>
                <a:close/>
              </a:path>
              <a:path w="6041390" h="1579245">
                <a:moveTo>
                  <a:pt x="6041110" y="1509420"/>
                </a:moveTo>
                <a:lnTo>
                  <a:pt x="6031585" y="1509420"/>
                </a:lnTo>
                <a:lnTo>
                  <a:pt x="6031585" y="1471320"/>
                </a:lnTo>
                <a:lnTo>
                  <a:pt x="6041110" y="1471320"/>
                </a:lnTo>
                <a:lnTo>
                  <a:pt x="6041110" y="1509420"/>
                </a:lnTo>
                <a:close/>
              </a:path>
              <a:path w="6041390" h="1579245">
                <a:moveTo>
                  <a:pt x="6031585" y="1574418"/>
                </a:moveTo>
                <a:lnTo>
                  <a:pt x="6031585" y="1537995"/>
                </a:lnTo>
                <a:lnTo>
                  <a:pt x="6041110" y="1537995"/>
                </a:lnTo>
                <a:lnTo>
                  <a:pt x="6041110" y="1569656"/>
                </a:lnTo>
                <a:lnTo>
                  <a:pt x="6034684" y="1569656"/>
                </a:lnTo>
                <a:lnTo>
                  <a:pt x="6034684" y="1571320"/>
                </a:lnTo>
                <a:lnTo>
                  <a:pt x="6031585" y="1574418"/>
                </a:lnTo>
                <a:close/>
              </a:path>
              <a:path w="6041390" h="1579245">
                <a:moveTo>
                  <a:pt x="6034684" y="1571320"/>
                </a:moveTo>
                <a:lnTo>
                  <a:pt x="6034684" y="1569656"/>
                </a:lnTo>
                <a:lnTo>
                  <a:pt x="6036348" y="1569656"/>
                </a:lnTo>
                <a:lnTo>
                  <a:pt x="6034684" y="1571320"/>
                </a:lnTo>
                <a:close/>
              </a:path>
              <a:path w="6041390" h="1579245">
                <a:moveTo>
                  <a:pt x="6036348" y="1579181"/>
                </a:moveTo>
                <a:lnTo>
                  <a:pt x="6034684" y="1579181"/>
                </a:lnTo>
                <a:lnTo>
                  <a:pt x="6034684" y="1571320"/>
                </a:lnTo>
                <a:lnTo>
                  <a:pt x="6036348" y="1569656"/>
                </a:lnTo>
                <a:lnTo>
                  <a:pt x="6041110" y="1569656"/>
                </a:lnTo>
                <a:lnTo>
                  <a:pt x="6041110" y="1574418"/>
                </a:lnTo>
                <a:lnTo>
                  <a:pt x="6040882" y="1575892"/>
                </a:lnTo>
                <a:lnTo>
                  <a:pt x="6040208" y="1577225"/>
                </a:lnTo>
                <a:lnTo>
                  <a:pt x="6039154" y="1578279"/>
                </a:lnTo>
                <a:lnTo>
                  <a:pt x="6037821" y="1578952"/>
                </a:lnTo>
                <a:lnTo>
                  <a:pt x="6036348" y="1579181"/>
                </a:lnTo>
                <a:close/>
              </a:path>
              <a:path w="6041390" h="1579245">
                <a:moveTo>
                  <a:pt x="6006109" y="1579181"/>
                </a:moveTo>
                <a:lnTo>
                  <a:pt x="5968009" y="1579181"/>
                </a:lnTo>
                <a:lnTo>
                  <a:pt x="5968009" y="1569656"/>
                </a:lnTo>
                <a:lnTo>
                  <a:pt x="6006109" y="1569656"/>
                </a:lnTo>
                <a:lnTo>
                  <a:pt x="6006109" y="1579181"/>
                </a:lnTo>
                <a:close/>
              </a:path>
              <a:path w="6041390" h="1579245">
                <a:moveTo>
                  <a:pt x="5939434" y="1579181"/>
                </a:moveTo>
                <a:lnTo>
                  <a:pt x="5901334" y="1579181"/>
                </a:lnTo>
                <a:lnTo>
                  <a:pt x="5901334" y="1569656"/>
                </a:lnTo>
                <a:lnTo>
                  <a:pt x="5939434" y="1569656"/>
                </a:lnTo>
                <a:lnTo>
                  <a:pt x="5939434" y="1579181"/>
                </a:lnTo>
                <a:close/>
              </a:path>
              <a:path w="6041390" h="1579245">
                <a:moveTo>
                  <a:pt x="5872759" y="1579181"/>
                </a:moveTo>
                <a:lnTo>
                  <a:pt x="5834659" y="1579181"/>
                </a:lnTo>
                <a:lnTo>
                  <a:pt x="5834659" y="1569656"/>
                </a:lnTo>
                <a:lnTo>
                  <a:pt x="5872759" y="1569656"/>
                </a:lnTo>
                <a:lnTo>
                  <a:pt x="5872759" y="1579181"/>
                </a:lnTo>
                <a:close/>
              </a:path>
              <a:path w="6041390" h="1579245">
                <a:moveTo>
                  <a:pt x="5806084" y="1579181"/>
                </a:moveTo>
                <a:lnTo>
                  <a:pt x="5767984" y="1579181"/>
                </a:lnTo>
                <a:lnTo>
                  <a:pt x="5767984" y="1569656"/>
                </a:lnTo>
                <a:lnTo>
                  <a:pt x="5806084" y="1569656"/>
                </a:lnTo>
                <a:lnTo>
                  <a:pt x="5806084" y="1579181"/>
                </a:lnTo>
                <a:close/>
              </a:path>
              <a:path w="6041390" h="1579245">
                <a:moveTo>
                  <a:pt x="5739409" y="1579181"/>
                </a:moveTo>
                <a:lnTo>
                  <a:pt x="5701309" y="1579181"/>
                </a:lnTo>
                <a:lnTo>
                  <a:pt x="5701309" y="1569656"/>
                </a:lnTo>
                <a:lnTo>
                  <a:pt x="5739409" y="1569656"/>
                </a:lnTo>
                <a:lnTo>
                  <a:pt x="5739409" y="1579181"/>
                </a:lnTo>
                <a:close/>
              </a:path>
              <a:path w="6041390" h="1579245">
                <a:moveTo>
                  <a:pt x="5672734" y="1579181"/>
                </a:moveTo>
                <a:lnTo>
                  <a:pt x="5634634" y="1579181"/>
                </a:lnTo>
                <a:lnTo>
                  <a:pt x="5634634" y="1569656"/>
                </a:lnTo>
                <a:lnTo>
                  <a:pt x="5672734" y="1569656"/>
                </a:lnTo>
                <a:lnTo>
                  <a:pt x="5672734" y="1579181"/>
                </a:lnTo>
                <a:close/>
              </a:path>
              <a:path w="6041390" h="1579245">
                <a:moveTo>
                  <a:pt x="5606059" y="1579181"/>
                </a:moveTo>
                <a:lnTo>
                  <a:pt x="5567959" y="1579181"/>
                </a:lnTo>
                <a:lnTo>
                  <a:pt x="5567959" y="1569656"/>
                </a:lnTo>
                <a:lnTo>
                  <a:pt x="5606059" y="1569656"/>
                </a:lnTo>
                <a:lnTo>
                  <a:pt x="5606059" y="1579181"/>
                </a:lnTo>
                <a:close/>
              </a:path>
              <a:path w="6041390" h="1579245">
                <a:moveTo>
                  <a:pt x="5539384" y="1579181"/>
                </a:moveTo>
                <a:lnTo>
                  <a:pt x="5501284" y="1579181"/>
                </a:lnTo>
                <a:lnTo>
                  <a:pt x="5501284" y="1569656"/>
                </a:lnTo>
                <a:lnTo>
                  <a:pt x="5539384" y="1569656"/>
                </a:lnTo>
                <a:lnTo>
                  <a:pt x="5539384" y="1579181"/>
                </a:lnTo>
                <a:close/>
              </a:path>
              <a:path w="6041390" h="1579245">
                <a:moveTo>
                  <a:pt x="5472709" y="1579181"/>
                </a:moveTo>
                <a:lnTo>
                  <a:pt x="5434609" y="1579181"/>
                </a:lnTo>
                <a:lnTo>
                  <a:pt x="5434609" y="1569656"/>
                </a:lnTo>
                <a:lnTo>
                  <a:pt x="5472709" y="1569656"/>
                </a:lnTo>
                <a:lnTo>
                  <a:pt x="5472709" y="1579181"/>
                </a:lnTo>
                <a:close/>
              </a:path>
              <a:path w="6041390" h="1579245">
                <a:moveTo>
                  <a:pt x="5406034" y="1579181"/>
                </a:moveTo>
                <a:lnTo>
                  <a:pt x="5367934" y="1579181"/>
                </a:lnTo>
                <a:lnTo>
                  <a:pt x="5367934" y="1569656"/>
                </a:lnTo>
                <a:lnTo>
                  <a:pt x="5406034" y="1569656"/>
                </a:lnTo>
                <a:lnTo>
                  <a:pt x="5406034" y="1579181"/>
                </a:lnTo>
                <a:close/>
              </a:path>
              <a:path w="6041390" h="1579245">
                <a:moveTo>
                  <a:pt x="5339359" y="1579181"/>
                </a:moveTo>
                <a:lnTo>
                  <a:pt x="5301259" y="1579181"/>
                </a:lnTo>
                <a:lnTo>
                  <a:pt x="5301259" y="1569656"/>
                </a:lnTo>
                <a:lnTo>
                  <a:pt x="5339359" y="1569656"/>
                </a:lnTo>
                <a:lnTo>
                  <a:pt x="5339359" y="1579181"/>
                </a:lnTo>
                <a:close/>
              </a:path>
              <a:path w="6041390" h="1579245">
                <a:moveTo>
                  <a:pt x="5272684" y="1579181"/>
                </a:moveTo>
                <a:lnTo>
                  <a:pt x="5234584" y="1579181"/>
                </a:lnTo>
                <a:lnTo>
                  <a:pt x="5234584" y="1569656"/>
                </a:lnTo>
                <a:lnTo>
                  <a:pt x="5272684" y="1569656"/>
                </a:lnTo>
                <a:lnTo>
                  <a:pt x="5272684" y="1579181"/>
                </a:lnTo>
                <a:close/>
              </a:path>
              <a:path w="6041390" h="1579245">
                <a:moveTo>
                  <a:pt x="5206009" y="1579181"/>
                </a:moveTo>
                <a:lnTo>
                  <a:pt x="5167909" y="1579181"/>
                </a:lnTo>
                <a:lnTo>
                  <a:pt x="5167909" y="1569656"/>
                </a:lnTo>
                <a:lnTo>
                  <a:pt x="5206009" y="1569656"/>
                </a:lnTo>
                <a:lnTo>
                  <a:pt x="5206009" y="1579181"/>
                </a:lnTo>
                <a:close/>
              </a:path>
              <a:path w="6041390" h="1579245">
                <a:moveTo>
                  <a:pt x="5139334" y="1579181"/>
                </a:moveTo>
                <a:lnTo>
                  <a:pt x="5101234" y="1579181"/>
                </a:lnTo>
                <a:lnTo>
                  <a:pt x="5101234" y="1569656"/>
                </a:lnTo>
                <a:lnTo>
                  <a:pt x="5139334" y="1569656"/>
                </a:lnTo>
                <a:lnTo>
                  <a:pt x="5139334" y="1579181"/>
                </a:lnTo>
                <a:close/>
              </a:path>
              <a:path w="6041390" h="1579245">
                <a:moveTo>
                  <a:pt x="5072659" y="1579181"/>
                </a:moveTo>
                <a:lnTo>
                  <a:pt x="5034559" y="1579181"/>
                </a:lnTo>
                <a:lnTo>
                  <a:pt x="5034559" y="1569656"/>
                </a:lnTo>
                <a:lnTo>
                  <a:pt x="5072659" y="1569656"/>
                </a:lnTo>
                <a:lnTo>
                  <a:pt x="5072659" y="1579181"/>
                </a:lnTo>
                <a:close/>
              </a:path>
              <a:path w="6041390" h="1579245">
                <a:moveTo>
                  <a:pt x="5005984" y="1579181"/>
                </a:moveTo>
                <a:lnTo>
                  <a:pt x="4967884" y="1579181"/>
                </a:lnTo>
                <a:lnTo>
                  <a:pt x="4967884" y="1569656"/>
                </a:lnTo>
                <a:lnTo>
                  <a:pt x="5005984" y="1569656"/>
                </a:lnTo>
                <a:lnTo>
                  <a:pt x="5005984" y="1579181"/>
                </a:lnTo>
                <a:close/>
              </a:path>
              <a:path w="6041390" h="1579245">
                <a:moveTo>
                  <a:pt x="4939309" y="1579181"/>
                </a:moveTo>
                <a:lnTo>
                  <a:pt x="4901209" y="1579181"/>
                </a:lnTo>
                <a:lnTo>
                  <a:pt x="4901209" y="1569656"/>
                </a:lnTo>
                <a:lnTo>
                  <a:pt x="4939309" y="1569656"/>
                </a:lnTo>
                <a:lnTo>
                  <a:pt x="4939309" y="1579181"/>
                </a:lnTo>
                <a:close/>
              </a:path>
              <a:path w="6041390" h="1579245">
                <a:moveTo>
                  <a:pt x="4872634" y="1579181"/>
                </a:moveTo>
                <a:lnTo>
                  <a:pt x="4834534" y="1579181"/>
                </a:lnTo>
                <a:lnTo>
                  <a:pt x="4834534" y="1569656"/>
                </a:lnTo>
                <a:lnTo>
                  <a:pt x="4872634" y="1569656"/>
                </a:lnTo>
                <a:lnTo>
                  <a:pt x="4872634" y="1579181"/>
                </a:lnTo>
                <a:close/>
              </a:path>
              <a:path w="6041390" h="1579245">
                <a:moveTo>
                  <a:pt x="4805959" y="1579181"/>
                </a:moveTo>
                <a:lnTo>
                  <a:pt x="4767859" y="1579181"/>
                </a:lnTo>
                <a:lnTo>
                  <a:pt x="4767859" y="1569656"/>
                </a:lnTo>
                <a:lnTo>
                  <a:pt x="4805959" y="1569656"/>
                </a:lnTo>
                <a:lnTo>
                  <a:pt x="4805959" y="1579181"/>
                </a:lnTo>
                <a:close/>
              </a:path>
              <a:path w="6041390" h="1579245">
                <a:moveTo>
                  <a:pt x="4739284" y="1579181"/>
                </a:moveTo>
                <a:lnTo>
                  <a:pt x="4701184" y="1579181"/>
                </a:lnTo>
                <a:lnTo>
                  <a:pt x="4701184" y="1569656"/>
                </a:lnTo>
                <a:lnTo>
                  <a:pt x="4739284" y="1569656"/>
                </a:lnTo>
                <a:lnTo>
                  <a:pt x="4739284" y="1579181"/>
                </a:lnTo>
                <a:close/>
              </a:path>
              <a:path w="6041390" h="1579245">
                <a:moveTo>
                  <a:pt x="4672609" y="1579181"/>
                </a:moveTo>
                <a:lnTo>
                  <a:pt x="4634509" y="1579181"/>
                </a:lnTo>
                <a:lnTo>
                  <a:pt x="4634509" y="1569656"/>
                </a:lnTo>
                <a:lnTo>
                  <a:pt x="4672609" y="1569656"/>
                </a:lnTo>
                <a:lnTo>
                  <a:pt x="4672609" y="1579181"/>
                </a:lnTo>
                <a:close/>
              </a:path>
              <a:path w="6041390" h="1579245">
                <a:moveTo>
                  <a:pt x="4605934" y="1579181"/>
                </a:moveTo>
                <a:lnTo>
                  <a:pt x="4567834" y="1579181"/>
                </a:lnTo>
                <a:lnTo>
                  <a:pt x="4567834" y="1569656"/>
                </a:lnTo>
                <a:lnTo>
                  <a:pt x="4605934" y="1569656"/>
                </a:lnTo>
                <a:lnTo>
                  <a:pt x="4605934" y="1579181"/>
                </a:lnTo>
                <a:close/>
              </a:path>
              <a:path w="6041390" h="1579245">
                <a:moveTo>
                  <a:pt x="4539259" y="1579181"/>
                </a:moveTo>
                <a:lnTo>
                  <a:pt x="4501159" y="1579181"/>
                </a:lnTo>
                <a:lnTo>
                  <a:pt x="4501159" y="1569656"/>
                </a:lnTo>
                <a:lnTo>
                  <a:pt x="4539259" y="1569656"/>
                </a:lnTo>
                <a:lnTo>
                  <a:pt x="4539259" y="1579181"/>
                </a:lnTo>
                <a:close/>
              </a:path>
              <a:path w="6041390" h="1579245">
                <a:moveTo>
                  <a:pt x="4472584" y="1579181"/>
                </a:moveTo>
                <a:lnTo>
                  <a:pt x="4434484" y="1579181"/>
                </a:lnTo>
                <a:lnTo>
                  <a:pt x="4434484" y="1569656"/>
                </a:lnTo>
                <a:lnTo>
                  <a:pt x="4472584" y="1569656"/>
                </a:lnTo>
                <a:lnTo>
                  <a:pt x="4472584" y="1579181"/>
                </a:lnTo>
                <a:close/>
              </a:path>
              <a:path w="6041390" h="1579245">
                <a:moveTo>
                  <a:pt x="4405909" y="1579181"/>
                </a:moveTo>
                <a:lnTo>
                  <a:pt x="4367809" y="1579181"/>
                </a:lnTo>
                <a:lnTo>
                  <a:pt x="4367809" y="1569656"/>
                </a:lnTo>
                <a:lnTo>
                  <a:pt x="4405909" y="1569656"/>
                </a:lnTo>
                <a:lnTo>
                  <a:pt x="4405909" y="1579181"/>
                </a:lnTo>
                <a:close/>
              </a:path>
              <a:path w="6041390" h="1579245">
                <a:moveTo>
                  <a:pt x="4339234" y="1579181"/>
                </a:moveTo>
                <a:lnTo>
                  <a:pt x="4301134" y="1579181"/>
                </a:lnTo>
                <a:lnTo>
                  <a:pt x="4301134" y="1569656"/>
                </a:lnTo>
                <a:lnTo>
                  <a:pt x="4339234" y="1569656"/>
                </a:lnTo>
                <a:lnTo>
                  <a:pt x="4339234" y="1579181"/>
                </a:lnTo>
                <a:close/>
              </a:path>
              <a:path w="6041390" h="1579245">
                <a:moveTo>
                  <a:pt x="4272559" y="1579181"/>
                </a:moveTo>
                <a:lnTo>
                  <a:pt x="4234459" y="1579181"/>
                </a:lnTo>
                <a:lnTo>
                  <a:pt x="4234459" y="1569656"/>
                </a:lnTo>
                <a:lnTo>
                  <a:pt x="4272559" y="1569656"/>
                </a:lnTo>
                <a:lnTo>
                  <a:pt x="4272559" y="1579181"/>
                </a:lnTo>
                <a:close/>
              </a:path>
              <a:path w="6041390" h="1579245">
                <a:moveTo>
                  <a:pt x="4205884" y="1579181"/>
                </a:moveTo>
                <a:lnTo>
                  <a:pt x="4167784" y="1579181"/>
                </a:lnTo>
                <a:lnTo>
                  <a:pt x="4167784" y="1569656"/>
                </a:lnTo>
                <a:lnTo>
                  <a:pt x="4205884" y="1569656"/>
                </a:lnTo>
                <a:lnTo>
                  <a:pt x="4205884" y="1579181"/>
                </a:lnTo>
                <a:close/>
              </a:path>
              <a:path w="6041390" h="1579245">
                <a:moveTo>
                  <a:pt x="4139209" y="1579181"/>
                </a:moveTo>
                <a:lnTo>
                  <a:pt x="4101109" y="1579181"/>
                </a:lnTo>
                <a:lnTo>
                  <a:pt x="4101109" y="1569656"/>
                </a:lnTo>
                <a:lnTo>
                  <a:pt x="4139209" y="1569656"/>
                </a:lnTo>
                <a:lnTo>
                  <a:pt x="4139209" y="1579181"/>
                </a:lnTo>
                <a:close/>
              </a:path>
              <a:path w="6041390" h="1579245">
                <a:moveTo>
                  <a:pt x="4072534" y="1579181"/>
                </a:moveTo>
                <a:lnTo>
                  <a:pt x="4034434" y="1579181"/>
                </a:lnTo>
                <a:lnTo>
                  <a:pt x="4034434" y="1569656"/>
                </a:lnTo>
                <a:lnTo>
                  <a:pt x="4072534" y="1569656"/>
                </a:lnTo>
                <a:lnTo>
                  <a:pt x="4072534" y="1579181"/>
                </a:lnTo>
                <a:close/>
              </a:path>
              <a:path w="6041390" h="1579245">
                <a:moveTo>
                  <a:pt x="4005859" y="1579181"/>
                </a:moveTo>
                <a:lnTo>
                  <a:pt x="3967759" y="1579181"/>
                </a:lnTo>
                <a:lnTo>
                  <a:pt x="3967759" y="1569656"/>
                </a:lnTo>
                <a:lnTo>
                  <a:pt x="4005859" y="1569656"/>
                </a:lnTo>
                <a:lnTo>
                  <a:pt x="4005859" y="1579181"/>
                </a:lnTo>
                <a:close/>
              </a:path>
              <a:path w="6041390" h="1579245">
                <a:moveTo>
                  <a:pt x="3939184" y="1579181"/>
                </a:moveTo>
                <a:lnTo>
                  <a:pt x="3901084" y="1579181"/>
                </a:lnTo>
                <a:lnTo>
                  <a:pt x="3901084" y="1569656"/>
                </a:lnTo>
                <a:lnTo>
                  <a:pt x="3939184" y="1569656"/>
                </a:lnTo>
                <a:lnTo>
                  <a:pt x="3939184" y="1579181"/>
                </a:lnTo>
                <a:close/>
              </a:path>
              <a:path w="6041390" h="1579245">
                <a:moveTo>
                  <a:pt x="3872509" y="1579181"/>
                </a:moveTo>
                <a:lnTo>
                  <a:pt x="3834409" y="1579181"/>
                </a:lnTo>
                <a:lnTo>
                  <a:pt x="3834409" y="1569656"/>
                </a:lnTo>
                <a:lnTo>
                  <a:pt x="3872509" y="1569656"/>
                </a:lnTo>
                <a:lnTo>
                  <a:pt x="3872509" y="1579181"/>
                </a:lnTo>
                <a:close/>
              </a:path>
              <a:path w="6041390" h="1579245">
                <a:moveTo>
                  <a:pt x="3805834" y="1579181"/>
                </a:moveTo>
                <a:lnTo>
                  <a:pt x="3767734" y="1579181"/>
                </a:lnTo>
                <a:lnTo>
                  <a:pt x="3767734" y="1569656"/>
                </a:lnTo>
                <a:lnTo>
                  <a:pt x="3805834" y="1569656"/>
                </a:lnTo>
                <a:lnTo>
                  <a:pt x="3805834" y="1579181"/>
                </a:lnTo>
                <a:close/>
              </a:path>
              <a:path w="6041390" h="1579245">
                <a:moveTo>
                  <a:pt x="3739159" y="1579181"/>
                </a:moveTo>
                <a:lnTo>
                  <a:pt x="3701059" y="1579181"/>
                </a:lnTo>
                <a:lnTo>
                  <a:pt x="3701059" y="1569656"/>
                </a:lnTo>
                <a:lnTo>
                  <a:pt x="3739159" y="1569656"/>
                </a:lnTo>
                <a:lnTo>
                  <a:pt x="3739159" y="1579181"/>
                </a:lnTo>
                <a:close/>
              </a:path>
              <a:path w="6041390" h="1579245">
                <a:moveTo>
                  <a:pt x="3672484" y="1579181"/>
                </a:moveTo>
                <a:lnTo>
                  <a:pt x="3634384" y="1579181"/>
                </a:lnTo>
                <a:lnTo>
                  <a:pt x="3634384" y="1569656"/>
                </a:lnTo>
                <a:lnTo>
                  <a:pt x="3672484" y="1569656"/>
                </a:lnTo>
                <a:lnTo>
                  <a:pt x="3672484" y="1579181"/>
                </a:lnTo>
                <a:close/>
              </a:path>
              <a:path w="6041390" h="1579245">
                <a:moveTo>
                  <a:pt x="3605809" y="1579181"/>
                </a:moveTo>
                <a:lnTo>
                  <a:pt x="3567709" y="1579181"/>
                </a:lnTo>
                <a:lnTo>
                  <a:pt x="3567709" y="1569656"/>
                </a:lnTo>
                <a:lnTo>
                  <a:pt x="3605809" y="1569656"/>
                </a:lnTo>
                <a:lnTo>
                  <a:pt x="3605809" y="1579181"/>
                </a:lnTo>
                <a:close/>
              </a:path>
              <a:path w="6041390" h="1579245">
                <a:moveTo>
                  <a:pt x="3539134" y="1579181"/>
                </a:moveTo>
                <a:lnTo>
                  <a:pt x="3501034" y="1579181"/>
                </a:lnTo>
                <a:lnTo>
                  <a:pt x="3501034" y="1569656"/>
                </a:lnTo>
                <a:lnTo>
                  <a:pt x="3539134" y="1569656"/>
                </a:lnTo>
                <a:lnTo>
                  <a:pt x="3539134" y="1579181"/>
                </a:lnTo>
                <a:close/>
              </a:path>
              <a:path w="6041390" h="1579245">
                <a:moveTo>
                  <a:pt x="3472459" y="1579181"/>
                </a:moveTo>
                <a:lnTo>
                  <a:pt x="3434359" y="1579181"/>
                </a:lnTo>
                <a:lnTo>
                  <a:pt x="3434359" y="1569656"/>
                </a:lnTo>
                <a:lnTo>
                  <a:pt x="3472459" y="1569656"/>
                </a:lnTo>
                <a:lnTo>
                  <a:pt x="3472459" y="1579181"/>
                </a:lnTo>
                <a:close/>
              </a:path>
              <a:path w="6041390" h="1579245">
                <a:moveTo>
                  <a:pt x="3405784" y="1579181"/>
                </a:moveTo>
                <a:lnTo>
                  <a:pt x="3367684" y="1579181"/>
                </a:lnTo>
                <a:lnTo>
                  <a:pt x="3367684" y="1569656"/>
                </a:lnTo>
                <a:lnTo>
                  <a:pt x="3405784" y="1569656"/>
                </a:lnTo>
                <a:lnTo>
                  <a:pt x="3405784" y="1579181"/>
                </a:lnTo>
                <a:close/>
              </a:path>
              <a:path w="6041390" h="1579245">
                <a:moveTo>
                  <a:pt x="3339109" y="1579181"/>
                </a:moveTo>
                <a:lnTo>
                  <a:pt x="3301009" y="1579181"/>
                </a:lnTo>
                <a:lnTo>
                  <a:pt x="3301009" y="1569656"/>
                </a:lnTo>
                <a:lnTo>
                  <a:pt x="3339109" y="1569656"/>
                </a:lnTo>
                <a:lnTo>
                  <a:pt x="3339109" y="1579181"/>
                </a:lnTo>
                <a:close/>
              </a:path>
              <a:path w="6041390" h="1579245">
                <a:moveTo>
                  <a:pt x="3272434" y="1579181"/>
                </a:moveTo>
                <a:lnTo>
                  <a:pt x="3234334" y="1579181"/>
                </a:lnTo>
                <a:lnTo>
                  <a:pt x="3234334" y="1569656"/>
                </a:lnTo>
                <a:lnTo>
                  <a:pt x="3272434" y="1569656"/>
                </a:lnTo>
                <a:lnTo>
                  <a:pt x="3272434" y="1579181"/>
                </a:lnTo>
                <a:close/>
              </a:path>
              <a:path w="6041390" h="1579245">
                <a:moveTo>
                  <a:pt x="3205759" y="1579181"/>
                </a:moveTo>
                <a:lnTo>
                  <a:pt x="3167659" y="1579181"/>
                </a:lnTo>
                <a:lnTo>
                  <a:pt x="3167659" y="1569656"/>
                </a:lnTo>
                <a:lnTo>
                  <a:pt x="3205759" y="1569656"/>
                </a:lnTo>
                <a:lnTo>
                  <a:pt x="3205759" y="1579181"/>
                </a:lnTo>
                <a:close/>
              </a:path>
              <a:path w="6041390" h="1579245">
                <a:moveTo>
                  <a:pt x="3139084" y="1579181"/>
                </a:moveTo>
                <a:lnTo>
                  <a:pt x="3100984" y="1579181"/>
                </a:lnTo>
                <a:lnTo>
                  <a:pt x="3100984" y="1569656"/>
                </a:lnTo>
                <a:lnTo>
                  <a:pt x="3139084" y="1569656"/>
                </a:lnTo>
                <a:lnTo>
                  <a:pt x="3139084" y="1579181"/>
                </a:lnTo>
                <a:close/>
              </a:path>
              <a:path w="6041390" h="1579245">
                <a:moveTo>
                  <a:pt x="3072409" y="1579181"/>
                </a:moveTo>
                <a:lnTo>
                  <a:pt x="3034309" y="1579181"/>
                </a:lnTo>
                <a:lnTo>
                  <a:pt x="3034309" y="1569656"/>
                </a:lnTo>
                <a:lnTo>
                  <a:pt x="3072409" y="1569656"/>
                </a:lnTo>
                <a:lnTo>
                  <a:pt x="3072409" y="1579181"/>
                </a:lnTo>
                <a:close/>
              </a:path>
              <a:path w="6041390" h="1579245">
                <a:moveTo>
                  <a:pt x="3005734" y="1579181"/>
                </a:moveTo>
                <a:lnTo>
                  <a:pt x="2967634" y="1579181"/>
                </a:lnTo>
                <a:lnTo>
                  <a:pt x="2967634" y="1569656"/>
                </a:lnTo>
                <a:lnTo>
                  <a:pt x="3005734" y="1569656"/>
                </a:lnTo>
                <a:lnTo>
                  <a:pt x="3005734" y="1579181"/>
                </a:lnTo>
                <a:close/>
              </a:path>
              <a:path w="6041390" h="1579245">
                <a:moveTo>
                  <a:pt x="2939059" y="1579181"/>
                </a:moveTo>
                <a:lnTo>
                  <a:pt x="2900959" y="1579181"/>
                </a:lnTo>
                <a:lnTo>
                  <a:pt x="2900959" y="1569656"/>
                </a:lnTo>
                <a:lnTo>
                  <a:pt x="2939059" y="1569656"/>
                </a:lnTo>
                <a:lnTo>
                  <a:pt x="2939059" y="1579181"/>
                </a:lnTo>
                <a:close/>
              </a:path>
              <a:path w="6041390" h="1579245">
                <a:moveTo>
                  <a:pt x="2872384" y="1579181"/>
                </a:moveTo>
                <a:lnTo>
                  <a:pt x="2834284" y="1579181"/>
                </a:lnTo>
                <a:lnTo>
                  <a:pt x="2834284" y="1569656"/>
                </a:lnTo>
                <a:lnTo>
                  <a:pt x="2872384" y="1569656"/>
                </a:lnTo>
                <a:lnTo>
                  <a:pt x="2872384" y="1579181"/>
                </a:lnTo>
                <a:close/>
              </a:path>
              <a:path w="6041390" h="1579245">
                <a:moveTo>
                  <a:pt x="2805709" y="1579181"/>
                </a:moveTo>
                <a:lnTo>
                  <a:pt x="2767609" y="1579181"/>
                </a:lnTo>
                <a:lnTo>
                  <a:pt x="2767609" y="1569656"/>
                </a:lnTo>
                <a:lnTo>
                  <a:pt x="2805709" y="1569656"/>
                </a:lnTo>
                <a:lnTo>
                  <a:pt x="2805709" y="1579181"/>
                </a:lnTo>
                <a:close/>
              </a:path>
              <a:path w="6041390" h="1579245">
                <a:moveTo>
                  <a:pt x="2739034" y="1579181"/>
                </a:moveTo>
                <a:lnTo>
                  <a:pt x="2700934" y="1579181"/>
                </a:lnTo>
                <a:lnTo>
                  <a:pt x="2700934" y="1569656"/>
                </a:lnTo>
                <a:lnTo>
                  <a:pt x="2739034" y="1569656"/>
                </a:lnTo>
                <a:lnTo>
                  <a:pt x="2739034" y="1579181"/>
                </a:lnTo>
                <a:close/>
              </a:path>
              <a:path w="6041390" h="1579245">
                <a:moveTo>
                  <a:pt x="2672359" y="1579181"/>
                </a:moveTo>
                <a:lnTo>
                  <a:pt x="2634259" y="1579181"/>
                </a:lnTo>
                <a:lnTo>
                  <a:pt x="2634259" y="1569656"/>
                </a:lnTo>
                <a:lnTo>
                  <a:pt x="2672359" y="1569656"/>
                </a:lnTo>
                <a:lnTo>
                  <a:pt x="2672359" y="1579181"/>
                </a:lnTo>
                <a:close/>
              </a:path>
              <a:path w="6041390" h="1579245">
                <a:moveTo>
                  <a:pt x="2605684" y="1579181"/>
                </a:moveTo>
                <a:lnTo>
                  <a:pt x="2567584" y="1579181"/>
                </a:lnTo>
                <a:lnTo>
                  <a:pt x="2567584" y="1569656"/>
                </a:lnTo>
                <a:lnTo>
                  <a:pt x="2605684" y="1569656"/>
                </a:lnTo>
                <a:lnTo>
                  <a:pt x="2605684" y="1579181"/>
                </a:lnTo>
                <a:close/>
              </a:path>
              <a:path w="6041390" h="1579245">
                <a:moveTo>
                  <a:pt x="2539009" y="1579181"/>
                </a:moveTo>
                <a:lnTo>
                  <a:pt x="2500909" y="1579181"/>
                </a:lnTo>
                <a:lnTo>
                  <a:pt x="2500909" y="1569656"/>
                </a:lnTo>
                <a:lnTo>
                  <a:pt x="2539009" y="1569656"/>
                </a:lnTo>
                <a:lnTo>
                  <a:pt x="2539009" y="1579181"/>
                </a:lnTo>
                <a:close/>
              </a:path>
              <a:path w="6041390" h="1579245">
                <a:moveTo>
                  <a:pt x="2472334" y="1579181"/>
                </a:moveTo>
                <a:lnTo>
                  <a:pt x="2434234" y="1579181"/>
                </a:lnTo>
                <a:lnTo>
                  <a:pt x="2434234" y="1569656"/>
                </a:lnTo>
                <a:lnTo>
                  <a:pt x="2472334" y="1569656"/>
                </a:lnTo>
                <a:lnTo>
                  <a:pt x="2472334" y="1579181"/>
                </a:lnTo>
                <a:close/>
              </a:path>
              <a:path w="6041390" h="1579245">
                <a:moveTo>
                  <a:pt x="2405659" y="1579181"/>
                </a:moveTo>
                <a:lnTo>
                  <a:pt x="2367559" y="1579181"/>
                </a:lnTo>
                <a:lnTo>
                  <a:pt x="2367559" y="1569656"/>
                </a:lnTo>
                <a:lnTo>
                  <a:pt x="2405659" y="1569656"/>
                </a:lnTo>
                <a:lnTo>
                  <a:pt x="2405659" y="1579181"/>
                </a:lnTo>
                <a:close/>
              </a:path>
              <a:path w="6041390" h="1579245">
                <a:moveTo>
                  <a:pt x="2338984" y="1579181"/>
                </a:moveTo>
                <a:lnTo>
                  <a:pt x="2300884" y="1579181"/>
                </a:lnTo>
                <a:lnTo>
                  <a:pt x="2300884" y="1569656"/>
                </a:lnTo>
                <a:lnTo>
                  <a:pt x="2338984" y="1569656"/>
                </a:lnTo>
                <a:lnTo>
                  <a:pt x="2338984" y="1579181"/>
                </a:lnTo>
                <a:close/>
              </a:path>
              <a:path w="6041390" h="1579245">
                <a:moveTo>
                  <a:pt x="2272309" y="1579181"/>
                </a:moveTo>
                <a:lnTo>
                  <a:pt x="2234209" y="1579181"/>
                </a:lnTo>
                <a:lnTo>
                  <a:pt x="2234209" y="1569656"/>
                </a:lnTo>
                <a:lnTo>
                  <a:pt x="2272309" y="1569656"/>
                </a:lnTo>
                <a:lnTo>
                  <a:pt x="2272309" y="1579181"/>
                </a:lnTo>
                <a:close/>
              </a:path>
              <a:path w="6041390" h="1579245">
                <a:moveTo>
                  <a:pt x="2205634" y="1579181"/>
                </a:moveTo>
                <a:lnTo>
                  <a:pt x="2167534" y="1579181"/>
                </a:lnTo>
                <a:lnTo>
                  <a:pt x="2167534" y="1569656"/>
                </a:lnTo>
                <a:lnTo>
                  <a:pt x="2205634" y="1569656"/>
                </a:lnTo>
                <a:lnTo>
                  <a:pt x="2205634" y="1579181"/>
                </a:lnTo>
                <a:close/>
              </a:path>
              <a:path w="6041390" h="1579245">
                <a:moveTo>
                  <a:pt x="2138959" y="1579181"/>
                </a:moveTo>
                <a:lnTo>
                  <a:pt x="2100859" y="1579181"/>
                </a:lnTo>
                <a:lnTo>
                  <a:pt x="2100859" y="1569656"/>
                </a:lnTo>
                <a:lnTo>
                  <a:pt x="2138959" y="1569656"/>
                </a:lnTo>
                <a:lnTo>
                  <a:pt x="2138959" y="1579181"/>
                </a:lnTo>
                <a:close/>
              </a:path>
              <a:path w="6041390" h="1579245">
                <a:moveTo>
                  <a:pt x="2072284" y="1579181"/>
                </a:moveTo>
                <a:lnTo>
                  <a:pt x="2034184" y="1579181"/>
                </a:lnTo>
                <a:lnTo>
                  <a:pt x="2034184" y="1569656"/>
                </a:lnTo>
                <a:lnTo>
                  <a:pt x="2072284" y="1569656"/>
                </a:lnTo>
                <a:lnTo>
                  <a:pt x="2072284" y="1579181"/>
                </a:lnTo>
                <a:close/>
              </a:path>
              <a:path w="6041390" h="1579245">
                <a:moveTo>
                  <a:pt x="2005609" y="1579181"/>
                </a:moveTo>
                <a:lnTo>
                  <a:pt x="1967509" y="1579181"/>
                </a:lnTo>
                <a:lnTo>
                  <a:pt x="1967509" y="1569656"/>
                </a:lnTo>
                <a:lnTo>
                  <a:pt x="2005609" y="1569656"/>
                </a:lnTo>
                <a:lnTo>
                  <a:pt x="2005609" y="1579181"/>
                </a:lnTo>
                <a:close/>
              </a:path>
              <a:path w="6041390" h="1579245">
                <a:moveTo>
                  <a:pt x="1938934" y="1579181"/>
                </a:moveTo>
                <a:lnTo>
                  <a:pt x="1900834" y="1579181"/>
                </a:lnTo>
                <a:lnTo>
                  <a:pt x="1900834" y="1569656"/>
                </a:lnTo>
                <a:lnTo>
                  <a:pt x="1938934" y="1569656"/>
                </a:lnTo>
                <a:lnTo>
                  <a:pt x="1938934" y="1579181"/>
                </a:lnTo>
                <a:close/>
              </a:path>
              <a:path w="6041390" h="1579245">
                <a:moveTo>
                  <a:pt x="1872259" y="1579181"/>
                </a:moveTo>
                <a:lnTo>
                  <a:pt x="1834159" y="1579181"/>
                </a:lnTo>
                <a:lnTo>
                  <a:pt x="1834159" y="1569656"/>
                </a:lnTo>
                <a:lnTo>
                  <a:pt x="1872259" y="1569656"/>
                </a:lnTo>
                <a:lnTo>
                  <a:pt x="1872259" y="1579181"/>
                </a:lnTo>
                <a:close/>
              </a:path>
              <a:path w="6041390" h="1579245">
                <a:moveTo>
                  <a:pt x="1805584" y="1579181"/>
                </a:moveTo>
                <a:lnTo>
                  <a:pt x="1767484" y="1579181"/>
                </a:lnTo>
                <a:lnTo>
                  <a:pt x="1767484" y="1569656"/>
                </a:lnTo>
                <a:lnTo>
                  <a:pt x="1805584" y="1569656"/>
                </a:lnTo>
                <a:lnTo>
                  <a:pt x="1805584" y="1579181"/>
                </a:lnTo>
                <a:close/>
              </a:path>
              <a:path w="6041390" h="1579245">
                <a:moveTo>
                  <a:pt x="1738909" y="1579181"/>
                </a:moveTo>
                <a:lnTo>
                  <a:pt x="1700809" y="1579181"/>
                </a:lnTo>
                <a:lnTo>
                  <a:pt x="1700809" y="1569656"/>
                </a:lnTo>
                <a:lnTo>
                  <a:pt x="1738909" y="1569656"/>
                </a:lnTo>
                <a:lnTo>
                  <a:pt x="1738909" y="1579181"/>
                </a:lnTo>
                <a:close/>
              </a:path>
              <a:path w="6041390" h="1579245">
                <a:moveTo>
                  <a:pt x="1672234" y="1579181"/>
                </a:moveTo>
                <a:lnTo>
                  <a:pt x="1634134" y="1579181"/>
                </a:lnTo>
                <a:lnTo>
                  <a:pt x="1634134" y="1569656"/>
                </a:lnTo>
                <a:lnTo>
                  <a:pt x="1672234" y="1569656"/>
                </a:lnTo>
                <a:lnTo>
                  <a:pt x="1672234" y="1579181"/>
                </a:lnTo>
                <a:close/>
              </a:path>
              <a:path w="6041390" h="1579245">
                <a:moveTo>
                  <a:pt x="1605559" y="1579181"/>
                </a:moveTo>
                <a:lnTo>
                  <a:pt x="1567459" y="1579181"/>
                </a:lnTo>
                <a:lnTo>
                  <a:pt x="1567459" y="1569656"/>
                </a:lnTo>
                <a:lnTo>
                  <a:pt x="1605559" y="1569656"/>
                </a:lnTo>
                <a:lnTo>
                  <a:pt x="1605559" y="1579181"/>
                </a:lnTo>
                <a:close/>
              </a:path>
              <a:path w="6041390" h="1579245">
                <a:moveTo>
                  <a:pt x="1538884" y="1579181"/>
                </a:moveTo>
                <a:lnTo>
                  <a:pt x="1500784" y="1579181"/>
                </a:lnTo>
                <a:lnTo>
                  <a:pt x="1500784" y="1569656"/>
                </a:lnTo>
                <a:lnTo>
                  <a:pt x="1538884" y="1569656"/>
                </a:lnTo>
                <a:lnTo>
                  <a:pt x="1538884" y="1579181"/>
                </a:lnTo>
                <a:close/>
              </a:path>
              <a:path w="6041390" h="1579245">
                <a:moveTo>
                  <a:pt x="1472209" y="1579181"/>
                </a:moveTo>
                <a:lnTo>
                  <a:pt x="1434109" y="1579181"/>
                </a:lnTo>
                <a:lnTo>
                  <a:pt x="1434109" y="1569656"/>
                </a:lnTo>
                <a:lnTo>
                  <a:pt x="1472209" y="1569656"/>
                </a:lnTo>
                <a:lnTo>
                  <a:pt x="1472209" y="1579181"/>
                </a:lnTo>
                <a:close/>
              </a:path>
              <a:path w="6041390" h="1579245">
                <a:moveTo>
                  <a:pt x="1405534" y="1579181"/>
                </a:moveTo>
                <a:lnTo>
                  <a:pt x="1367434" y="1579181"/>
                </a:lnTo>
                <a:lnTo>
                  <a:pt x="1367434" y="1569656"/>
                </a:lnTo>
                <a:lnTo>
                  <a:pt x="1405534" y="1569656"/>
                </a:lnTo>
                <a:lnTo>
                  <a:pt x="1405534" y="1579181"/>
                </a:lnTo>
                <a:close/>
              </a:path>
              <a:path w="6041390" h="1579245">
                <a:moveTo>
                  <a:pt x="1338859" y="1579181"/>
                </a:moveTo>
                <a:lnTo>
                  <a:pt x="1300759" y="1579181"/>
                </a:lnTo>
                <a:lnTo>
                  <a:pt x="1300759" y="1569656"/>
                </a:lnTo>
                <a:lnTo>
                  <a:pt x="1338859" y="1569656"/>
                </a:lnTo>
                <a:lnTo>
                  <a:pt x="1338859" y="1579181"/>
                </a:lnTo>
                <a:close/>
              </a:path>
              <a:path w="6041390" h="1579245">
                <a:moveTo>
                  <a:pt x="1272184" y="1579181"/>
                </a:moveTo>
                <a:lnTo>
                  <a:pt x="1234084" y="1579181"/>
                </a:lnTo>
                <a:lnTo>
                  <a:pt x="1234084" y="1569656"/>
                </a:lnTo>
                <a:lnTo>
                  <a:pt x="1272184" y="1569656"/>
                </a:lnTo>
                <a:lnTo>
                  <a:pt x="1272184" y="1579181"/>
                </a:lnTo>
                <a:close/>
              </a:path>
              <a:path w="6041390" h="1579245">
                <a:moveTo>
                  <a:pt x="1205509" y="1579181"/>
                </a:moveTo>
                <a:lnTo>
                  <a:pt x="1167409" y="1579181"/>
                </a:lnTo>
                <a:lnTo>
                  <a:pt x="1167409" y="1569656"/>
                </a:lnTo>
                <a:lnTo>
                  <a:pt x="1205509" y="1569656"/>
                </a:lnTo>
                <a:lnTo>
                  <a:pt x="1205509" y="1579181"/>
                </a:lnTo>
                <a:close/>
              </a:path>
              <a:path w="6041390" h="1579245">
                <a:moveTo>
                  <a:pt x="1138834" y="1579181"/>
                </a:moveTo>
                <a:lnTo>
                  <a:pt x="1100734" y="1579181"/>
                </a:lnTo>
                <a:lnTo>
                  <a:pt x="1100734" y="1569656"/>
                </a:lnTo>
                <a:lnTo>
                  <a:pt x="1138834" y="1569656"/>
                </a:lnTo>
                <a:lnTo>
                  <a:pt x="1138834" y="1579181"/>
                </a:lnTo>
                <a:close/>
              </a:path>
              <a:path w="6041390" h="1579245">
                <a:moveTo>
                  <a:pt x="1072159" y="1579181"/>
                </a:moveTo>
                <a:lnTo>
                  <a:pt x="1034059" y="1579181"/>
                </a:lnTo>
                <a:lnTo>
                  <a:pt x="1034059" y="1569656"/>
                </a:lnTo>
                <a:lnTo>
                  <a:pt x="1072159" y="1569656"/>
                </a:lnTo>
                <a:lnTo>
                  <a:pt x="1072159" y="1579181"/>
                </a:lnTo>
                <a:close/>
              </a:path>
              <a:path w="6041390" h="1579245">
                <a:moveTo>
                  <a:pt x="1005484" y="1579181"/>
                </a:moveTo>
                <a:lnTo>
                  <a:pt x="967384" y="1579181"/>
                </a:lnTo>
                <a:lnTo>
                  <a:pt x="967384" y="1569656"/>
                </a:lnTo>
                <a:lnTo>
                  <a:pt x="1005484" y="1569656"/>
                </a:lnTo>
                <a:lnTo>
                  <a:pt x="1005484" y="1579181"/>
                </a:lnTo>
                <a:close/>
              </a:path>
              <a:path w="6041390" h="1579245">
                <a:moveTo>
                  <a:pt x="938809" y="1579181"/>
                </a:moveTo>
                <a:lnTo>
                  <a:pt x="900709" y="1579181"/>
                </a:lnTo>
                <a:lnTo>
                  <a:pt x="900709" y="1569656"/>
                </a:lnTo>
                <a:lnTo>
                  <a:pt x="938809" y="1569656"/>
                </a:lnTo>
                <a:lnTo>
                  <a:pt x="938809" y="1579181"/>
                </a:lnTo>
                <a:close/>
              </a:path>
              <a:path w="6041390" h="1579245">
                <a:moveTo>
                  <a:pt x="872134" y="1579181"/>
                </a:moveTo>
                <a:lnTo>
                  <a:pt x="834034" y="1579181"/>
                </a:lnTo>
                <a:lnTo>
                  <a:pt x="834034" y="1569656"/>
                </a:lnTo>
                <a:lnTo>
                  <a:pt x="872134" y="1569656"/>
                </a:lnTo>
                <a:lnTo>
                  <a:pt x="872134" y="1579181"/>
                </a:lnTo>
                <a:close/>
              </a:path>
              <a:path w="6041390" h="1579245">
                <a:moveTo>
                  <a:pt x="805459" y="1579181"/>
                </a:moveTo>
                <a:lnTo>
                  <a:pt x="767359" y="1579181"/>
                </a:lnTo>
                <a:lnTo>
                  <a:pt x="767359" y="1569656"/>
                </a:lnTo>
                <a:lnTo>
                  <a:pt x="805459" y="1569656"/>
                </a:lnTo>
                <a:lnTo>
                  <a:pt x="805459" y="1579181"/>
                </a:lnTo>
                <a:close/>
              </a:path>
              <a:path w="6041390" h="1579245">
                <a:moveTo>
                  <a:pt x="738784" y="1579181"/>
                </a:moveTo>
                <a:lnTo>
                  <a:pt x="700684" y="1579181"/>
                </a:lnTo>
                <a:lnTo>
                  <a:pt x="700684" y="1569656"/>
                </a:lnTo>
                <a:lnTo>
                  <a:pt x="738784" y="1569656"/>
                </a:lnTo>
                <a:lnTo>
                  <a:pt x="738784" y="1579181"/>
                </a:lnTo>
                <a:close/>
              </a:path>
              <a:path w="6041390" h="1579245">
                <a:moveTo>
                  <a:pt x="672109" y="1579181"/>
                </a:moveTo>
                <a:lnTo>
                  <a:pt x="634009" y="1579181"/>
                </a:lnTo>
                <a:lnTo>
                  <a:pt x="634009" y="1569656"/>
                </a:lnTo>
                <a:lnTo>
                  <a:pt x="672109" y="1569656"/>
                </a:lnTo>
                <a:lnTo>
                  <a:pt x="672109" y="1579181"/>
                </a:lnTo>
                <a:close/>
              </a:path>
              <a:path w="6041390" h="1579245">
                <a:moveTo>
                  <a:pt x="605434" y="1579181"/>
                </a:moveTo>
                <a:lnTo>
                  <a:pt x="567334" y="1579181"/>
                </a:lnTo>
                <a:lnTo>
                  <a:pt x="567334" y="1569656"/>
                </a:lnTo>
                <a:lnTo>
                  <a:pt x="605434" y="1569656"/>
                </a:lnTo>
                <a:lnTo>
                  <a:pt x="605434" y="1579181"/>
                </a:lnTo>
                <a:close/>
              </a:path>
              <a:path w="6041390" h="1579245">
                <a:moveTo>
                  <a:pt x="538759" y="1579181"/>
                </a:moveTo>
                <a:lnTo>
                  <a:pt x="500659" y="1579181"/>
                </a:lnTo>
                <a:lnTo>
                  <a:pt x="500659" y="1569656"/>
                </a:lnTo>
                <a:lnTo>
                  <a:pt x="538759" y="1569656"/>
                </a:lnTo>
                <a:lnTo>
                  <a:pt x="538759" y="1579181"/>
                </a:lnTo>
                <a:close/>
              </a:path>
              <a:path w="6041390" h="1579245">
                <a:moveTo>
                  <a:pt x="472084" y="1579181"/>
                </a:moveTo>
                <a:lnTo>
                  <a:pt x="433984" y="1579181"/>
                </a:lnTo>
                <a:lnTo>
                  <a:pt x="433984" y="1569656"/>
                </a:lnTo>
                <a:lnTo>
                  <a:pt x="472084" y="1569656"/>
                </a:lnTo>
                <a:lnTo>
                  <a:pt x="472084" y="1579181"/>
                </a:lnTo>
                <a:close/>
              </a:path>
              <a:path w="6041390" h="1579245">
                <a:moveTo>
                  <a:pt x="405409" y="1579181"/>
                </a:moveTo>
                <a:lnTo>
                  <a:pt x="367309" y="1579181"/>
                </a:lnTo>
                <a:lnTo>
                  <a:pt x="367309" y="1569656"/>
                </a:lnTo>
                <a:lnTo>
                  <a:pt x="405409" y="1569656"/>
                </a:lnTo>
                <a:lnTo>
                  <a:pt x="405409" y="1579181"/>
                </a:lnTo>
                <a:close/>
              </a:path>
              <a:path w="6041390" h="1579245">
                <a:moveTo>
                  <a:pt x="338734" y="1579181"/>
                </a:moveTo>
                <a:lnTo>
                  <a:pt x="300634" y="1579181"/>
                </a:lnTo>
                <a:lnTo>
                  <a:pt x="300634" y="1569656"/>
                </a:lnTo>
                <a:lnTo>
                  <a:pt x="338734" y="1569656"/>
                </a:lnTo>
                <a:lnTo>
                  <a:pt x="338734" y="1579181"/>
                </a:lnTo>
                <a:close/>
              </a:path>
              <a:path w="6041390" h="1579245">
                <a:moveTo>
                  <a:pt x="272059" y="1579181"/>
                </a:moveTo>
                <a:lnTo>
                  <a:pt x="233959" y="1579181"/>
                </a:lnTo>
                <a:lnTo>
                  <a:pt x="233959" y="1569656"/>
                </a:lnTo>
                <a:lnTo>
                  <a:pt x="272059" y="1569656"/>
                </a:lnTo>
                <a:lnTo>
                  <a:pt x="272059" y="1579181"/>
                </a:lnTo>
                <a:close/>
              </a:path>
              <a:path w="6041390" h="1579245">
                <a:moveTo>
                  <a:pt x="205384" y="1579181"/>
                </a:moveTo>
                <a:lnTo>
                  <a:pt x="167284" y="1579181"/>
                </a:lnTo>
                <a:lnTo>
                  <a:pt x="167284" y="1569656"/>
                </a:lnTo>
                <a:lnTo>
                  <a:pt x="205384" y="1569656"/>
                </a:lnTo>
                <a:lnTo>
                  <a:pt x="205384" y="1579181"/>
                </a:lnTo>
                <a:close/>
              </a:path>
              <a:path w="6041390" h="1579245">
                <a:moveTo>
                  <a:pt x="138709" y="1579181"/>
                </a:moveTo>
                <a:lnTo>
                  <a:pt x="100609" y="1579181"/>
                </a:lnTo>
                <a:lnTo>
                  <a:pt x="100609" y="1569656"/>
                </a:lnTo>
                <a:lnTo>
                  <a:pt x="138709" y="1569656"/>
                </a:lnTo>
                <a:lnTo>
                  <a:pt x="138709" y="1579181"/>
                </a:lnTo>
                <a:close/>
              </a:path>
              <a:path w="6041390" h="1579245">
                <a:moveTo>
                  <a:pt x="72034" y="1579181"/>
                </a:moveTo>
                <a:lnTo>
                  <a:pt x="33934" y="1579181"/>
                </a:lnTo>
                <a:lnTo>
                  <a:pt x="33934" y="1569656"/>
                </a:lnTo>
                <a:lnTo>
                  <a:pt x="72034" y="1569656"/>
                </a:lnTo>
                <a:lnTo>
                  <a:pt x="72034" y="15791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87994" y="4588573"/>
            <a:ext cx="613346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通常认为，气体分子除了相互碰撞或者跟</a:t>
            </a:r>
            <a:r>
              <a:rPr dirty="0" sz="2400" spc="-5" b="1">
                <a:latin typeface="华文楷体"/>
                <a:cs typeface="华文楷体"/>
              </a:rPr>
              <a:t>器 </a:t>
            </a:r>
            <a:r>
              <a:rPr dirty="0" sz="2400" b="1">
                <a:latin typeface="华文楷体"/>
                <a:cs typeface="华文楷体"/>
              </a:rPr>
              <a:t>壁碰撞外，不受力而做匀速直线运动，速</a:t>
            </a:r>
            <a:r>
              <a:rPr dirty="0" sz="2400" spc="-5" b="1">
                <a:latin typeface="华文楷体"/>
                <a:cs typeface="华文楷体"/>
              </a:rPr>
              <a:t>率 </a:t>
            </a:r>
            <a:r>
              <a:rPr dirty="0" sz="2400" b="1">
                <a:latin typeface="华文楷体"/>
                <a:cs typeface="华文楷体"/>
              </a:rPr>
              <a:t>可以达到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几百</a:t>
            </a:r>
            <a:r>
              <a:rPr dirty="0" sz="2400" b="1">
                <a:latin typeface="华文楷体"/>
                <a:cs typeface="华文楷体"/>
              </a:rPr>
              <a:t>米每秒，因而会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充满它能达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到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的整个空间</a:t>
            </a:r>
            <a:r>
              <a:rPr dirty="0" sz="2400" b="1">
                <a:latin typeface="华文楷体"/>
                <a:cs typeface="华文楷体"/>
              </a:rPr>
              <a:t>，并且会对器壁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产生较大冲击力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040" y="1814690"/>
            <a:ext cx="1733550" cy="471805"/>
          </a:xfrm>
          <a:custGeom>
            <a:avLst/>
            <a:gdLst/>
            <a:ahLst/>
            <a:cxnLst/>
            <a:rect l="l" t="t" r="r" b="b"/>
            <a:pathLst>
              <a:path w="1733550" h="471805">
                <a:moveTo>
                  <a:pt x="4762" y="466432"/>
                </a:moveTo>
                <a:lnTo>
                  <a:pt x="0" y="466432"/>
                </a:lnTo>
                <a:lnTo>
                  <a:pt x="0" y="428332"/>
                </a:lnTo>
                <a:lnTo>
                  <a:pt x="9525" y="428332"/>
                </a:lnTo>
                <a:lnTo>
                  <a:pt x="9525" y="461670"/>
                </a:lnTo>
                <a:lnTo>
                  <a:pt x="4762" y="461670"/>
                </a:lnTo>
                <a:lnTo>
                  <a:pt x="4762" y="466432"/>
                </a:lnTo>
                <a:close/>
              </a:path>
              <a:path w="1733550" h="471805">
                <a:moveTo>
                  <a:pt x="41313" y="471195"/>
                </a:moveTo>
                <a:lnTo>
                  <a:pt x="4762" y="471195"/>
                </a:ln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lnTo>
                  <a:pt x="41313" y="466432"/>
                </a:lnTo>
                <a:lnTo>
                  <a:pt x="41313" y="471195"/>
                </a:lnTo>
                <a:close/>
              </a:path>
              <a:path w="1733550" h="471805">
                <a:moveTo>
                  <a:pt x="41313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41313" y="461670"/>
                </a:lnTo>
                <a:lnTo>
                  <a:pt x="41313" y="466432"/>
                </a:lnTo>
                <a:close/>
              </a:path>
              <a:path w="1733550" h="471805">
                <a:moveTo>
                  <a:pt x="9525" y="399757"/>
                </a:moveTo>
                <a:lnTo>
                  <a:pt x="0" y="399757"/>
                </a:lnTo>
                <a:lnTo>
                  <a:pt x="0" y="361657"/>
                </a:lnTo>
                <a:lnTo>
                  <a:pt x="9525" y="361657"/>
                </a:lnTo>
                <a:lnTo>
                  <a:pt x="9525" y="399757"/>
                </a:lnTo>
                <a:close/>
              </a:path>
              <a:path w="1733550" h="471805">
                <a:moveTo>
                  <a:pt x="9525" y="333082"/>
                </a:moveTo>
                <a:lnTo>
                  <a:pt x="0" y="333082"/>
                </a:lnTo>
                <a:lnTo>
                  <a:pt x="0" y="294982"/>
                </a:lnTo>
                <a:lnTo>
                  <a:pt x="9525" y="294982"/>
                </a:lnTo>
                <a:lnTo>
                  <a:pt x="9525" y="333082"/>
                </a:lnTo>
                <a:close/>
              </a:path>
              <a:path w="1733550" h="471805">
                <a:moveTo>
                  <a:pt x="9525" y="266407"/>
                </a:moveTo>
                <a:lnTo>
                  <a:pt x="0" y="266407"/>
                </a:lnTo>
                <a:lnTo>
                  <a:pt x="0" y="228307"/>
                </a:lnTo>
                <a:lnTo>
                  <a:pt x="9525" y="228307"/>
                </a:lnTo>
                <a:lnTo>
                  <a:pt x="9525" y="266407"/>
                </a:lnTo>
                <a:close/>
              </a:path>
              <a:path w="1733550" h="471805">
                <a:moveTo>
                  <a:pt x="9525" y="199732"/>
                </a:moveTo>
                <a:lnTo>
                  <a:pt x="0" y="199732"/>
                </a:lnTo>
                <a:lnTo>
                  <a:pt x="0" y="161632"/>
                </a:lnTo>
                <a:lnTo>
                  <a:pt x="9525" y="161632"/>
                </a:lnTo>
                <a:lnTo>
                  <a:pt x="9525" y="199732"/>
                </a:lnTo>
                <a:close/>
              </a:path>
              <a:path w="1733550" h="471805">
                <a:moveTo>
                  <a:pt x="9525" y="133057"/>
                </a:moveTo>
                <a:lnTo>
                  <a:pt x="0" y="133057"/>
                </a:lnTo>
                <a:lnTo>
                  <a:pt x="0" y="94957"/>
                </a:lnTo>
                <a:lnTo>
                  <a:pt x="9525" y="94957"/>
                </a:lnTo>
                <a:lnTo>
                  <a:pt x="9525" y="133057"/>
                </a:lnTo>
                <a:close/>
              </a:path>
              <a:path w="1733550" h="471805">
                <a:moveTo>
                  <a:pt x="9525" y="66382"/>
                </a:moveTo>
                <a:lnTo>
                  <a:pt x="0" y="66382"/>
                </a:lnTo>
                <a:lnTo>
                  <a:pt x="0" y="28282"/>
                </a:lnTo>
                <a:lnTo>
                  <a:pt x="9525" y="28282"/>
                </a:lnTo>
                <a:lnTo>
                  <a:pt x="9525" y="66382"/>
                </a:lnTo>
                <a:close/>
              </a:path>
              <a:path w="1733550" h="471805">
                <a:moveTo>
                  <a:pt x="47917" y="9525"/>
                </a:moveTo>
                <a:lnTo>
                  <a:pt x="9817" y="9525"/>
                </a:lnTo>
                <a:lnTo>
                  <a:pt x="9817" y="0"/>
                </a:lnTo>
                <a:lnTo>
                  <a:pt x="47917" y="0"/>
                </a:lnTo>
                <a:lnTo>
                  <a:pt x="47917" y="9525"/>
                </a:lnTo>
                <a:close/>
              </a:path>
              <a:path w="1733550" h="471805">
                <a:moveTo>
                  <a:pt x="114592" y="9525"/>
                </a:moveTo>
                <a:lnTo>
                  <a:pt x="76492" y="9525"/>
                </a:lnTo>
                <a:lnTo>
                  <a:pt x="76492" y="0"/>
                </a:lnTo>
                <a:lnTo>
                  <a:pt x="114592" y="0"/>
                </a:lnTo>
                <a:lnTo>
                  <a:pt x="114592" y="9525"/>
                </a:lnTo>
                <a:close/>
              </a:path>
              <a:path w="1733550" h="471805">
                <a:moveTo>
                  <a:pt x="181267" y="9525"/>
                </a:moveTo>
                <a:lnTo>
                  <a:pt x="143167" y="9525"/>
                </a:lnTo>
                <a:lnTo>
                  <a:pt x="143167" y="0"/>
                </a:lnTo>
                <a:lnTo>
                  <a:pt x="181267" y="0"/>
                </a:lnTo>
                <a:lnTo>
                  <a:pt x="181267" y="9525"/>
                </a:lnTo>
                <a:close/>
              </a:path>
              <a:path w="1733550" h="471805">
                <a:moveTo>
                  <a:pt x="247942" y="9525"/>
                </a:moveTo>
                <a:lnTo>
                  <a:pt x="209842" y="9525"/>
                </a:lnTo>
                <a:lnTo>
                  <a:pt x="209842" y="0"/>
                </a:lnTo>
                <a:lnTo>
                  <a:pt x="247942" y="0"/>
                </a:lnTo>
                <a:lnTo>
                  <a:pt x="247942" y="9525"/>
                </a:lnTo>
                <a:close/>
              </a:path>
              <a:path w="1733550" h="471805">
                <a:moveTo>
                  <a:pt x="314617" y="9525"/>
                </a:moveTo>
                <a:lnTo>
                  <a:pt x="276517" y="9525"/>
                </a:lnTo>
                <a:lnTo>
                  <a:pt x="276517" y="0"/>
                </a:lnTo>
                <a:lnTo>
                  <a:pt x="314617" y="0"/>
                </a:lnTo>
                <a:lnTo>
                  <a:pt x="314617" y="9525"/>
                </a:lnTo>
                <a:close/>
              </a:path>
              <a:path w="1733550" h="471805">
                <a:moveTo>
                  <a:pt x="381292" y="9525"/>
                </a:moveTo>
                <a:lnTo>
                  <a:pt x="343192" y="9525"/>
                </a:lnTo>
                <a:lnTo>
                  <a:pt x="343192" y="0"/>
                </a:lnTo>
                <a:lnTo>
                  <a:pt x="381292" y="0"/>
                </a:lnTo>
                <a:lnTo>
                  <a:pt x="381292" y="9525"/>
                </a:lnTo>
                <a:close/>
              </a:path>
              <a:path w="1733550" h="471805">
                <a:moveTo>
                  <a:pt x="447967" y="9525"/>
                </a:moveTo>
                <a:lnTo>
                  <a:pt x="409867" y="9525"/>
                </a:lnTo>
                <a:lnTo>
                  <a:pt x="409867" y="0"/>
                </a:lnTo>
                <a:lnTo>
                  <a:pt x="447967" y="0"/>
                </a:lnTo>
                <a:lnTo>
                  <a:pt x="447967" y="9525"/>
                </a:lnTo>
                <a:close/>
              </a:path>
              <a:path w="1733550" h="471805">
                <a:moveTo>
                  <a:pt x="514642" y="9525"/>
                </a:moveTo>
                <a:lnTo>
                  <a:pt x="476542" y="9525"/>
                </a:lnTo>
                <a:lnTo>
                  <a:pt x="476542" y="0"/>
                </a:lnTo>
                <a:lnTo>
                  <a:pt x="514642" y="0"/>
                </a:lnTo>
                <a:lnTo>
                  <a:pt x="514642" y="9525"/>
                </a:lnTo>
                <a:close/>
              </a:path>
              <a:path w="1733550" h="471805">
                <a:moveTo>
                  <a:pt x="581317" y="9525"/>
                </a:moveTo>
                <a:lnTo>
                  <a:pt x="543217" y="9525"/>
                </a:lnTo>
                <a:lnTo>
                  <a:pt x="543217" y="0"/>
                </a:lnTo>
                <a:lnTo>
                  <a:pt x="581317" y="0"/>
                </a:lnTo>
                <a:lnTo>
                  <a:pt x="581317" y="9525"/>
                </a:lnTo>
                <a:close/>
              </a:path>
              <a:path w="1733550" h="471805">
                <a:moveTo>
                  <a:pt x="647992" y="9525"/>
                </a:moveTo>
                <a:lnTo>
                  <a:pt x="609892" y="9525"/>
                </a:lnTo>
                <a:lnTo>
                  <a:pt x="609892" y="0"/>
                </a:lnTo>
                <a:lnTo>
                  <a:pt x="647992" y="0"/>
                </a:lnTo>
                <a:lnTo>
                  <a:pt x="647992" y="9525"/>
                </a:lnTo>
                <a:close/>
              </a:path>
              <a:path w="1733550" h="471805">
                <a:moveTo>
                  <a:pt x="714667" y="9525"/>
                </a:moveTo>
                <a:lnTo>
                  <a:pt x="676567" y="9525"/>
                </a:lnTo>
                <a:lnTo>
                  <a:pt x="676567" y="0"/>
                </a:lnTo>
                <a:lnTo>
                  <a:pt x="714667" y="0"/>
                </a:lnTo>
                <a:lnTo>
                  <a:pt x="714667" y="9525"/>
                </a:lnTo>
                <a:close/>
              </a:path>
              <a:path w="1733550" h="471805">
                <a:moveTo>
                  <a:pt x="781342" y="9525"/>
                </a:moveTo>
                <a:lnTo>
                  <a:pt x="743242" y="9525"/>
                </a:lnTo>
                <a:lnTo>
                  <a:pt x="743242" y="0"/>
                </a:lnTo>
                <a:lnTo>
                  <a:pt x="781342" y="0"/>
                </a:lnTo>
                <a:lnTo>
                  <a:pt x="781342" y="9525"/>
                </a:lnTo>
                <a:close/>
              </a:path>
              <a:path w="1733550" h="471805">
                <a:moveTo>
                  <a:pt x="848017" y="9525"/>
                </a:moveTo>
                <a:lnTo>
                  <a:pt x="809917" y="9525"/>
                </a:lnTo>
                <a:lnTo>
                  <a:pt x="809917" y="0"/>
                </a:lnTo>
                <a:lnTo>
                  <a:pt x="848017" y="0"/>
                </a:lnTo>
                <a:lnTo>
                  <a:pt x="848017" y="9525"/>
                </a:lnTo>
                <a:close/>
              </a:path>
              <a:path w="1733550" h="471805">
                <a:moveTo>
                  <a:pt x="914692" y="9525"/>
                </a:moveTo>
                <a:lnTo>
                  <a:pt x="876592" y="9525"/>
                </a:lnTo>
                <a:lnTo>
                  <a:pt x="876592" y="0"/>
                </a:lnTo>
                <a:lnTo>
                  <a:pt x="914692" y="0"/>
                </a:lnTo>
                <a:lnTo>
                  <a:pt x="914692" y="9525"/>
                </a:lnTo>
                <a:close/>
              </a:path>
              <a:path w="1733550" h="471805">
                <a:moveTo>
                  <a:pt x="981367" y="9525"/>
                </a:moveTo>
                <a:lnTo>
                  <a:pt x="943267" y="9525"/>
                </a:lnTo>
                <a:lnTo>
                  <a:pt x="943267" y="0"/>
                </a:lnTo>
                <a:lnTo>
                  <a:pt x="981367" y="0"/>
                </a:lnTo>
                <a:lnTo>
                  <a:pt x="981367" y="9525"/>
                </a:lnTo>
                <a:close/>
              </a:path>
              <a:path w="1733550" h="471805">
                <a:moveTo>
                  <a:pt x="1048042" y="9525"/>
                </a:moveTo>
                <a:lnTo>
                  <a:pt x="1009942" y="9525"/>
                </a:lnTo>
                <a:lnTo>
                  <a:pt x="1009942" y="0"/>
                </a:lnTo>
                <a:lnTo>
                  <a:pt x="1048042" y="0"/>
                </a:lnTo>
                <a:lnTo>
                  <a:pt x="1048042" y="9525"/>
                </a:lnTo>
                <a:close/>
              </a:path>
              <a:path w="1733550" h="471805">
                <a:moveTo>
                  <a:pt x="1114717" y="9525"/>
                </a:moveTo>
                <a:lnTo>
                  <a:pt x="1076617" y="9525"/>
                </a:lnTo>
                <a:lnTo>
                  <a:pt x="1076617" y="0"/>
                </a:lnTo>
                <a:lnTo>
                  <a:pt x="1114717" y="0"/>
                </a:lnTo>
                <a:lnTo>
                  <a:pt x="1114717" y="9525"/>
                </a:lnTo>
                <a:close/>
              </a:path>
              <a:path w="1733550" h="471805">
                <a:moveTo>
                  <a:pt x="1181392" y="9525"/>
                </a:moveTo>
                <a:lnTo>
                  <a:pt x="1143292" y="9525"/>
                </a:lnTo>
                <a:lnTo>
                  <a:pt x="1143292" y="0"/>
                </a:lnTo>
                <a:lnTo>
                  <a:pt x="1181392" y="0"/>
                </a:lnTo>
                <a:lnTo>
                  <a:pt x="1181392" y="9525"/>
                </a:lnTo>
                <a:close/>
              </a:path>
              <a:path w="1733550" h="471805">
                <a:moveTo>
                  <a:pt x="1248067" y="9525"/>
                </a:moveTo>
                <a:lnTo>
                  <a:pt x="1209967" y="9525"/>
                </a:lnTo>
                <a:lnTo>
                  <a:pt x="1209967" y="0"/>
                </a:lnTo>
                <a:lnTo>
                  <a:pt x="1248067" y="0"/>
                </a:lnTo>
                <a:lnTo>
                  <a:pt x="1248067" y="9525"/>
                </a:lnTo>
                <a:close/>
              </a:path>
              <a:path w="1733550" h="471805">
                <a:moveTo>
                  <a:pt x="1314742" y="9525"/>
                </a:moveTo>
                <a:lnTo>
                  <a:pt x="1276642" y="9525"/>
                </a:lnTo>
                <a:lnTo>
                  <a:pt x="1276642" y="0"/>
                </a:lnTo>
                <a:lnTo>
                  <a:pt x="1314742" y="0"/>
                </a:lnTo>
                <a:lnTo>
                  <a:pt x="1314742" y="9525"/>
                </a:lnTo>
                <a:close/>
              </a:path>
              <a:path w="1733550" h="471805">
                <a:moveTo>
                  <a:pt x="1381417" y="9525"/>
                </a:moveTo>
                <a:lnTo>
                  <a:pt x="1343317" y="9525"/>
                </a:lnTo>
                <a:lnTo>
                  <a:pt x="1343317" y="0"/>
                </a:lnTo>
                <a:lnTo>
                  <a:pt x="1381417" y="0"/>
                </a:lnTo>
                <a:lnTo>
                  <a:pt x="1381417" y="9525"/>
                </a:lnTo>
                <a:close/>
              </a:path>
              <a:path w="1733550" h="471805">
                <a:moveTo>
                  <a:pt x="1448092" y="9525"/>
                </a:moveTo>
                <a:lnTo>
                  <a:pt x="1409992" y="9525"/>
                </a:lnTo>
                <a:lnTo>
                  <a:pt x="1409992" y="0"/>
                </a:lnTo>
                <a:lnTo>
                  <a:pt x="1448092" y="0"/>
                </a:lnTo>
                <a:lnTo>
                  <a:pt x="1448092" y="9525"/>
                </a:lnTo>
                <a:close/>
              </a:path>
              <a:path w="1733550" h="471805">
                <a:moveTo>
                  <a:pt x="1514767" y="9525"/>
                </a:moveTo>
                <a:lnTo>
                  <a:pt x="1476667" y="9525"/>
                </a:lnTo>
                <a:lnTo>
                  <a:pt x="1476667" y="0"/>
                </a:lnTo>
                <a:lnTo>
                  <a:pt x="1514767" y="0"/>
                </a:lnTo>
                <a:lnTo>
                  <a:pt x="1514767" y="9525"/>
                </a:lnTo>
                <a:close/>
              </a:path>
              <a:path w="1733550" h="471805">
                <a:moveTo>
                  <a:pt x="1581442" y="9525"/>
                </a:moveTo>
                <a:lnTo>
                  <a:pt x="1543342" y="9525"/>
                </a:lnTo>
                <a:lnTo>
                  <a:pt x="1543342" y="0"/>
                </a:lnTo>
                <a:lnTo>
                  <a:pt x="1581442" y="0"/>
                </a:lnTo>
                <a:lnTo>
                  <a:pt x="1581442" y="9525"/>
                </a:lnTo>
                <a:close/>
              </a:path>
              <a:path w="1733550" h="471805">
                <a:moveTo>
                  <a:pt x="1648117" y="9525"/>
                </a:moveTo>
                <a:lnTo>
                  <a:pt x="1610017" y="9525"/>
                </a:lnTo>
                <a:lnTo>
                  <a:pt x="1610017" y="0"/>
                </a:lnTo>
                <a:lnTo>
                  <a:pt x="1648117" y="0"/>
                </a:lnTo>
                <a:lnTo>
                  <a:pt x="1648117" y="9525"/>
                </a:lnTo>
                <a:close/>
              </a:path>
              <a:path w="1733550" h="471805">
                <a:moveTo>
                  <a:pt x="1714792" y="9525"/>
                </a:moveTo>
                <a:lnTo>
                  <a:pt x="1676692" y="9525"/>
                </a:lnTo>
                <a:lnTo>
                  <a:pt x="1676692" y="0"/>
                </a:lnTo>
                <a:lnTo>
                  <a:pt x="1714792" y="0"/>
                </a:lnTo>
                <a:lnTo>
                  <a:pt x="1714792" y="9525"/>
                </a:lnTo>
                <a:close/>
              </a:path>
              <a:path w="1733550" h="471805">
                <a:moveTo>
                  <a:pt x="1733067" y="57924"/>
                </a:moveTo>
                <a:lnTo>
                  <a:pt x="1723542" y="57924"/>
                </a:lnTo>
                <a:lnTo>
                  <a:pt x="1723542" y="19824"/>
                </a:lnTo>
                <a:lnTo>
                  <a:pt x="1733067" y="19824"/>
                </a:lnTo>
                <a:lnTo>
                  <a:pt x="1733067" y="57924"/>
                </a:lnTo>
                <a:close/>
              </a:path>
              <a:path w="1733550" h="471805">
                <a:moveTo>
                  <a:pt x="1733067" y="124599"/>
                </a:moveTo>
                <a:lnTo>
                  <a:pt x="1723542" y="124599"/>
                </a:lnTo>
                <a:lnTo>
                  <a:pt x="1723542" y="86499"/>
                </a:lnTo>
                <a:lnTo>
                  <a:pt x="1733067" y="86499"/>
                </a:lnTo>
                <a:lnTo>
                  <a:pt x="1733067" y="124599"/>
                </a:lnTo>
                <a:close/>
              </a:path>
              <a:path w="1733550" h="471805">
                <a:moveTo>
                  <a:pt x="1733067" y="191274"/>
                </a:moveTo>
                <a:lnTo>
                  <a:pt x="1723542" y="191274"/>
                </a:lnTo>
                <a:lnTo>
                  <a:pt x="1723542" y="153174"/>
                </a:lnTo>
                <a:lnTo>
                  <a:pt x="1733067" y="153174"/>
                </a:lnTo>
                <a:lnTo>
                  <a:pt x="1733067" y="191274"/>
                </a:lnTo>
                <a:close/>
              </a:path>
              <a:path w="1733550" h="471805">
                <a:moveTo>
                  <a:pt x="1733067" y="257949"/>
                </a:moveTo>
                <a:lnTo>
                  <a:pt x="1723542" y="257949"/>
                </a:lnTo>
                <a:lnTo>
                  <a:pt x="1723542" y="219849"/>
                </a:lnTo>
                <a:lnTo>
                  <a:pt x="1733067" y="219849"/>
                </a:lnTo>
                <a:lnTo>
                  <a:pt x="1733067" y="257949"/>
                </a:lnTo>
                <a:close/>
              </a:path>
              <a:path w="1733550" h="471805">
                <a:moveTo>
                  <a:pt x="1733067" y="324624"/>
                </a:moveTo>
                <a:lnTo>
                  <a:pt x="1723542" y="324624"/>
                </a:lnTo>
                <a:lnTo>
                  <a:pt x="1723542" y="286524"/>
                </a:lnTo>
                <a:lnTo>
                  <a:pt x="1733067" y="286524"/>
                </a:lnTo>
                <a:lnTo>
                  <a:pt x="1733067" y="324624"/>
                </a:lnTo>
                <a:close/>
              </a:path>
              <a:path w="1733550" h="471805">
                <a:moveTo>
                  <a:pt x="1733067" y="391299"/>
                </a:moveTo>
                <a:lnTo>
                  <a:pt x="1723542" y="391299"/>
                </a:lnTo>
                <a:lnTo>
                  <a:pt x="1723542" y="353199"/>
                </a:lnTo>
                <a:lnTo>
                  <a:pt x="1733067" y="353199"/>
                </a:lnTo>
                <a:lnTo>
                  <a:pt x="1733067" y="391299"/>
                </a:lnTo>
                <a:close/>
              </a:path>
              <a:path w="1733550" h="471805">
                <a:moveTo>
                  <a:pt x="1733067" y="457974"/>
                </a:moveTo>
                <a:lnTo>
                  <a:pt x="1723542" y="457974"/>
                </a:lnTo>
                <a:lnTo>
                  <a:pt x="1723542" y="419874"/>
                </a:lnTo>
                <a:lnTo>
                  <a:pt x="1733067" y="419874"/>
                </a:lnTo>
                <a:lnTo>
                  <a:pt x="1733067" y="457974"/>
                </a:lnTo>
                <a:close/>
              </a:path>
              <a:path w="1733550" h="471805">
                <a:moveTo>
                  <a:pt x="1708188" y="471195"/>
                </a:moveTo>
                <a:lnTo>
                  <a:pt x="1670088" y="471195"/>
                </a:lnTo>
                <a:lnTo>
                  <a:pt x="1670088" y="461670"/>
                </a:lnTo>
                <a:lnTo>
                  <a:pt x="1708188" y="461670"/>
                </a:lnTo>
                <a:lnTo>
                  <a:pt x="1708188" y="471195"/>
                </a:lnTo>
                <a:close/>
              </a:path>
              <a:path w="1733550" h="471805">
                <a:moveTo>
                  <a:pt x="1641513" y="471195"/>
                </a:moveTo>
                <a:lnTo>
                  <a:pt x="1603413" y="471195"/>
                </a:lnTo>
                <a:lnTo>
                  <a:pt x="1603413" y="461670"/>
                </a:lnTo>
                <a:lnTo>
                  <a:pt x="1641513" y="461670"/>
                </a:lnTo>
                <a:lnTo>
                  <a:pt x="1641513" y="471195"/>
                </a:lnTo>
                <a:close/>
              </a:path>
              <a:path w="1733550" h="471805">
                <a:moveTo>
                  <a:pt x="1574838" y="471195"/>
                </a:moveTo>
                <a:lnTo>
                  <a:pt x="1536738" y="471195"/>
                </a:lnTo>
                <a:lnTo>
                  <a:pt x="1536738" y="461670"/>
                </a:lnTo>
                <a:lnTo>
                  <a:pt x="1574838" y="461670"/>
                </a:lnTo>
                <a:lnTo>
                  <a:pt x="1574838" y="471195"/>
                </a:lnTo>
                <a:close/>
              </a:path>
              <a:path w="1733550" h="471805">
                <a:moveTo>
                  <a:pt x="1508163" y="471195"/>
                </a:moveTo>
                <a:lnTo>
                  <a:pt x="1470063" y="471195"/>
                </a:lnTo>
                <a:lnTo>
                  <a:pt x="1470063" y="461670"/>
                </a:lnTo>
                <a:lnTo>
                  <a:pt x="1508163" y="461670"/>
                </a:lnTo>
                <a:lnTo>
                  <a:pt x="1508163" y="471195"/>
                </a:lnTo>
                <a:close/>
              </a:path>
              <a:path w="1733550" h="471805">
                <a:moveTo>
                  <a:pt x="1441488" y="471195"/>
                </a:moveTo>
                <a:lnTo>
                  <a:pt x="1403388" y="471195"/>
                </a:lnTo>
                <a:lnTo>
                  <a:pt x="1403388" y="461670"/>
                </a:lnTo>
                <a:lnTo>
                  <a:pt x="1441488" y="461670"/>
                </a:lnTo>
                <a:lnTo>
                  <a:pt x="1441488" y="471195"/>
                </a:lnTo>
                <a:close/>
              </a:path>
              <a:path w="1733550" h="471805">
                <a:moveTo>
                  <a:pt x="1374813" y="471195"/>
                </a:moveTo>
                <a:lnTo>
                  <a:pt x="1336713" y="471195"/>
                </a:lnTo>
                <a:lnTo>
                  <a:pt x="1336713" y="461670"/>
                </a:lnTo>
                <a:lnTo>
                  <a:pt x="1374813" y="461670"/>
                </a:lnTo>
                <a:lnTo>
                  <a:pt x="1374813" y="471195"/>
                </a:lnTo>
                <a:close/>
              </a:path>
              <a:path w="1733550" h="471805">
                <a:moveTo>
                  <a:pt x="1308138" y="471195"/>
                </a:moveTo>
                <a:lnTo>
                  <a:pt x="1270038" y="471195"/>
                </a:lnTo>
                <a:lnTo>
                  <a:pt x="1270038" y="461670"/>
                </a:lnTo>
                <a:lnTo>
                  <a:pt x="1308138" y="461670"/>
                </a:lnTo>
                <a:lnTo>
                  <a:pt x="1308138" y="471195"/>
                </a:lnTo>
                <a:close/>
              </a:path>
              <a:path w="1733550" h="471805">
                <a:moveTo>
                  <a:pt x="1241463" y="471195"/>
                </a:moveTo>
                <a:lnTo>
                  <a:pt x="1203363" y="471195"/>
                </a:lnTo>
                <a:lnTo>
                  <a:pt x="1203363" y="461670"/>
                </a:lnTo>
                <a:lnTo>
                  <a:pt x="1241463" y="461670"/>
                </a:lnTo>
                <a:lnTo>
                  <a:pt x="1241463" y="471195"/>
                </a:lnTo>
                <a:close/>
              </a:path>
              <a:path w="1733550" h="471805">
                <a:moveTo>
                  <a:pt x="1174788" y="471195"/>
                </a:moveTo>
                <a:lnTo>
                  <a:pt x="1136688" y="471195"/>
                </a:lnTo>
                <a:lnTo>
                  <a:pt x="1136688" y="461670"/>
                </a:lnTo>
                <a:lnTo>
                  <a:pt x="1174788" y="461670"/>
                </a:lnTo>
                <a:lnTo>
                  <a:pt x="1174788" y="471195"/>
                </a:lnTo>
                <a:close/>
              </a:path>
              <a:path w="1733550" h="471805">
                <a:moveTo>
                  <a:pt x="1108113" y="471195"/>
                </a:moveTo>
                <a:lnTo>
                  <a:pt x="1070013" y="471195"/>
                </a:lnTo>
                <a:lnTo>
                  <a:pt x="1070013" y="461670"/>
                </a:lnTo>
                <a:lnTo>
                  <a:pt x="1108113" y="461670"/>
                </a:lnTo>
                <a:lnTo>
                  <a:pt x="1108113" y="471195"/>
                </a:lnTo>
                <a:close/>
              </a:path>
              <a:path w="1733550" h="471805">
                <a:moveTo>
                  <a:pt x="1041438" y="471195"/>
                </a:moveTo>
                <a:lnTo>
                  <a:pt x="1003338" y="471195"/>
                </a:lnTo>
                <a:lnTo>
                  <a:pt x="1003338" y="461670"/>
                </a:lnTo>
                <a:lnTo>
                  <a:pt x="1041438" y="461670"/>
                </a:lnTo>
                <a:lnTo>
                  <a:pt x="1041438" y="471195"/>
                </a:lnTo>
                <a:close/>
              </a:path>
              <a:path w="1733550" h="471805">
                <a:moveTo>
                  <a:pt x="974763" y="471195"/>
                </a:moveTo>
                <a:lnTo>
                  <a:pt x="936663" y="471195"/>
                </a:lnTo>
                <a:lnTo>
                  <a:pt x="936663" y="461670"/>
                </a:lnTo>
                <a:lnTo>
                  <a:pt x="974763" y="461670"/>
                </a:lnTo>
                <a:lnTo>
                  <a:pt x="974763" y="471195"/>
                </a:lnTo>
                <a:close/>
              </a:path>
              <a:path w="1733550" h="471805">
                <a:moveTo>
                  <a:pt x="908088" y="471195"/>
                </a:moveTo>
                <a:lnTo>
                  <a:pt x="869988" y="471195"/>
                </a:lnTo>
                <a:lnTo>
                  <a:pt x="869988" y="461670"/>
                </a:lnTo>
                <a:lnTo>
                  <a:pt x="908088" y="461670"/>
                </a:lnTo>
                <a:lnTo>
                  <a:pt x="908088" y="471195"/>
                </a:lnTo>
                <a:close/>
              </a:path>
              <a:path w="1733550" h="471805">
                <a:moveTo>
                  <a:pt x="841413" y="471195"/>
                </a:moveTo>
                <a:lnTo>
                  <a:pt x="803313" y="471195"/>
                </a:lnTo>
                <a:lnTo>
                  <a:pt x="803313" y="461670"/>
                </a:lnTo>
                <a:lnTo>
                  <a:pt x="841413" y="461670"/>
                </a:lnTo>
                <a:lnTo>
                  <a:pt x="841413" y="471195"/>
                </a:lnTo>
                <a:close/>
              </a:path>
              <a:path w="1733550" h="471805">
                <a:moveTo>
                  <a:pt x="774738" y="471195"/>
                </a:moveTo>
                <a:lnTo>
                  <a:pt x="736638" y="471195"/>
                </a:lnTo>
                <a:lnTo>
                  <a:pt x="736638" y="461670"/>
                </a:lnTo>
                <a:lnTo>
                  <a:pt x="774738" y="461670"/>
                </a:lnTo>
                <a:lnTo>
                  <a:pt x="774738" y="471195"/>
                </a:lnTo>
                <a:close/>
              </a:path>
              <a:path w="1733550" h="471805">
                <a:moveTo>
                  <a:pt x="708063" y="471195"/>
                </a:moveTo>
                <a:lnTo>
                  <a:pt x="669963" y="471195"/>
                </a:lnTo>
                <a:lnTo>
                  <a:pt x="669963" y="461670"/>
                </a:lnTo>
                <a:lnTo>
                  <a:pt x="708063" y="461670"/>
                </a:lnTo>
                <a:lnTo>
                  <a:pt x="708063" y="471195"/>
                </a:lnTo>
                <a:close/>
              </a:path>
              <a:path w="1733550" h="471805">
                <a:moveTo>
                  <a:pt x="641388" y="471195"/>
                </a:moveTo>
                <a:lnTo>
                  <a:pt x="603288" y="471195"/>
                </a:lnTo>
                <a:lnTo>
                  <a:pt x="603288" y="461670"/>
                </a:lnTo>
                <a:lnTo>
                  <a:pt x="641388" y="461670"/>
                </a:lnTo>
                <a:lnTo>
                  <a:pt x="641388" y="471195"/>
                </a:lnTo>
                <a:close/>
              </a:path>
              <a:path w="1733550" h="471805">
                <a:moveTo>
                  <a:pt x="574713" y="471195"/>
                </a:moveTo>
                <a:lnTo>
                  <a:pt x="536613" y="471195"/>
                </a:lnTo>
                <a:lnTo>
                  <a:pt x="536613" y="461670"/>
                </a:lnTo>
                <a:lnTo>
                  <a:pt x="574713" y="461670"/>
                </a:lnTo>
                <a:lnTo>
                  <a:pt x="574713" y="471195"/>
                </a:lnTo>
                <a:close/>
              </a:path>
              <a:path w="1733550" h="471805">
                <a:moveTo>
                  <a:pt x="508038" y="471195"/>
                </a:moveTo>
                <a:lnTo>
                  <a:pt x="469938" y="471195"/>
                </a:lnTo>
                <a:lnTo>
                  <a:pt x="469938" y="461670"/>
                </a:lnTo>
                <a:lnTo>
                  <a:pt x="508038" y="461670"/>
                </a:lnTo>
                <a:lnTo>
                  <a:pt x="508038" y="471195"/>
                </a:lnTo>
                <a:close/>
              </a:path>
              <a:path w="1733550" h="471805">
                <a:moveTo>
                  <a:pt x="441363" y="471195"/>
                </a:moveTo>
                <a:lnTo>
                  <a:pt x="403263" y="471195"/>
                </a:lnTo>
                <a:lnTo>
                  <a:pt x="403263" y="461670"/>
                </a:lnTo>
                <a:lnTo>
                  <a:pt x="441363" y="461670"/>
                </a:lnTo>
                <a:lnTo>
                  <a:pt x="441363" y="471195"/>
                </a:lnTo>
                <a:close/>
              </a:path>
              <a:path w="1733550" h="471805">
                <a:moveTo>
                  <a:pt x="374688" y="471195"/>
                </a:moveTo>
                <a:lnTo>
                  <a:pt x="336588" y="471195"/>
                </a:lnTo>
                <a:lnTo>
                  <a:pt x="336588" y="461670"/>
                </a:lnTo>
                <a:lnTo>
                  <a:pt x="374688" y="461670"/>
                </a:lnTo>
                <a:lnTo>
                  <a:pt x="374688" y="471195"/>
                </a:lnTo>
                <a:close/>
              </a:path>
              <a:path w="1733550" h="471805">
                <a:moveTo>
                  <a:pt x="308013" y="471195"/>
                </a:moveTo>
                <a:lnTo>
                  <a:pt x="269913" y="471195"/>
                </a:lnTo>
                <a:lnTo>
                  <a:pt x="269913" y="461670"/>
                </a:lnTo>
                <a:lnTo>
                  <a:pt x="308013" y="461670"/>
                </a:lnTo>
                <a:lnTo>
                  <a:pt x="308013" y="471195"/>
                </a:lnTo>
                <a:close/>
              </a:path>
              <a:path w="1733550" h="471805">
                <a:moveTo>
                  <a:pt x="241338" y="471195"/>
                </a:moveTo>
                <a:lnTo>
                  <a:pt x="203238" y="471195"/>
                </a:lnTo>
                <a:lnTo>
                  <a:pt x="203238" y="461670"/>
                </a:lnTo>
                <a:lnTo>
                  <a:pt x="241338" y="461670"/>
                </a:lnTo>
                <a:lnTo>
                  <a:pt x="241338" y="471195"/>
                </a:lnTo>
                <a:close/>
              </a:path>
              <a:path w="1733550" h="471805">
                <a:moveTo>
                  <a:pt x="174663" y="471195"/>
                </a:moveTo>
                <a:lnTo>
                  <a:pt x="136563" y="471195"/>
                </a:lnTo>
                <a:lnTo>
                  <a:pt x="136563" y="461670"/>
                </a:lnTo>
                <a:lnTo>
                  <a:pt x="174663" y="461670"/>
                </a:lnTo>
                <a:lnTo>
                  <a:pt x="174663" y="471195"/>
                </a:lnTo>
                <a:close/>
              </a:path>
              <a:path w="1733550" h="471805">
                <a:moveTo>
                  <a:pt x="107988" y="471195"/>
                </a:moveTo>
                <a:lnTo>
                  <a:pt x="69888" y="471195"/>
                </a:lnTo>
                <a:lnTo>
                  <a:pt x="69888" y="461670"/>
                </a:lnTo>
                <a:lnTo>
                  <a:pt x="107988" y="461670"/>
                </a:lnTo>
                <a:lnTo>
                  <a:pt x="107988" y="4711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3542" y="1816277"/>
            <a:ext cx="155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液体的分</a:t>
            </a:r>
            <a:r>
              <a:rPr dirty="0" sz="2400" spc="-5" b="1">
                <a:latin typeface="华文楷体"/>
                <a:cs typeface="华文楷体"/>
              </a:rPr>
              <a:t>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6252" y="4678324"/>
            <a:ext cx="1314450" cy="1210310"/>
          </a:xfrm>
          <a:custGeom>
            <a:avLst/>
            <a:gdLst/>
            <a:ahLst/>
            <a:cxnLst/>
            <a:rect l="l" t="t" r="r" b="b"/>
            <a:pathLst>
              <a:path w="1314450" h="1210310">
                <a:moveTo>
                  <a:pt x="4762" y="1205090"/>
                </a:moveTo>
                <a:lnTo>
                  <a:pt x="0" y="1205090"/>
                </a:lnTo>
                <a:lnTo>
                  <a:pt x="0" y="1166990"/>
                </a:lnTo>
                <a:lnTo>
                  <a:pt x="9525" y="1166990"/>
                </a:lnTo>
                <a:lnTo>
                  <a:pt x="9525" y="1200327"/>
                </a:lnTo>
                <a:lnTo>
                  <a:pt x="4762" y="1200327"/>
                </a:lnTo>
                <a:lnTo>
                  <a:pt x="4762" y="1205090"/>
                </a:lnTo>
                <a:close/>
              </a:path>
              <a:path w="1314450" h="1210310">
                <a:moveTo>
                  <a:pt x="13855" y="1209852"/>
                </a:moveTo>
                <a:lnTo>
                  <a:pt x="4762" y="1209852"/>
                </a:lnTo>
                <a:lnTo>
                  <a:pt x="4762" y="1200327"/>
                </a:lnTo>
                <a:lnTo>
                  <a:pt x="9525" y="1200327"/>
                </a:lnTo>
                <a:lnTo>
                  <a:pt x="9525" y="1205090"/>
                </a:lnTo>
                <a:lnTo>
                  <a:pt x="13855" y="1205090"/>
                </a:lnTo>
                <a:lnTo>
                  <a:pt x="13855" y="1209852"/>
                </a:lnTo>
                <a:close/>
              </a:path>
              <a:path w="1314450" h="1210310">
                <a:moveTo>
                  <a:pt x="13855" y="1205090"/>
                </a:moveTo>
                <a:lnTo>
                  <a:pt x="9525" y="1205090"/>
                </a:lnTo>
                <a:lnTo>
                  <a:pt x="9525" y="1200327"/>
                </a:lnTo>
                <a:lnTo>
                  <a:pt x="13855" y="1200327"/>
                </a:lnTo>
                <a:lnTo>
                  <a:pt x="13855" y="1205090"/>
                </a:lnTo>
                <a:close/>
              </a:path>
              <a:path w="1314450" h="1210310">
                <a:moveTo>
                  <a:pt x="9525" y="1138415"/>
                </a:moveTo>
                <a:lnTo>
                  <a:pt x="0" y="1138415"/>
                </a:lnTo>
                <a:lnTo>
                  <a:pt x="0" y="1100315"/>
                </a:lnTo>
                <a:lnTo>
                  <a:pt x="9525" y="1100315"/>
                </a:lnTo>
                <a:lnTo>
                  <a:pt x="9525" y="1138415"/>
                </a:lnTo>
                <a:close/>
              </a:path>
              <a:path w="1314450" h="1210310">
                <a:moveTo>
                  <a:pt x="9525" y="1071740"/>
                </a:moveTo>
                <a:lnTo>
                  <a:pt x="0" y="1071740"/>
                </a:lnTo>
                <a:lnTo>
                  <a:pt x="0" y="1033640"/>
                </a:lnTo>
                <a:lnTo>
                  <a:pt x="9525" y="1033640"/>
                </a:lnTo>
                <a:lnTo>
                  <a:pt x="9525" y="1071740"/>
                </a:lnTo>
                <a:close/>
              </a:path>
              <a:path w="1314450" h="1210310">
                <a:moveTo>
                  <a:pt x="9525" y="1005065"/>
                </a:moveTo>
                <a:lnTo>
                  <a:pt x="0" y="1005065"/>
                </a:lnTo>
                <a:lnTo>
                  <a:pt x="0" y="966965"/>
                </a:lnTo>
                <a:lnTo>
                  <a:pt x="9525" y="966965"/>
                </a:lnTo>
                <a:lnTo>
                  <a:pt x="9525" y="1005065"/>
                </a:lnTo>
                <a:close/>
              </a:path>
              <a:path w="1314450" h="1210310">
                <a:moveTo>
                  <a:pt x="9525" y="938390"/>
                </a:moveTo>
                <a:lnTo>
                  <a:pt x="0" y="938390"/>
                </a:lnTo>
                <a:lnTo>
                  <a:pt x="0" y="900290"/>
                </a:lnTo>
                <a:lnTo>
                  <a:pt x="9525" y="900290"/>
                </a:lnTo>
                <a:lnTo>
                  <a:pt x="9525" y="938390"/>
                </a:lnTo>
                <a:close/>
              </a:path>
              <a:path w="1314450" h="1210310">
                <a:moveTo>
                  <a:pt x="9525" y="871715"/>
                </a:moveTo>
                <a:lnTo>
                  <a:pt x="0" y="871715"/>
                </a:lnTo>
                <a:lnTo>
                  <a:pt x="0" y="833615"/>
                </a:lnTo>
                <a:lnTo>
                  <a:pt x="9525" y="833615"/>
                </a:lnTo>
                <a:lnTo>
                  <a:pt x="9525" y="871715"/>
                </a:lnTo>
                <a:close/>
              </a:path>
              <a:path w="1314450" h="1210310">
                <a:moveTo>
                  <a:pt x="9525" y="805040"/>
                </a:moveTo>
                <a:lnTo>
                  <a:pt x="0" y="805040"/>
                </a:lnTo>
                <a:lnTo>
                  <a:pt x="0" y="766940"/>
                </a:lnTo>
                <a:lnTo>
                  <a:pt x="9525" y="766940"/>
                </a:lnTo>
                <a:lnTo>
                  <a:pt x="9525" y="805040"/>
                </a:lnTo>
                <a:close/>
              </a:path>
              <a:path w="1314450" h="1210310">
                <a:moveTo>
                  <a:pt x="9525" y="738365"/>
                </a:moveTo>
                <a:lnTo>
                  <a:pt x="0" y="738365"/>
                </a:lnTo>
                <a:lnTo>
                  <a:pt x="0" y="700265"/>
                </a:lnTo>
                <a:lnTo>
                  <a:pt x="9525" y="700265"/>
                </a:lnTo>
                <a:lnTo>
                  <a:pt x="9525" y="738365"/>
                </a:lnTo>
                <a:close/>
              </a:path>
              <a:path w="1314450" h="1210310">
                <a:moveTo>
                  <a:pt x="9525" y="671690"/>
                </a:moveTo>
                <a:lnTo>
                  <a:pt x="0" y="671690"/>
                </a:lnTo>
                <a:lnTo>
                  <a:pt x="0" y="633590"/>
                </a:lnTo>
                <a:lnTo>
                  <a:pt x="9525" y="633590"/>
                </a:lnTo>
                <a:lnTo>
                  <a:pt x="9525" y="671690"/>
                </a:lnTo>
                <a:close/>
              </a:path>
              <a:path w="1314450" h="1210310">
                <a:moveTo>
                  <a:pt x="9525" y="605015"/>
                </a:moveTo>
                <a:lnTo>
                  <a:pt x="0" y="605015"/>
                </a:lnTo>
                <a:lnTo>
                  <a:pt x="0" y="566915"/>
                </a:lnTo>
                <a:lnTo>
                  <a:pt x="9525" y="566915"/>
                </a:lnTo>
                <a:lnTo>
                  <a:pt x="9525" y="605015"/>
                </a:lnTo>
                <a:close/>
              </a:path>
              <a:path w="1314450" h="1210310">
                <a:moveTo>
                  <a:pt x="9525" y="538340"/>
                </a:moveTo>
                <a:lnTo>
                  <a:pt x="0" y="538340"/>
                </a:lnTo>
                <a:lnTo>
                  <a:pt x="0" y="500240"/>
                </a:lnTo>
                <a:lnTo>
                  <a:pt x="9525" y="500240"/>
                </a:lnTo>
                <a:lnTo>
                  <a:pt x="9525" y="538340"/>
                </a:lnTo>
                <a:close/>
              </a:path>
              <a:path w="1314450" h="1210310">
                <a:moveTo>
                  <a:pt x="9525" y="471665"/>
                </a:moveTo>
                <a:lnTo>
                  <a:pt x="0" y="471665"/>
                </a:lnTo>
                <a:lnTo>
                  <a:pt x="0" y="433565"/>
                </a:lnTo>
                <a:lnTo>
                  <a:pt x="9525" y="433565"/>
                </a:lnTo>
                <a:lnTo>
                  <a:pt x="9525" y="471665"/>
                </a:lnTo>
                <a:close/>
              </a:path>
              <a:path w="1314450" h="1210310">
                <a:moveTo>
                  <a:pt x="9525" y="404990"/>
                </a:moveTo>
                <a:lnTo>
                  <a:pt x="0" y="404990"/>
                </a:lnTo>
                <a:lnTo>
                  <a:pt x="0" y="366890"/>
                </a:lnTo>
                <a:lnTo>
                  <a:pt x="9525" y="366890"/>
                </a:lnTo>
                <a:lnTo>
                  <a:pt x="9525" y="404990"/>
                </a:lnTo>
                <a:close/>
              </a:path>
              <a:path w="1314450" h="1210310">
                <a:moveTo>
                  <a:pt x="9525" y="338315"/>
                </a:moveTo>
                <a:lnTo>
                  <a:pt x="0" y="338315"/>
                </a:lnTo>
                <a:lnTo>
                  <a:pt x="0" y="300215"/>
                </a:lnTo>
                <a:lnTo>
                  <a:pt x="9525" y="300215"/>
                </a:lnTo>
                <a:lnTo>
                  <a:pt x="9525" y="338315"/>
                </a:lnTo>
                <a:close/>
              </a:path>
              <a:path w="1314450" h="1210310">
                <a:moveTo>
                  <a:pt x="9525" y="271640"/>
                </a:moveTo>
                <a:lnTo>
                  <a:pt x="0" y="271640"/>
                </a:lnTo>
                <a:lnTo>
                  <a:pt x="0" y="233540"/>
                </a:lnTo>
                <a:lnTo>
                  <a:pt x="9525" y="233540"/>
                </a:lnTo>
                <a:lnTo>
                  <a:pt x="9525" y="271640"/>
                </a:lnTo>
                <a:close/>
              </a:path>
              <a:path w="1314450" h="1210310">
                <a:moveTo>
                  <a:pt x="9525" y="204965"/>
                </a:moveTo>
                <a:lnTo>
                  <a:pt x="0" y="204965"/>
                </a:lnTo>
                <a:lnTo>
                  <a:pt x="0" y="166865"/>
                </a:lnTo>
                <a:lnTo>
                  <a:pt x="9525" y="166865"/>
                </a:lnTo>
                <a:lnTo>
                  <a:pt x="9525" y="204965"/>
                </a:lnTo>
                <a:close/>
              </a:path>
              <a:path w="1314450" h="1210310">
                <a:moveTo>
                  <a:pt x="9525" y="138290"/>
                </a:moveTo>
                <a:lnTo>
                  <a:pt x="0" y="138290"/>
                </a:lnTo>
                <a:lnTo>
                  <a:pt x="0" y="100190"/>
                </a:lnTo>
                <a:lnTo>
                  <a:pt x="9525" y="100190"/>
                </a:lnTo>
                <a:lnTo>
                  <a:pt x="9525" y="138290"/>
                </a:lnTo>
                <a:close/>
              </a:path>
              <a:path w="1314450" h="1210310">
                <a:moveTo>
                  <a:pt x="9525" y="71615"/>
                </a:moveTo>
                <a:lnTo>
                  <a:pt x="0" y="71615"/>
                </a:lnTo>
                <a:lnTo>
                  <a:pt x="0" y="33515"/>
                </a:lnTo>
                <a:lnTo>
                  <a:pt x="9525" y="33515"/>
                </a:lnTo>
                <a:lnTo>
                  <a:pt x="9525" y="71615"/>
                </a:lnTo>
                <a:close/>
              </a:path>
              <a:path w="1314450" h="1210310">
                <a:moveTo>
                  <a:pt x="9347" y="4940"/>
                </a:moveTo>
                <a:lnTo>
                  <a:pt x="0" y="4940"/>
                </a:lnTo>
                <a:lnTo>
                  <a:pt x="0" y="4762"/>
                </a:lnTo>
                <a:lnTo>
                  <a:pt x="4762" y="0"/>
                </a:lnTo>
                <a:lnTo>
                  <a:pt x="42684" y="0"/>
                </a:lnTo>
                <a:lnTo>
                  <a:pt x="42684" y="4762"/>
                </a:lnTo>
                <a:lnTo>
                  <a:pt x="9525" y="4762"/>
                </a:lnTo>
                <a:lnTo>
                  <a:pt x="9347" y="4940"/>
                </a:lnTo>
                <a:close/>
              </a:path>
              <a:path w="1314450" h="1210310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314450" h="1210310">
                <a:moveTo>
                  <a:pt x="4268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42684" y="4762"/>
                </a:lnTo>
                <a:lnTo>
                  <a:pt x="42684" y="9525"/>
                </a:lnTo>
                <a:close/>
              </a:path>
              <a:path w="1314450" h="1210310">
                <a:moveTo>
                  <a:pt x="109359" y="9525"/>
                </a:moveTo>
                <a:lnTo>
                  <a:pt x="71259" y="9525"/>
                </a:lnTo>
                <a:lnTo>
                  <a:pt x="71259" y="0"/>
                </a:lnTo>
                <a:lnTo>
                  <a:pt x="109359" y="0"/>
                </a:lnTo>
                <a:lnTo>
                  <a:pt x="109359" y="9525"/>
                </a:lnTo>
                <a:close/>
              </a:path>
              <a:path w="1314450" h="1210310">
                <a:moveTo>
                  <a:pt x="176034" y="9525"/>
                </a:moveTo>
                <a:lnTo>
                  <a:pt x="137934" y="9525"/>
                </a:lnTo>
                <a:lnTo>
                  <a:pt x="137934" y="0"/>
                </a:lnTo>
                <a:lnTo>
                  <a:pt x="176034" y="0"/>
                </a:lnTo>
                <a:lnTo>
                  <a:pt x="176034" y="9525"/>
                </a:lnTo>
                <a:close/>
              </a:path>
              <a:path w="1314450" h="1210310">
                <a:moveTo>
                  <a:pt x="242709" y="9525"/>
                </a:moveTo>
                <a:lnTo>
                  <a:pt x="204609" y="9525"/>
                </a:lnTo>
                <a:lnTo>
                  <a:pt x="204609" y="0"/>
                </a:lnTo>
                <a:lnTo>
                  <a:pt x="242709" y="0"/>
                </a:lnTo>
                <a:lnTo>
                  <a:pt x="242709" y="9525"/>
                </a:lnTo>
                <a:close/>
              </a:path>
              <a:path w="1314450" h="1210310">
                <a:moveTo>
                  <a:pt x="309384" y="9525"/>
                </a:moveTo>
                <a:lnTo>
                  <a:pt x="271284" y="9525"/>
                </a:lnTo>
                <a:lnTo>
                  <a:pt x="271284" y="0"/>
                </a:lnTo>
                <a:lnTo>
                  <a:pt x="309384" y="0"/>
                </a:lnTo>
                <a:lnTo>
                  <a:pt x="309384" y="9525"/>
                </a:lnTo>
                <a:close/>
              </a:path>
              <a:path w="1314450" h="1210310">
                <a:moveTo>
                  <a:pt x="376059" y="9525"/>
                </a:moveTo>
                <a:lnTo>
                  <a:pt x="337959" y="9525"/>
                </a:lnTo>
                <a:lnTo>
                  <a:pt x="337959" y="0"/>
                </a:lnTo>
                <a:lnTo>
                  <a:pt x="376059" y="0"/>
                </a:lnTo>
                <a:lnTo>
                  <a:pt x="376059" y="9525"/>
                </a:lnTo>
                <a:close/>
              </a:path>
              <a:path w="1314450" h="1210310">
                <a:moveTo>
                  <a:pt x="442734" y="9525"/>
                </a:moveTo>
                <a:lnTo>
                  <a:pt x="404634" y="9525"/>
                </a:lnTo>
                <a:lnTo>
                  <a:pt x="404634" y="0"/>
                </a:lnTo>
                <a:lnTo>
                  <a:pt x="442734" y="0"/>
                </a:lnTo>
                <a:lnTo>
                  <a:pt x="442734" y="9525"/>
                </a:lnTo>
                <a:close/>
              </a:path>
              <a:path w="1314450" h="1210310">
                <a:moveTo>
                  <a:pt x="509409" y="9525"/>
                </a:moveTo>
                <a:lnTo>
                  <a:pt x="471309" y="9525"/>
                </a:lnTo>
                <a:lnTo>
                  <a:pt x="471309" y="0"/>
                </a:lnTo>
                <a:lnTo>
                  <a:pt x="509409" y="0"/>
                </a:lnTo>
                <a:lnTo>
                  <a:pt x="509409" y="9525"/>
                </a:lnTo>
                <a:close/>
              </a:path>
              <a:path w="1314450" h="1210310">
                <a:moveTo>
                  <a:pt x="576084" y="9525"/>
                </a:moveTo>
                <a:lnTo>
                  <a:pt x="537984" y="9525"/>
                </a:lnTo>
                <a:lnTo>
                  <a:pt x="537984" y="0"/>
                </a:lnTo>
                <a:lnTo>
                  <a:pt x="576084" y="0"/>
                </a:lnTo>
                <a:lnTo>
                  <a:pt x="576084" y="9525"/>
                </a:lnTo>
                <a:close/>
              </a:path>
              <a:path w="1314450" h="1210310">
                <a:moveTo>
                  <a:pt x="642759" y="9525"/>
                </a:moveTo>
                <a:lnTo>
                  <a:pt x="604659" y="9525"/>
                </a:lnTo>
                <a:lnTo>
                  <a:pt x="604659" y="0"/>
                </a:lnTo>
                <a:lnTo>
                  <a:pt x="642759" y="0"/>
                </a:lnTo>
                <a:lnTo>
                  <a:pt x="642759" y="9525"/>
                </a:lnTo>
                <a:close/>
              </a:path>
              <a:path w="1314450" h="1210310">
                <a:moveTo>
                  <a:pt x="709434" y="9525"/>
                </a:moveTo>
                <a:lnTo>
                  <a:pt x="671334" y="9525"/>
                </a:lnTo>
                <a:lnTo>
                  <a:pt x="671334" y="0"/>
                </a:lnTo>
                <a:lnTo>
                  <a:pt x="709434" y="0"/>
                </a:lnTo>
                <a:lnTo>
                  <a:pt x="709434" y="9525"/>
                </a:lnTo>
                <a:close/>
              </a:path>
              <a:path w="1314450" h="1210310">
                <a:moveTo>
                  <a:pt x="776109" y="9525"/>
                </a:moveTo>
                <a:lnTo>
                  <a:pt x="738009" y="9525"/>
                </a:lnTo>
                <a:lnTo>
                  <a:pt x="738009" y="0"/>
                </a:lnTo>
                <a:lnTo>
                  <a:pt x="776109" y="0"/>
                </a:lnTo>
                <a:lnTo>
                  <a:pt x="776109" y="9525"/>
                </a:lnTo>
                <a:close/>
              </a:path>
              <a:path w="1314450" h="1210310">
                <a:moveTo>
                  <a:pt x="842784" y="9525"/>
                </a:moveTo>
                <a:lnTo>
                  <a:pt x="804684" y="9525"/>
                </a:lnTo>
                <a:lnTo>
                  <a:pt x="804684" y="0"/>
                </a:lnTo>
                <a:lnTo>
                  <a:pt x="842784" y="0"/>
                </a:lnTo>
                <a:lnTo>
                  <a:pt x="842784" y="9525"/>
                </a:lnTo>
                <a:close/>
              </a:path>
              <a:path w="1314450" h="1210310">
                <a:moveTo>
                  <a:pt x="909459" y="9525"/>
                </a:moveTo>
                <a:lnTo>
                  <a:pt x="871359" y="9525"/>
                </a:lnTo>
                <a:lnTo>
                  <a:pt x="871359" y="0"/>
                </a:lnTo>
                <a:lnTo>
                  <a:pt x="909459" y="0"/>
                </a:lnTo>
                <a:lnTo>
                  <a:pt x="909459" y="9525"/>
                </a:lnTo>
                <a:close/>
              </a:path>
              <a:path w="1314450" h="1210310">
                <a:moveTo>
                  <a:pt x="976134" y="9525"/>
                </a:moveTo>
                <a:lnTo>
                  <a:pt x="938034" y="9525"/>
                </a:lnTo>
                <a:lnTo>
                  <a:pt x="938034" y="0"/>
                </a:lnTo>
                <a:lnTo>
                  <a:pt x="976134" y="0"/>
                </a:lnTo>
                <a:lnTo>
                  <a:pt x="976134" y="9525"/>
                </a:lnTo>
                <a:close/>
              </a:path>
              <a:path w="1314450" h="1210310">
                <a:moveTo>
                  <a:pt x="1042809" y="9525"/>
                </a:moveTo>
                <a:lnTo>
                  <a:pt x="1004709" y="9525"/>
                </a:lnTo>
                <a:lnTo>
                  <a:pt x="1004709" y="0"/>
                </a:lnTo>
                <a:lnTo>
                  <a:pt x="1042809" y="0"/>
                </a:lnTo>
                <a:lnTo>
                  <a:pt x="1042809" y="9525"/>
                </a:lnTo>
                <a:close/>
              </a:path>
              <a:path w="1314450" h="1210310">
                <a:moveTo>
                  <a:pt x="1109484" y="9525"/>
                </a:moveTo>
                <a:lnTo>
                  <a:pt x="1071384" y="9525"/>
                </a:lnTo>
                <a:lnTo>
                  <a:pt x="1071384" y="0"/>
                </a:lnTo>
                <a:lnTo>
                  <a:pt x="1109484" y="0"/>
                </a:lnTo>
                <a:lnTo>
                  <a:pt x="1109484" y="9525"/>
                </a:lnTo>
                <a:close/>
              </a:path>
              <a:path w="1314450" h="1210310">
                <a:moveTo>
                  <a:pt x="1176159" y="9525"/>
                </a:moveTo>
                <a:lnTo>
                  <a:pt x="1138059" y="9525"/>
                </a:lnTo>
                <a:lnTo>
                  <a:pt x="1138059" y="0"/>
                </a:lnTo>
                <a:lnTo>
                  <a:pt x="1176159" y="0"/>
                </a:lnTo>
                <a:lnTo>
                  <a:pt x="1176159" y="9525"/>
                </a:lnTo>
                <a:close/>
              </a:path>
              <a:path w="1314450" h="1210310">
                <a:moveTo>
                  <a:pt x="1242834" y="9525"/>
                </a:moveTo>
                <a:lnTo>
                  <a:pt x="1204734" y="9525"/>
                </a:lnTo>
                <a:lnTo>
                  <a:pt x="1204734" y="0"/>
                </a:lnTo>
                <a:lnTo>
                  <a:pt x="1242834" y="0"/>
                </a:lnTo>
                <a:lnTo>
                  <a:pt x="1242834" y="9525"/>
                </a:lnTo>
                <a:close/>
              </a:path>
              <a:path w="1314450" h="1210310">
                <a:moveTo>
                  <a:pt x="1304531" y="9525"/>
                </a:moveTo>
                <a:lnTo>
                  <a:pt x="1271409" y="9525"/>
                </a:lnTo>
                <a:lnTo>
                  <a:pt x="1271409" y="0"/>
                </a:lnTo>
                <a:lnTo>
                  <a:pt x="1309293" y="0"/>
                </a:lnTo>
                <a:lnTo>
                  <a:pt x="1310767" y="228"/>
                </a:lnTo>
                <a:lnTo>
                  <a:pt x="1312087" y="901"/>
                </a:lnTo>
                <a:lnTo>
                  <a:pt x="1313141" y="1955"/>
                </a:lnTo>
                <a:lnTo>
                  <a:pt x="1313827" y="3289"/>
                </a:lnTo>
                <a:lnTo>
                  <a:pt x="1314056" y="4762"/>
                </a:lnTo>
                <a:lnTo>
                  <a:pt x="1304531" y="4762"/>
                </a:lnTo>
                <a:lnTo>
                  <a:pt x="1304531" y="9525"/>
                </a:lnTo>
                <a:close/>
              </a:path>
              <a:path w="1314450" h="1210310">
                <a:moveTo>
                  <a:pt x="1309293" y="9525"/>
                </a:moveTo>
                <a:lnTo>
                  <a:pt x="1304531" y="9525"/>
                </a:lnTo>
                <a:lnTo>
                  <a:pt x="1304531" y="4762"/>
                </a:lnTo>
                <a:lnTo>
                  <a:pt x="1309293" y="9525"/>
                </a:lnTo>
                <a:close/>
              </a:path>
              <a:path w="1314450" h="1210310">
                <a:moveTo>
                  <a:pt x="1314056" y="4978"/>
                </a:moveTo>
                <a:lnTo>
                  <a:pt x="1304747" y="4978"/>
                </a:lnTo>
                <a:lnTo>
                  <a:pt x="1304531" y="4762"/>
                </a:lnTo>
                <a:lnTo>
                  <a:pt x="1314056" y="4762"/>
                </a:lnTo>
                <a:lnTo>
                  <a:pt x="1314056" y="4978"/>
                </a:lnTo>
                <a:close/>
              </a:path>
              <a:path w="1314450" h="1210310">
                <a:moveTo>
                  <a:pt x="1314056" y="71653"/>
                </a:moveTo>
                <a:lnTo>
                  <a:pt x="1304531" y="71653"/>
                </a:lnTo>
                <a:lnTo>
                  <a:pt x="1304531" y="33553"/>
                </a:lnTo>
                <a:lnTo>
                  <a:pt x="1314056" y="33553"/>
                </a:lnTo>
                <a:lnTo>
                  <a:pt x="1314056" y="71653"/>
                </a:lnTo>
                <a:close/>
              </a:path>
              <a:path w="1314450" h="1210310">
                <a:moveTo>
                  <a:pt x="1314056" y="138328"/>
                </a:moveTo>
                <a:lnTo>
                  <a:pt x="1304531" y="138328"/>
                </a:lnTo>
                <a:lnTo>
                  <a:pt x="1304531" y="100228"/>
                </a:lnTo>
                <a:lnTo>
                  <a:pt x="1314056" y="100228"/>
                </a:lnTo>
                <a:lnTo>
                  <a:pt x="1314056" y="138328"/>
                </a:lnTo>
                <a:close/>
              </a:path>
              <a:path w="1314450" h="1210310">
                <a:moveTo>
                  <a:pt x="1314056" y="205003"/>
                </a:moveTo>
                <a:lnTo>
                  <a:pt x="1304531" y="205003"/>
                </a:lnTo>
                <a:lnTo>
                  <a:pt x="1304531" y="166903"/>
                </a:lnTo>
                <a:lnTo>
                  <a:pt x="1314056" y="166903"/>
                </a:lnTo>
                <a:lnTo>
                  <a:pt x="1314056" y="205003"/>
                </a:lnTo>
                <a:close/>
              </a:path>
              <a:path w="1314450" h="1210310">
                <a:moveTo>
                  <a:pt x="1314056" y="271678"/>
                </a:moveTo>
                <a:lnTo>
                  <a:pt x="1304531" y="271678"/>
                </a:lnTo>
                <a:lnTo>
                  <a:pt x="1304531" y="233578"/>
                </a:lnTo>
                <a:lnTo>
                  <a:pt x="1314056" y="233578"/>
                </a:lnTo>
                <a:lnTo>
                  <a:pt x="1314056" y="271678"/>
                </a:lnTo>
                <a:close/>
              </a:path>
              <a:path w="1314450" h="1210310">
                <a:moveTo>
                  <a:pt x="1314056" y="338353"/>
                </a:moveTo>
                <a:lnTo>
                  <a:pt x="1304531" y="338353"/>
                </a:lnTo>
                <a:lnTo>
                  <a:pt x="1304531" y="300253"/>
                </a:lnTo>
                <a:lnTo>
                  <a:pt x="1314056" y="300253"/>
                </a:lnTo>
                <a:lnTo>
                  <a:pt x="1314056" y="338353"/>
                </a:lnTo>
                <a:close/>
              </a:path>
              <a:path w="1314450" h="1210310">
                <a:moveTo>
                  <a:pt x="1314056" y="405028"/>
                </a:moveTo>
                <a:lnTo>
                  <a:pt x="1304531" y="405028"/>
                </a:lnTo>
                <a:lnTo>
                  <a:pt x="1304531" y="366928"/>
                </a:lnTo>
                <a:lnTo>
                  <a:pt x="1314056" y="366928"/>
                </a:lnTo>
                <a:lnTo>
                  <a:pt x="1314056" y="405028"/>
                </a:lnTo>
                <a:close/>
              </a:path>
              <a:path w="1314450" h="1210310">
                <a:moveTo>
                  <a:pt x="1314056" y="471703"/>
                </a:moveTo>
                <a:lnTo>
                  <a:pt x="1304531" y="471703"/>
                </a:lnTo>
                <a:lnTo>
                  <a:pt x="1304531" y="433603"/>
                </a:lnTo>
                <a:lnTo>
                  <a:pt x="1314056" y="433603"/>
                </a:lnTo>
                <a:lnTo>
                  <a:pt x="1314056" y="471703"/>
                </a:lnTo>
                <a:close/>
              </a:path>
              <a:path w="1314450" h="1210310">
                <a:moveTo>
                  <a:pt x="1314056" y="538378"/>
                </a:moveTo>
                <a:lnTo>
                  <a:pt x="1304531" y="538378"/>
                </a:lnTo>
                <a:lnTo>
                  <a:pt x="1304531" y="500278"/>
                </a:lnTo>
                <a:lnTo>
                  <a:pt x="1314056" y="500278"/>
                </a:lnTo>
                <a:lnTo>
                  <a:pt x="1314056" y="538378"/>
                </a:lnTo>
                <a:close/>
              </a:path>
              <a:path w="1314450" h="1210310">
                <a:moveTo>
                  <a:pt x="1314056" y="605053"/>
                </a:moveTo>
                <a:lnTo>
                  <a:pt x="1304531" y="605053"/>
                </a:lnTo>
                <a:lnTo>
                  <a:pt x="1304531" y="566953"/>
                </a:lnTo>
                <a:lnTo>
                  <a:pt x="1314056" y="566953"/>
                </a:lnTo>
                <a:lnTo>
                  <a:pt x="1314056" y="605053"/>
                </a:lnTo>
                <a:close/>
              </a:path>
              <a:path w="1314450" h="1210310">
                <a:moveTo>
                  <a:pt x="1314056" y="671728"/>
                </a:moveTo>
                <a:lnTo>
                  <a:pt x="1304531" y="671728"/>
                </a:lnTo>
                <a:lnTo>
                  <a:pt x="1304531" y="633628"/>
                </a:lnTo>
                <a:lnTo>
                  <a:pt x="1314056" y="633628"/>
                </a:lnTo>
                <a:lnTo>
                  <a:pt x="1314056" y="671728"/>
                </a:lnTo>
                <a:close/>
              </a:path>
              <a:path w="1314450" h="1210310">
                <a:moveTo>
                  <a:pt x="1314056" y="738403"/>
                </a:moveTo>
                <a:lnTo>
                  <a:pt x="1304531" y="738403"/>
                </a:lnTo>
                <a:lnTo>
                  <a:pt x="1304531" y="700303"/>
                </a:lnTo>
                <a:lnTo>
                  <a:pt x="1314056" y="700303"/>
                </a:lnTo>
                <a:lnTo>
                  <a:pt x="1314056" y="738403"/>
                </a:lnTo>
                <a:close/>
              </a:path>
              <a:path w="1314450" h="1210310">
                <a:moveTo>
                  <a:pt x="1314056" y="805078"/>
                </a:moveTo>
                <a:lnTo>
                  <a:pt x="1304531" y="805078"/>
                </a:lnTo>
                <a:lnTo>
                  <a:pt x="1304531" y="766978"/>
                </a:lnTo>
                <a:lnTo>
                  <a:pt x="1314056" y="766978"/>
                </a:lnTo>
                <a:lnTo>
                  <a:pt x="1314056" y="805078"/>
                </a:lnTo>
                <a:close/>
              </a:path>
              <a:path w="1314450" h="1210310">
                <a:moveTo>
                  <a:pt x="1314056" y="871753"/>
                </a:moveTo>
                <a:lnTo>
                  <a:pt x="1304531" y="871753"/>
                </a:lnTo>
                <a:lnTo>
                  <a:pt x="1304531" y="833653"/>
                </a:lnTo>
                <a:lnTo>
                  <a:pt x="1314056" y="833653"/>
                </a:lnTo>
                <a:lnTo>
                  <a:pt x="1314056" y="871753"/>
                </a:lnTo>
                <a:close/>
              </a:path>
              <a:path w="1314450" h="1210310">
                <a:moveTo>
                  <a:pt x="1314056" y="938428"/>
                </a:moveTo>
                <a:lnTo>
                  <a:pt x="1304531" y="938428"/>
                </a:lnTo>
                <a:lnTo>
                  <a:pt x="1304531" y="900328"/>
                </a:lnTo>
                <a:lnTo>
                  <a:pt x="1314056" y="900328"/>
                </a:lnTo>
                <a:lnTo>
                  <a:pt x="1314056" y="938428"/>
                </a:lnTo>
                <a:close/>
              </a:path>
              <a:path w="1314450" h="1210310">
                <a:moveTo>
                  <a:pt x="1314056" y="1005103"/>
                </a:moveTo>
                <a:lnTo>
                  <a:pt x="1304531" y="1005103"/>
                </a:lnTo>
                <a:lnTo>
                  <a:pt x="1304531" y="967003"/>
                </a:lnTo>
                <a:lnTo>
                  <a:pt x="1314056" y="967003"/>
                </a:lnTo>
                <a:lnTo>
                  <a:pt x="1314056" y="1005103"/>
                </a:lnTo>
                <a:close/>
              </a:path>
              <a:path w="1314450" h="1210310">
                <a:moveTo>
                  <a:pt x="1314056" y="1071778"/>
                </a:moveTo>
                <a:lnTo>
                  <a:pt x="1304531" y="1071778"/>
                </a:lnTo>
                <a:lnTo>
                  <a:pt x="1304531" y="1033678"/>
                </a:lnTo>
                <a:lnTo>
                  <a:pt x="1314056" y="1033678"/>
                </a:lnTo>
                <a:lnTo>
                  <a:pt x="1314056" y="1071778"/>
                </a:lnTo>
                <a:close/>
              </a:path>
              <a:path w="1314450" h="1210310">
                <a:moveTo>
                  <a:pt x="1314056" y="1138453"/>
                </a:moveTo>
                <a:lnTo>
                  <a:pt x="1304531" y="1138453"/>
                </a:lnTo>
                <a:lnTo>
                  <a:pt x="1304531" y="1100353"/>
                </a:lnTo>
                <a:lnTo>
                  <a:pt x="1314056" y="1100353"/>
                </a:lnTo>
                <a:lnTo>
                  <a:pt x="1314056" y="1138453"/>
                </a:lnTo>
                <a:close/>
              </a:path>
              <a:path w="1314450" h="1210310">
                <a:moveTo>
                  <a:pt x="1304531" y="1205090"/>
                </a:moveTo>
                <a:lnTo>
                  <a:pt x="1304531" y="1167028"/>
                </a:lnTo>
                <a:lnTo>
                  <a:pt x="1314056" y="1167028"/>
                </a:lnTo>
                <a:lnTo>
                  <a:pt x="1314056" y="1200327"/>
                </a:lnTo>
                <a:lnTo>
                  <a:pt x="1309255" y="1200327"/>
                </a:lnTo>
                <a:lnTo>
                  <a:pt x="1304531" y="1205090"/>
                </a:lnTo>
                <a:close/>
              </a:path>
              <a:path w="1314450" h="1210310">
                <a:moveTo>
                  <a:pt x="1309255" y="1200365"/>
                </a:moveTo>
                <a:close/>
              </a:path>
              <a:path w="1314450" h="1210310">
                <a:moveTo>
                  <a:pt x="1309293" y="1209852"/>
                </a:moveTo>
                <a:lnTo>
                  <a:pt x="1309293" y="1200327"/>
                </a:lnTo>
                <a:lnTo>
                  <a:pt x="1314056" y="1200327"/>
                </a:lnTo>
                <a:lnTo>
                  <a:pt x="1314056" y="1205090"/>
                </a:lnTo>
                <a:lnTo>
                  <a:pt x="1309293" y="1209852"/>
                </a:lnTo>
                <a:close/>
              </a:path>
              <a:path w="1314450" h="1210310">
                <a:moveTo>
                  <a:pt x="1280680" y="1209852"/>
                </a:moveTo>
                <a:lnTo>
                  <a:pt x="1242580" y="1209852"/>
                </a:lnTo>
                <a:lnTo>
                  <a:pt x="1242580" y="1200327"/>
                </a:lnTo>
                <a:lnTo>
                  <a:pt x="1280680" y="1200327"/>
                </a:lnTo>
                <a:lnTo>
                  <a:pt x="1280680" y="1209852"/>
                </a:lnTo>
                <a:close/>
              </a:path>
              <a:path w="1314450" h="1210310">
                <a:moveTo>
                  <a:pt x="1214005" y="1209852"/>
                </a:moveTo>
                <a:lnTo>
                  <a:pt x="1175905" y="1209852"/>
                </a:lnTo>
                <a:lnTo>
                  <a:pt x="1175905" y="1200327"/>
                </a:lnTo>
                <a:lnTo>
                  <a:pt x="1214005" y="1200327"/>
                </a:lnTo>
                <a:lnTo>
                  <a:pt x="1214005" y="1209852"/>
                </a:lnTo>
                <a:close/>
              </a:path>
              <a:path w="1314450" h="1210310">
                <a:moveTo>
                  <a:pt x="1147330" y="1209852"/>
                </a:moveTo>
                <a:lnTo>
                  <a:pt x="1109230" y="1209852"/>
                </a:lnTo>
                <a:lnTo>
                  <a:pt x="1109230" y="1200327"/>
                </a:lnTo>
                <a:lnTo>
                  <a:pt x="1147330" y="1200327"/>
                </a:lnTo>
                <a:lnTo>
                  <a:pt x="1147330" y="1209852"/>
                </a:lnTo>
                <a:close/>
              </a:path>
              <a:path w="1314450" h="1210310">
                <a:moveTo>
                  <a:pt x="1080655" y="1209852"/>
                </a:moveTo>
                <a:lnTo>
                  <a:pt x="1042555" y="1209852"/>
                </a:lnTo>
                <a:lnTo>
                  <a:pt x="1042555" y="1200327"/>
                </a:lnTo>
                <a:lnTo>
                  <a:pt x="1080655" y="1200327"/>
                </a:lnTo>
                <a:lnTo>
                  <a:pt x="1080655" y="1209852"/>
                </a:lnTo>
                <a:close/>
              </a:path>
              <a:path w="1314450" h="1210310">
                <a:moveTo>
                  <a:pt x="1013980" y="1209852"/>
                </a:moveTo>
                <a:lnTo>
                  <a:pt x="975880" y="1209852"/>
                </a:lnTo>
                <a:lnTo>
                  <a:pt x="975880" y="1200327"/>
                </a:lnTo>
                <a:lnTo>
                  <a:pt x="1013980" y="1200327"/>
                </a:lnTo>
                <a:lnTo>
                  <a:pt x="1013980" y="1209852"/>
                </a:lnTo>
                <a:close/>
              </a:path>
              <a:path w="1314450" h="1210310">
                <a:moveTo>
                  <a:pt x="947305" y="1209852"/>
                </a:moveTo>
                <a:lnTo>
                  <a:pt x="909205" y="1209852"/>
                </a:lnTo>
                <a:lnTo>
                  <a:pt x="909205" y="1200327"/>
                </a:lnTo>
                <a:lnTo>
                  <a:pt x="947305" y="1200327"/>
                </a:lnTo>
                <a:lnTo>
                  <a:pt x="947305" y="1209852"/>
                </a:lnTo>
                <a:close/>
              </a:path>
              <a:path w="1314450" h="1210310">
                <a:moveTo>
                  <a:pt x="880630" y="1209852"/>
                </a:moveTo>
                <a:lnTo>
                  <a:pt x="842530" y="1209852"/>
                </a:lnTo>
                <a:lnTo>
                  <a:pt x="842530" y="1200327"/>
                </a:lnTo>
                <a:lnTo>
                  <a:pt x="880630" y="1200327"/>
                </a:lnTo>
                <a:lnTo>
                  <a:pt x="880630" y="1209852"/>
                </a:lnTo>
                <a:close/>
              </a:path>
              <a:path w="1314450" h="1210310">
                <a:moveTo>
                  <a:pt x="813955" y="1209852"/>
                </a:moveTo>
                <a:lnTo>
                  <a:pt x="775855" y="1209852"/>
                </a:lnTo>
                <a:lnTo>
                  <a:pt x="775855" y="1200327"/>
                </a:lnTo>
                <a:lnTo>
                  <a:pt x="813955" y="1200327"/>
                </a:lnTo>
                <a:lnTo>
                  <a:pt x="813955" y="1209852"/>
                </a:lnTo>
                <a:close/>
              </a:path>
              <a:path w="1314450" h="1210310">
                <a:moveTo>
                  <a:pt x="747280" y="1209852"/>
                </a:moveTo>
                <a:lnTo>
                  <a:pt x="709180" y="1209852"/>
                </a:lnTo>
                <a:lnTo>
                  <a:pt x="709180" y="1200327"/>
                </a:lnTo>
                <a:lnTo>
                  <a:pt x="747280" y="1200327"/>
                </a:lnTo>
                <a:lnTo>
                  <a:pt x="747280" y="1209852"/>
                </a:lnTo>
                <a:close/>
              </a:path>
              <a:path w="1314450" h="1210310">
                <a:moveTo>
                  <a:pt x="680605" y="1209852"/>
                </a:moveTo>
                <a:lnTo>
                  <a:pt x="642505" y="1209852"/>
                </a:lnTo>
                <a:lnTo>
                  <a:pt x="642505" y="1200327"/>
                </a:lnTo>
                <a:lnTo>
                  <a:pt x="680605" y="1200327"/>
                </a:lnTo>
                <a:lnTo>
                  <a:pt x="680605" y="1209852"/>
                </a:lnTo>
                <a:close/>
              </a:path>
              <a:path w="1314450" h="1210310">
                <a:moveTo>
                  <a:pt x="613930" y="1209852"/>
                </a:moveTo>
                <a:lnTo>
                  <a:pt x="575830" y="1209852"/>
                </a:lnTo>
                <a:lnTo>
                  <a:pt x="575830" y="1200327"/>
                </a:lnTo>
                <a:lnTo>
                  <a:pt x="613930" y="1200327"/>
                </a:lnTo>
                <a:lnTo>
                  <a:pt x="613930" y="1209852"/>
                </a:lnTo>
                <a:close/>
              </a:path>
              <a:path w="1314450" h="1210310">
                <a:moveTo>
                  <a:pt x="547255" y="1209852"/>
                </a:moveTo>
                <a:lnTo>
                  <a:pt x="509155" y="1209852"/>
                </a:lnTo>
                <a:lnTo>
                  <a:pt x="509155" y="1200327"/>
                </a:lnTo>
                <a:lnTo>
                  <a:pt x="547255" y="1200327"/>
                </a:lnTo>
                <a:lnTo>
                  <a:pt x="547255" y="1209852"/>
                </a:lnTo>
                <a:close/>
              </a:path>
              <a:path w="1314450" h="1210310">
                <a:moveTo>
                  <a:pt x="480580" y="1209852"/>
                </a:moveTo>
                <a:lnTo>
                  <a:pt x="442480" y="1209852"/>
                </a:lnTo>
                <a:lnTo>
                  <a:pt x="442480" y="1200327"/>
                </a:lnTo>
                <a:lnTo>
                  <a:pt x="480580" y="1200327"/>
                </a:lnTo>
                <a:lnTo>
                  <a:pt x="480580" y="1209852"/>
                </a:lnTo>
                <a:close/>
              </a:path>
              <a:path w="1314450" h="1210310">
                <a:moveTo>
                  <a:pt x="413905" y="1209852"/>
                </a:moveTo>
                <a:lnTo>
                  <a:pt x="375805" y="1209852"/>
                </a:lnTo>
                <a:lnTo>
                  <a:pt x="375805" y="1200327"/>
                </a:lnTo>
                <a:lnTo>
                  <a:pt x="413905" y="1200327"/>
                </a:lnTo>
                <a:lnTo>
                  <a:pt x="413905" y="1209852"/>
                </a:lnTo>
                <a:close/>
              </a:path>
              <a:path w="1314450" h="1210310">
                <a:moveTo>
                  <a:pt x="347230" y="1209852"/>
                </a:moveTo>
                <a:lnTo>
                  <a:pt x="309130" y="1209852"/>
                </a:lnTo>
                <a:lnTo>
                  <a:pt x="309130" y="1200327"/>
                </a:lnTo>
                <a:lnTo>
                  <a:pt x="347230" y="1200327"/>
                </a:lnTo>
                <a:lnTo>
                  <a:pt x="347230" y="1209852"/>
                </a:lnTo>
                <a:close/>
              </a:path>
              <a:path w="1314450" h="1210310">
                <a:moveTo>
                  <a:pt x="280555" y="1209852"/>
                </a:moveTo>
                <a:lnTo>
                  <a:pt x="242455" y="1209852"/>
                </a:lnTo>
                <a:lnTo>
                  <a:pt x="242455" y="1200327"/>
                </a:lnTo>
                <a:lnTo>
                  <a:pt x="280555" y="1200327"/>
                </a:lnTo>
                <a:lnTo>
                  <a:pt x="280555" y="1209852"/>
                </a:lnTo>
                <a:close/>
              </a:path>
              <a:path w="1314450" h="1210310">
                <a:moveTo>
                  <a:pt x="213880" y="1209852"/>
                </a:moveTo>
                <a:lnTo>
                  <a:pt x="175780" y="1209852"/>
                </a:lnTo>
                <a:lnTo>
                  <a:pt x="175780" y="1200327"/>
                </a:lnTo>
                <a:lnTo>
                  <a:pt x="213880" y="1200327"/>
                </a:lnTo>
                <a:lnTo>
                  <a:pt x="213880" y="1209852"/>
                </a:lnTo>
                <a:close/>
              </a:path>
              <a:path w="1314450" h="1210310">
                <a:moveTo>
                  <a:pt x="147205" y="1209852"/>
                </a:moveTo>
                <a:lnTo>
                  <a:pt x="109105" y="1209852"/>
                </a:lnTo>
                <a:lnTo>
                  <a:pt x="109105" y="1200327"/>
                </a:lnTo>
                <a:lnTo>
                  <a:pt x="147205" y="1200327"/>
                </a:lnTo>
                <a:lnTo>
                  <a:pt x="147205" y="1209852"/>
                </a:lnTo>
                <a:close/>
              </a:path>
              <a:path w="1314450" h="1210310">
                <a:moveTo>
                  <a:pt x="80530" y="1209852"/>
                </a:moveTo>
                <a:lnTo>
                  <a:pt x="42430" y="1209852"/>
                </a:lnTo>
                <a:lnTo>
                  <a:pt x="42430" y="1200327"/>
                </a:lnTo>
                <a:lnTo>
                  <a:pt x="80530" y="1200327"/>
                </a:lnTo>
                <a:lnTo>
                  <a:pt x="80530" y="120985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29755" y="4679912"/>
            <a:ext cx="941069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一个</a:t>
            </a:r>
            <a:r>
              <a:rPr dirty="0" sz="2400" spc="-5" b="1">
                <a:latin typeface="华文楷体"/>
                <a:cs typeface="华文楷体"/>
              </a:rPr>
              <a:t>挨 </a:t>
            </a:r>
            <a:r>
              <a:rPr dirty="0" sz="2400" b="1">
                <a:latin typeface="华文楷体"/>
                <a:cs typeface="华文楷体"/>
              </a:rPr>
              <a:t>着一</a:t>
            </a:r>
            <a:r>
              <a:rPr dirty="0" sz="2400" spc="-5" b="1">
                <a:latin typeface="华文楷体"/>
                <a:cs typeface="华文楷体"/>
              </a:rPr>
              <a:t>个 </a:t>
            </a:r>
            <a:r>
              <a:rPr dirty="0" sz="2400" b="1">
                <a:latin typeface="华文楷体"/>
                <a:cs typeface="华文楷体"/>
              </a:rPr>
              <a:t>地排</a:t>
            </a:r>
            <a:r>
              <a:rPr dirty="0" sz="2400" spc="-5" b="1">
                <a:latin typeface="华文楷体"/>
                <a:cs typeface="华文楷体"/>
              </a:rPr>
              <a:t>列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85183" y="1866277"/>
            <a:ext cx="1733550" cy="471805"/>
          </a:xfrm>
          <a:custGeom>
            <a:avLst/>
            <a:gdLst/>
            <a:ahLst/>
            <a:cxnLst/>
            <a:rect l="l" t="t" r="r" b="b"/>
            <a:pathLst>
              <a:path w="1733550" h="471805">
                <a:moveTo>
                  <a:pt x="4762" y="466420"/>
                </a:moveTo>
                <a:lnTo>
                  <a:pt x="0" y="466420"/>
                </a:lnTo>
                <a:lnTo>
                  <a:pt x="0" y="428320"/>
                </a:lnTo>
                <a:lnTo>
                  <a:pt x="9525" y="428320"/>
                </a:lnTo>
                <a:lnTo>
                  <a:pt x="9525" y="461657"/>
                </a:lnTo>
                <a:lnTo>
                  <a:pt x="4762" y="461657"/>
                </a:lnTo>
                <a:lnTo>
                  <a:pt x="4762" y="466420"/>
                </a:lnTo>
                <a:close/>
              </a:path>
              <a:path w="1733550" h="471805">
                <a:moveTo>
                  <a:pt x="41325" y="471182"/>
                </a:moveTo>
                <a:lnTo>
                  <a:pt x="4762" y="471182"/>
                </a:ln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lnTo>
                  <a:pt x="41325" y="466420"/>
                </a:lnTo>
                <a:lnTo>
                  <a:pt x="41325" y="471182"/>
                </a:lnTo>
                <a:close/>
              </a:path>
              <a:path w="1733550" h="471805">
                <a:moveTo>
                  <a:pt x="41325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41325" y="461657"/>
                </a:lnTo>
                <a:lnTo>
                  <a:pt x="41325" y="466420"/>
                </a:lnTo>
                <a:close/>
              </a:path>
              <a:path w="1733550" h="471805">
                <a:moveTo>
                  <a:pt x="9525" y="399745"/>
                </a:moveTo>
                <a:lnTo>
                  <a:pt x="0" y="399745"/>
                </a:lnTo>
                <a:lnTo>
                  <a:pt x="0" y="361645"/>
                </a:lnTo>
                <a:lnTo>
                  <a:pt x="9525" y="361645"/>
                </a:lnTo>
                <a:lnTo>
                  <a:pt x="9525" y="399745"/>
                </a:lnTo>
                <a:close/>
              </a:path>
              <a:path w="1733550" h="471805">
                <a:moveTo>
                  <a:pt x="9525" y="333070"/>
                </a:moveTo>
                <a:lnTo>
                  <a:pt x="0" y="333070"/>
                </a:lnTo>
                <a:lnTo>
                  <a:pt x="0" y="294970"/>
                </a:lnTo>
                <a:lnTo>
                  <a:pt x="9525" y="294970"/>
                </a:lnTo>
                <a:lnTo>
                  <a:pt x="9525" y="333070"/>
                </a:lnTo>
                <a:close/>
              </a:path>
              <a:path w="1733550" h="471805">
                <a:moveTo>
                  <a:pt x="9525" y="266395"/>
                </a:moveTo>
                <a:lnTo>
                  <a:pt x="0" y="266395"/>
                </a:lnTo>
                <a:lnTo>
                  <a:pt x="0" y="228295"/>
                </a:lnTo>
                <a:lnTo>
                  <a:pt x="9525" y="228295"/>
                </a:lnTo>
                <a:lnTo>
                  <a:pt x="9525" y="266395"/>
                </a:lnTo>
                <a:close/>
              </a:path>
              <a:path w="1733550" h="471805">
                <a:moveTo>
                  <a:pt x="9525" y="199720"/>
                </a:moveTo>
                <a:lnTo>
                  <a:pt x="0" y="199720"/>
                </a:lnTo>
                <a:lnTo>
                  <a:pt x="0" y="161620"/>
                </a:lnTo>
                <a:lnTo>
                  <a:pt x="9525" y="161620"/>
                </a:lnTo>
                <a:lnTo>
                  <a:pt x="9525" y="199720"/>
                </a:lnTo>
                <a:close/>
              </a:path>
              <a:path w="1733550" h="471805">
                <a:moveTo>
                  <a:pt x="9525" y="133045"/>
                </a:moveTo>
                <a:lnTo>
                  <a:pt x="0" y="133045"/>
                </a:lnTo>
                <a:lnTo>
                  <a:pt x="0" y="94945"/>
                </a:lnTo>
                <a:lnTo>
                  <a:pt x="9525" y="94945"/>
                </a:lnTo>
                <a:lnTo>
                  <a:pt x="9525" y="133045"/>
                </a:lnTo>
                <a:close/>
              </a:path>
              <a:path w="1733550" h="471805">
                <a:moveTo>
                  <a:pt x="9525" y="66370"/>
                </a:moveTo>
                <a:lnTo>
                  <a:pt x="0" y="66370"/>
                </a:lnTo>
                <a:lnTo>
                  <a:pt x="0" y="28270"/>
                </a:lnTo>
                <a:lnTo>
                  <a:pt x="9525" y="28270"/>
                </a:lnTo>
                <a:lnTo>
                  <a:pt x="9525" y="66370"/>
                </a:lnTo>
                <a:close/>
              </a:path>
              <a:path w="1733550" h="471805">
                <a:moveTo>
                  <a:pt x="47929" y="9524"/>
                </a:moveTo>
                <a:lnTo>
                  <a:pt x="9829" y="9524"/>
                </a:lnTo>
                <a:lnTo>
                  <a:pt x="9829" y="0"/>
                </a:lnTo>
                <a:lnTo>
                  <a:pt x="47929" y="0"/>
                </a:lnTo>
                <a:lnTo>
                  <a:pt x="47929" y="9524"/>
                </a:lnTo>
                <a:close/>
              </a:path>
              <a:path w="1733550" h="471805">
                <a:moveTo>
                  <a:pt x="114604" y="9524"/>
                </a:moveTo>
                <a:lnTo>
                  <a:pt x="76504" y="9524"/>
                </a:lnTo>
                <a:lnTo>
                  <a:pt x="76504" y="0"/>
                </a:lnTo>
                <a:lnTo>
                  <a:pt x="114604" y="0"/>
                </a:lnTo>
                <a:lnTo>
                  <a:pt x="114604" y="9524"/>
                </a:lnTo>
                <a:close/>
              </a:path>
              <a:path w="1733550" h="471805">
                <a:moveTo>
                  <a:pt x="181279" y="9524"/>
                </a:moveTo>
                <a:lnTo>
                  <a:pt x="143179" y="9524"/>
                </a:lnTo>
                <a:lnTo>
                  <a:pt x="143179" y="0"/>
                </a:lnTo>
                <a:lnTo>
                  <a:pt x="181279" y="0"/>
                </a:lnTo>
                <a:lnTo>
                  <a:pt x="181279" y="9524"/>
                </a:lnTo>
                <a:close/>
              </a:path>
              <a:path w="1733550" h="471805">
                <a:moveTo>
                  <a:pt x="247954" y="9524"/>
                </a:moveTo>
                <a:lnTo>
                  <a:pt x="209854" y="9524"/>
                </a:lnTo>
                <a:lnTo>
                  <a:pt x="209854" y="0"/>
                </a:lnTo>
                <a:lnTo>
                  <a:pt x="247954" y="0"/>
                </a:lnTo>
                <a:lnTo>
                  <a:pt x="247954" y="9524"/>
                </a:lnTo>
                <a:close/>
              </a:path>
              <a:path w="1733550" h="471805">
                <a:moveTo>
                  <a:pt x="314629" y="9524"/>
                </a:moveTo>
                <a:lnTo>
                  <a:pt x="276529" y="9524"/>
                </a:lnTo>
                <a:lnTo>
                  <a:pt x="276529" y="0"/>
                </a:lnTo>
                <a:lnTo>
                  <a:pt x="314629" y="0"/>
                </a:lnTo>
                <a:lnTo>
                  <a:pt x="314629" y="9524"/>
                </a:lnTo>
                <a:close/>
              </a:path>
              <a:path w="1733550" h="471805">
                <a:moveTo>
                  <a:pt x="381304" y="9524"/>
                </a:moveTo>
                <a:lnTo>
                  <a:pt x="343204" y="9524"/>
                </a:lnTo>
                <a:lnTo>
                  <a:pt x="343204" y="0"/>
                </a:lnTo>
                <a:lnTo>
                  <a:pt x="381304" y="0"/>
                </a:lnTo>
                <a:lnTo>
                  <a:pt x="381304" y="9524"/>
                </a:lnTo>
                <a:close/>
              </a:path>
              <a:path w="1733550" h="471805">
                <a:moveTo>
                  <a:pt x="447979" y="9524"/>
                </a:moveTo>
                <a:lnTo>
                  <a:pt x="409879" y="9524"/>
                </a:lnTo>
                <a:lnTo>
                  <a:pt x="409879" y="0"/>
                </a:lnTo>
                <a:lnTo>
                  <a:pt x="447979" y="0"/>
                </a:lnTo>
                <a:lnTo>
                  <a:pt x="447979" y="9524"/>
                </a:lnTo>
                <a:close/>
              </a:path>
              <a:path w="1733550" h="471805">
                <a:moveTo>
                  <a:pt x="514654" y="9524"/>
                </a:moveTo>
                <a:lnTo>
                  <a:pt x="476554" y="9524"/>
                </a:lnTo>
                <a:lnTo>
                  <a:pt x="476554" y="0"/>
                </a:lnTo>
                <a:lnTo>
                  <a:pt x="514654" y="0"/>
                </a:lnTo>
                <a:lnTo>
                  <a:pt x="514654" y="9524"/>
                </a:lnTo>
                <a:close/>
              </a:path>
              <a:path w="1733550" h="471805">
                <a:moveTo>
                  <a:pt x="581329" y="9524"/>
                </a:moveTo>
                <a:lnTo>
                  <a:pt x="543229" y="9524"/>
                </a:lnTo>
                <a:lnTo>
                  <a:pt x="543229" y="0"/>
                </a:lnTo>
                <a:lnTo>
                  <a:pt x="581329" y="0"/>
                </a:lnTo>
                <a:lnTo>
                  <a:pt x="581329" y="9524"/>
                </a:lnTo>
                <a:close/>
              </a:path>
              <a:path w="1733550" h="471805">
                <a:moveTo>
                  <a:pt x="648004" y="9524"/>
                </a:moveTo>
                <a:lnTo>
                  <a:pt x="609904" y="9524"/>
                </a:lnTo>
                <a:lnTo>
                  <a:pt x="609904" y="0"/>
                </a:lnTo>
                <a:lnTo>
                  <a:pt x="648004" y="0"/>
                </a:lnTo>
                <a:lnTo>
                  <a:pt x="648004" y="9524"/>
                </a:lnTo>
                <a:close/>
              </a:path>
              <a:path w="1733550" h="471805">
                <a:moveTo>
                  <a:pt x="714679" y="9524"/>
                </a:moveTo>
                <a:lnTo>
                  <a:pt x="676579" y="9524"/>
                </a:lnTo>
                <a:lnTo>
                  <a:pt x="676579" y="0"/>
                </a:lnTo>
                <a:lnTo>
                  <a:pt x="714679" y="0"/>
                </a:lnTo>
                <a:lnTo>
                  <a:pt x="714679" y="9524"/>
                </a:lnTo>
                <a:close/>
              </a:path>
              <a:path w="1733550" h="471805">
                <a:moveTo>
                  <a:pt x="781354" y="9524"/>
                </a:moveTo>
                <a:lnTo>
                  <a:pt x="743254" y="9524"/>
                </a:lnTo>
                <a:lnTo>
                  <a:pt x="743254" y="0"/>
                </a:lnTo>
                <a:lnTo>
                  <a:pt x="781354" y="0"/>
                </a:lnTo>
                <a:lnTo>
                  <a:pt x="781354" y="9524"/>
                </a:lnTo>
                <a:close/>
              </a:path>
              <a:path w="1733550" h="471805">
                <a:moveTo>
                  <a:pt x="848029" y="9524"/>
                </a:moveTo>
                <a:lnTo>
                  <a:pt x="809929" y="9524"/>
                </a:lnTo>
                <a:lnTo>
                  <a:pt x="809929" y="0"/>
                </a:lnTo>
                <a:lnTo>
                  <a:pt x="848029" y="0"/>
                </a:lnTo>
                <a:lnTo>
                  <a:pt x="848029" y="9524"/>
                </a:lnTo>
                <a:close/>
              </a:path>
              <a:path w="1733550" h="471805">
                <a:moveTo>
                  <a:pt x="914704" y="9524"/>
                </a:moveTo>
                <a:lnTo>
                  <a:pt x="876604" y="9524"/>
                </a:lnTo>
                <a:lnTo>
                  <a:pt x="876604" y="0"/>
                </a:lnTo>
                <a:lnTo>
                  <a:pt x="914704" y="0"/>
                </a:lnTo>
                <a:lnTo>
                  <a:pt x="914704" y="9524"/>
                </a:lnTo>
                <a:close/>
              </a:path>
              <a:path w="1733550" h="471805">
                <a:moveTo>
                  <a:pt x="981379" y="9524"/>
                </a:moveTo>
                <a:lnTo>
                  <a:pt x="943279" y="9524"/>
                </a:lnTo>
                <a:lnTo>
                  <a:pt x="943279" y="0"/>
                </a:lnTo>
                <a:lnTo>
                  <a:pt x="981379" y="0"/>
                </a:lnTo>
                <a:lnTo>
                  <a:pt x="981379" y="9524"/>
                </a:lnTo>
                <a:close/>
              </a:path>
              <a:path w="1733550" h="471805">
                <a:moveTo>
                  <a:pt x="1048054" y="9524"/>
                </a:moveTo>
                <a:lnTo>
                  <a:pt x="1009954" y="9524"/>
                </a:lnTo>
                <a:lnTo>
                  <a:pt x="1009954" y="0"/>
                </a:lnTo>
                <a:lnTo>
                  <a:pt x="1048054" y="0"/>
                </a:lnTo>
                <a:lnTo>
                  <a:pt x="1048054" y="9524"/>
                </a:lnTo>
                <a:close/>
              </a:path>
              <a:path w="1733550" h="471805">
                <a:moveTo>
                  <a:pt x="1114729" y="9524"/>
                </a:moveTo>
                <a:lnTo>
                  <a:pt x="1076629" y="9524"/>
                </a:lnTo>
                <a:lnTo>
                  <a:pt x="1076629" y="0"/>
                </a:lnTo>
                <a:lnTo>
                  <a:pt x="1114729" y="0"/>
                </a:lnTo>
                <a:lnTo>
                  <a:pt x="1114729" y="9524"/>
                </a:lnTo>
                <a:close/>
              </a:path>
              <a:path w="1733550" h="471805">
                <a:moveTo>
                  <a:pt x="1181404" y="9524"/>
                </a:moveTo>
                <a:lnTo>
                  <a:pt x="1143304" y="9524"/>
                </a:lnTo>
                <a:lnTo>
                  <a:pt x="1143304" y="0"/>
                </a:lnTo>
                <a:lnTo>
                  <a:pt x="1181404" y="0"/>
                </a:lnTo>
                <a:lnTo>
                  <a:pt x="1181404" y="9524"/>
                </a:lnTo>
                <a:close/>
              </a:path>
              <a:path w="1733550" h="471805">
                <a:moveTo>
                  <a:pt x="1248079" y="9524"/>
                </a:moveTo>
                <a:lnTo>
                  <a:pt x="1209979" y="9524"/>
                </a:lnTo>
                <a:lnTo>
                  <a:pt x="1209979" y="0"/>
                </a:lnTo>
                <a:lnTo>
                  <a:pt x="1248079" y="0"/>
                </a:lnTo>
                <a:lnTo>
                  <a:pt x="1248079" y="9524"/>
                </a:lnTo>
                <a:close/>
              </a:path>
              <a:path w="1733550" h="471805">
                <a:moveTo>
                  <a:pt x="1314754" y="9524"/>
                </a:moveTo>
                <a:lnTo>
                  <a:pt x="1276654" y="9524"/>
                </a:lnTo>
                <a:lnTo>
                  <a:pt x="1276654" y="0"/>
                </a:lnTo>
                <a:lnTo>
                  <a:pt x="1314754" y="0"/>
                </a:lnTo>
                <a:lnTo>
                  <a:pt x="1314754" y="9524"/>
                </a:lnTo>
                <a:close/>
              </a:path>
              <a:path w="1733550" h="471805">
                <a:moveTo>
                  <a:pt x="1381429" y="9524"/>
                </a:moveTo>
                <a:lnTo>
                  <a:pt x="1343329" y="9524"/>
                </a:lnTo>
                <a:lnTo>
                  <a:pt x="1343329" y="0"/>
                </a:lnTo>
                <a:lnTo>
                  <a:pt x="1381429" y="0"/>
                </a:lnTo>
                <a:lnTo>
                  <a:pt x="1381429" y="9524"/>
                </a:lnTo>
                <a:close/>
              </a:path>
              <a:path w="1733550" h="471805">
                <a:moveTo>
                  <a:pt x="1448104" y="9524"/>
                </a:moveTo>
                <a:lnTo>
                  <a:pt x="1410004" y="9524"/>
                </a:lnTo>
                <a:lnTo>
                  <a:pt x="1410004" y="0"/>
                </a:lnTo>
                <a:lnTo>
                  <a:pt x="1448104" y="0"/>
                </a:lnTo>
                <a:lnTo>
                  <a:pt x="1448104" y="9524"/>
                </a:lnTo>
                <a:close/>
              </a:path>
              <a:path w="1733550" h="471805">
                <a:moveTo>
                  <a:pt x="1514779" y="9524"/>
                </a:moveTo>
                <a:lnTo>
                  <a:pt x="1476679" y="9524"/>
                </a:lnTo>
                <a:lnTo>
                  <a:pt x="1476679" y="0"/>
                </a:lnTo>
                <a:lnTo>
                  <a:pt x="1514779" y="0"/>
                </a:lnTo>
                <a:lnTo>
                  <a:pt x="1514779" y="9524"/>
                </a:lnTo>
                <a:close/>
              </a:path>
              <a:path w="1733550" h="471805">
                <a:moveTo>
                  <a:pt x="1581454" y="9524"/>
                </a:moveTo>
                <a:lnTo>
                  <a:pt x="1543354" y="9524"/>
                </a:lnTo>
                <a:lnTo>
                  <a:pt x="1543354" y="0"/>
                </a:lnTo>
                <a:lnTo>
                  <a:pt x="1581454" y="0"/>
                </a:lnTo>
                <a:lnTo>
                  <a:pt x="1581454" y="9524"/>
                </a:lnTo>
                <a:close/>
              </a:path>
              <a:path w="1733550" h="471805">
                <a:moveTo>
                  <a:pt x="1648129" y="9524"/>
                </a:moveTo>
                <a:lnTo>
                  <a:pt x="1610029" y="9524"/>
                </a:lnTo>
                <a:lnTo>
                  <a:pt x="1610029" y="0"/>
                </a:lnTo>
                <a:lnTo>
                  <a:pt x="1648129" y="0"/>
                </a:lnTo>
                <a:lnTo>
                  <a:pt x="1648129" y="9524"/>
                </a:lnTo>
                <a:close/>
              </a:path>
              <a:path w="1733550" h="471805">
                <a:moveTo>
                  <a:pt x="1714804" y="9524"/>
                </a:moveTo>
                <a:lnTo>
                  <a:pt x="1676704" y="9524"/>
                </a:lnTo>
                <a:lnTo>
                  <a:pt x="1676704" y="0"/>
                </a:lnTo>
                <a:lnTo>
                  <a:pt x="1714804" y="0"/>
                </a:lnTo>
                <a:lnTo>
                  <a:pt x="1714804" y="9524"/>
                </a:lnTo>
                <a:close/>
              </a:path>
              <a:path w="1733550" h="471805">
                <a:moveTo>
                  <a:pt x="1733080" y="57924"/>
                </a:moveTo>
                <a:lnTo>
                  <a:pt x="1723555" y="57924"/>
                </a:lnTo>
                <a:lnTo>
                  <a:pt x="1723555" y="19824"/>
                </a:lnTo>
                <a:lnTo>
                  <a:pt x="1733080" y="19824"/>
                </a:lnTo>
                <a:lnTo>
                  <a:pt x="1733080" y="57924"/>
                </a:lnTo>
                <a:close/>
              </a:path>
              <a:path w="1733550" h="471805">
                <a:moveTo>
                  <a:pt x="1733080" y="124599"/>
                </a:moveTo>
                <a:lnTo>
                  <a:pt x="1723555" y="124599"/>
                </a:lnTo>
                <a:lnTo>
                  <a:pt x="1723555" y="86499"/>
                </a:lnTo>
                <a:lnTo>
                  <a:pt x="1733080" y="86499"/>
                </a:lnTo>
                <a:lnTo>
                  <a:pt x="1733080" y="124599"/>
                </a:lnTo>
                <a:close/>
              </a:path>
              <a:path w="1733550" h="471805">
                <a:moveTo>
                  <a:pt x="1733080" y="191274"/>
                </a:moveTo>
                <a:lnTo>
                  <a:pt x="1723555" y="191274"/>
                </a:lnTo>
                <a:lnTo>
                  <a:pt x="1723555" y="153174"/>
                </a:lnTo>
                <a:lnTo>
                  <a:pt x="1733080" y="153174"/>
                </a:lnTo>
                <a:lnTo>
                  <a:pt x="1733080" y="191274"/>
                </a:lnTo>
                <a:close/>
              </a:path>
              <a:path w="1733550" h="471805">
                <a:moveTo>
                  <a:pt x="1733080" y="257949"/>
                </a:moveTo>
                <a:lnTo>
                  <a:pt x="1723555" y="257949"/>
                </a:lnTo>
                <a:lnTo>
                  <a:pt x="1723555" y="219849"/>
                </a:lnTo>
                <a:lnTo>
                  <a:pt x="1733080" y="219849"/>
                </a:lnTo>
                <a:lnTo>
                  <a:pt x="1733080" y="257949"/>
                </a:lnTo>
                <a:close/>
              </a:path>
              <a:path w="1733550" h="471805">
                <a:moveTo>
                  <a:pt x="1733080" y="324624"/>
                </a:moveTo>
                <a:lnTo>
                  <a:pt x="1723555" y="324624"/>
                </a:lnTo>
                <a:lnTo>
                  <a:pt x="1723555" y="286524"/>
                </a:lnTo>
                <a:lnTo>
                  <a:pt x="1733080" y="286524"/>
                </a:lnTo>
                <a:lnTo>
                  <a:pt x="1733080" y="324624"/>
                </a:lnTo>
                <a:close/>
              </a:path>
              <a:path w="1733550" h="471805">
                <a:moveTo>
                  <a:pt x="1733080" y="391299"/>
                </a:moveTo>
                <a:lnTo>
                  <a:pt x="1723555" y="391299"/>
                </a:lnTo>
                <a:lnTo>
                  <a:pt x="1723555" y="353199"/>
                </a:lnTo>
                <a:lnTo>
                  <a:pt x="1733080" y="353199"/>
                </a:lnTo>
                <a:lnTo>
                  <a:pt x="1733080" y="391299"/>
                </a:lnTo>
                <a:close/>
              </a:path>
              <a:path w="1733550" h="471805">
                <a:moveTo>
                  <a:pt x="1733080" y="457974"/>
                </a:moveTo>
                <a:lnTo>
                  <a:pt x="1723555" y="457974"/>
                </a:lnTo>
                <a:lnTo>
                  <a:pt x="1723555" y="419874"/>
                </a:lnTo>
                <a:lnTo>
                  <a:pt x="1733080" y="419874"/>
                </a:lnTo>
                <a:lnTo>
                  <a:pt x="1733080" y="457974"/>
                </a:lnTo>
                <a:close/>
              </a:path>
              <a:path w="1733550" h="471805">
                <a:moveTo>
                  <a:pt x="1708200" y="471182"/>
                </a:moveTo>
                <a:lnTo>
                  <a:pt x="1670100" y="471182"/>
                </a:lnTo>
                <a:lnTo>
                  <a:pt x="1670100" y="461657"/>
                </a:lnTo>
                <a:lnTo>
                  <a:pt x="1708200" y="461657"/>
                </a:lnTo>
                <a:lnTo>
                  <a:pt x="1708200" y="471182"/>
                </a:lnTo>
                <a:close/>
              </a:path>
              <a:path w="1733550" h="471805">
                <a:moveTo>
                  <a:pt x="1641525" y="471182"/>
                </a:moveTo>
                <a:lnTo>
                  <a:pt x="1603425" y="471182"/>
                </a:lnTo>
                <a:lnTo>
                  <a:pt x="1603425" y="461657"/>
                </a:lnTo>
                <a:lnTo>
                  <a:pt x="1641525" y="461657"/>
                </a:lnTo>
                <a:lnTo>
                  <a:pt x="1641525" y="471182"/>
                </a:lnTo>
                <a:close/>
              </a:path>
              <a:path w="1733550" h="471805">
                <a:moveTo>
                  <a:pt x="1574850" y="471182"/>
                </a:moveTo>
                <a:lnTo>
                  <a:pt x="1536750" y="471182"/>
                </a:lnTo>
                <a:lnTo>
                  <a:pt x="1536750" y="461657"/>
                </a:lnTo>
                <a:lnTo>
                  <a:pt x="1574850" y="461657"/>
                </a:lnTo>
                <a:lnTo>
                  <a:pt x="1574850" y="471182"/>
                </a:lnTo>
                <a:close/>
              </a:path>
              <a:path w="1733550" h="471805">
                <a:moveTo>
                  <a:pt x="1508175" y="471182"/>
                </a:moveTo>
                <a:lnTo>
                  <a:pt x="1470075" y="471182"/>
                </a:lnTo>
                <a:lnTo>
                  <a:pt x="1470075" y="461657"/>
                </a:lnTo>
                <a:lnTo>
                  <a:pt x="1508175" y="461657"/>
                </a:lnTo>
                <a:lnTo>
                  <a:pt x="1508175" y="471182"/>
                </a:lnTo>
                <a:close/>
              </a:path>
              <a:path w="1733550" h="471805">
                <a:moveTo>
                  <a:pt x="1441500" y="471182"/>
                </a:moveTo>
                <a:lnTo>
                  <a:pt x="1403400" y="471182"/>
                </a:lnTo>
                <a:lnTo>
                  <a:pt x="1403400" y="461657"/>
                </a:lnTo>
                <a:lnTo>
                  <a:pt x="1441500" y="461657"/>
                </a:lnTo>
                <a:lnTo>
                  <a:pt x="1441500" y="471182"/>
                </a:lnTo>
                <a:close/>
              </a:path>
              <a:path w="1733550" h="471805">
                <a:moveTo>
                  <a:pt x="1374825" y="471182"/>
                </a:moveTo>
                <a:lnTo>
                  <a:pt x="1336725" y="471182"/>
                </a:lnTo>
                <a:lnTo>
                  <a:pt x="1336725" y="461657"/>
                </a:lnTo>
                <a:lnTo>
                  <a:pt x="1374825" y="461657"/>
                </a:lnTo>
                <a:lnTo>
                  <a:pt x="1374825" y="471182"/>
                </a:lnTo>
                <a:close/>
              </a:path>
              <a:path w="1733550" h="471805">
                <a:moveTo>
                  <a:pt x="1308150" y="471182"/>
                </a:moveTo>
                <a:lnTo>
                  <a:pt x="1270050" y="471182"/>
                </a:lnTo>
                <a:lnTo>
                  <a:pt x="1270050" y="461657"/>
                </a:lnTo>
                <a:lnTo>
                  <a:pt x="1308150" y="461657"/>
                </a:lnTo>
                <a:lnTo>
                  <a:pt x="1308150" y="471182"/>
                </a:lnTo>
                <a:close/>
              </a:path>
              <a:path w="1733550" h="471805">
                <a:moveTo>
                  <a:pt x="1241475" y="471182"/>
                </a:moveTo>
                <a:lnTo>
                  <a:pt x="1203375" y="471182"/>
                </a:lnTo>
                <a:lnTo>
                  <a:pt x="1203375" y="461657"/>
                </a:lnTo>
                <a:lnTo>
                  <a:pt x="1241475" y="461657"/>
                </a:lnTo>
                <a:lnTo>
                  <a:pt x="1241475" y="471182"/>
                </a:lnTo>
                <a:close/>
              </a:path>
              <a:path w="1733550" h="471805">
                <a:moveTo>
                  <a:pt x="1174800" y="471182"/>
                </a:moveTo>
                <a:lnTo>
                  <a:pt x="1136700" y="471182"/>
                </a:lnTo>
                <a:lnTo>
                  <a:pt x="1136700" y="461657"/>
                </a:lnTo>
                <a:lnTo>
                  <a:pt x="1174800" y="461657"/>
                </a:lnTo>
                <a:lnTo>
                  <a:pt x="1174800" y="471182"/>
                </a:lnTo>
                <a:close/>
              </a:path>
              <a:path w="1733550" h="471805">
                <a:moveTo>
                  <a:pt x="1108125" y="471182"/>
                </a:moveTo>
                <a:lnTo>
                  <a:pt x="1070025" y="471182"/>
                </a:lnTo>
                <a:lnTo>
                  <a:pt x="1070025" y="461657"/>
                </a:lnTo>
                <a:lnTo>
                  <a:pt x="1108125" y="461657"/>
                </a:lnTo>
                <a:lnTo>
                  <a:pt x="1108125" y="471182"/>
                </a:lnTo>
                <a:close/>
              </a:path>
              <a:path w="1733550" h="471805">
                <a:moveTo>
                  <a:pt x="1041450" y="471182"/>
                </a:moveTo>
                <a:lnTo>
                  <a:pt x="1003350" y="471182"/>
                </a:lnTo>
                <a:lnTo>
                  <a:pt x="1003350" y="461657"/>
                </a:lnTo>
                <a:lnTo>
                  <a:pt x="1041450" y="461657"/>
                </a:lnTo>
                <a:lnTo>
                  <a:pt x="1041450" y="471182"/>
                </a:lnTo>
                <a:close/>
              </a:path>
              <a:path w="1733550" h="471805">
                <a:moveTo>
                  <a:pt x="974775" y="471182"/>
                </a:moveTo>
                <a:lnTo>
                  <a:pt x="936675" y="471182"/>
                </a:lnTo>
                <a:lnTo>
                  <a:pt x="936675" y="461657"/>
                </a:lnTo>
                <a:lnTo>
                  <a:pt x="974775" y="461657"/>
                </a:lnTo>
                <a:lnTo>
                  <a:pt x="974775" y="471182"/>
                </a:lnTo>
                <a:close/>
              </a:path>
              <a:path w="1733550" h="471805">
                <a:moveTo>
                  <a:pt x="908100" y="471182"/>
                </a:moveTo>
                <a:lnTo>
                  <a:pt x="870000" y="471182"/>
                </a:lnTo>
                <a:lnTo>
                  <a:pt x="870000" y="461657"/>
                </a:lnTo>
                <a:lnTo>
                  <a:pt x="908100" y="461657"/>
                </a:lnTo>
                <a:lnTo>
                  <a:pt x="908100" y="471182"/>
                </a:lnTo>
                <a:close/>
              </a:path>
              <a:path w="1733550" h="471805">
                <a:moveTo>
                  <a:pt x="841425" y="471182"/>
                </a:moveTo>
                <a:lnTo>
                  <a:pt x="803325" y="471182"/>
                </a:lnTo>
                <a:lnTo>
                  <a:pt x="803325" y="461657"/>
                </a:lnTo>
                <a:lnTo>
                  <a:pt x="841425" y="461657"/>
                </a:lnTo>
                <a:lnTo>
                  <a:pt x="841425" y="471182"/>
                </a:lnTo>
                <a:close/>
              </a:path>
              <a:path w="1733550" h="471805">
                <a:moveTo>
                  <a:pt x="774750" y="471182"/>
                </a:moveTo>
                <a:lnTo>
                  <a:pt x="736650" y="471182"/>
                </a:lnTo>
                <a:lnTo>
                  <a:pt x="736650" y="461657"/>
                </a:lnTo>
                <a:lnTo>
                  <a:pt x="774750" y="461657"/>
                </a:lnTo>
                <a:lnTo>
                  <a:pt x="774750" y="471182"/>
                </a:lnTo>
                <a:close/>
              </a:path>
              <a:path w="1733550" h="471805">
                <a:moveTo>
                  <a:pt x="708075" y="471182"/>
                </a:moveTo>
                <a:lnTo>
                  <a:pt x="669975" y="471182"/>
                </a:lnTo>
                <a:lnTo>
                  <a:pt x="669975" y="461657"/>
                </a:lnTo>
                <a:lnTo>
                  <a:pt x="708075" y="461657"/>
                </a:lnTo>
                <a:lnTo>
                  <a:pt x="708075" y="471182"/>
                </a:lnTo>
                <a:close/>
              </a:path>
              <a:path w="1733550" h="471805">
                <a:moveTo>
                  <a:pt x="641400" y="471182"/>
                </a:moveTo>
                <a:lnTo>
                  <a:pt x="603300" y="471182"/>
                </a:lnTo>
                <a:lnTo>
                  <a:pt x="603300" y="461657"/>
                </a:lnTo>
                <a:lnTo>
                  <a:pt x="641400" y="461657"/>
                </a:lnTo>
                <a:lnTo>
                  <a:pt x="641400" y="471182"/>
                </a:lnTo>
                <a:close/>
              </a:path>
              <a:path w="1733550" h="471805">
                <a:moveTo>
                  <a:pt x="574725" y="471182"/>
                </a:moveTo>
                <a:lnTo>
                  <a:pt x="536625" y="471182"/>
                </a:lnTo>
                <a:lnTo>
                  <a:pt x="536625" y="461657"/>
                </a:lnTo>
                <a:lnTo>
                  <a:pt x="574725" y="461657"/>
                </a:lnTo>
                <a:lnTo>
                  <a:pt x="574725" y="471182"/>
                </a:lnTo>
                <a:close/>
              </a:path>
              <a:path w="1733550" h="471805">
                <a:moveTo>
                  <a:pt x="508050" y="471182"/>
                </a:moveTo>
                <a:lnTo>
                  <a:pt x="469950" y="471182"/>
                </a:lnTo>
                <a:lnTo>
                  <a:pt x="469950" y="461657"/>
                </a:lnTo>
                <a:lnTo>
                  <a:pt x="508050" y="461657"/>
                </a:lnTo>
                <a:lnTo>
                  <a:pt x="508050" y="471182"/>
                </a:lnTo>
                <a:close/>
              </a:path>
              <a:path w="1733550" h="471805">
                <a:moveTo>
                  <a:pt x="441375" y="471182"/>
                </a:moveTo>
                <a:lnTo>
                  <a:pt x="403275" y="471182"/>
                </a:lnTo>
                <a:lnTo>
                  <a:pt x="403275" y="461657"/>
                </a:lnTo>
                <a:lnTo>
                  <a:pt x="441375" y="461657"/>
                </a:lnTo>
                <a:lnTo>
                  <a:pt x="441375" y="471182"/>
                </a:lnTo>
                <a:close/>
              </a:path>
              <a:path w="1733550" h="471805">
                <a:moveTo>
                  <a:pt x="374700" y="471182"/>
                </a:moveTo>
                <a:lnTo>
                  <a:pt x="336600" y="471182"/>
                </a:lnTo>
                <a:lnTo>
                  <a:pt x="336600" y="461657"/>
                </a:lnTo>
                <a:lnTo>
                  <a:pt x="374700" y="461657"/>
                </a:lnTo>
                <a:lnTo>
                  <a:pt x="374700" y="471182"/>
                </a:lnTo>
                <a:close/>
              </a:path>
              <a:path w="1733550" h="471805">
                <a:moveTo>
                  <a:pt x="308025" y="471182"/>
                </a:moveTo>
                <a:lnTo>
                  <a:pt x="269925" y="471182"/>
                </a:lnTo>
                <a:lnTo>
                  <a:pt x="269925" y="461657"/>
                </a:lnTo>
                <a:lnTo>
                  <a:pt x="308025" y="461657"/>
                </a:lnTo>
                <a:lnTo>
                  <a:pt x="308025" y="471182"/>
                </a:lnTo>
                <a:close/>
              </a:path>
              <a:path w="1733550" h="471805">
                <a:moveTo>
                  <a:pt x="241350" y="471182"/>
                </a:moveTo>
                <a:lnTo>
                  <a:pt x="203250" y="471182"/>
                </a:lnTo>
                <a:lnTo>
                  <a:pt x="203250" y="461657"/>
                </a:lnTo>
                <a:lnTo>
                  <a:pt x="241350" y="461657"/>
                </a:lnTo>
                <a:lnTo>
                  <a:pt x="241350" y="471182"/>
                </a:lnTo>
                <a:close/>
              </a:path>
              <a:path w="1733550" h="471805">
                <a:moveTo>
                  <a:pt x="174675" y="471182"/>
                </a:moveTo>
                <a:lnTo>
                  <a:pt x="136575" y="471182"/>
                </a:lnTo>
                <a:lnTo>
                  <a:pt x="136575" y="461657"/>
                </a:lnTo>
                <a:lnTo>
                  <a:pt x="174675" y="461657"/>
                </a:lnTo>
                <a:lnTo>
                  <a:pt x="174675" y="471182"/>
                </a:lnTo>
                <a:close/>
              </a:path>
              <a:path w="1733550" h="471805">
                <a:moveTo>
                  <a:pt x="108000" y="471182"/>
                </a:moveTo>
                <a:lnTo>
                  <a:pt x="69900" y="471182"/>
                </a:lnTo>
                <a:lnTo>
                  <a:pt x="69900" y="461657"/>
                </a:lnTo>
                <a:lnTo>
                  <a:pt x="108000" y="461657"/>
                </a:lnTo>
                <a:lnTo>
                  <a:pt x="108000" y="4711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68685" y="1867865"/>
            <a:ext cx="1551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气体的分</a:t>
            </a:r>
            <a:r>
              <a:rPr dirty="0" sz="2400" spc="-5" b="1">
                <a:latin typeface="华文楷体"/>
                <a:cs typeface="华文楷体"/>
              </a:rPr>
              <a:t>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16667" y="2644990"/>
            <a:ext cx="2360295" cy="840740"/>
          </a:xfrm>
          <a:custGeom>
            <a:avLst/>
            <a:gdLst/>
            <a:ahLst/>
            <a:cxnLst/>
            <a:rect l="l" t="t" r="r" b="b"/>
            <a:pathLst>
              <a:path w="2360295" h="840739">
                <a:moveTo>
                  <a:pt x="4762" y="835761"/>
                </a:moveTo>
                <a:lnTo>
                  <a:pt x="0" y="835761"/>
                </a:lnTo>
                <a:lnTo>
                  <a:pt x="0" y="797661"/>
                </a:lnTo>
                <a:lnTo>
                  <a:pt x="9525" y="797661"/>
                </a:lnTo>
                <a:lnTo>
                  <a:pt x="9525" y="830999"/>
                </a:lnTo>
                <a:lnTo>
                  <a:pt x="4762" y="830999"/>
                </a:lnTo>
                <a:lnTo>
                  <a:pt x="4762" y="835761"/>
                </a:lnTo>
                <a:close/>
              </a:path>
              <a:path w="2360295" h="840739">
                <a:moveTo>
                  <a:pt x="33616" y="840524"/>
                </a:moveTo>
                <a:lnTo>
                  <a:pt x="4762" y="840524"/>
                </a:ln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lnTo>
                  <a:pt x="33616" y="835761"/>
                </a:lnTo>
                <a:lnTo>
                  <a:pt x="33616" y="840524"/>
                </a:lnTo>
                <a:close/>
              </a:path>
              <a:path w="2360295" h="840739">
                <a:moveTo>
                  <a:pt x="33616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33616" y="830999"/>
                </a:lnTo>
                <a:lnTo>
                  <a:pt x="33616" y="835761"/>
                </a:lnTo>
                <a:close/>
              </a:path>
              <a:path w="2360295" h="840739">
                <a:moveTo>
                  <a:pt x="9525" y="769086"/>
                </a:moveTo>
                <a:lnTo>
                  <a:pt x="0" y="769086"/>
                </a:lnTo>
                <a:lnTo>
                  <a:pt x="0" y="730986"/>
                </a:lnTo>
                <a:lnTo>
                  <a:pt x="9525" y="730986"/>
                </a:lnTo>
                <a:lnTo>
                  <a:pt x="9525" y="769086"/>
                </a:lnTo>
                <a:close/>
              </a:path>
              <a:path w="2360295" h="840739">
                <a:moveTo>
                  <a:pt x="9525" y="702411"/>
                </a:moveTo>
                <a:lnTo>
                  <a:pt x="0" y="702411"/>
                </a:lnTo>
                <a:lnTo>
                  <a:pt x="0" y="664311"/>
                </a:lnTo>
                <a:lnTo>
                  <a:pt x="9525" y="664311"/>
                </a:lnTo>
                <a:lnTo>
                  <a:pt x="9525" y="702411"/>
                </a:lnTo>
                <a:close/>
              </a:path>
              <a:path w="2360295" h="840739">
                <a:moveTo>
                  <a:pt x="9525" y="635736"/>
                </a:moveTo>
                <a:lnTo>
                  <a:pt x="0" y="635736"/>
                </a:lnTo>
                <a:lnTo>
                  <a:pt x="0" y="597636"/>
                </a:lnTo>
                <a:lnTo>
                  <a:pt x="9525" y="597636"/>
                </a:lnTo>
                <a:lnTo>
                  <a:pt x="9525" y="635736"/>
                </a:lnTo>
                <a:close/>
              </a:path>
              <a:path w="2360295" h="840739">
                <a:moveTo>
                  <a:pt x="9525" y="569061"/>
                </a:moveTo>
                <a:lnTo>
                  <a:pt x="0" y="569061"/>
                </a:lnTo>
                <a:lnTo>
                  <a:pt x="0" y="530961"/>
                </a:lnTo>
                <a:lnTo>
                  <a:pt x="9525" y="530961"/>
                </a:lnTo>
                <a:lnTo>
                  <a:pt x="9525" y="569061"/>
                </a:lnTo>
                <a:close/>
              </a:path>
              <a:path w="2360295" h="840739">
                <a:moveTo>
                  <a:pt x="9525" y="502386"/>
                </a:moveTo>
                <a:lnTo>
                  <a:pt x="0" y="502386"/>
                </a:lnTo>
                <a:lnTo>
                  <a:pt x="0" y="464286"/>
                </a:lnTo>
                <a:lnTo>
                  <a:pt x="9525" y="464286"/>
                </a:lnTo>
                <a:lnTo>
                  <a:pt x="9525" y="502386"/>
                </a:lnTo>
                <a:close/>
              </a:path>
              <a:path w="2360295" h="840739">
                <a:moveTo>
                  <a:pt x="9525" y="435711"/>
                </a:moveTo>
                <a:lnTo>
                  <a:pt x="0" y="435711"/>
                </a:lnTo>
                <a:lnTo>
                  <a:pt x="0" y="397611"/>
                </a:lnTo>
                <a:lnTo>
                  <a:pt x="9525" y="397611"/>
                </a:lnTo>
                <a:lnTo>
                  <a:pt x="9525" y="435711"/>
                </a:lnTo>
                <a:close/>
              </a:path>
              <a:path w="2360295" h="840739">
                <a:moveTo>
                  <a:pt x="9525" y="369036"/>
                </a:moveTo>
                <a:lnTo>
                  <a:pt x="0" y="369036"/>
                </a:lnTo>
                <a:lnTo>
                  <a:pt x="0" y="330936"/>
                </a:lnTo>
                <a:lnTo>
                  <a:pt x="9525" y="330936"/>
                </a:lnTo>
                <a:lnTo>
                  <a:pt x="9525" y="369036"/>
                </a:lnTo>
                <a:close/>
              </a:path>
              <a:path w="2360295" h="840739">
                <a:moveTo>
                  <a:pt x="9525" y="302361"/>
                </a:moveTo>
                <a:lnTo>
                  <a:pt x="0" y="302361"/>
                </a:lnTo>
                <a:lnTo>
                  <a:pt x="0" y="264261"/>
                </a:lnTo>
                <a:lnTo>
                  <a:pt x="9525" y="264261"/>
                </a:lnTo>
                <a:lnTo>
                  <a:pt x="9525" y="302361"/>
                </a:lnTo>
                <a:close/>
              </a:path>
              <a:path w="2360295" h="840739">
                <a:moveTo>
                  <a:pt x="9525" y="235686"/>
                </a:moveTo>
                <a:lnTo>
                  <a:pt x="0" y="235686"/>
                </a:lnTo>
                <a:lnTo>
                  <a:pt x="0" y="197586"/>
                </a:lnTo>
                <a:lnTo>
                  <a:pt x="9525" y="197586"/>
                </a:lnTo>
                <a:lnTo>
                  <a:pt x="9525" y="235686"/>
                </a:lnTo>
                <a:close/>
              </a:path>
              <a:path w="2360295" h="840739">
                <a:moveTo>
                  <a:pt x="9525" y="169011"/>
                </a:moveTo>
                <a:lnTo>
                  <a:pt x="0" y="169011"/>
                </a:lnTo>
                <a:lnTo>
                  <a:pt x="0" y="130911"/>
                </a:lnTo>
                <a:lnTo>
                  <a:pt x="9525" y="130911"/>
                </a:lnTo>
                <a:lnTo>
                  <a:pt x="9525" y="169011"/>
                </a:lnTo>
                <a:close/>
              </a:path>
              <a:path w="2360295" h="840739">
                <a:moveTo>
                  <a:pt x="9525" y="102336"/>
                </a:moveTo>
                <a:lnTo>
                  <a:pt x="0" y="102336"/>
                </a:lnTo>
                <a:lnTo>
                  <a:pt x="0" y="64236"/>
                </a:lnTo>
                <a:lnTo>
                  <a:pt x="9525" y="64236"/>
                </a:lnTo>
                <a:lnTo>
                  <a:pt x="9525" y="102336"/>
                </a:lnTo>
                <a:close/>
              </a:path>
              <a:path w="2360295" h="840739">
                <a:moveTo>
                  <a:pt x="9525" y="35661"/>
                </a:moveTo>
                <a:lnTo>
                  <a:pt x="0" y="35661"/>
                </a:lnTo>
                <a:lnTo>
                  <a:pt x="0" y="4762"/>
                </a:lnTo>
                <a:lnTo>
                  <a:pt x="4762" y="0"/>
                </a:lnTo>
                <a:lnTo>
                  <a:pt x="11963" y="0"/>
                </a:lnTo>
                <a:lnTo>
                  <a:pt x="1196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5661"/>
                </a:lnTo>
                <a:close/>
              </a:path>
              <a:path w="2360295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360295" h="840739">
                <a:moveTo>
                  <a:pt x="1196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63" y="4762"/>
                </a:lnTo>
                <a:lnTo>
                  <a:pt x="11963" y="9525"/>
                </a:lnTo>
                <a:close/>
              </a:path>
              <a:path w="2360295" h="840739">
                <a:moveTo>
                  <a:pt x="78638" y="9525"/>
                </a:moveTo>
                <a:lnTo>
                  <a:pt x="40538" y="9525"/>
                </a:lnTo>
                <a:lnTo>
                  <a:pt x="40538" y="0"/>
                </a:lnTo>
                <a:lnTo>
                  <a:pt x="78638" y="0"/>
                </a:lnTo>
                <a:lnTo>
                  <a:pt x="78638" y="9525"/>
                </a:lnTo>
                <a:close/>
              </a:path>
              <a:path w="2360295" h="840739">
                <a:moveTo>
                  <a:pt x="145313" y="9525"/>
                </a:moveTo>
                <a:lnTo>
                  <a:pt x="107213" y="9525"/>
                </a:lnTo>
                <a:lnTo>
                  <a:pt x="107213" y="0"/>
                </a:lnTo>
                <a:lnTo>
                  <a:pt x="145313" y="0"/>
                </a:lnTo>
                <a:lnTo>
                  <a:pt x="145313" y="9525"/>
                </a:lnTo>
                <a:close/>
              </a:path>
              <a:path w="2360295" h="840739">
                <a:moveTo>
                  <a:pt x="211988" y="9525"/>
                </a:moveTo>
                <a:lnTo>
                  <a:pt x="173888" y="9525"/>
                </a:lnTo>
                <a:lnTo>
                  <a:pt x="173888" y="0"/>
                </a:lnTo>
                <a:lnTo>
                  <a:pt x="211988" y="0"/>
                </a:lnTo>
                <a:lnTo>
                  <a:pt x="211988" y="9525"/>
                </a:lnTo>
                <a:close/>
              </a:path>
              <a:path w="2360295" h="840739">
                <a:moveTo>
                  <a:pt x="278663" y="9525"/>
                </a:moveTo>
                <a:lnTo>
                  <a:pt x="240563" y="9525"/>
                </a:lnTo>
                <a:lnTo>
                  <a:pt x="240563" y="0"/>
                </a:lnTo>
                <a:lnTo>
                  <a:pt x="278663" y="0"/>
                </a:lnTo>
                <a:lnTo>
                  <a:pt x="278663" y="9525"/>
                </a:lnTo>
                <a:close/>
              </a:path>
              <a:path w="2360295" h="840739">
                <a:moveTo>
                  <a:pt x="345338" y="9525"/>
                </a:moveTo>
                <a:lnTo>
                  <a:pt x="307238" y="9525"/>
                </a:lnTo>
                <a:lnTo>
                  <a:pt x="307238" y="0"/>
                </a:lnTo>
                <a:lnTo>
                  <a:pt x="345338" y="0"/>
                </a:lnTo>
                <a:lnTo>
                  <a:pt x="345338" y="9525"/>
                </a:lnTo>
                <a:close/>
              </a:path>
              <a:path w="2360295" h="840739">
                <a:moveTo>
                  <a:pt x="412013" y="9525"/>
                </a:moveTo>
                <a:lnTo>
                  <a:pt x="373913" y="9525"/>
                </a:lnTo>
                <a:lnTo>
                  <a:pt x="373913" y="0"/>
                </a:lnTo>
                <a:lnTo>
                  <a:pt x="412013" y="0"/>
                </a:lnTo>
                <a:lnTo>
                  <a:pt x="412013" y="9525"/>
                </a:lnTo>
                <a:close/>
              </a:path>
              <a:path w="2360295" h="840739">
                <a:moveTo>
                  <a:pt x="478688" y="9525"/>
                </a:moveTo>
                <a:lnTo>
                  <a:pt x="440588" y="9525"/>
                </a:lnTo>
                <a:lnTo>
                  <a:pt x="440588" y="0"/>
                </a:lnTo>
                <a:lnTo>
                  <a:pt x="478688" y="0"/>
                </a:lnTo>
                <a:lnTo>
                  <a:pt x="478688" y="9525"/>
                </a:lnTo>
                <a:close/>
              </a:path>
              <a:path w="2360295" h="840739">
                <a:moveTo>
                  <a:pt x="545363" y="9525"/>
                </a:moveTo>
                <a:lnTo>
                  <a:pt x="507263" y="9525"/>
                </a:lnTo>
                <a:lnTo>
                  <a:pt x="507263" y="0"/>
                </a:lnTo>
                <a:lnTo>
                  <a:pt x="545363" y="0"/>
                </a:lnTo>
                <a:lnTo>
                  <a:pt x="545363" y="9525"/>
                </a:lnTo>
                <a:close/>
              </a:path>
              <a:path w="2360295" h="840739">
                <a:moveTo>
                  <a:pt x="612038" y="9525"/>
                </a:moveTo>
                <a:lnTo>
                  <a:pt x="573938" y="9525"/>
                </a:lnTo>
                <a:lnTo>
                  <a:pt x="573938" y="0"/>
                </a:lnTo>
                <a:lnTo>
                  <a:pt x="612038" y="0"/>
                </a:lnTo>
                <a:lnTo>
                  <a:pt x="612038" y="9525"/>
                </a:lnTo>
                <a:close/>
              </a:path>
              <a:path w="2360295" h="840739">
                <a:moveTo>
                  <a:pt x="678713" y="9525"/>
                </a:moveTo>
                <a:lnTo>
                  <a:pt x="640613" y="9525"/>
                </a:lnTo>
                <a:lnTo>
                  <a:pt x="640613" y="0"/>
                </a:lnTo>
                <a:lnTo>
                  <a:pt x="678713" y="0"/>
                </a:lnTo>
                <a:lnTo>
                  <a:pt x="678713" y="9525"/>
                </a:lnTo>
                <a:close/>
              </a:path>
              <a:path w="2360295" h="840739">
                <a:moveTo>
                  <a:pt x="745388" y="9525"/>
                </a:moveTo>
                <a:lnTo>
                  <a:pt x="707288" y="9525"/>
                </a:lnTo>
                <a:lnTo>
                  <a:pt x="707288" y="0"/>
                </a:lnTo>
                <a:lnTo>
                  <a:pt x="745388" y="0"/>
                </a:lnTo>
                <a:lnTo>
                  <a:pt x="745388" y="9525"/>
                </a:lnTo>
                <a:close/>
              </a:path>
              <a:path w="2360295" h="840739">
                <a:moveTo>
                  <a:pt x="812063" y="9525"/>
                </a:moveTo>
                <a:lnTo>
                  <a:pt x="773963" y="9525"/>
                </a:lnTo>
                <a:lnTo>
                  <a:pt x="773963" y="0"/>
                </a:lnTo>
                <a:lnTo>
                  <a:pt x="812063" y="0"/>
                </a:lnTo>
                <a:lnTo>
                  <a:pt x="812063" y="9525"/>
                </a:lnTo>
                <a:close/>
              </a:path>
              <a:path w="2360295" h="840739">
                <a:moveTo>
                  <a:pt x="878738" y="9525"/>
                </a:moveTo>
                <a:lnTo>
                  <a:pt x="840638" y="9525"/>
                </a:lnTo>
                <a:lnTo>
                  <a:pt x="840638" y="0"/>
                </a:lnTo>
                <a:lnTo>
                  <a:pt x="878738" y="0"/>
                </a:lnTo>
                <a:lnTo>
                  <a:pt x="878738" y="9525"/>
                </a:lnTo>
                <a:close/>
              </a:path>
              <a:path w="2360295" h="840739">
                <a:moveTo>
                  <a:pt x="945413" y="9525"/>
                </a:moveTo>
                <a:lnTo>
                  <a:pt x="907313" y="9525"/>
                </a:lnTo>
                <a:lnTo>
                  <a:pt x="907313" y="0"/>
                </a:lnTo>
                <a:lnTo>
                  <a:pt x="945413" y="0"/>
                </a:lnTo>
                <a:lnTo>
                  <a:pt x="945413" y="9525"/>
                </a:lnTo>
                <a:close/>
              </a:path>
              <a:path w="2360295" h="840739">
                <a:moveTo>
                  <a:pt x="1012088" y="9525"/>
                </a:moveTo>
                <a:lnTo>
                  <a:pt x="973988" y="9525"/>
                </a:lnTo>
                <a:lnTo>
                  <a:pt x="973988" y="0"/>
                </a:lnTo>
                <a:lnTo>
                  <a:pt x="1012088" y="0"/>
                </a:lnTo>
                <a:lnTo>
                  <a:pt x="1012088" y="9525"/>
                </a:lnTo>
                <a:close/>
              </a:path>
              <a:path w="2360295" h="840739">
                <a:moveTo>
                  <a:pt x="1078763" y="9525"/>
                </a:moveTo>
                <a:lnTo>
                  <a:pt x="1040663" y="9525"/>
                </a:lnTo>
                <a:lnTo>
                  <a:pt x="1040663" y="0"/>
                </a:lnTo>
                <a:lnTo>
                  <a:pt x="1078763" y="0"/>
                </a:lnTo>
                <a:lnTo>
                  <a:pt x="1078763" y="9525"/>
                </a:lnTo>
                <a:close/>
              </a:path>
              <a:path w="2360295" h="840739">
                <a:moveTo>
                  <a:pt x="1145438" y="9525"/>
                </a:moveTo>
                <a:lnTo>
                  <a:pt x="1107338" y="9525"/>
                </a:lnTo>
                <a:lnTo>
                  <a:pt x="1107338" y="0"/>
                </a:lnTo>
                <a:lnTo>
                  <a:pt x="1145438" y="0"/>
                </a:lnTo>
                <a:lnTo>
                  <a:pt x="1145438" y="9525"/>
                </a:lnTo>
                <a:close/>
              </a:path>
              <a:path w="2360295" h="840739">
                <a:moveTo>
                  <a:pt x="1212113" y="9525"/>
                </a:moveTo>
                <a:lnTo>
                  <a:pt x="1174013" y="9525"/>
                </a:lnTo>
                <a:lnTo>
                  <a:pt x="1174013" y="0"/>
                </a:lnTo>
                <a:lnTo>
                  <a:pt x="1212113" y="0"/>
                </a:lnTo>
                <a:lnTo>
                  <a:pt x="1212113" y="9525"/>
                </a:lnTo>
                <a:close/>
              </a:path>
              <a:path w="2360295" h="840739">
                <a:moveTo>
                  <a:pt x="1278788" y="9525"/>
                </a:moveTo>
                <a:lnTo>
                  <a:pt x="1240688" y="9525"/>
                </a:lnTo>
                <a:lnTo>
                  <a:pt x="1240688" y="0"/>
                </a:lnTo>
                <a:lnTo>
                  <a:pt x="1278788" y="0"/>
                </a:lnTo>
                <a:lnTo>
                  <a:pt x="1278788" y="9525"/>
                </a:lnTo>
                <a:close/>
              </a:path>
              <a:path w="2360295" h="840739">
                <a:moveTo>
                  <a:pt x="1345463" y="9525"/>
                </a:moveTo>
                <a:lnTo>
                  <a:pt x="1307363" y="9525"/>
                </a:lnTo>
                <a:lnTo>
                  <a:pt x="1307363" y="0"/>
                </a:lnTo>
                <a:lnTo>
                  <a:pt x="1345463" y="0"/>
                </a:lnTo>
                <a:lnTo>
                  <a:pt x="1345463" y="9525"/>
                </a:lnTo>
                <a:close/>
              </a:path>
              <a:path w="2360295" h="840739">
                <a:moveTo>
                  <a:pt x="1412138" y="9525"/>
                </a:moveTo>
                <a:lnTo>
                  <a:pt x="1374038" y="9525"/>
                </a:lnTo>
                <a:lnTo>
                  <a:pt x="1374038" y="0"/>
                </a:lnTo>
                <a:lnTo>
                  <a:pt x="1412138" y="0"/>
                </a:lnTo>
                <a:lnTo>
                  <a:pt x="1412138" y="9525"/>
                </a:lnTo>
                <a:close/>
              </a:path>
              <a:path w="2360295" h="840739">
                <a:moveTo>
                  <a:pt x="1478813" y="9525"/>
                </a:moveTo>
                <a:lnTo>
                  <a:pt x="1440713" y="9525"/>
                </a:lnTo>
                <a:lnTo>
                  <a:pt x="1440713" y="0"/>
                </a:lnTo>
                <a:lnTo>
                  <a:pt x="1478813" y="0"/>
                </a:lnTo>
                <a:lnTo>
                  <a:pt x="1478813" y="9525"/>
                </a:lnTo>
                <a:close/>
              </a:path>
              <a:path w="2360295" h="840739">
                <a:moveTo>
                  <a:pt x="1545488" y="9525"/>
                </a:moveTo>
                <a:lnTo>
                  <a:pt x="1507388" y="9525"/>
                </a:lnTo>
                <a:lnTo>
                  <a:pt x="1507388" y="0"/>
                </a:lnTo>
                <a:lnTo>
                  <a:pt x="1545488" y="0"/>
                </a:lnTo>
                <a:lnTo>
                  <a:pt x="1545488" y="9525"/>
                </a:lnTo>
                <a:close/>
              </a:path>
              <a:path w="2360295" h="840739">
                <a:moveTo>
                  <a:pt x="1612163" y="9525"/>
                </a:moveTo>
                <a:lnTo>
                  <a:pt x="1574063" y="9525"/>
                </a:lnTo>
                <a:lnTo>
                  <a:pt x="1574063" y="0"/>
                </a:lnTo>
                <a:lnTo>
                  <a:pt x="1612163" y="0"/>
                </a:lnTo>
                <a:lnTo>
                  <a:pt x="1612163" y="9525"/>
                </a:lnTo>
                <a:close/>
              </a:path>
              <a:path w="2360295" h="840739">
                <a:moveTo>
                  <a:pt x="1678838" y="9525"/>
                </a:moveTo>
                <a:lnTo>
                  <a:pt x="1640738" y="9525"/>
                </a:lnTo>
                <a:lnTo>
                  <a:pt x="1640738" y="0"/>
                </a:lnTo>
                <a:lnTo>
                  <a:pt x="1678838" y="0"/>
                </a:lnTo>
                <a:lnTo>
                  <a:pt x="1678838" y="9525"/>
                </a:lnTo>
                <a:close/>
              </a:path>
              <a:path w="2360295" h="840739">
                <a:moveTo>
                  <a:pt x="1745513" y="9525"/>
                </a:moveTo>
                <a:lnTo>
                  <a:pt x="1707413" y="9525"/>
                </a:lnTo>
                <a:lnTo>
                  <a:pt x="1707413" y="0"/>
                </a:lnTo>
                <a:lnTo>
                  <a:pt x="1745513" y="0"/>
                </a:lnTo>
                <a:lnTo>
                  <a:pt x="1745513" y="9525"/>
                </a:lnTo>
                <a:close/>
              </a:path>
              <a:path w="2360295" h="840739">
                <a:moveTo>
                  <a:pt x="1812188" y="9525"/>
                </a:moveTo>
                <a:lnTo>
                  <a:pt x="1774088" y="9525"/>
                </a:lnTo>
                <a:lnTo>
                  <a:pt x="1774088" y="0"/>
                </a:lnTo>
                <a:lnTo>
                  <a:pt x="1812188" y="0"/>
                </a:lnTo>
                <a:lnTo>
                  <a:pt x="1812188" y="9525"/>
                </a:lnTo>
                <a:close/>
              </a:path>
              <a:path w="2360295" h="840739">
                <a:moveTo>
                  <a:pt x="1878863" y="9525"/>
                </a:moveTo>
                <a:lnTo>
                  <a:pt x="1840763" y="9525"/>
                </a:lnTo>
                <a:lnTo>
                  <a:pt x="1840763" y="0"/>
                </a:lnTo>
                <a:lnTo>
                  <a:pt x="1878863" y="0"/>
                </a:lnTo>
                <a:lnTo>
                  <a:pt x="1878863" y="9525"/>
                </a:lnTo>
                <a:close/>
              </a:path>
              <a:path w="2360295" h="840739">
                <a:moveTo>
                  <a:pt x="1945538" y="9525"/>
                </a:moveTo>
                <a:lnTo>
                  <a:pt x="1907438" y="9525"/>
                </a:lnTo>
                <a:lnTo>
                  <a:pt x="1907438" y="0"/>
                </a:lnTo>
                <a:lnTo>
                  <a:pt x="1945538" y="0"/>
                </a:lnTo>
                <a:lnTo>
                  <a:pt x="1945538" y="9525"/>
                </a:lnTo>
                <a:close/>
              </a:path>
              <a:path w="2360295" h="840739">
                <a:moveTo>
                  <a:pt x="2012213" y="9525"/>
                </a:moveTo>
                <a:lnTo>
                  <a:pt x="1974113" y="9525"/>
                </a:lnTo>
                <a:lnTo>
                  <a:pt x="1974113" y="0"/>
                </a:lnTo>
                <a:lnTo>
                  <a:pt x="2012213" y="0"/>
                </a:lnTo>
                <a:lnTo>
                  <a:pt x="2012213" y="9525"/>
                </a:lnTo>
                <a:close/>
              </a:path>
              <a:path w="2360295" h="840739">
                <a:moveTo>
                  <a:pt x="2078888" y="9525"/>
                </a:moveTo>
                <a:lnTo>
                  <a:pt x="2040788" y="9525"/>
                </a:lnTo>
                <a:lnTo>
                  <a:pt x="2040788" y="0"/>
                </a:lnTo>
                <a:lnTo>
                  <a:pt x="2078888" y="0"/>
                </a:lnTo>
                <a:lnTo>
                  <a:pt x="2078888" y="9525"/>
                </a:lnTo>
                <a:close/>
              </a:path>
              <a:path w="2360295" h="840739">
                <a:moveTo>
                  <a:pt x="2145563" y="9525"/>
                </a:moveTo>
                <a:lnTo>
                  <a:pt x="2107463" y="9525"/>
                </a:lnTo>
                <a:lnTo>
                  <a:pt x="2107463" y="0"/>
                </a:lnTo>
                <a:lnTo>
                  <a:pt x="2145563" y="0"/>
                </a:lnTo>
                <a:lnTo>
                  <a:pt x="2145563" y="9525"/>
                </a:lnTo>
                <a:close/>
              </a:path>
              <a:path w="2360295" h="840739">
                <a:moveTo>
                  <a:pt x="2212238" y="9525"/>
                </a:moveTo>
                <a:lnTo>
                  <a:pt x="2174138" y="9525"/>
                </a:lnTo>
                <a:lnTo>
                  <a:pt x="2174138" y="0"/>
                </a:lnTo>
                <a:lnTo>
                  <a:pt x="2212238" y="0"/>
                </a:lnTo>
                <a:lnTo>
                  <a:pt x="2212238" y="9525"/>
                </a:lnTo>
                <a:close/>
              </a:path>
              <a:path w="2360295" h="840739">
                <a:moveTo>
                  <a:pt x="2278913" y="9525"/>
                </a:moveTo>
                <a:lnTo>
                  <a:pt x="2240813" y="9525"/>
                </a:lnTo>
                <a:lnTo>
                  <a:pt x="2240813" y="0"/>
                </a:lnTo>
                <a:lnTo>
                  <a:pt x="2278913" y="0"/>
                </a:lnTo>
                <a:lnTo>
                  <a:pt x="2278913" y="9525"/>
                </a:lnTo>
                <a:close/>
              </a:path>
              <a:path w="2360295" h="840739">
                <a:moveTo>
                  <a:pt x="2345588" y="9525"/>
                </a:moveTo>
                <a:lnTo>
                  <a:pt x="2307488" y="9525"/>
                </a:lnTo>
                <a:lnTo>
                  <a:pt x="2307488" y="0"/>
                </a:lnTo>
                <a:lnTo>
                  <a:pt x="2345588" y="0"/>
                </a:lnTo>
                <a:lnTo>
                  <a:pt x="2345588" y="9525"/>
                </a:lnTo>
                <a:close/>
              </a:path>
              <a:path w="2360295" h="840739">
                <a:moveTo>
                  <a:pt x="2360015" y="61772"/>
                </a:moveTo>
                <a:lnTo>
                  <a:pt x="2350490" y="61772"/>
                </a:lnTo>
                <a:lnTo>
                  <a:pt x="2350490" y="23672"/>
                </a:lnTo>
                <a:lnTo>
                  <a:pt x="2360015" y="23672"/>
                </a:lnTo>
                <a:lnTo>
                  <a:pt x="2360015" y="61772"/>
                </a:lnTo>
                <a:close/>
              </a:path>
              <a:path w="2360295" h="840739">
                <a:moveTo>
                  <a:pt x="2360015" y="128447"/>
                </a:moveTo>
                <a:lnTo>
                  <a:pt x="2350490" y="128447"/>
                </a:lnTo>
                <a:lnTo>
                  <a:pt x="2350490" y="90347"/>
                </a:lnTo>
                <a:lnTo>
                  <a:pt x="2360015" y="90347"/>
                </a:lnTo>
                <a:lnTo>
                  <a:pt x="2360015" y="128447"/>
                </a:lnTo>
                <a:close/>
              </a:path>
              <a:path w="2360295" h="840739">
                <a:moveTo>
                  <a:pt x="2360015" y="195122"/>
                </a:moveTo>
                <a:lnTo>
                  <a:pt x="2350490" y="195122"/>
                </a:lnTo>
                <a:lnTo>
                  <a:pt x="2350490" y="157022"/>
                </a:lnTo>
                <a:lnTo>
                  <a:pt x="2360015" y="157022"/>
                </a:lnTo>
                <a:lnTo>
                  <a:pt x="2360015" y="195122"/>
                </a:lnTo>
                <a:close/>
              </a:path>
              <a:path w="2360295" h="840739">
                <a:moveTo>
                  <a:pt x="2360015" y="261797"/>
                </a:moveTo>
                <a:lnTo>
                  <a:pt x="2350490" y="261797"/>
                </a:lnTo>
                <a:lnTo>
                  <a:pt x="2350490" y="223697"/>
                </a:lnTo>
                <a:lnTo>
                  <a:pt x="2360015" y="223697"/>
                </a:lnTo>
                <a:lnTo>
                  <a:pt x="2360015" y="261797"/>
                </a:lnTo>
                <a:close/>
              </a:path>
              <a:path w="2360295" h="840739">
                <a:moveTo>
                  <a:pt x="2360015" y="328472"/>
                </a:moveTo>
                <a:lnTo>
                  <a:pt x="2350490" y="328472"/>
                </a:lnTo>
                <a:lnTo>
                  <a:pt x="2350490" y="290372"/>
                </a:lnTo>
                <a:lnTo>
                  <a:pt x="2360015" y="290372"/>
                </a:lnTo>
                <a:lnTo>
                  <a:pt x="2360015" y="328472"/>
                </a:lnTo>
                <a:close/>
              </a:path>
              <a:path w="2360295" h="840739">
                <a:moveTo>
                  <a:pt x="2360015" y="395147"/>
                </a:moveTo>
                <a:lnTo>
                  <a:pt x="2350490" y="395147"/>
                </a:lnTo>
                <a:lnTo>
                  <a:pt x="2350490" y="357047"/>
                </a:lnTo>
                <a:lnTo>
                  <a:pt x="2360015" y="357047"/>
                </a:lnTo>
                <a:lnTo>
                  <a:pt x="2360015" y="395147"/>
                </a:lnTo>
                <a:close/>
              </a:path>
              <a:path w="2360295" h="840739">
                <a:moveTo>
                  <a:pt x="2360015" y="461822"/>
                </a:moveTo>
                <a:lnTo>
                  <a:pt x="2350490" y="461822"/>
                </a:lnTo>
                <a:lnTo>
                  <a:pt x="2350490" y="423722"/>
                </a:lnTo>
                <a:lnTo>
                  <a:pt x="2360015" y="423722"/>
                </a:lnTo>
                <a:lnTo>
                  <a:pt x="2360015" y="461822"/>
                </a:lnTo>
                <a:close/>
              </a:path>
              <a:path w="2360295" h="840739">
                <a:moveTo>
                  <a:pt x="2360015" y="528497"/>
                </a:moveTo>
                <a:lnTo>
                  <a:pt x="2350490" y="528497"/>
                </a:lnTo>
                <a:lnTo>
                  <a:pt x="2350490" y="490397"/>
                </a:lnTo>
                <a:lnTo>
                  <a:pt x="2360015" y="490397"/>
                </a:lnTo>
                <a:lnTo>
                  <a:pt x="2360015" y="528497"/>
                </a:lnTo>
                <a:close/>
              </a:path>
              <a:path w="2360295" h="840739">
                <a:moveTo>
                  <a:pt x="2360015" y="595172"/>
                </a:moveTo>
                <a:lnTo>
                  <a:pt x="2350490" y="595172"/>
                </a:lnTo>
                <a:lnTo>
                  <a:pt x="2350490" y="557072"/>
                </a:lnTo>
                <a:lnTo>
                  <a:pt x="2360015" y="557072"/>
                </a:lnTo>
                <a:lnTo>
                  <a:pt x="2360015" y="595172"/>
                </a:lnTo>
                <a:close/>
              </a:path>
              <a:path w="2360295" h="840739">
                <a:moveTo>
                  <a:pt x="2360015" y="661847"/>
                </a:moveTo>
                <a:lnTo>
                  <a:pt x="2350490" y="661847"/>
                </a:lnTo>
                <a:lnTo>
                  <a:pt x="2350490" y="623747"/>
                </a:lnTo>
                <a:lnTo>
                  <a:pt x="2360015" y="623747"/>
                </a:lnTo>
                <a:lnTo>
                  <a:pt x="2360015" y="661847"/>
                </a:lnTo>
                <a:close/>
              </a:path>
              <a:path w="2360295" h="840739">
                <a:moveTo>
                  <a:pt x="2360015" y="728522"/>
                </a:moveTo>
                <a:lnTo>
                  <a:pt x="2350490" y="728522"/>
                </a:lnTo>
                <a:lnTo>
                  <a:pt x="2350490" y="690422"/>
                </a:lnTo>
                <a:lnTo>
                  <a:pt x="2360015" y="690422"/>
                </a:lnTo>
                <a:lnTo>
                  <a:pt x="2360015" y="728522"/>
                </a:lnTo>
                <a:close/>
              </a:path>
              <a:path w="2360295" h="840739">
                <a:moveTo>
                  <a:pt x="2360015" y="795197"/>
                </a:moveTo>
                <a:lnTo>
                  <a:pt x="2350490" y="795197"/>
                </a:lnTo>
                <a:lnTo>
                  <a:pt x="2350490" y="757097"/>
                </a:lnTo>
                <a:lnTo>
                  <a:pt x="2360015" y="757097"/>
                </a:lnTo>
                <a:lnTo>
                  <a:pt x="2360015" y="795197"/>
                </a:lnTo>
                <a:close/>
              </a:path>
              <a:path w="2360295" h="840739">
                <a:moveTo>
                  <a:pt x="2350490" y="835761"/>
                </a:moveTo>
                <a:lnTo>
                  <a:pt x="2350490" y="823772"/>
                </a:lnTo>
                <a:lnTo>
                  <a:pt x="2360015" y="823772"/>
                </a:lnTo>
                <a:lnTo>
                  <a:pt x="2360015" y="830999"/>
                </a:lnTo>
                <a:lnTo>
                  <a:pt x="2355253" y="830999"/>
                </a:lnTo>
                <a:lnTo>
                  <a:pt x="2350490" y="835761"/>
                </a:lnTo>
                <a:close/>
              </a:path>
              <a:path w="2360295" h="840739">
                <a:moveTo>
                  <a:pt x="2355253" y="840524"/>
                </a:moveTo>
                <a:lnTo>
                  <a:pt x="2329141" y="840524"/>
                </a:lnTo>
                <a:lnTo>
                  <a:pt x="2329141" y="830999"/>
                </a:lnTo>
                <a:lnTo>
                  <a:pt x="2350490" y="830999"/>
                </a:lnTo>
                <a:lnTo>
                  <a:pt x="2350490" y="835761"/>
                </a:lnTo>
                <a:lnTo>
                  <a:pt x="2360015" y="835761"/>
                </a:lnTo>
                <a:lnTo>
                  <a:pt x="2359787" y="837234"/>
                </a:lnTo>
                <a:lnTo>
                  <a:pt x="2359113" y="838555"/>
                </a:lnTo>
                <a:lnTo>
                  <a:pt x="2358059" y="839609"/>
                </a:lnTo>
                <a:lnTo>
                  <a:pt x="2356726" y="840295"/>
                </a:lnTo>
                <a:lnTo>
                  <a:pt x="2355253" y="840524"/>
                </a:lnTo>
                <a:close/>
              </a:path>
              <a:path w="2360295" h="840739">
                <a:moveTo>
                  <a:pt x="2360015" y="835761"/>
                </a:moveTo>
                <a:lnTo>
                  <a:pt x="2350490" y="835761"/>
                </a:lnTo>
                <a:lnTo>
                  <a:pt x="2355253" y="830999"/>
                </a:lnTo>
                <a:lnTo>
                  <a:pt x="2360015" y="830999"/>
                </a:lnTo>
                <a:lnTo>
                  <a:pt x="2360015" y="835761"/>
                </a:lnTo>
                <a:close/>
              </a:path>
              <a:path w="2360295" h="840739">
                <a:moveTo>
                  <a:pt x="2300566" y="840524"/>
                </a:moveTo>
                <a:lnTo>
                  <a:pt x="2262466" y="840524"/>
                </a:lnTo>
                <a:lnTo>
                  <a:pt x="2262466" y="830999"/>
                </a:lnTo>
                <a:lnTo>
                  <a:pt x="2300566" y="830999"/>
                </a:lnTo>
                <a:lnTo>
                  <a:pt x="2300566" y="840524"/>
                </a:lnTo>
                <a:close/>
              </a:path>
              <a:path w="2360295" h="840739">
                <a:moveTo>
                  <a:pt x="2233891" y="840524"/>
                </a:moveTo>
                <a:lnTo>
                  <a:pt x="2195791" y="840524"/>
                </a:lnTo>
                <a:lnTo>
                  <a:pt x="2195791" y="830999"/>
                </a:lnTo>
                <a:lnTo>
                  <a:pt x="2233891" y="830999"/>
                </a:lnTo>
                <a:lnTo>
                  <a:pt x="2233891" y="840524"/>
                </a:lnTo>
                <a:close/>
              </a:path>
              <a:path w="2360295" h="840739">
                <a:moveTo>
                  <a:pt x="2167216" y="840524"/>
                </a:moveTo>
                <a:lnTo>
                  <a:pt x="2129116" y="840524"/>
                </a:lnTo>
                <a:lnTo>
                  <a:pt x="2129116" y="830999"/>
                </a:lnTo>
                <a:lnTo>
                  <a:pt x="2167216" y="830999"/>
                </a:lnTo>
                <a:lnTo>
                  <a:pt x="2167216" y="840524"/>
                </a:lnTo>
                <a:close/>
              </a:path>
              <a:path w="2360295" h="840739">
                <a:moveTo>
                  <a:pt x="2100541" y="840524"/>
                </a:moveTo>
                <a:lnTo>
                  <a:pt x="2062441" y="840524"/>
                </a:lnTo>
                <a:lnTo>
                  <a:pt x="2062441" y="830999"/>
                </a:lnTo>
                <a:lnTo>
                  <a:pt x="2100541" y="830999"/>
                </a:lnTo>
                <a:lnTo>
                  <a:pt x="2100541" y="840524"/>
                </a:lnTo>
                <a:close/>
              </a:path>
              <a:path w="2360295" h="840739">
                <a:moveTo>
                  <a:pt x="2033866" y="840524"/>
                </a:moveTo>
                <a:lnTo>
                  <a:pt x="1995766" y="840524"/>
                </a:lnTo>
                <a:lnTo>
                  <a:pt x="1995766" y="830999"/>
                </a:lnTo>
                <a:lnTo>
                  <a:pt x="2033866" y="830999"/>
                </a:lnTo>
                <a:lnTo>
                  <a:pt x="2033866" y="840524"/>
                </a:lnTo>
                <a:close/>
              </a:path>
              <a:path w="2360295" h="840739">
                <a:moveTo>
                  <a:pt x="1967191" y="840524"/>
                </a:moveTo>
                <a:lnTo>
                  <a:pt x="1929091" y="840524"/>
                </a:lnTo>
                <a:lnTo>
                  <a:pt x="1929091" y="830999"/>
                </a:lnTo>
                <a:lnTo>
                  <a:pt x="1967191" y="830999"/>
                </a:lnTo>
                <a:lnTo>
                  <a:pt x="1967191" y="840524"/>
                </a:lnTo>
                <a:close/>
              </a:path>
              <a:path w="2360295" h="840739">
                <a:moveTo>
                  <a:pt x="1900516" y="840524"/>
                </a:moveTo>
                <a:lnTo>
                  <a:pt x="1862416" y="840524"/>
                </a:lnTo>
                <a:lnTo>
                  <a:pt x="1862416" y="830999"/>
                </a:lnTo>
                <a:lnTo>
                  <a:pt x="1900516" y="830999"/>
                </a:lnTo>
                <a:lnTo>
                  <a:pt x="1900516" y="840524"/>
                </a:lnTo>
                <a:close/>
              </a:path>
              <a:path w="2360295" h="840739">
                <a:moveTo>
                  <a:pt x="1833841" y="840524"/>
                </a:moveTo>
                <a:lnTo>
                  <a:pt x="1795741" y="840524"/>
                </a:lnTo>
                <a:lnTo>
                  <a:pt x="1795741" y="830999"/>
                </a:lnTo>
                <a:lnTo>
                  <a:pt x="1833841" y="830999"/>
                </a:lnTo>
                <a:lnTo>
                  <a:pt x="1833841" y="840524"/>
                </a:lnTo>
                <a:close/>
              </a:path>
              <a:path w="2360295" h="840739">
                <a:moveTo>
                  <a:pt x="1767166" y="840524"/>
                </a:moveTo>
                <a:lnTo>
                  <a:pt x="1729066" y="840524"/>
                </a:lnTo>
                <a:lnTo>
                  <a:pt x="1729066" y="830999"/>
                </a:lnTo>
                <a:lnTo>
                  <a:pt x="1767166" y="830999"/>
                </a:lnTo>
                <a:lnTo>
                  <a:pt x="1767166" y="840524"/>
                </a:lnTo>
                <a:close/>
              </a:path>
              <a:path w="2360295" h="840739">
                <a:moveTo>
                  <a:pt x="1700491" y="840524"/>
                </a:moveTo>
                <a:lnTo>
                  <a:pt x="1662391" y="840524"/>
                </a:lnTo>
                <a:lnTo>
                  <a:pt x="1662391" y="830999"/>
                </a:lnTo>
                <a:lnTo>
                  <a:pt x="1700491" y="830999"/>
                </a:lnTo>
                <a:lnTo>
                  <a:pt x="1700491" y="840524"/>
                </a:lnTo>
                <a:close/>
              </a:path>
              <a:path w="2360295" h="840739">
                <a:moveTo>
                  <a:pt x="1633816" y="840524"/>
                </a:moveTo>
                <a:lnTo>
                  <a:pt x="1595716" y="840524"/>
                </a:lnTo>
                <a:lnTo>
                  <a:pt x="1595716" y="830999"/>
                </a:lnTo>
                <a:lnTo>
                  <a:pt x="1633816" y="830999"/>
                </a:lnTo>
                <a:lnTo>
                  <a:pt x="1633816" y="840524"/>
                </a:lnTo>
                <a:close/>
              </a:path>
              <a:path w="2360295" h="840739">
                <a:moveTo>
                  <a:pt x="1567141" y="840524"/>
                </a:moveTo>
                <a:lnTo>
                  <a:pt x="1529041" y="840524"/>
                </a:lnTo>
                <a:lnTo>
                  <a:pt x="1529041" y="830999"/>
                </a:lnTo>
                <a:lnTo>
                  <a:pt x="1567141" y="830999"/>
                </a:lnTo>
                <a:lnTo>
                  <a:pt x="1567141" y="840524"/>
                </a:lnTo>
                <a:close/>
              </a:path>
              <a:path w="2360295" h="840739">
                <a:moveTo>
                  <a:pt x="1500466" y="840524"/>
                </a:moveTo>
                <a:lnTo>
                  <a:pt x="1462366" y="840524"/>
                </a:lnTo>
                <a:lnTo>
                  <a:pt x="1462366" y="830999"/>
                </a:lnTo>
                <a:lnTo>
                  <a:pt x="1500466" y="830999"/>
                </a:lnTo>
                <a:lnTo>
                  <a:pt x="1500466" y="840524"/>
                </a:lnTo>
                <a:close/>
              </a:path>
              <a:path w="2360295" h="840739">
                <a:moveTo>
                  <a:pt x="1433791" y="840524"/>
                </a:moveTo>
                <a:lnTo>
                  <a:pt x="1395691" y="840524"/>
                </a:lnTo>
                <a:lnTo>
                  <a:pt x="1395691" y="830999"/>
                </a:lnTo>
                <a:lnTo>
                  <a:pt x="1433791" y="830999"/>
                </a:lnTo>
                <a:lnTo>
                  <a:pt x="1433791" y="840524"/>
                </a:lnTo>
                <a:close/>
              </a:path>
              <a:path w="2360295" h="840739">
                <a:moveTo>
                  <a:pt x="1367116" y="840524"/>
                </a:moveTo>
                <a:lnTo>
                  <a:pt x="1329016" y="840524"/>
                </a:lnTo>
                <a:lnTo>
                  <a:pt x="1329016" y="830999"/>
                </a:lnTo>
                <a:lnTo>
                  <a:pt x="1367116" y="830999"/>
                </a:lnTo>
                <a:lnTo>
                  <a:pt x="1367116" y="840524"/>
                </a:lnTo>
                <a:close/>
              </a:path>
              <a:path w="2360295" h="840739">
                <a:moveTo>
                  <a:pt x="1300441" y="840524"/>
                </a:moveTo>
                <a:lnTo>
                  <a:pt x="1262341" y="840524"/>
                </a:lnTo>
                <a:lnTo>
                  <a:pt x="1262341" y="830999"/>
                </a:lnTo>
                <a:lnTo>
                  <a:pt x="1300441" y="830999"/>
                </a:lnTo>
                <a:lnTo>
                  <a:pt x="1300441" y="840524"/>
                </a:lnTo>
                <a:close/>
              </a:path>
              <a:path w="2360295" h="840739">
                <a:moveTo>
                  <a:pt x="1233766" y="840524"/>
                </a:moveTo>
                <a:lnTo>
                  <a:pt x="1195666" y="840524"/>
                </a:lnTo>
                <a:lnTo>
                  <a:pt x="1195666" y="830999"/>
                </a:lnTo>
                <a:lnTo>
                  <a:pt x="1233766" y="830999"/>
                </a:lnTo>
                <a:lnTo>
                  <a:pt x="1233766" y="840524"/>
                </a:lnTo>
                <a:close/>
              </a:path>
              <a:path w="2360295" h="840739">
                <a:moveTo>
                  <a:pt x="1167091" y="840524"/>
                </a:moveTo>
                <a:lnTo>
                  <a:pt x="1128991" y="840524"/>
                </a:lnTo>
                <a:lnTo>
                  <a:pt x="1128991" y="830999"/>
                </a:lnTo>
                <a:lnTo>
                  <a:pt x="1167091" y="830999"/>
                </a:lnTo>
                <a:lnTo>
                  <a:pt x="1167091" y="840524"/>
                </a:lnTo>
                <a:close/>
              </a:path>
              <a:path w="2360295" h="840739">
                <a:moveTo>
                  <a:pt x="1100416" y="840524"/>
                </a:moveTo>
                <a:lnTo>
                  <a:pt x="1062316" y="840524"/>
                </a:lnTo>
                <a:lnTo>
                  <a:pt x="1062316" y="830999"/>
                </a:lnTo>
                <a:lnTo>
                  <a:pt x="1100416" y="830999"/>
                </a:lnTo>
                <a:lnTo>
                  <a:pt x="1100416" y="840524"/>
                </a:lnTo>
                <a:close/>
              </a:path>
              <a:path w="2360295" h="840739">
                <a:moveTo>
                  <a:pt x="1033741" y="840524"/>
                </a:moveTo>
                <a:lnTo>
                  <a:pt x="995641" y="840524"/>
                </a:lnTo>
                <a:lnTo>
                  <a:pt x="995641" y="830999"/>
                </a:lnTo>
                <a:lnTo>
                  <a:pt x="1033741" y="830999"/>
                </a:lnTo>
                <a:lnTo>
                  <a:pt x="1033741" y="840524"/>
                </a:lnTo>
                <a:close/>
              </a:path>
              <a:path w="2360295" h="840739">
                <a:moveTo>
                  <a:pt x="967066" y="840524"/>
                </a:moveTo>
                <a:lnTo>
                  <a:pt x="928966" y="840524"/>
                </a:lnTo>
                <a:lnTo>
                  <a:pt x="928966" y="830999"/>
                </a:lnTo>
                <a:lnTo>
                  <a:pt x="967066" y="830999"/>
                </a:lnTo>
                <a:lnTo>
                  <a:pt x="967066" y="840524"/>
                </a:lnTo>
                <a:close/>
              </a:path>
              <a:path w="2360295" h="840739">
                <a:moveTo>
                  <a:pt x="900391" y="840524"/>
                </a:moveTo>
                <a:lnTo>
                  <a:pt x="862291" y="840524"/>
                </a:lnTo>
                <a:lnTo>
                  <a:pt x="862291" y="830999"/>
                </a:lnTo>
                <a:lnTo>
                  <a:pt x="900391" y="830999"/>
                </a:lnTo>
                <a:lnTo>
                  <a:pt x="900391" y="840524"/>
                </a:lnTo>
                <a:close/>
              </a:path>
              <a:path w="2360295" h="840739">
                <a:moveTo>
                  <a:pt x="833716" y="840524"/>
                </a:moveTo>
                <a:lnTo>
                  <a:pt x="795616" y="840524"/>
                </a:lnTo>
                <a:lnTo>
                  <a:pt x="795616" y="830999"/>
                </a:lnTo>
                <a:lnTo>
                  <a:pt x="833716" y="830999"/>
                </a:lnTo>
                <a:lnTo>
                  <a:pt x="833716" y="840524"/>
                </a:lnTo>
                <a:close/>
              </a:path>
              <a:path w="2360295" h="840739">
                <a:moveTo>
                  <a:pt x="767041" y="840524"/>
                </a:moveTo>
                <a:lnTo>
                  <a:pt x="728941" y="840524"/>
                </a:lnTo>
                <a:lnTo>
                  <a:pt x="728941" y="830999"/>
                </a:lnTo>
                <a:lnTo>
                  <a:pt x="767041" y="830999"/>
                </a:lnTo>
                <a:lnTo>
                  <a:pt x="767041" y="840524"/>
                </a:lnTo>
                <a:close/>
              </a:path>
              <a:path w="2360295" h="840739">
                <a:moveTo>
                  <a:pt x="700366" y="840524"/>
                </a:moveTo>
                <a:lnTo>
                  <a:pt x="662266" y="840524"/>
                </a:lnTo>
                <a:lnTo>
                  <a:pt x="662266" y="830999"/>
                </a:lnTo>
                <a:lnTo>
                  <a:pt x="700366" y="830999"/>
                </a:lnTo>
                <a:lnTo>
                  <a:pt x="700366" y="840524"/>
                </a:lnTo>
                <a:close/>
              </a:path>
              <a:path w="2360295" h="840739">
                <a:moveTo>
                  <a:pt x="633691" y="840524"/>
                </a:moveTo>
                <a:lnTo>
                  <a:pt x="595591" y="840524"/>
                </a:lnTo>
                <a:lnTo>
                  <a:pt x="595591" y="830999"/>
                </a:lnTo>
                <a:lnTo>
                  <a:pt x="633691" y="830999"/>
                </a:lnTo>
                <a:lnTo>
                  <a:pt x="633691" y="840524"/>
                </a:lnTo>
                <a:close/>
              </a:path>
              <a:path w="2360295" h="840739">
                <a:moveTo>
                  <a:pt x="567016" y="840524"/>
                </a:moveTo>
                <a:lnTo>
                  <a:pt x="528916" y="840524"/>
                </a:lnTo>
                <a:lnTo>
                  <a:pt x="528916" y="830999"/>
                </a:lnTo>
                <a:lnTo>
                  <a:pt x="567016" y="830999"/>
                </a:lnTo>
                <a:lnTo>
                  <a:pt x="567016" y="840524"/>
                </a:lnTo>
                <a:close/>
              </a:path>
              <a:path w="2360295" h="840739">
                <a:moveTo>
                  <a:pt x="500341" y="840524"/>
                </a:moveTo>
                <a:lnTo>
                  <a:pt x="462241" y="840524"/>
                </a:lnTo>
                <a:lnTo>
                  <a:pt x="462241" y="830999"/>
                </a:lnTo>
                <a:lnTo>
                  <a:pt x="500341" y="830999"/>
                </a:lnTo>
                <a:lnTo>
                  <a:pt x="500341" y="840524"/>
                </a:lnTo>
                <a:close/>
              </a:path>
              <a:path w="2360295" h="840739">
                <a:moveTo>
                  <a:pt x="433666" y="840524"/>
                </a:moveTo>
                <a:lnTo>
                  <a:pt x="395566" y="840524"/>
                </a:lnTo>
                <a:lnTo>
                  <a:pt x="395566" y="830999"/>
                </a:lnTo>
                <a:lnTo>
                  <a:pt x="433666" y="830999"/>
                </a:lnTo>
                <a:lnTo>
                  <a:pt x="433666" y="840524"/>
                </a:lnTo>
                <a:close/>
              </a:path>
              <a:path w="2360295" h="840739">
                <a:moveTo>
                  <a:pt x="366991" y="840524"/>
                </a:moveTo>
                <a:lnTo>
                  <a:pt x="328891" y="840524"/>
                </a:lnTo>
                <a:lnTo>
                  <a:pt x="328891" y="830999"/>
                </a:lnTo>
                <a:lnTo>
                  <a:pt x="366991" y="830999"/>
                </a:lnTo>
                <a:lnTo>
                  <a:pt x="366991" y="840524"/>
                </a:lnTo>
                <a:close/>
              </a:path>
              <a:path w="2360295" h="840739">
                <a:moveTo>
                  <a:pt x="300316" y="840524"/>
                </a:moveTo>
                <a:lnTo>
                  <a:pt x="262216" y="840524"/>
                </a:lnTo>
                <a:lnTo>
                  <a:pt x="262216" y="830999"/>
                </a:lnTo>
                <a:lnTo>
                  <a:pt x="300316" y="830999"/>
                </a:lnTo>
                <a:lnTo>
                  <a:pt x="300316" y="840524"/>
                </a:lnTo>
                <a:close/>
              </a:path>
              <a:path w="2360295" h="840739">
                <a:moveTo>
                  <a:pt x="233641" y="840524"/>
                </a:moveTo>
                <a:lnTo>
                  <a:pt x="195541" y="840524"/>
                </a:lnTo>
                <a:lnTo>
                  <a:pt x="195541" y="830999"/>
                </a:lnTo>
                <a:lnTo>
                  <a:pt x="233641" y="830999"/>
                </a:lnTo>
                <a:lnTo>
                  <a:pt x="233641" y="840524"/>
                </a:lnTo>
                <a:close/>
              </a:path>
              <a:path w="2360295" h="840739">
                <a:moveTo>
                  <a:pt x="166966" y="840524"/>
                </a:moveTo>
                <a:lnTo>
                  <a:pt x="128866" y="840524"/>
                </a:lnTo>
                <a:lnTo>
                  <a:pt x="128866" y="830999"/>
                </a:lnTo>
                <a:lnTo>
                  <a:pt x="166966" y="830999"/>
                </a:lnTo>
                <a:lnTo>
                  <a:pt x="166966" y="840524"/>
                </a:lnTo>
                <a:close/>
              </a:path>
              <a:path w="2360295" h="840739">
                <a:moveTo>
                  <a:pt x="100291" y="840524"/>
                </a:moveTo>
                <a:lnTo>
                  <a:pt x="62191" y="840524"/>
                </a:lnTo>
                <a:lnTo>
                  <a:pt x="62191" y="830999"/>
                </a:lnTo>
                <a:lnTo>
                  <a:pt x="100291" y="830999"/>
                </a:lnTo>
                <a:lnTo>
                  <a:pt x="100291" y="8405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100169" y="2646578"/>
            <a:ext cx="21628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距离大约是分</a:t>
            </a:r>
            <a:r>
              <a:rPr dirty="0" sz="2400" spc="-5" b="1">
                <a:latin typeface="华文楷体"/>
                <a:cs typeface="华文楷体"/>
              </a:rPr>
              <a:t>子 </a:t>
            </a:r>
            <a:r>
              <a:rPr dirty="0" sz="2400" b="1">
                <a:latin typeface="华文楷体"/>
                <a:cs typeface="华文楷体"/>
              </a:rPr>
              <a:t>直径的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10倍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07185" y="2797873"/>
            <a:ext cx="1626235" cy="840740"/>
          </a:xfrm>
          <a:custGeom>
            <a:avLst/>
            <a:gdLst/>
            <a:ahLst/>
            <a:cxnLst/>
            <a:rect l="l" t="t" r="r" b="b"/>
            <a:pathLst>
              <a:path w="1626235" h="840739">
                <a:moveTo>
                  <a:pt x="4762" y="835761"/>
                </a:moveTo>
                <a:lnTo>
                  <a:pt x="0" y="835761"/>
                </a:lnTo>
                <a:lnTo>
                  <a:pt x="0" y="797661"/>
                </a:lnTo>
                <a:lnTo>
                  <a:pt x="9525" y="797661"/>
                </a:lnTo>
                <a:lnTo>
                  <a:pt x="9525" y="830999"/>
                </a:lnTo>
                <a:lnTo>
                  <a:pt x="4762" y="830999"/>
                </a:lnTo>
                <a:lnTo>
                  <a:pt x="4762" y="835761"/>
                </a:lnTo>
                <a:close/>
              </a:path>
              <a:path w="1626235" h="840739">
                <a:moveTo>
                  <a:pt x="32473" y="840524"/>
                </a:moveTo>
                <a:lnTo>
                  <a:pt x="4762" y="840524"/>
                </a:ln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lnTo>
                  <a:pt x="32473" y="835761"/>
                </a:lnTo>
                <a:lnTo>
                  <a:pt x="32473" y="840524"/>
                </a:lnTo>
                <a:close/>
              </a:path>
              <a:path w="1626235" h="840739">
                <a:moveTo>
                  <a:pt x="32473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32473" y="830999"/>
                </a:lnTo>
                <a:lnTo>
                  <a:pt x="32473" y="835761"/>
                </a:lnTo>
                <a:close/>
              </a:path>
              <a:path w="1626235" h="840739">
                <a:moveTo>
                  <a:pt x="9525" y="769086"/>
                </a:moveTo>
                <a:lnTo>
                  <a:pt x="0" y="769086"/>
                </a:lnTo>
                <a:lnTo>
                  <a:pt x="0" y="730986"/>
                </a:lnTo>
                <a:lnTo>
                  <a:pt x="9525" y="730986"/>
                </a:lnTo>
                <a:lnTo>
                  <a:pt x="9525" y="769086"/>
                </a:lnTo>
                <a:close/>
              </a:path>
              <a:path w="1626235" h="840739">
                <a:moveTo>
                  <a:pt x="9525" y="702411"/>
                </a:moveTo>
                <a:lnTo>
                  <a:pt x="0" y="702411"/>
                </a:lnTo>
                <a:lnTo>
                  <a:pt x="0" y="664311"/>
                </a:lnTo>
                <a:lnTo>
                  <a:pt x="9525" y="664311"/>
                </a:lnTo>
                <a:lnTo>
                  <a:pt x="9525" y="702411"/>
                </a:lnTo>
                <a:close/>
              </a:path>
              <a:path w="1626235" h="840739">
                <a:moveTo>
                  <a:pt x="9525" y="635736"/>
                </a:moveTo>
                <a:lnTo>
                  <a:pt x="0" y="635736"/>
                </a:lnTo>
                <a:lnTo>
                  <a:pt x="0" y="597636"/>
                </a:lnTo>
                <a:lnTo>
                  <a:pt x="9525" y="597636"/>
                </a:lnTo>
                <a:lnTo>
                  <a:pt x="9525" y="635736"/>
                </a:lnTo>
                <a:close/>
              </a:path>
              <a:path w="1626235" h="840739">
                <a:moveTo>
                  <a:pt x="9525" y="569061"/>
                </a:moveTo>
                <a:lnTo>
                  <a:pt x="0" y="569061"/>
                </a:lnTo>
                <a:lnTo>
                  <a:pt x="0" y="530961"/>
                </a:lnTo>
                <a:lnTo>
                  <a:pt x="9525" y="530961"/>
                </a:lnTo>
                <a:lnTo>
                  <a:pt x="9525" y="569061"/>
                </a:lnTo>
                <a:close/>
              </a:path>
              <a:path w="1626235" h="840739">
                <a:moveTo>
                  <a:pt x="9525" y="502386"/>
                </a:moveTo>
                <a:lnTo>
                  <a:pt x="0" y="502386"/>
                </a:lnTo>
                <a:lnTo>
                  <a:pt x="0" y="464286"/>
                </a:lnTo>
                <a:lnTo>
                  <a:pt x="9525" y="464286"/>
                </a:lnTo>
                <a:lnTo>
                  <a:pt x="9525" y="502386"/>
                </a:lnTo>
                <a:close/>
              </a:path>
              <a:path w="1626235" h="840739">
                <a:moveTo>
                  <a:pt x="9525" y="435711"/>
                </a:moveTo>
                <a:lnTo>
                  <a:pt x="0" y="435711"/>
                </a:lnTo>
                <a:lnTo>
                  <a:pt x="0" y="397611"/>
                </a:lnTo>
                <a:lnTo>
                  <a:pt x="9525" y="397611"/>
                </a:lnTo>
                <a:lnTo>
                  <a:pt x="9525" y="435711"/>
                </a:lnTo>
                <a:close/>
              </a:path>
              <a:path w="1626235" h="840739">
                <a:moveTo>
                  <a:pt x="9525" y="369036"/>
                </a:moveTo>
                <a:lnTo>
                  <a:pt x="0" y="369036"/>
                </a:lnTo>
                <a:lnTo>
                  <a:pt x="0" y="330936"/>
                </a:lnTo>
                <a:lnTo>
                  <a:pt x="9525" y="330936"/>
                </a:lnTo>
                <a:lnTo>
                  <a:pt x="9525" y="369036"/>
                </a:lnTo>
                <a:close/>
              </a:path>
              <a:path w="1626235" h="840739">
                <a:moveTo>
                  <a:pt x="9525" y="302361"/>
                </a:moveTo>
                <a:lnTo>
                  <a:pt x="0" y="302361"/>
                </a:lnTo>
                <a:lnTo>
                  <a:pt x="0" y="264261"/>
                </a:lnTo>
                <a:lnTo>
                  <a:pt x="9525" y="264261"/>
                </a:lnTo>
                <a:lnTo>
                  <a:pt x="9525" y="302361"/>
                </a:lnTo>
                <a:close/>
              </a:path>
              <a:path w="1626235" h="840739">
                <a:moveTo>
                  <a:pt x="9525" y="235686"/>
                </a:moveTo>
                <a:lnTo>
                  <a:pt x="0" y="235686"/>
                </a:lnTo>
                <a:lnTo>
                  <a:pt x="0" y="197586"/>
                </a:lnTo>
                <a:lnTo>
                  <a:pt x="9525" y="197586"/>
                </a:lnTo>
                <a:lnTo>
                  <a:pt x="9525" y="235686"/>
                </a:lnTo>
                <a:close/>
              </a:path>
              <a:path w="1626235" h="840739">
                <a:moveTo>
                  <a:pt x="9525" y="169011"/>
                </a:moveTo>
                <a:lnTo>
                  <a:pt x="0" y="169011"/>
                </a:lnTo>
                <a:lnTo>
                  <a:pt x="0" y="130911"/>
                </a:lnTo>
                <a:lnTo>
                  <a:pt x="9525" y="130911"/>
                </a:lnTo>
                <a:lnTo>
                  <a:pt x="9525" y="169011"/>
                </a:lnTo>
                <a:close/>
              </a:path>
              <a:path w="1626235" h="840739">
                <a:moveTo>
                  <a:pt x="9525" y="102336"/>
                </a:moveTo>
                <a:lnTo>
                  <a:pt x="0" y="102336"/>
                </a:lnTo>
                <a:lnTo>
                  <a:pt x="0" y="64236"/>
                </a:lnTo>
                <a:lnTo>
                  <a:pt x="9525" y="64236"/>
                </a:lnTo>
                <a:lnTo>
                  <a:pt x="9525" y="102336"/>
                </a:lnTo>
                <a:close/>
              </a:path>
              <a:path w="1626235" h="840739">
                <a:moveTo>
                  <a:pt x="9525" y="35661"/>
                </a:moveTo>
                <a:lnTo>
                  <a:pt x="0" y="35661"/>
                </a:lnTo>
                <a:lnTo>
                  <a:pt x="0" y="4762"/>
                </a:lnTo>
                <a:lnTo>
                  <a:pt x="4762" y="0"/>
                </a:lnTo>
                <a:lnTo>
                  <a:pt x="11963" y="0"/>
                </a:lnTo>
                <a:lnTo>
                  <a:pt x="1196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5661"/>
                </a:lnTo>
                <a:close/>
              </a:path>
              <a:path w="1626235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626235" h="840739">
                <a:moveTo>
                  <a:pt x="1196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1963" y="4762"/>
                </a:lnTo>
                <a:lnTo>
                  <a:pt x="11963" y="9525"/>
                </a:lnTo>
                <a:close/>
              </a:path>
              <a:path w="1626235" h="840739">
                <a:moveTo>
                  <a:pt x="78638" y="9525"/>
                </a:moveTo>
                <a:lnTo>
                  <a:pt x="40538" y="9525"/>
                </a:lnTo>
                <a:lnTo>
                  <a:pt x="40538" y="0"/>
                </a:lnTo>
                <a:lnTo>
                  <a:pt x="78638" y="0"/>
                </a:lnTo>
                <a:lnTo>
                  <a:pt x="78638" y="9525"/>
                </a:lnTo>
                <a:close/>
              </a:path>
              <a:path w="1626235" h="840739">
                <a:moveTo>
                  <a:pt x="145313" y="9525"/>
                </a:moveTo>
                <a:lnTo>
                  <a:pt x="107213" y="9525"/>
                </a:lnTo>
                <a:lnTo>
                  <a:pt x="107213" y="0"/>
                </a:lnTo>
                <a:lnTo>
                  <a:pt x="145313" y="0"/>
                </a:lnTo>
                <a:lnTo>
                  <a:pt x="145313" y="9525"/>
                </a:lnTo>
                <a:close/>
              </a:path>
              <a:path w="1626235" h="840739">
                <a:moveTo>
                  <a:pt x="211988" y="9525"/>
                </a:moveTo>
                <a:lnTo>
                  <a:pt x="173888" y="9525"/>
                </a:lnTo>
                <a:lnTo>
                  <a:pt x="173888" y="0"/>
                </a:lnTo>
                <a:lnTo>
                  <a:pt x="211988" y="0"/>
                </a:lnTo>
                <a:lnTo>
                  <a:pt x="211988" y="9525"/>
                </a:lnTo>
                <a:close/>
              </a:path>
              <a:path w="1626235" h="840739">
                <a:moveTo>
                  <a:pt x="278663" y="9525"/>
                </a:moveTo>
                <a:lnTo>
                  <a:pt x="240563" y="9525"/>
                </a:lnTo>
                <a:lnTo>
                  <a:pt x="240563" y="0"/>
                </a:lnTo>
                <a:lnTo>
                  <a:pt x="278663" y="0"/>
                </a:lnTo>
                <a:lnTo>
                  <a:pt x="278663" y="9525"/>
                </a:lnTo>
                <a:close/>
              </a:path>
              <a:path w="1626235" h="840739">
                <a:moveTo>
                  <a:pt x="345338" y="9525"/>
                </a:moveTo>
                <a:lnTo>
                  <a:pt x="307238" y="9525"/>
                </a:lnTo>
                <a:lnTo>
                  <a:pt x="307238" y="0"/>
                </a:lnTo>
                <a:lnTo>
                  <a:pt x="345338" y="0"/>
                </a:lnTo>
                <a:lnTo>
                  <a:pt x="345338" y="9525"/>
                </a:lnTo>
                <a:close/>
              </a:path>
              <a:path w="1626235" h="840739">
                <a:moveTo>
                  <a:pt x="412013" y="9525"/>
                </a:moveTo>
                <a:lnTo>
                  <a:pt x="373913" y="9525"/>
                </a:lnTo>
                <a:lnTo>
                  <a:pt x="373913" y="0"/>
                </a:lnTo>
                <a:lnTo>
                  <a:pt x="412013" y="0"/>
                </a:lnTo>
                <a:lnTo>
                  <a:pt x="412013" y="9525"/>
                </a:lnTo>
                <a:close/>
              </a:path>
              <a:path w="1626235" h="840739">
                <a:moveTo>
                  <a:pt x="478688" y="9525"/>
                </a:moveTo>
                <a:lnTo>
                  <a:pt x="440588" y="9525"/>
                </a:lnTo>
                <a:lnTo>
                  <a:pt x="440588" y="0"/>
                </a:lnTo>
                <a:lnTo>
                  <a:pt x="478688" y="0"/>
                </a:lnTo>
                <a:lnTo>
                  <a:pt x="478688" y="9525"/>
                </a:lnTo>
                <a:close/>
              </a:path>
              <a:path w="1626235" h="840739">
                <a:moveTo>
                  <a:pt x="545363" y="9525"/>
                </a:moveTo>
                <a:lnTo>
                  <a:pt x="507263" y="9525"/>
                </a:lnTo>
                <a:lnTo>
                  <a:pt x="507263" y="0"/>
                </a:lnTo>
                <a:lnTo>
                  <a:pt x="545363" y="0"/>
                </a:lnTo>
                <a:lnTo>
                  <a:pt x="545363" y="9525"/>
                </a:lnTo>
                <a:close/>
              </a:path>
              <a:path w="1626235" h="840739">
                <a:moveTo>
                  <a:pt x="612038" y="9525"/>
                </a:moveTo>
                <a:lnTo>
                  <a:pt x="573938" y="9525"/>
                </a:lnTo>
                <a:lnTo>
                  <a:pt x="573938" y="0"/>
                </a:lnTo>
                <a:lnTo>
                  <a:pt x="612038" y="0"/>
                </a:lnTo>
                <a:lnTo>
                  <a:pt x="612038" y="9525"/>
                </a:lnTo>
                <a:close/>
              </a:path>
              <a:path w="1626235" h="840739">
                <a:moveTo>
                  <a:pt x="678713" y="9525"/>
                </a:moveTo>
                <a:lnTo>
                  <a:pt x="640613" y="9525"/>
                </a:lnTo>
                <a:lnTo>
                  <a:pt x="640613" y="0"/>
                </a:lnTo>
                <a:lnTo>
                  <a:pt x="678713" y="0"/>
                </a:lnTo>
                <a:lnTo>
                  <a:pt x="678713" y="9525"/>
                </a:lnTo>
                <a:close/>
              </a:path>
              <a:path w="1626235" h="840739">
                <a:moveTo>
                  <a:pt x="745388" y="9525"/>
                </a:moveTo>
                <a:lnTo>
                  <a:pt x="707288" y="9525"/>
                </a:lnTo>
                <a:lnTo>
                  <a:pt x="707288" y="0"/>
                </a:lnTo>
                <a:lnTo>
                  <a:pt x="745388" y="0"/>
                </a:lnTo>
                <a:lnTo>
                  <a:pt x="745388" y="9525"/>
                </a:lnTo>
                <a:close/>
              </a:path>
              <a:path w="1626235" h="840739">
                <a:moveTo>
                  <a:pt x="812063" y="9525"/>
                </a:moveTo>
                <a:lnTo>
                  <a:pt x="773963" y="9525"/>
                </a:lnTo>
                <a:lnTo>
                  <a:pt x="773963" y="0"/>
                </a:lnTo>
                <a:lnTo>
                  <a:pt x="812063" y="0"/>
                </a:lnTo>
                <a:lnTo>
                  <a:pt x="812063" y="9525"/>
                </a:lnTo>
                <a:close/>
              </a:path>
              <a:path w="1626235" h="840739">
                <a:moveTo>
                  <a:pt x="878738" y="9525"/>
                </a:moveTo>
                <a:lnTo>
                  <a:pt x="840638" y="9525"/>
                </a:lnTo>
                <a:lnTo>
                  <a:pt x="840638" y="0"/>
                </a:lnTo>
                <a:lnTo>
                  <a:pt x="878738" y="0"/>
                </a:lnTo>
                <a:lnTo>
                  <a:pt x="878738" y="9525"/>
                </a:lnTo>
                <a:close/>
              </a:path>
              <a:path w="1626235" h="840739">
                <a:moveTo>
                  <a:pt x="945413" y="9525"/>
                </a:moveTo>
                <a:lnTo>
                  <a:pt x="907313" y="9525"/>
                </a:lnTo>
                <a:lnTo>
                  <a:pt x="907313" y="0"/>
                </a:lnTo>
                <a:lnTo>
                  <a:pt x="945413" y="0"/>
                </a:lnTo>
                <a:lnTo>
                  <a:pt x="945413" y="9525"/>
                </a:lnTo>
                <a:close/>
              </a:path>
              <a:path w="1626235" h="840739">
                <a:moveTo>
                  <a:pt x="1012088" y="9525"/>
                </a:moveTo>
                <a:lnTo>
                  <a:pt x="973988" y="9525"/>
                </a:lnTo>
                <a:lnTo>
                  <a:pt x="973988" y="0"/>
                </a:lnTo>
                <a:lnTo>
                  <a:pt x="1012088" y="0"/>
                </a:lnTo>
                <a:lnTo>
                  <a:pt x="1012088" y="9525"/>
                </a:lnTo>
                <a:close/>
              </a:path>
              <a:path w="1626235" h="840739">
                <a:moveTo>
                  <a:pt x="1078763" y="9525"/>
                </a:moveTo>
                <a:lnTo>
                  <a:pt x="1040663" y="9525"/>
                </a:lnTo>
                <a:lnTo>
                  <a:pt x="1040663" y="0"/>
                </a:lnTo>
                <a:lnTo>
                  <a:pt x="1078763" y="0"/>
                </a:lnTo>
                <a:lnTo>
                  <a:pt x="1078763" y="9525"/>
                </a:lnTo>
                <a:close/>
              </a:path>
              <a:path w="1626235" h="840739">
                <a:moveTo>
                  <a:pt x="1145438" y="9525"/>
                </a:moveTo>
                <a:lnTo>
                  <a:pt x="1107338" y="9525"/>
                </a:lnTo>
                <a:lnTo>
                  <a:pt x="1107338" y="0"/>
                </a:lnTo>
                <a:lnTo>
                  <a:pt x="1145438" y="0"/>
                </a:lnTo>
                <a:lnTo>
                  <a:pt x="1145438" y="9525"/>
                </a:lnTo>
                <a:close/>
              </a:path>
              <a:path w="1626235" h="840739">
                <a:moveTo>
                  <a:pt x="1212113" y="9525"/>
                </a:moveTo>
                <a:lnTo>
                  <a:pt x="1174013" y="9525"/>
                </a:lnTo>
                <a:lnTo>
                  <a:pt x="1174013" y="0"/>
                </a:lnTo>
                <a:lnTo>
                  <a:pt x="1212113" y="0"/>
                </a:lnTo>
                <a:lnTo>
                  <a:pt x="1212113" y="9525"/>
                </a:lnTo>
                <a:close/>
              </a:path>
              <a:path w="1626235" h="840739">
                <a:moveTo>
                  <a:pt x="1278788" y="9525"/>
                </a:moveTo>
                <a:lnTo>
                  <a:pt x="1240688" y="9525"/>
                </a:lnTo>
                <a:lnTo>
                  <a:pt x="1240688" y="0"/>
                </a:lnTo>
                <a:lnTo>
                  <a:pt x="1278788" y="0"/>
                </a:lnTo>
                <a:lnTo>
                  <a:pt x="1278788" y="9525"/>
                </a:lnTo>
                <a:close/>
              </a:path>
              <a:path w="1626235" h="840739">
                <a:moveTo>
                  <a:pt x="1345463" y="9525"/>
                </a:moveTo>
                <a:lnTo>
                  <a:pt x="1307363" y="9525"/>
                </a:lnTo>
                <a:lnTo>
                  <a:pt x="1307363" y="0"/>
                </a:lnTo>
                <a:lnTo>
                  <a:pt x="1345463" y="0"/>
                </a:lnTo>
                <a:lnTo>
                  <a:pt x="1345463" y="9525"/>
                </a:lnTo>
                <a:close/>
              </a:path>
              <a:path w="1626235" h="840739">
                <a:moveTo>
                  <a:pt x="1412138" y="9525"/>
                </a:moveTo>
                <a:lnTo>
                  <a:pt x="1374038" y="9525"/>
                </a:lnTo>
                <a:lnTo>
                  <a:pt x="1374038" y="0"/>
                </a:lnTo>
                <a:lnTo>
                  <a:pt x="1412138" y="0"/>
                </a:lnTo>
                <a:lnTo>
                  <a:pt x="1412138" y="9525"/>
                </a:lnTo>
                <a:close/>
              </a:path>
              <a:path w="1626235" h="840739">
                <a:moveTo>
                  <a:pt x="1478813" y="9525"/>
                </a:moveTo>
                <a:lnTo>
                  <a:pt x="1440713" y="9525"/>
                </a:lnTo>
                <a:lnTo>
                  <a:pt x="1440713" y="0"/>
                </a:lnTo>
                <a:lnTo>
                  <a:pt x="1478813" y="0"/>
                </a:lnTo>
                <a:lnTo>
                  <a:pt x="1478813" y="9525"/>
                </a:lnTo>
                <a:close/>
              </a:path>
              <a:path w="1626235" h="840739">
                <a:moveTo>
                  <a:pt x="1545488" y="9525"/>
                </a:moveTo>
                <a:lnTo>
                  <a:pt x="1507388" y="9525"/>
                </a:lnTo>
                <a:lnTo>
                  <a:pt x="1507388" y="0"/>
                </a:lnTo>
                <a:lnTo>
                  <a:pt x="1545488" y="0"/>
                </a:lnTo>
                <a:lnTo>
                  <a:pt x="1545488" y="9525"/>
                </a:lnTo>
                <a:close/>
              </a:path>
              <a:path w="1626235" h="840739">
                <a:moveTo>
                  <a:pt x="1612163" y="9525"/>
                </a:moveTo>
                <a:lnTo>
                  <a:pt x="1574063" y="9525"/>
                </a:lnTo>
                <a:lnTo>
                  <a:pt x="1574063" y="0"/>
                </a:lnTo>
                <a:lnTo>
                  <a:pt x="1612163" y="0"/>
                </a:lnTo>
                <a:lnTo>
                  <a:pt x="1612163" y="9525"/>
                </a:lnTo>
                <a:close/>
              </a:path>
              <a:path w="1626235" h="840739">
                <a:moveTo>
                  <a:pt x="1626019" y="62344"/>
                </a:moveTo>
                <a:lnTo>
                  <a:pt x="1616494" y="62344"/>
                </a:lnTo>
                <a:lnTo>
                  <a:pt x="1616494" y="24244"/>
                </a:lnTo>
                <a:lnTo>
                  <a:pt x="1626019" y="24244"/>
                </a:lnTo>
                <a:lnTo>
                  <a:pt x="1626019" y="62344"/>
                </a:lnTo>
                <a:close/>
              </a:path>
              <a:path w="1626235" h="840739">
                <a:moveTo>
                  <a:pt x="1626019" y="129019"/>
                </a:moveTo>
                <a:lnTo>
                  <a:pt x="1616494" y="129019"/>
                </a:lnTo>
                <a:lnTo>
                  <a:pt x="1616494" y="90919"/>
                </a:lnTo>
                <a:lnTo>
                  <a:pt x="1626019" y="90919"/>
                </a:lnTo>
                <a:lnTo>
                  <a:pt x="1626019" y="129019"/>
                </a:lnTo>
                <a:close/>
              </a:path>
              <a:path w="1626235" h="840739">
                <a:moveTo>
                  <a:pt x="1626019" y="195694"/>
                </a:moveTo>
                <a:lnTo>
                  <a:pt x="1616494" y="195694"/>
                </a:lnTo>
                <a:lnTo>
                  <a:pt x="1616494" y="157594"/>
                </a:lnTo>
                <a:lnTo>
                  <a:pt x="1626019" y="157594"/>
                </a:lnTo>
                <a:lnTo>
                  <a:pt x="1626019" y="195694"/>
                </a:lnTo>
                <a:close/>
              </a:path>
              <a:path w="1626235" h="840739">
                <a:moveTo>
                  <a:pt x="1626019" y="262369"/>
                </a:moveTo>
                <a:lnTo>
                  <a:pt x="1616494" y="262369"/>
                </a:lnTo>
                <a:lnTo>
                  <a:pt x="1616494" y="224269"/>
                </a:lnTo>
                <a:lnTo>
                  <a:pt x="1626019" y="224269"/>
                </a:lnTo>
                <a:lnTo>
                  <a:pt x="1626019" y="262369"/>
                </a:lnTo>
                <a:close/>
              </a:path>
              <a:path w="1626235" h="840739">
                <a:moveTo>
                  <a:pt x="1626019" y="329044"/>
                </a:moveTo>
                <a:lnTo>
                  <a:pt x="1616494" y="329044"/>
                </a:lnTo>
                <a:lnTo>
                  <a:pt x="1616494" y="290944"/>
                </a:lnTo>
                <a:lnTo>
                  <a:pt x="1626019" y="290944"/>
                </a:lnTo>
                <a:lnTo>
                  <a:pt x="1626019" y="329044"/>
                </a:lnTo>
                <a:close/>
              </a:path>
              <a:path w="1626235" h="840739">
                <a:moveTo>
                  <a:pt x="1626019" y="395719"/>
                </a:moveTo>
                <a:lnTo>
                  <a:pt x="1616494" y="395719"/>
                </a:lnTo>
                <a:lnTo>
                  <a:pt x="1616494" y="357619"/>
                </a:lnTo>
                <a:lnTo>
                  <a:pt x="1626019" y="357619"/>
                </a:lnTo>
                <a:lnTo>
                  <a:pt x="1626019" y="395719"/>
                </a:lnTo>
                <a:close/>
              </a:path>
              <a:path w="1626235" h="840739">
                <a:moveTo>
                  <a:pt x="1626019" y="462394"/>
                </a:moveTo>
                <a:lnTo>
                  <a:pt x="1616494" y="462394"/>
                </a:lnTo>
                <a:lnTo>
                  <a:pt x="1616494" y="424294"/>
                </a:lnTo>
                <a:lnTo>
                  <a:pt x="1626019" y="424294"/>
                </a:lnTo>
                <a:lnTo>
                  <a:pt x="1626019" y="462394"/>
                </a:lnTo>
                <a:close/>
              </a:path>
              <a:path w="1626235" h="840739">
                <a:moveTo>
                  <a:pt x="1626019" y="529069"/>
                </a:moveTo>
                <a:lnTo>
                  <a:pt x="1616494" y="529069"/>
                </a:lnTo>
                <a:lnTo>
                  <a:pt x="1616494" y="490969"/>
                </a:lnTo>
                <a:lnTo>
                  <a:pt x="1626019" y="490969"/>
                </a:lnTo>
                <a:lnTo>
                  <a:pt x="1626019" y="529069"/>
                </a:lnTo>
                <a:close/>
              </a:path>
              <a:path w="1626235" h="840739">
                <a:moveTo>
                  <a:pt x="1626019" y="595744"/>
                </a:moveTo>
                <a:lnTo>
                  <a:pt x="1616494" y="595744"/>
                </a:lnTo>
                <a:lnTo>
                  <a:pt x="1616494" y="557644"/>
                </a:lnTo>
                <a:lnTo>
                  <a:pt x="1626019" y="557644"/>
                </a:lnTo>
                <a:lnTo>
                  <a:pt x="1626019" y="595744"/>
                </a:lnTo>
                <a:close/>
              </a:path>
              <a:path w="1626235" h="840739">
                <a:moveTo>
                  <a:pt x="1626019" y="662419"/>
                </a:moveTo>
                <a:lnTo>
                  <a:pt x="1616494" y="662419"/>
                </a:lnTo>
                <a:lnTo>
                  <a:pt x="1616494" y="624319"/>
                </a:lnTo>
                <a:lnTo>
                  <a:pt x="1626019" y="624319"/>
                </a:lnTo>
                <a:lnTo>
                  <a:pt x="1626019" y="662419"/>
                </a:lnTo>
                <a:close/>
              </a:path>
              <a:path w="1626235" h="840739">
                <a:moveTo>
                  <a:pt x="1626019" y="729094"/>
                </a:moveTo>
                <a:lnTo>
                  <a:pt x="1616494" y="729094"/>
                </a:lnTo>
                <a:lnTo>
                  <a:pt x="1616494" y="690994"/>
                </a:lnTo>
                <a:lnTo>
                  <a:pt x="1626019" y="690994"/>
                </a:lnTo>
                <a:lnTo>
                  <a:pt x="1626019" y="729094"/>
                </a:lnTo>
                <a:close/>
              </a:path>
              <a:path w="1626235" h="840739">
                <a:moveTo>
                  <a:pt x="1626019" y="795769"/>
                </a:moveTo>
                <a:lnTo>
                  <a:pt x="1616494" y="795769"/>
                </a:lnTo>
                <a:lnTo>
                  <a:pt x="1616494" y="757669"/>
                </a:lnTo>
                <a:lnTo>
                  <a:pt x="1626019" y="757669"/>
                </a:lnTo>
                <a:lnTo>
                  <a:pt x="1626019" y="795769"/>
                </a:lnTo>
                <a:close/>
              </a:path>
              <a:path w="1626235" h="840739">
                <a:moveTo>
                  <a:pt x="1616494" y="835761"/>
                </a:moveTo>
                <a:lnTo>
                  <a:pt x="1616494" y="824344"/>
                </a:lnTo>
                <a:lnTo>
                  <a:pt x="1626019" y="824344"/>
                </a:lnTo>
                <a:lnTo>
                  <a:pt x="1626019" y="830999"/>
                </a:lnTo>
                <a:lnTo>
                  <a:pt x="1621256" y="830999"/>
                </a:lnTo>
                <a:lnTo>
                  <a:pt x="1616494" y="835761"/>
                </a:lnTo>
                <a:close/>
              </a:path>
              <a:path w="1626235" h="840739">
                <a:moveTo>
                  <a:pt x="1621256" y="840524"/>
                </a:moveTo>
                <a:lnTo>
                  <a:pt x="1594573" y="840524"/>
                </a:lnTo>
                <a:lnTo>
                  <a:pt x="1594573" y="830999"/>
                </a:lnTo>
                <a:lnTo>
                  <a:pt x="1616494" y="830999"/>
                </a:lnTo>
                <a:lnTo>
                  <a:pt x="1616494" y="835761"/>
                </a:lnTo>
                <a:lnTo>
                  <a:pt x="1626019" y="835761"/>
                </a:lnTo>
                <a:lnTo>
                  <a:pt x="1625790" y="837234"/>
                </a:lnTo>
                <a:lnTo>
                  <a:pt x="1625104" y="838555"/>
                </a:lnTo>
                <a:lnTo>
                  <a:pt x="1624050" y="839609"/>
                </a:lnTo>
                <a:lnTo>
                  <a:pt x="1622729" y="840282"/>
                </a:lnTo>
                <a:lnTo>
                  <a:pt x="1621256" y="840524"/>
                </a:lnTo>
                <a:close/>
              </a:path>
              <a:path w="1626235" h="840739">
                <a:moveTo>
                  <a:pt x="1626019" y="835761"/>
                </a:moveTo>
                <a:lnTo>
                  <a:pt x="1616494" y="835761"/>
                </a:lnTo>
                <a:lnTo>
                  <a:pt x="1621256" y="830999"/>
                </a:lnTo>
                <a:lnTo>
                  <a:pt x="1626019" y="830999"/>
                </a:lnTo>
                <a:lnTo>
                  <a:pt x="1626019" y="835761"/>
                </a:lnTo>
                <a:close/>
              </a:path>
              <a:path w="1626235" h="840739">
                <a:moveTo>
                  <a:pt x="1565998" y="840524"/>
                </a:moveTo>
                <a:lnTo>
                  <a:pt x="1527898" y="840524"/>
                </a:lnTo>
                <a:lnTo>
                  <a:pt x="1527898" y="830999"/>
                </a:lnTo>
                <a:lnTo>
                  <a:pt x="1565998" y="830999"/>
                </a:lnTo>
                <a:lnTo>
                  <a:pt x="1565998" y="840524"/>
                </a:lnTo>
                <a:close/>
              </a:path>
              <a:path w="1626235" h="840739">
                <a:moveTo>
                  <a:pt x="1499323" y="840524"/>
                </a:moveTo>
                <a:lnTo>
                  <a:pt x="1461223" y="840524"/>
                </a:lnTo>
                <a:lnTo>
                  <a:pt x="1461223" y="830999"/>
                </a:lnTo>
                <a:lnTo>
                  <a:pt x="1499323" y="830999"/>
                </a:lnTo>
                <a:lnTo>
                  <a:pt x="1499323" y="840524"/>
                </a:lnTo>
                <a:close/>
              </a:path>
              <a:path w="1626235" h="840739">
                <a:moveTo>
                  <a:pt x="1432648" y="840524"/>
                </a:moveTo>
                <a:lnTo>
                  <a:pt x="1394548" y="840524"/>
                </a:lnTo>
                <a:lnTo>
                  <a:pt x="1394548" y="830999"/>
                </a:lnTo>
                <a:lnTo>
                  <a:pt x="1432648" y="830999"/>
                </a:lnTo>
                <a:lnTo>
                  <a:pt x="1432648" y="840524"/>
                </a:lnTo>
                <a:close/>
              </a:path>
              <a:path w="1626235" h="840739">
                <a:moveTo>
                  <a:pt x="1365973" y="840524"/>
                </a:moveTo>
                <a:lnTo>
                  <a:pt x="1327873" y="840524"/>
                </a:lnTo>
                <a:lnTo>
                  <a:pt x="1327873" y="830999"/>
                </a:lnTo>
                <a:lnTo>
                  <a:pt x="1365973" y="830999"/>
                </a:lnTo>
                <a:lnTo>
                  <a:pt x="1365973" y="840524"/>
                </a:lnTo>
                <a:close/>
              </a:path>
              <a:path w="1626235" h="840739">
                <a:moveTo>
                  <a:pt x="1299298" y="840524"/>
                </a:moveTo>
                <a:lnTo>
                  <a:pt x="1261198" y="840524"/>
                </a:lnTo>
                <a:lnTo>
                  <a:pt x="1261198" y="830999"/>
                </a:lnTo>
                <a:lnTo>
                  <a:pt x="1299298" y="830999"/>
                </a:lnTo>
                <a:lnTo>
                  <a:pt x="1299298" y="840524"/>
                </a:lnTo>
                <a:close/>
              </a:path>
              <a:path w="1626235" h="840739">
                <a:moveTo>
                  <a:pt x="1232623" y="840524"/>
                </a:moveTo>
                <a:lnTo>
                  <a:pt x="1194523" y="840524"/>
                </a:lnTo>
                <a:lnTo>
                  <a:pt x="1194523" y="830999"/>
                </a:lnTo>
                <a:lnTo>
                  <a:pt x="1232623" y="830999"/>
                </a:lnTo>
                <a:lnTo>
                  <a:pt x="1232623" y="840524"/>
                </a:lnTo>
                <a:close/>
              </a:path>
              <a:path w="1626235" h="840739">
                <a:moveTo>
                  <a:pt x="1165948" y="840524"/>
                </a:moveTo>
                <a:lnTo>
                  <a:pt x="1127848" y="840524"/>
                </a:lnTo>
                <a:lnTo>
                  <a:pt x="1127848" y="830999"/>
                </a:lnTo>
                <a:lnTo>
                  <a:pt x="1165948" y="830999"/>
                </a:lnTo>
                <a:lnTo>
                  <a:pt x="1165948" y="840524"/>
                </a:lnTo>
                <a:close/>
              </a:path>
              <a:path w="1626235" h="840739">
                <a:moveTo>
                  <a:pt x="1099273" y="840524"/>
                </a:moveTo>
                <a:lnTo>
                  <a:pt x="1061173" y="840524"/>
                </a:lnTo>
                <a:lnTo>
                  <a:pt x="1061173" y="830999"/>
                </a:lnTo>
                <a:lnTo>
                  <a:pt x="1099273" y="830999"/>
                </a:lnTo>
                <a:lnTo>
                  <a:pt x="1099273" y="840524"/>
                </a:lnTo>
                <a:close/>
              </a:path>
              <a:path w="1626235" h="840739">
                <a:moveTo>
                  <a:pt x="1032598" y="840524"/>
                </a:moveTo>
                <a:lnTo>
                  <a:pt x="994498" y="840524"/>
                </a:lnTo>
                <a:lnTo>
                  <a:pt x="994498" y="830999"/>
                </a:lnTo>
                <a:lnTo>
                  <a:pt x="1032598" y="830999"/>
                </a:lnTo>
                <a:lnTo>
                  <a:pt x="1032598" y="840524"/>
                </a:lnTo>
                <a:close/>
              </a:path>
              <a:path w="1626235" h="840739">
                <a:moveTo>
                  <a:pt x="965923" y="840524"/>
                </a:moveTo>
                <a:lnTo>
                  <a:pt x="927823" y="840524"/>
                </a:lnTo>
                <a:lnTo>
                  <a:pt x="927823" y="830999"/>
                </a:lnTo>
                <a:lnTo>
                  <a:pt x="965923" y="830999"/>
                </a:lnTo>
                <a:lnTo>
                  <a:pt x="965923" y="840524"/>
                </a:lnTo>
                <a:close/>
              </a:path>
              <a:path w="1626235" h="840739">
                <a:moveTo>
                  <a:pt x="899248" y="840524"/>
                </a:moveTo>
                <a:lnTo>
                  <a:pt x="861148" y="840524"/>
                </a:lnTo>
                <a:lnTo>
                  <a:pt x="861148" y="830999"/>
                </a:lnTo>
                <a:lnTo>
                  <a:pt x="899248" y="830999"/>
                </a:lnTo>
                <a:lnTo>
                  <a:pt x="899248" y="840524"/>
                </a:lnTo>
                <a:close/>
              </a:path>
              <a:path w="1626235" h="840739">
                <a:moveTo>
                  <a:pt x="832573" y="840524"/>
                </a:moveTo>
                <a:lnTo>
                  <a:pt x="794473" y="840524"/>
                </a:lnTo>
                <a:lnTo>
                  <a:pt x="794473" y="830999"/>
                </a:lnTo>
                <a:lnTo>
                  <a:pt x="832573" y="830999"/>
                </a:lnTo>
                <a:lnTo>
                  <a:pt x="832573" y="840524"/>
                </a:lnTo>
                <a:close/>
              </a:path>
              <a:path w="1626235" h="840739">
                <a:moveTo>
                  <a:pt x="765898" y="840524"/>
                </a:moveTo>
                <a:lnTo>
                  <a:pt x="727798" y="840524"/>
                </a:lnTo>
                <a:lnTo>
                  <a:pt x="727798" y="830999"/>
                </a:lnTo>
                <a:lnTo>
                  <a:pt x="765898" y="830999"/>
                </a:lnTo>
                <a:lnTo>
                  <a:pt x="765898" y="840524"/>
                </a:lnTo>
                <a:close/>
              </a:path>
              <a:path w="1626235" h="840739">
                <a:moveTo>
                  <a:pt x="699223" y="840524"/>
                </a:moveTo>
                <a:lnTo>
                  <a:pt x="661123" y="840524"/>
                </a:lnTo>
                <a:lnTo>
                  <a:pt x="661123" y="830999"/>
                </a:lnTo>
                <a:lnTo>
                  <a:pt x="699223" y="830999"/>
                </a:lnTo>
                <a:lnTo>
                  <a:pt x="699223" y="840524"/>
                </a:lnTo>
                <a:close/>
              </a:path>
              <a:path w="1626235" h="840739">
                <a:moveTo>
                  <a:pt x="632548" y="840524"/>
                </a:moveTo>
                <a:lnTo>
                  <a:pt x="594448" y="840524"/>
                </a:lnTo>
                <a:lnTo>
                  <a:pt x="594448" y="830999"/>
                </a:lnTo>
                <a:lnTo>
                  <a:pt x="632548" y="830999"/>
                </a:lnTo>
                <a:lnTo>
                  <a:pt x="632548" y="840524"/>
                </a:lnTo>
                <a:close/>
              </a:path>
              <a:path w="1626235" h="840739">
                <a:moveTo>
                  <a:pt x="565873" y="840524"/>
                </a:moveTo>
                <a:lnTo>
                  <a:pt x="527773" y="840524"/>
                </a:lnTo>
                <a:lnTo>
                  <a:pt x="527773" y="830999"/>
                </a:lnTo>
                <a:lnTo>
                  <a:pt x="565873" y="830999"/>
                </a:lnTo>
                <a:lnTo>
                  <a:pt x="565873" y="840524"/>
                </a:lnTo>
                <a:close/>
              </a:path>
              <a:path w="1626235" h="840739">
                <a:moveTo>
                  <a:pt x="499198" y="840524"/>
                </a:moveTo>
                <a:lnTo>
                  <a:pt x="461098" y="840524"/>
                </a:lnTo>
                <a:lnTo>
                  <a:pt x="461098" y="830999"/>
                </a:lnTo>
                <a:lnTo>
                  <a:pt x="499198" y="830999"/>
                </a:lnTo>
                <a:lnTo>
                  <a:pt x="499198" y="840524"/>
                </a:lnTo>
                <a:close/>
              </a:path>
              <a:path w="1626235" h="840739">
                <a:moveTo>
                  <a:pt x="432523" y="840524"/>
                </a:moveTo>
                <a:lnTo>
                  <a:pt x="394423" y="840524"/>
                </a:lnTo>
                <a:lnTo>
                  <a:pt x="394423" y="830999"/>
                </a:lnTo>
                <a:lnTo>
                  <a:pt x="432523" y="830999"/>
                </a:lnTo>
                <a:lnTo>
                  <a:pt x="432523" y="840524"/>
                </a:lnTo>
                <a:close/>
              </a:path>
              <a:path w="1626235" h="840739">
                <a:moveTo>
                  <a:pt x="365848" y="840524"/>
                </a:moveTo>
                <a:lnTo>
                  <a:pt x="327748" y="840524"/>
                </a:lnTo>
                <a:lnTo>
                  <a:pt x="327748" y="830999"/>
                </a:lnTo>
                <a:lnTo>
                  <a:pt x="365848" y="830999"/>
                </a:lnTo>
                <a:lnTo>
                  <a:pt x="365848" y="840524"/>
                </a:lnTo>
                <a:close/>
              </a:path>
              <a:path w="1626235" h="840739">
                <a:moveTo>
                  <a:pt x="299173" y="840524"/>
                </a:moveTo>
                <a:lnTo>
                  <a:pt x="261073" y="840524"/>
                </a:lnTo>
                <a:lnTo>
                  <a:pt x="261073" y="830999"/>
                </a:lnTo>
                <a:lnTo>
                  <a:pt x="299173" y="830999"/>
                </a:lnTo>
                <a:lnTo>
                  <a:pt x="299173" y="840524"/>
                </a:lnTo>
                <a:close/>
              </a:path>
              <a:path w="1626235" h="840739">
                <a:moveTo>
                  <a:pt x="232498" y="840524"/>
                </a:moveTo>
                <a:lnTo>
                  <a:pt x="194398" y="840524"/>
                </a:lnTo>
                <a:lnTo>
                  <a:pt x="194398" y="830999"/>
                </a:lnTo>
                <a:lnTo>
                  <a:pt x="232498" y="830999"/>
                </a:lnTo>
                <a:lnTo>
                  <a:pt x="232498" y="840524"/>
                </a:lnTo>
                <a:close/>
              </a:path>
              <a:path w="1626235" h="840739">
                <a:moveTo>
                  <a:pt x="165823" y="840524"/>
                </a:moveTo>
                <a:lnTo>
                  <a:pt x="127723" y="840524"/>
                </a:lnTo>
                <a:lnTo>
                  <a:pt x="127723" y="830999"/>
                </a:lnTo>
                <a:lnTo>
                  <a:pt x="165823" y="830999"/>
                </a:lnTo>
                <a:lnTo>
                  <a:pt x="165823" y="840524"/>
                </a:lnTo>
                <a:close/>
              </a:path>
              <a:path w="1626235" h="840739">
                <a:moveTo>
                  <a:pt x="99148" y="840524"/>
                </a:moveTo>
                <a:lnTo>
                  <a:pt x="61048" y="840524"/>
                </a:lnTo>
                <a:lnTo>
                  <a:pt x="61048" y="830999"/>
                </a:lnTo>
                <a:lnTo>
                  <a:pt x="99148" y="830999"/>
                </a:lnTo>
                <a:lnTo>
                  <a:pt x="99148" y="84052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90687" y="2799460"/>
            <a:ext cx="12465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体积要</a:t>
            </a:r>
            <a:r>
              <a:rPr dirty="0" sz="2400" spc="-5" b="1">
                <a:latin typeface="华文楷体"/>
                <a:cs typeface="华文楷体"/>
              </a:rPr>
              <a:t>增 </a:t>
            </a:r>
            <a:r>
              <a:rPr dirty="0" sz="2400" b="1">
                <a:latin typeface="华文楷体"/>
                <a:cs typeface="华文楷体"/>
              </a:rPr>
              <a:t>大上千</a:t>
            </a:r>
            <a:r>
              <a:rPr dirty="0" sz="2400" spc="-5" b="1">
                <a:latin typeface="华文楷体"/>
                <a:cs typeface="华文楷体"/>
              </a:rPr>
              <a:t>倍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80859" y="1832673"/>
            <a:ext cx="800735" cy="462280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75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质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点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03694" y="2758071"/>
            <a:ext cx="1985645" cy="1579245"/>
          </a:xfrm>
          <a:custGeom>
            <a:avLst/>
            <a:gdLst/>
            <a:ahLst/>
            <a:cxnLst/>
            <a:rect l="l" t="t" r="r" b="b"/>
            <a:pathLst>
              <a:path w="1985645" h="1579245">
                <a:moveTo>
                  <a:pt x="4762" y="1574419"/>
                </a:moveTo>
                <a:lnTo>
                  <a:pt x="0" y="1574419"/>
                </a:lnTo>
                <a:lnTo>
                  <a:pt x="0" y="1536319"/>
                </a:lnTo>
                <a:lnTo>
                  <a:pt x="9525" y="1536319"/>
                </a:lnTo>
                <a:lnTo>
                  <a:pt x="9525" y="1569656"/>
                </a:lnTo>
                <a:lnTo>
                  <a:pt x="4762" y="1569656"/>
                </a:lnTo>
                <a:lnTo>
                  <a:pt x="4762" y="1574419"/>
                </a:lnTo>
                <a:close/>
              </a:path>
              <a:path w="1985645" h="1579245">
                <a:moveTo>
                  <a:pt x="27851" y="1579181"/>
                </a:moveTo>
                <a:lnTo>
                  <a:pt x="4762" y="1579181"/>
                </a:lnTo>
                <a:lnTo>
                  <a:pt x="4762" y="1569656"/>
                </a:lnTo>
                <a:lnTo>
                  <a:pt x="9525" y="1569656"/>
                </a:lnTo>
                <a:lnTo>
                  <a:pt x="9525" y="1574419"/>
                </a:lnTo>
                <a:lnTo>
                  <a:pt x="27851" y="1574419"/>
                </a:lnTo>
                <a:lnTo>
                  <a:pt x="27851" y="1579181"/>
                </a:lnTo>
                <a:close/>
              </a:path>
              <a:path w="1985645" h="1579245">
                <a:moveTo>
                  <a:pt x="27851" y="1574419"/>
                </a:moveTo>
                <a:lnTo>
                  <a:pt x="9525" y="1574419"/>
                </a:lnTo>
                <a:lnTo>
                  <a:pt x="9525" y="1569656"/>
                </a:lnTo>
                <a:lnTo>
                  <a:pt x="27851" y="1569656"/>
                </a:lnTo>
                <a:lnTo>
                  <a:pt x="27851" y="1574419"/>
                </a:lnTo>
                <a:close/>
              </a:path>
              <a:path w="1985645" h="1579245">
                <a:moveTo>
                  <a:pt x="9525" y="1507744"/>
                </a:moveTo>
                <a:lnTo>
                  <a:pt x="0" y="1507744"/>
                </a:lnTo>
                <a:lnTo>
                  <a:pt x="0" y="1469644"/>
                </a:lnTo>
                <a:lnTo>
                  <a:pt x="9525" y="1469644"/>
                </a:lnTo>
                <a:lnTo>
                  <a:pt x="9525" y="1507744"/>
                </a:lnTo>
                <a:close/>
              </a:path>
              <a:path w="1985645" h="1579245">
                <a:moveTo>
                  <a:pt x="9525" y="1441069"/>
                </a:moveTo>
                <a:lnTo>
                  <a:pt x="0" y="1441069"/>
                </a:lnTo>
                <a:lnTo>
                  <a:pt x="0" y="1402969"/>
                </a:lnTo>
                <a:lnTo>
                  <a:pt x="9525" y="1402969"/>
                </a:lnTo>
                <a:lnTo>
                  <a:pt x="9525" y="1441069"/>
                </a:lnTo>
                <a:close/>
              </a:path>
              <a:path w="1985645" h="1579245">
                <a:moveTo>
                  <a:pt x="9525" y="1374394"/>
                </a:moveTo>
                <a:lnTo>
                  <a:pt x="0" y="1374394"/>
                </a:lnTo>
                <a:lnTo>
                  <a:pt x="0" y="1336294"/>
                </a:lnTo>
                <a:lnTo>
                  <a:pt x="9525" y="1336294"/>
                </a:lnTo>
                <a:lnTo>
                  <a:pt x="9525" y="1374394"/>
                </a:lnTo>
                <a:close/>
              </a:path>
              <a:path w="1985645" h="1579245">
                <a:moveTo>
                  <a:pt x="9525" y="1307719"/>
                </a:moveTo>
                <a:lnTo>
                  <a:pt x="0" y="1307719"/>
                </a:lnTo>
                <a:lnTo>
                  <a:pt x="0" y="1269619"/>
                </a:lnTo>
                <a:lnTo>
                  <a:pt x="9525" y="1269619"/>
                </a:lnTo>
                <a:lnTo>
                  <a:pt x="9525" y="1307719"/>
                </a:lnTo>
                <a:close/>
              </a:path>
              <a:path w="1985645" h="1579245">
                <a:moveTo>
                  <a:pt x="9525" y="1241044"/>
                </a:moveTo>
                <a:lnTo>
                  <a:pt x="0" y="1241044"/>
                </a:lnTo>
                <a:lnTo>
                  <a:pt x="0" y="1202944"/>
                </a:lnTo>
                <a:lnTo>
                  <a:pt x="9525" y="1202944"/>
                </a:lnTo>
                <a:lnTo>
                  <a:pt x="9525" y="1241044"/>
                </a:lnTo>
                <a:close/>
              </a:path>
              <a:path w="1985645" h="1579245">
                <a:moveTo>
                  <a:pt x="9525" y="1174369"/>
                </a:moveTo>
                <a:lnTo>
                  <a:pt x="0" y="1174369"/>
                </a:lnTo>
                <a:lnTo>
                  <a:pt x="0" y="1136269"/>
                </a:lnTo>
                <a:lnTo>
                  <a:pt x="9525" y="1136269"/>
                </a:lnTo>
                <a:lnTo>
                  <a:pt x="9525" y="1174369"/>
                </a:lnTo>
                <a:close/>
              </a:path>
              <a:path w="1985645" h="1579245">
                <a:moveTo>
                  <a:pt x="9525" y="1107694"/>
                </a:moveTo>
                <a:lnTo>
                  <a:pt x="0" y="1107694"/>
                </a:lnTo>
                <a:lnTo>
                  <a:pt x="0" y="1069594"/>
                </a:lnTo>
                <a:lnTo>
                  <a:pt x="9525" y="1069594"/>
                </a:lnTo>
                <a:lnTo>
                  <a:pt x="9525" y="1107694"/>
                </a:lnTo>
                <a:close/>
              </a:path>
              <a:path w="1985645" h="1579245">
                <a:moveTo>
                  <a:pt x="9525" y="1041019"/>
                </a:moveTo>
                <a:lnTo>
                  <a:pt x="0" y="1041019"/>
                </a:lnTo>
                <a:lnTo>
                  <a:pt x="0" y="1002919"/>
                </a:lnTo>
                <a:lnTo>
                  <a:pt x="9525" y="1002919"/>
                </a:lnTo>
                <a:lnTo>
                  <a:pt x="9525" y="1041019"/>
                </a:lnTo>
                <a:close/>
              </a:path>
              <a:path w="1985645" h="1579245">
                <a:moveTo>
                  <a:pt x="9525" y="974344"/>
                </a:moveTo>
                <a:lnTo>
                  <a:pt x="0" y="974344"/>
                </a:lnTo>
                <a:lnTo>
                  <a:pt x="0" y="936244"/>
                </a:lnTo>
                <a:lnTo>
                  <a:pt x="9525" y="936244"/>
                </a:lnTo>
                <a:lnTo>
                  <a:pt x="9525" y="974344"/>
                </a:lnTo>
                <a:close/>
              </a:path>
              <a:path w="1985645" h="1579245">
                <a:moveTo>
                  <a:pt x="9525" y="907669"/>
                </a:moveTo>
                <a:lnTo>
                  <a:pt x="0" y="907669"/>
                </a:lnTo>
                <a:lnTo>
                  <a:pt x="0" y="869569"/>
                </a:lnTo>
                <a:lnTo>
                  <a:pt x="9525" y="869569"/>
                </a:lnTo>
                <a:lnTo>
                  <a:pt x="9525" y="907669"/>
                </a:lnTo>
                <a:close/>
              </a:path>
              <a:path w="1985645" h="1579245">
                <a:moveTo>
                  <a:pt x="9525" y="840994"/>
                </a:moveTo>
                <a:lnTo>
                  <a:pt x="0" y="840994"/>
                </a:lnTo>
                <a:lnTo>
                  <a:pt x="0" y="802894"/>
                </a:lnTo>
                <a:lnTo>
                  <a:pt x="9525" y="802894"/>
                </a:lnTo>
                <a:lnTo>
                  <a:pt x="9525" y="840994"/>
                </a:lnTo>
                <a:close/>
              </a:path>
              <a:path w="1985645" h="1579245">
                <a:moveTo>
                  <a:pt x="9525" y="774319"/>
                </a:moveTo>
                <a:lnTo>
                  <a:pt x="0" y="774319"/>
                </a:lnTo>
                <a:lnTo>
                  <a:pt x="0" y="736219"/>
                </a:lnTo>
                <a:lnTo>
                  <a:pt x="9525" y="736219"/>
                </a:lnTo>
                <a:lnTo>
                  <a:pt x="9525" y="774319"/>
                </a:lnTo>
                <a:close/>
              </a:path>
              <a:path w="1985645" h="1579245">
                <a:moveTo>
                  <a:pt x="9525" y="707644"/>
                </a:moveTo>
                <a:lnTo>
                  <a:pt x="0" y="707644"/>
                </a:lnTo>
                <a:lnTo>
                  <a:pt x="0" y="669544"/>
                </a:lnTo>
                <a:lnTo>
                  <a:pt x="9525" y="669544"/>
                </a:lnTo>
                <a:lnTo>
                  <a:pt x="9525" y="707644"/>
                </a:lnTo>
                <a:close/>
              </a:path>
              <a:path w="1985645" h="1579245">
                <a:moveTo>
                  <a:pt x="9525" y="640969"/>
                </a:moveTo>
                <a:lnTo>
                  <a:pt x="0" y="640969"/>
                </a:lnTo>
                <a:lnTo>
                  <a:pt x="0" y="602869"/>
                </a:lnTo>
                <a:lnTo>
                  <a:pt x="9525" y="602869"/>
                </a:lnTo>
                <a:lnTo>
                  <a:pt x="9525" y="640969"/>
                </a:lnTo>
                <a:close/>
              </a:path>
              <a:path w="1985645" h="1579245">
                <a:moveTo>
                  <a:pt x="9525" y="574294"/>
                </a:moveTo>
                <a:lnTo>
                  <a:pt x="0" y="574294"/>
                </a:lnTo>
                <a:lnTo>
                  <a:pt x="0" y="536194"/>
                </a:lnTo>
                <a:lnTo>
                  <a:pt x="9525" y="536194"/>
                </a:lnTo>
                <a:lnTo>
                  <a:pt x="9525" y="574294"/>
                </a:lnTo>
                <a:close/>
              </a:path>
              <a:path w="1985645" h="1579245">
                <a:moveTo>
                  <a:pt x="9525" y="507619"/>
                </a:moveTo>
                <a:lnTo>
                  <a:pt x="0" y="507619"/>
                </a:lnTo>
                <a:lnTo>
                  <a:pt x="0" y="469519"/>
                </a:lnTo>
                <a:lnTo>
                  <a:pt x="9525" y="469519"/>
                </a:lnTo>
                <a:lnTo>
                  <a:pt x="9525" y="507619"/>
                </a:lnTo>
                <a:close/>
              </a:path>
              <a:path w="1985645" h="1579245">
                <a:moveTo>
                  <a:pt x="9525" y="440944"/>
                </a:moveTo>
                <a:lnTo>
                  <a:pt x="0" y="440944"/>
                </a:lnTo>
                <a:lnTo>
                  <a:pt x="0" y="402844"/>
                </a:lnTo>
                <a:lnTo>
                  <a:pt x="9525" y="402844"/>
                </a:lnTo>
                <a:lnTo>
                  <a:pt x="9525" y="440944"/>
                </a:lnTo>
                <a:close/>
              </a:path>
              <a:path w="1985645" h="1579245">
                <a:moveTo>
                  <a:pt x="9525" y="374269"/>
                </a:moveTo>
                <a:lnTo>
                  <a:pt x="0" y="374269"/>
                </a:lnTo>
                <a:lnTo>
                  <a:pt x="0" y="336169"/>
                </a:lnTo>
                <a:lnTo>
                  <a:pt x="9525" y="336169"/>
                </a:lnTo>
                <a:lnTo>
                  <a:pt x="9525" y="374269"/>
                </a:lnTo>
                <a:close/>
              </a:path>
              <a:path w="1985645" h="1579245">
                <a:moveTo>
                  <a:pt x="9525" y="307594"/>
                </a:moveTo>
                <a:lnTo>
                  <a:pt x="0" y="307594"/>
                </a:lnTo>
                <a:lnTo>
                  <a:pt x="0" y="269494"/>
                </a:lnTo>
                <a:lnTo>
                  <a:pt x="9525" y="269494"/>
                </a:lnTo>
                <a:lnTo>
                  <a:pt x="9525" y="307594"/>
                </a:lnTo>
                <a:close/>
              </a:path>
              <a:path w="1985645" h="1579245">
                <a:moveTo>
                  <a:pt x="9525" y="240919"/>
                </a:moveTo>
                <a:lnTo>
                  <a:pt x="0" y="240919"/>
                </a:lnTo>
                <a:lnTo>
                  <a:pt x="0" y="202819"/>
                </a:lnTo>
                <a:lnTo>
                  <a:pt x="9525" y="202819"/>
                </a:lnTo>
                <a:lnTo>
                  <a:pt x="9525" y="240919"/>
                </a:lnTo>
                <a:close/>
              </a:path>
              <a:path w="1985645" h="1579245">
                <a:moveTo>
                  <a:pt x="9525" y="174244"/>
                </a:moveTo>
                <a:lnTo>
                  <a:pt x="0" y="174244"/>
                </a:lnTo>
                <a:lnTo>
                  <a:pt x="0" y="136144"/>
                </a:lnTo>
                <a:lnTo>
                  <a:pt x="9525" y="136144"/>
                </a:lnTo>
                <a:lnTo>
                  <a:pt x="9525" y="174244"/>
                </a:lnTo>
                <a:close/>
              </a:path>
              <a:path w="1985645" h="1579245">
                <a:moveTo>
                  <a:pt x="9525" y="107568"/>
                </a:moveTo>
                <a:lnTo>
                  <a:pt x="0" y="107568"/>
                </a:lnTo>
                <a:lnTo>
                  <a:pt x="0" y="69468"/>
                </a:lnTo>
                <a:lnTo>
                  <a:pt x="9525" y="69468"/>
                </a:lnTo>
                <a:lnTo>
                  <a:pt x="9525" y="107568"/>
                </a:lnTo>
                <a:close/>
              </a:path>
              <a:path w="1985645" h="1579245">
                <a:moveTo>
                  <a:pt x="9525" y="40893"/>
                </a:moveTo>
                <a:lnTo>
                  <a:pt x="0" y="40893"/>
                </a:lnTo>
                <a:lnTo>
                  <a:pt x="0" y="4762"/>
                </a:lnTo>
                <a:lnTo>
                  <a:pt x="4762" y="0"/>
                </a:lnTo>
                <a:lnTo>
                  <a:pt x="6731" y="0"/>
                </a:lnTo>
                <a:lnTo>
                  <a:pt x="6731" y="7556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0893"/>
                </a:lnTo>
                <a:close/>
              </a:path>
              <a:path w="1985645" h="1579245">
                <a:moveTo>
                  <a:pt x="9525" y="9525"/>
                </a:moveTo>
                <a:lnTo>
                  <a:pt x="6731" y="9525"/>
                </a:lnTo>
                <a:lnTo>
                  <a:pt x="6731" y="7556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1985645" h="1579245">
                <a:moveTo>
                  <a:pt x="6731" y="9525"/>
                </a:moveTo>
                <a:lnTo>
                  <a:pt x="4762" y="9525"/>
                </a:lnTo>
                <a:lnTo>
                  <a:pt x="6731" y="7556"/>
                </a:lnTo>
                <a:lnTo>
                  <a:pt x="6731" y="9525"/>
                </a:lnTo>
                <a:close/>
              </a:path>
              <a:path w="1985645" h="1579245">
                <a:moveTo>
                  <a:pt x="73406" y="9525"/>
                </a:moveTo>
                <a:lnTo>
                  <a:pt x="35306" y="9525"/>
                </a:lnTo>
                <a:lnTo>
                  <a:pt x="35306" y="0"/>
                </a:lnTo>
                <a:lnTo>
                  <a:pt x="73406" y="0"/>
                </a:lnTo>
                <a:lnTo>
                  <a:pt x="73406" y="9525"/>
                </a:lnTo>
                <a:close/>
              </a:path>
              <a:path w="1985645" h="1579245">
                <a:moveTo>
                  <a:pt x="140081" y="9525"/>
                </a:moveTo>
                <a:lnTo>
                  <a:pt x="101981" y="9525"/>
                </a:lnTo>
                <a:lnTo>
                  <a:pt x="101981" y="0"/>
                </a:lnTo>
                <a:lnTo>
                  <a:pt x="140081" y="0"/>
                </a:lnTo>
                <a:lnTo>
                  <a:pt x="140081" y="9525"/>
                </a:lnTo>
                <a:close/>
              </a:path>
              <a:path w="1985645" h="1579245">
                <a:moveTo>
                  <a:pt x="206756" y="9525"/>
                </a:moveTo>
                <a:lnTo>
                  <a:pt x="168656" y="9525"/>
                </a:lnTo>
                <a:lnTo>
                  <a:pt x="168656" y="0"/>
                </a:lnTo>
                <a:lnTo>
                  <a:pt x="206756" y="0"/>
                </a:lnTo>
                <a:lnTo>
                  <a:pt x="206756" y="9525"/>
                </a:lnTo>
                <a:close/>
              </a:path>
              <a:path w="1985645" h="1579245">
                <a:moveTo>
                  <a:pt x="273431" y="9525"/>
                </a:moveTo>
                <a:lnTo>
                  <a:pt x="235331" y="9525"/>
                </a:lnTo>
                <a:lnTo>
                  <a:pt x="235331" y="0"/>
                </a:lnTo>
                <a:lnTo>
                  <a:pt x="273431" y="0"/>
                </a:lnTo>
                <a:lnTo>
                  <a:pt x="273431" y="9525"/>
                </a:lnTo>
                <a:close/>
              </a:path>
              <a:path w="1985645" h="1579245">
                <a:moveTo>
                  <a:pt x="340106" y="9525"/>
                </a:moveTo>
                <a:lnTo>
                  <a:pt x="302006" y="9525"/>
                </a:lnTo>
                <a:lnTo>
                  <a:pt x="302006" y="0"/>
                </a:lnTo>
                <a:lnTo>
                  <a:pt x="340106" y="0"/>
                </a:lnTo>
                <a:lnTo>
                  <a:pt x="340106" y="9525"/>
                </a:lnTo>
                <a:close/>
              </a:path>
              <a:path w="1985645" h="1579245">
                <a:moveTo>
                  <a:pt x="406781" y="9525"/>
                </a:moveTo>
                <a:lnTo>
                  <a:pt x="368681" y="9525"/>
                </a:lnTo>
                <a:lnTo>
                  <a:pt x="368681" y="0"/>
                </a:lnTo>
                <a:lnTo>
                  <a:pt x="406781" y="0"/>
                </a:lnTo>
                <a:lnTo>
                  <a:pt x="406781" y="9525"/>
                </a:lnTo>
                <a:close/>
              </a:path>
              <a:path w="1985645" h="1579245">
                <a:moveTo>
                  <a:pt x="473456" y="9525"/>
                </a:moveTo>
                <a:lnTo>
                  <a:pt x="435356" y="9525"/>
                </a:lnTo>
                <a:lnTo>
                  <a:pt x="435356" y="0"/>
                </a:lnTo>
                <a:lnTo>
                  <a:pt x="473456" y="0"/>
                </a:lnTo>
                <a:lnTo>
                  <a:pt x="473456" y="9525"/>
                </a:lnTo>
                <a:close/>
              </a:path>
              <a:path w="1985645" h="1579245">
                <a:moveTo>
                  <a:pt x="540131" y="9525"/>
                </a:moveTo>
                <a:lnTo>
                  <a:pt x="502031" y="9525"/>
                </a:lnTo>
                <a:lnTo>
                  <a:pt x="502031" y="0"/>
                </a:lnTo>
                <a:lnTo>
                  <a:pt x="540131" y="0"/>
                </a:lnTo>
                <a:lnTo>
                  <a:pt x="540131" y="9525"/>
                </a:lnTo>
                <a:close/>
              </a:path>
              <a:path w="1985645" h="1579245">
                <a:moveTo>
                  <a:pt x="606806" y="9525"/>
                </a:moveTo>
                <a:lnTo>
                  <a:pt x="568706" y="9525"/>
                </a:lnTo>
                <a:lnTo>
                  <a:pt x="568706" y="0"/>
                </a:lnTo>
                <a:lnTo>
                  <a:pt x="606806" y="0"/>
                </a:lnTo>
                <a:lnTo>
                  <a:pt x="606806" y="9525"/>
                </a:lnTo>
                <a:close/>
              </a:path>
              <a:path w="1985645" h="1579245">
                <a:moveTo>
                  <a:pt x="673481" y="9525"/>
                </a:moveTo>
                <a:lnTo>
                  <a:pt x="635381" y="9525"/>
                </a:lnTo>
                <a:lnTo>
                  <a:pt x="635381" y="0"/>
                </a:lnTo>
                <a:lnTo>
                  <a:pt x="673481" y="0"/>
                </a:lnTo>
                <a:lnTo>
                  <a:pt x="673481" y="9525"/>
                </a:lnTo>
                <a:close/>
              </a:path>
              <a:path w="1985645" h="1579245">
                <a:moveTo>
                  <a:pt x="740156" y="9525"/>
                </a:moveTo>
                <a:lnTo>
                  <a:pt x="702056" y="9525"/>
                </a:lnTo>
                <a:lnTo>
                  <a:pt x="702056" y="0"/>
                </a:lnTo>
                <a:lnTo>
                  <a:pt x="740156" y="0"/>
                </a:lnTo>
                <a:lnTo>
                  <a:pt x="740156" y="9525"/>
                </a:lnTo>
                <a:close/>
              </a:path>
              <a:path w="1985645" h="1579245">
                <a:moveTo>
                  <a:pt x="806831" y="9525"/>
                </a:moveTo>
                <a:lnTo>
                  <a:pt x="768731" y="9525"/>
                </a:lnTo>
                <a:lnTo>
                  <a:pt x="768731" y="0"/>
                </a:lnTo>
                <a:lnTo>
                  <a:pt x="806831" y="0"/>
                </a:lnTo>
                <a:lnTo>
                  <a:pt x="806831" y="9525"/>
                </a:lnTo>
                <a:close/>
              </a:path>
              <a:path w="1985645" h="1579245">
                <a:moveTo>
                  <a:pt x="873506" y="9525"/>
                </a:moveTo>
                <a:lnTo>
                  <a:pt x="835406" y="9525"/>
                </a:lnTo>
                <a:lnTo>
                  <a:pt x="835406" y="0"/>
                </a:lnTo>
                <a:lnTo>
                  <a:pt x="873506" y="0"/>
                </a:lnTo>
                <a:lnTo>
                  <a:pt x="873506" y="9525"/>
                </a:lnTo>
                <a:close/>
              </a:path>
              <a:path w="1985645" h="1579245">
                <a:moveTo>
                  <a:pt x="940181" y="9525"/>
                </a:moveTo>
                <a:lnTo>
                  <a:pt x="902081" y="9525"/>
                </a:lnTo>
                <a:lnTo>
                  <a:pt x="902081" y="0"/>
                </a:lnTo>
                <a:lnTo>
                  <a:pt x="940181" y="0"/>
                </a:lnTo>
                <a:lnTo>
                  <a:pt x="940181" y="9525"/>
                </a:lnTo>
                <a:close/>
              </a:path>
              <a:path w="1985645" h="1579245">
                <a:moveTo>
                  <a:pt x="1006856" y="9525"/>
                </a:moveTo>
                <a:lnTo>
                  <a:pt x="968756" y="9525"/>
                </a:lnTo>
                <a:lnTo>
                  <a:pt x="968756" y="0"/>
                </a:lnTo>
                <a:lnTo>
                  <a:pt x="1006856" y="0"/>
                </a:lnTo>
                <a:lnTo>
                  <a:pt x="1006856" y="9525"/>
                </a:lnTo>
                <a:close/>
              </a:path>
              <a:path w="1985645" h="1579245">
                <a:moveTo>
                  <a:pt x="1073531" y="9525"/>
                </a:moveTo>
                <a:lnTo>
                  <a:pt x="1035431" y="9525"/>
                </a:lnTo>
                <a:lnTo>
                  <a:pt x="1035431" y="0"/>
                </a:lnTo>
                <a:lnTo>
                  <a:pt x="1073531" y="0"/>
                </a:lnTo>
                <a:lnTo>
                  <a:pt x="1073531" y="9525"/>
                </a:lnTo>
                <a:close/>
              </a:path>
              <a:path w="1985645" h="1579245">
                <a:moveTo>
                  <a:pt x="1140206" y="9525"/>
                </a:moveTo>
                <a:lnTo>
                  <a:pt x="1102106" y="9525"/>
                </a:lnTo>
                <a:lnTo>
                  <a:pt x="1102106" y="0"/>
                </a:lnTo>
                <a:lnTo>
                  <a:pt x="1140206" y="0"/>
                </a:lnTo>
                <a:lnTo>
                  <a:pt x="1140206" y="9525"/>
                </a:lnTo>
                <a:close/>
              </a:path>
              <a:path w="1985645" h="1579245">
                <a:moveTo>
                  <a:pt x="1206881" y="9525"/>
                </a:moveTo>
                <a:lnTo>
                  <a:pt x="1168781" y="9525"/>
                </a:lnTo>
                <a:lnTo>
                  <a:pt x="1168781" y="0"/>
                </a:lnTo>
                <a:lnTo>
                  <a:pt x="1206881" y="0"/>
                </a:lnTo>
                <a:lnTo>
                  <a:pt x="1206881" y="9525"/>
                </a:lnTo>
                <a:close/>
              </a:path>
              <a:path w="1985645" h="1579245">
                <a:moveTo>
                  <a:pt x="1273556" y="9525"/>
                </a:moveTo>
                <a:lnTo>
                  <a:pt x="1235456" y="9525"/>
                </a:lnTo>
                <a:lnTo>
                  <a:pt x="1235456" y="0"/>
                </a:lnTo>
                <a:lnTo>
                  <a:pt x="1273556" y="0"/>
                </a:lnTo>
                <a:lnTo>
                  <a:pt x="1273556" y="9525"/>
                </a:lnTo>
                <a:close/>
              </a:path>
              <a:path w="1985645" h="1579245">
                <a:moveTo>
                  <a:pt x="1340231" y="9525"/>
                </a:moveTo>
                <a:lnTo>
                  <a:pt x="1302131" y="9525"/>
                </a:lnTo>
                <a:lnTo>
                  <a:pt x="1302131" y="0"/>
                </a:lnTo>
                <a:lnTo>
                  <a:pt x="1340231" y="0"/>
                </a:lnTo>
                <a:lnTo>
                  <a:pt x="1340231" y="9525"/>
                </a:lnTo>
                <a:close/>
              </a:path>
              <a:path w="1985645" h="1579245">
                <a:moveTo>
                  <a:pt x="1406906" y="9525"/>
                </a:moveTo>
                <a:lnTo>
                  <a:pt x="1368806" y="9525"/>
                </a:lnTo>
                <a:lnTo>
                  <a:pt x="1368806" y="0"/>
                </a:lnTo>
                <a:lnTo>
                  <a:pt x="1406906" y="0"/>
                </a:lnTo>
                <a:lnTo>
                  <a:pt x="1406906" y="9525"/>
                </a:lnTo>
                <a:close/>
              </a:path>
              <a:path w="1985645" h="1579245">
                <a:moveTo>
                  <a:pt x="1473581" y="9525"/>
                </a:moveTo>
                <a:lnTo>
                  <a:pt x="1435481" y="9525"/>
                </a:lnTo>
                <a:lnTo>
                  <a:pt x="1435481" y="0"/>
                </a:lnTo>
                <a:lnTo>
                  <a:pt x="1473581" y="0"/>
                </a:lnTo>
                <a:lnTo>
                  <a:pt x="1473581" y="9525"/>
                </a:lnTo>
                <a:close/>
              </a:path>
              <a:path w="1985645" h="1579245">
                <a:moveTo>
                  <a:pt x="1540256" y="9525"/>
                </a:moveTo>
                <a:lnTo>
                  <a:pt x="1502156" y="9525"/>
                </a:lnTo>
                <a:lnTo>
                  <a:pt x="1502156" y="0"/>
                </a:lnTo>
                <a:lnTo>
                  <a:pt x="1540256" y="0"/>
                </a:lnTo>
                <a:lnTo>
                  <a:pt x="1540256" y="9525"/>
                </a:lnTo>
                <a:close/>
              </a:path>
              <a:path w="1985645" h="1579245">
                <a:moveTo>
                  <a:pt x="1606931" y="9525"/>
                </a:moveTo>
                <a:lnTo>
                  <a:pt x="1568831" y="9525"/>
                </a:lnTo>
                <a:lnTo>
                  <a:pt x="1568831" y="0"/>
                </a:lnTo>
                <a:lnTo>
                  <a:pt x="1606931" y="0"/>
                </a:lnTo>
                <a:lnTo>
                  <a:pt x="1606931" y="9525"/>
                </a:lnTo>
                <a:close/>
              </a:path>
              <a:path w="1985645" h="1579245">
                <a:moveTo>
                  <a:pt x="1673606" y="9525"/>
                </a:moveTo>
                <a:lnTo>
                  <a:pt x="1635506" y="9525"/>
                </a:lnTo>
                <a:lnTo>
                  <a:pt x="1635506" y="0"/>
                </a:lnTo>
                <a:lnTo>
                  <a:pt x="1673606" y="0"/>
                </a:lnTo>
                <a:lnTo>
                  <a:pt x="1673606" y="9525"/>
                </a:lnTo>
                <a:close/>
              </a:path>
              <a:path w="1985645" h="1579245">
                <a:moveTo>
                  <a:pt x="1740281" y="9525"/>
                </a:moveTo>
                <a:lnTo>
                  <a:pt x="1702181" y="9525"/>
                </a:lnTo>
                <a:lnTo>
                  <a:pt x="1702181" y="0"/>
                </a:lnTo>
                <a:lnTo>
                  <a:pt x="1740281" y="0"/>
                </a:lnTo>
                <a:lnTo>
                  <a:pt x="1740281" y="9525"/>
                </a:lnTo>
                <a:close/>
              </a:path>
              <a:path w="1985645" h="1579245">
                <a:moveTo>
                  <a:pt x="1806956" y="9525"/>
                </a:moveTo>
                <a:lnTo>
                  <a:pt x="1768856" y="9525"/>
                </a:lnTo>
                <a:lnTo>
                  <a:pt x="1768856" y="0"/>
                </a:lnTo>
                <a:lnTo>
                  <a:pt x="1806956" y="0"/>
                </a:lnTo>
                <a:lnTo>
                  <a:pt x="1806956" y="9525"/>
                </a:lnTo>
                <a:close/>
              </a:path>
              <a:path w="1985645" h="1579245">
                <a:moveTo>
                  <a:pt x="1873631" y="9525"/>
                </a:moveTo>
                <a:lnTo>
                  <a:pt x="1835531" y="9525"/>
                </a:lnTo>
                <a:lnTo>
                  <a:pt x="1835531" y="0"/>
                </a:lnTo>
                <a:lnTo>
                  <a:pt x="1873631" y="0"/>
                </a:lnTo>
                <a:lnTo>
                  <a:pt x="1873631" y="9525"/>
                </a:lnTo>
                <a:close/>
              </a:path>
              <a:path w="1985645" h="1579245">
                <a:moveTo>
                  <a:pt x="1940306" y="9525"/>
                </a:moveTo>
                <a:lnTo>
                  <a:pt x="1902206" y="9525"/>
                </a:lnTo>
                <a:lnTo>
                  <a:pt x="1902206" y="0"/>
                </a:lnTo>
                <a:lnTo>
                  <a:pt x="1940306" y="0"/>
                </a:lnTo>
                <a:lnTo>
                  <a:pt x="1940306" y="9525"/>
                </a:lnTo>
                <a:close/>
              </a:path>
              <a:path w="1985645" h="1579245">
                <a:moveTo>
                  <a:pt x="1975662" y="9525"/>
                </a:moveTo>
                <a:lnTo>
                  <a:pt x="1968881" y="9525"/>
                </a:lnTo>
                <a:lnTo>
                  <a:pt x="1968881" y="0"/>
                </a:lnTo>
                <a:lnTo>
                  <a:pt x="1980425" y="0"/>
                </a:lnTo>
                <a:lnTo>
                  <a:pt x="1981898" y="241"/>
                </a:lnTo>
                <a:lnTo>
                  <a:pt x="1983219" y="914"/>
                </a:lnTo>
                <a:lnTo>
                  <a:pt x="1984273" y="1968"/>
                </a:lnTo>
                <a:lnTo>
                  <a:pt x="1984946" y="3289"/>
                </a:lnTo>
                <a:lnTo>
                  <a:pt x="1985187" y="4762"/>
                </a:lnTo>
                <a:lnTo>
                  <a:pt x="1975662" y="4762"/>
                </a:lnTo>
                <a:lnTo>
                  <a:pt x="1975662" y="9525"/>
                </a:lnTo>
                <a:close/>
              </a:path>
              <a:path w="1985645" h="1579245">
                <a:moveTo>
                  <a:pt x="1985187" y="31318"/>
                </a:moveTo>
                <a:lnTo>
                  <a:pt x="1975662" y="31318"/>
                </a:lnTo>
                <a:lnTo>
                  <a:pt x="1975662" y="4762"/>
                </a:lnTo>
                <a:lnTo>
                  <a:pt x="1980425" y="9525"/>
                </a:lnTo>
                <a:lnTo>
                  <a:pt x="1985187" y="9525"/>
                </a:lnTo>
                <a:lnTo>
                  <a:pt x="1985187" y="31318"/>
                </a:lnTo>
                <a:close/>
              </a:path>
              <a:path w="1985645" h="1579245">
                <a:moveTo>
                  <a:pt x="1985187" y="9525"/>
                </a:moveTo>
                <a:lnTo>
                  <a:pt x="1980425" y="9525"/>
                </a:lnTo>
                <a:lnTo>
                  <a:pt x="1975662" y="4762"/>
                </a:lnTo>
                <a:lnTo>
                  <a:pt x="1985187" y="4762"/>
                </a:lnTo>
                <a:lnTo>
                  <a:pt x="1985187" y="9525"/>
                </a:lnTo>
                <a:close/>
              </a:path>
              <a:path w="1985645" h="1579245">
                <a:moveTo>
                  <a:pt x="1985187" y="97993"/>
                </a:moveTo>
                <a:lnTo>
                  <a:pt x="1975662" y="97993"/>
                </a:lnTo>
                <a:lnTo>
                  <a:pt x="1975662" y="59893"/>
                </a:lnTo>
                <a:lnTo>
                  <a:pt x="1985187" y="59893"/>
                </a:lnTo>
                <a:lnTo>
                  <a:pt x="1985187" y="97993"/>
                </a:lnTo>
                <a:close/>
              </a:path>
              <a:path w="1985645" h="1579245">
                <a:moveTo>
                  <a:pt x="1985187" y="164668"/>
                </a:moveTo>
                <a:lnTo>
                  <a:pt x="1975662" y="164668"/>
                </a:lnTo>
                <a:lnTo>
                  <a:pt x="1975662" y="126568"/>
                </a:lnTo>
                <a:lnTo>
                  <a:pt x="1985187" y="126568"/>
                </a:lnTo>
                <a:lnTo>
                  <a:pt x="1985187" y="164668"/>
                </a:lnTo>
                <a:close/>
              </a:path>
              <a:path w="1985645" h="1579245">
                <a:moveTo>
                  <a:pt x="1985187" y="231343"/>
                </a:moveTo>
                <a:lnTo>
                  <a:pt x="1975662" y="231343"/>
                </a:lnTo>
                <a:lnTo>
                  <a:pt x="1975662" y="193243"/>
                </a:lnTo>
                <a:lnTo>
                  <a:pt x="1985187" y="193243"/>
                </a:lnTo>
                <a:lnTo>
                  <a:pt x="1985187" y="231343"/>
                </a:lnTo>
                <a:close/>
              </a:path>
              <a:path w="1985645" h="1579245">
                <a:moveTo>
                  <a:pt x="1985187" y="298018"/>
                </a:moveTo>
                <a:lnTo>
                  <a:pt x="1975662" y="298018"/>
                </a:lnTo>
                <a:lnTo>
                  <a:pt x="1975662" y="259918"/>
                </a:lnTo>
                <a:lnTo>
                  <a:pt x="1985187" y="259918"/>
                </a:lnTo>
                <a:lnTo>
                  <a:pt x="1985187" y="298018"/>
                </a:lnTo>
                <a:close/>
              </a:path>
              <a:path w="1985645" h="1579245">
                <a:moveTo>
                  <a:pt x="1985187" y="364693"/>
                </a:moveTo>
                <a:lnTo>
                  <a:pt x="1975662" y="364693"/>
                </a:lnTo>
                <a:lnTo>
                  <a:pt x="1975662" y="326593"/>
                </a:lnTo>
                <a:lnTo>
                  <a:pt x="1985187" y="326593"/>
                </a:lnTo>
                <a:lnTo>
                  <a:pt x="1985187" y="364693"/>
                </a:lnTo>
                <a:close/>
              </a:path>
              <a:path w="1985645" h="1579245">
                <a:moveTo>
                  <a:pt x="1985187" y="431368"/>
                </a:moveTo>
                <a:lnTo>
                  <a:pt x="1975662" y="431368"/>
                </a:lnTo>
                <a:lnTo>
                  <a:pt x="1975662" y="393268"/>
                </a:lnTo>
                <a:lnTo>
                  <a:pt x="1985187" y="393268"/>
                </a:lnTo>
                <a:lnTo>
                  <a:pt x="1985187" y="431368"/>
                </a:lnTo>
                <a:close/>
              </a:path>
              <a:path w="1985645" h="1579245">
                <a:moveTo>
                  <a:pt x="1985187" y="498043"/>
                </a:moveTo>
                <a:lnTo>
                  <a:pt x="1975662" y="498043"/>
                </a:lnTo>
                <a:lnTo>
                  <a:pt x="1975662" y="459943"/>
                </a:lnTo>
                <a:lnTo>
                  <a:pt x="1985187" y="459943"/>
                </a:lnTo>
                <a:lnTo>
                  <a:pt x="1985187" y="498043"/>
                </a:lnTo>
                <a:close/>
              </a:path>
              <a:path w="1985645" h="1579245">
                <a:moveTo>
                  <a:pt x="1985187" y="564718"/>
                </a:moveTo>
                <a:lnTo>
                  <a:pt x="1975662" y="564718"/>
                </a:lnTo>
                <a:lnTo>
                  <a:pt x="1975662" y="526618"/>
                </a:lnTo>
                <a:lnTo>
                  <a:pt x="1985187" y="526618"/>
                </a:lnTo>
                <a:lnTo>
                  <a:pt x="1985187" y="564718"/>
                </a:lnTo>
                <a:close/>
              </a:path>
              <a:path w="1985645" h="1579245">
                <a:moveTo>
                  <a:pt x="1985187" y="631393"/>
                </a:moveTo>
                <a:lnTo>
                  <a:pt x="1975662" y="631393"/>
                </a:lnTo>
                <a:lnTo>
                  <a:pt x="1975662" y="593293"/>
                </a:lnTo>
                <a:lnTo>
                  <a:pt x="1985187" y="593293"/>
                </a:lnTo>
                <a:lnTo>
                  <a:pt x="1985187" y="631393"/>
                </a:lnTo>
                <a:close/>
              </a:path>
              <a:path w="1985645" h="1579245">
                <a:moveTo>
                  <a:pt x="1985187" y="698068"/>
                </a:moveTo>
                <a:lnTo>
                  <a:pt x="1975662" y="698068"/>
                </a:lnTo>
                <a:lnTo>
                  <a:pt x="1975662" y="659968"/>
                </a:lnTo>
                <a:lnTo>
                  <a:pt x="1985187" y="659968"/>
                </a:lnTo>
                <a:lnTo>
                  <a:pt x="1985187" y="698068"/>
                </a:lnTo>
                <a:close/>
              </a:path>
              <a:path w="1985645" h="1579245">
                <a:moveTo>
                  <a:pt x="1985187" y="764743"/>
                </a:moveTo>
                <a:lnTo>
                  <a:pt x="1975662" y="764743"/>
                </a:lnTo>
                <a:lnTo>
                  <a:pt x="1975662" y="726643"/>
                </a:lnTo>
                <a:lnTo>
                  <a:pt x="1985187" y="726643"/>
                </a:lnTo>
                <a:lnTo>
                  <a:pt x="1985187" y="764743"/>
                </a:lnTo>
                <a:close/>
              </a:path>
              <a:path w="1985645" h="1579245">
                <a:moveTo>
                  <a:pt x="1985187" y="831418"/>
                </a:moveTo>
                <a:lnTo>
                  <a:pt x="1975662" y="831418"/>
                </a:lnTo>
                <a:lnTo>
                  <a:pt x="1975662" y="793318"/>
                </a:lnTo>
                <a:lnTo>
                  <a:pt x="1985187" y="793318"/>
                </a:lnTo>
                <a:lnTo>
                  <a:pt x="1985187" y="831418"/>
                </a:lnTo>
                <a:close/>
              </a:path>
              <a:path w="1985645" h="1579245">
                <a:moveTo>
                  <a:pt x="1985187" y="898093"/>
                </a:moveTo>
                <a:lnTo>
                  <a:pt x="1975662" y="898093"/>
                </a:lnTo>
                <a:lnTo>
                  <a:pt x="1975662" y="859993"/>
                </a:lnTo>
                <a:lnTo>
                  <a:pt x="1985187" y="859993"/>
                </a:lnTo>
                <a:lnTo>
                  <a:pt x="1985187" y="898093"/>
                </a:lnTo>
                <a:close/>
              </a:path>
              <a:path w="1985645" h="1579245">
                <a:moveTo>
                  <a:pt x="1985187" y="964768"/>
                </a:moveTo>
                <a:lnTo>
                  <a:pt x="1975662" y="964768"/>
                </a:lnTo>
                <a:lnTo>
                  <a:pt x="1975662" y="926668"/>
                </a:lnTo>
                <a:lnTo>
                  <a:pt x="1985187" y="926668"/>
                </a:lnTo>
                <a:lnTo>
                  <a:pt x="1985187" y="964768"/>
                </a:lnTo>
                <a:close/>
              </a:path>
              <a:path w="1985645" h="1579245">
                <a:moveTo>
                  <a:pt x="1985187" y="1031443"/>
                </a:moveTo>
                <a:lnTo>
                  <a:pt x="1975662" y="1031443"/>
                </a:lnTo>
                <a:lnTo>
                  <a:pt x="1975662" y="993343"/>
                </a:lnTo>
                <a:lnTo>
                  <a:pt x="1985187" y="993343"/>
                </a:lnTo>
                <a:lnTo>
                  <a:pt x="1985187" y="1031443"/>
                </a:lnTo>
                <a:close/>
              </a:path>
              <a:path w="1985645" h="1579245">
                <a:moveTo>
                  <a:pt x="1985187" y="1098118"/>
                </a:moveTo>
                <a:lnTo>
                  <a:pt x="1975662" y="1098118"/>
                </a:lnTo>
                <a:lnTo>
                  <a:pt x="1975662" y="1060018"/>
                </a:lnTo>
                <a:lnTo>
                  <a:pt x="1985187" y="1060018"/>
                </a:lnTo>
                <a:lnTo>
                  <a:pt x="1985187" y="1098118"/>
                </a:lnTo>
                <a:close/>
              </a:path>
              <a:path w="1985645" h="1579245">
                <a:moveTo>
                  <a:pt x="1985187" y="1164793"/>
                </a:moveTo>
                <a:lnTo>
                  <a:pt x="1975662" y="1164793"/>
                </a:lnTo>
                <a:lnTo>
                  <a:pt x="1975662" y="1126693"/>
                </a:lnTo>
                <a:lnTo>
                  <a:pt x="1985187" y="1126693"/>
                </a:lnTo>
                <a:lnTo>
                  <a:pt x="1985187" y="1164793"/>
                </a:lnTo>
                <a:close/>
              </a:path>
              <a:path w="1985645" h="1579245">
                <a:moveTo>
                  <a:pt x="1985187" y="1231468"/>
                </a:moveTo>
                <a:lnTo>
                  <a:pt x="1975662" y="1231468"/>
                </a:lnTo>
                <a:lnTo>
                  <a:pt x="1975662" y="1193368"/>
                </a:lnTo>
                <a:lnTo>
                  <a:pt x="1985187" y="1193368"/>
                </a:lnTo>
                <a:lnTo>
                  <a:pt x="1985187" y="1231468"/>
                </a:lnTo>
                <a:close/>
              </a:path>
              <a:path w="1985645" h="1579245">
                <a:moveTo>
                  <a:pt x="1985187" y="1298143"/>
                </a:moveTo>
                <a:lnTo>
                  <a:pt x="1975662" y="1298143"/>
                </a:lnTo>
                <a:lnTo>
                  <a:pt x="1975662" y="1260043"/>
                </a:lnTo>
                <a:lnTo>
                  <a:pt x="1985187" y="1260043"/>
                </a:lnTo>
                <a:lnTo>
                  <a:pt x="1985187" y="1298143"/>
                </a:lnTo>
                <a:close/>
              </a:path>
              <a:path w="1985645" h="1579245">
                <a:moveTo>
                  <a:pt x="1985187" y="1364818"/>
                </a:moveTo>
                <a:lnTo>
                  <a:pt x="1975662" y="1364818"/>
                </a:lnTo>
                <a:lnTo>
                  <a:pt x="1975662" y="1326718"/>
                </a:lnTo>
                <a:lnTo>
                  <a:pt x="1985187" y="1326718"/>
                </a:lnTo>
                <a:lnTo>
                  <a:pt x="1985187" y="1364818"/>
                </a:lnTo>
                <a:close/>
              </a:path>
              <a:path w="1985645" h="1579245">
                <a:moveTo>
                  <a:pt x="1985187" y="1431493"/>
                </a:moveTo>
                <a:lnTo>
                  <a:pt x="1975662" y="1431493"/>
                </a:lnTo>
                <a:lnTo>
                  <a:pt x="1975662" y="1393393"/>
                </a:lnTo>
                <a:lnTo>
                  <a:pt x="1985187" y="1393393"/>
                </a:lnTo>
                <a:lnTo>
                  <a:pt x="1985187" y="1431493"/>
                </a:lnTo>
                <a:close/>
              </a:path>
              <a:path w="1985645" h="1579245">
                <a:moveTo>
                  <a:pt x="1985187" y="1498168"/>
                </a:moveTo>
                <a:lnTo>
                  <a:pt x="1975662" y="1498168"/>
                </a:lnTo>
                <a:lnTo>
                  <a:pt x="1975662" y="1460068"/>
                </a:lnTo>
                <a:lnTo>
                  <a:pt x="1985187" y="1460068"/>
                </a:lnTo>
                <a:lnTo>
                  <a:pt x="1985187" y="1498168"/>
                </a:lnTo>
                <a:close/>
              </a:path>
              <a:path w="1985645" h="1579245">
                <a:moveTo>
                  <a:pt x="1985187" y="1564843"/>
                </a:moveTo>
                <a:lnTo>
                  <a:pt x="1975662" y="1564843"/>
                </a:lnTo>
                <a:lnTo>
                  <a:pt x="1975662" y="1526743"/>
                </a:lnTo>
                <a:lnTo>
                  <a:pt x="1985187" y="1526743"/>
                </a:lnTo>
                <a:lnTo>
                  <a:pt x="1985187" y="1564843"/>
                </a:lnTo>
                <a:close/>
              </a:path>
              <a:path w="1985645" h="1579245">
                <a:moveTo>
                  <a:pt x="1961426" y="1579181"/>
                </a:moveTo>
                <a:lnTo>
                  <a:pt x="1923326" y="1579181"/>
                </a:lnTo>
                <a:lnTo>
                  <a:pt x="1923326" y="1569656"/>
                </a:lnTo>
                <a:lnTo>
                  <a:pt x="1961426" y="1569656"/>
                </a:lnTo>
                <a:lnTo>
                  <a:pt x="1961426" y="1579181"/>
                </a:lnTo>
                <a:close/>
              </a:path>
              <a:path w="1985645" h="1579245">
                <a:moveTo>
                  <a:pt x="1894751" y="1579181"/>
                </a:moveTo>
                <a:lnTo>
                  <a:pt x="1856651" y="1579181"/>
                </a:lnTo>
                <a:lnTo>
                  <a:pt x="1856651" y="1569656"/>
                </a:lnTo>
                <a:lnTo>
                  <a:pt x="1894751" y="1569656"/>
                </a:lnTo>
                <a:lnTo>
                  <a:pt x="1894751" y="1579181"/>
                </a:lnTo>
                <a:close/>
              </a:path>
              <a:path w="1985645" h="1579245">
                <a:moveTo>
                  <a:pt x="1828076" y="1579181"/>
                </a:moveTo>
                <a:lnTo>
                  <a:pt x="1789976" y="1579181"/>
                </a:lnTo>
                <a:lnTo>
                  <a:pt x="1789976" y="1569656"/>
                </a:lnTo>
                <a:lnTo>
                  <a:pt x="1828076" y="1569656"/>
                </a:lnTo>
                <a:lnTo>
                  <a:pt x="1828076" y="1579181"/>
                </a:lnTo>
                <a:close/>
              </a:path>
              <a:path w="1985645" h="1579245">
                <a:moveTo>
                  <a:pt x="1761401" y="1579181"/>
                </a:moveTo>
                <a:lnTo>
                  <a:pt x="1723301" y="1579181"/>
                </a:lnTo>
                <a:lnTo>
                  <a:pt x="1723301" y="1569656"/>
                </a:lnTo>
                <a:lnTo>
                  <a:pt x="1761401" y="1569656"/>
                </a:lnTo>
                <a:lnTo>
                  <a:pt x="1761401" y="1579181"/>
                </a:lnTo>
                <a:close/>
              </a:path>
              <a:path w="1985645" h="1579245">
                <a:moveTo>
                  <a:pt x="1694726" y="1579181"/>
                </a:moveTo>
                <a:lnTo>
                  <a:pt x="1656626" y="1579181"/>
                </a:lnTo>
                <a:lnTo>
                  <a:pt x="1656626" y="1569656"/>
                </a:lnTo>
                <a:lnTo>
                  <a:pt x="1694726" y="1569656"/>
                </a:lnTo>
                <a:lnTo>
                  <a:pt x="1694726" y="1579181"/>
                </a:lnTo>
                <a:close/>
              </a:path>
              <a:path w="1985645" h="1579245">
                <a:moveTo>
                  <a:pt x="1628051" y="1579181"/>
                </a:moveTo>
                <a:lnTo>
                  <a:pt x="1589951" y="1579181"/>
                </a:lnTo>
                <a:lnTo>
                  <a:pt x="1589951" y="1569656"/>
                </a:lnTo>
                <a:lnTo>
                  <a:pt x="1628051" y="1569656"/>
                </a:lnTo>
                <a:lnTo>
                  <a:pt x="1628051" y="1579181"/>
                </a:lnTo>
                <a:close/>
              </a:path>
              <a:path w="1985645" h="1579245">
                <a:moveTo>
                  <a:pt x="1561376" y="1579181"/>
                </a:moveTo>
                <a:lnTo>
                  <a:pt x="1523276" y="1579181"/>
                </a:lnTo>
                <a:lnTo>
                  <a:pt x="1523276" y="1569656"/>
                </a:lnTo>
                <a:lnTo>
                  <a:pt x="1561376" y="1569656"/>
                </a:lnTo>
                <a:lnTo>
                  <a:pt x="1561376" y="1579181"/>
                </a:lnTo>
                <a:close/>
              </a:path>
              <a:path w="1985645" h="1579245">
                <a:moveTo>
                  <a:pt x="1494701" y="1579181"/>
                </a:moveTo>
                <a:lnTo>
                  <a:pt x="1456601" y="1579181"/>
                </a:lnTo>
                <a:lnTo>
                  <a:pt x="1456601" y="1569656"/>
                </a:lnTo>
                <a:lnTo>
                  <a:pt x="1494701" y="1569656"/>
                </a:lnTo>
                <a:lnTo>
                  <a:pt x="1494701" y="1579181"/>
                </a:lnTo>
                <a:close/>
              </a:path>
              <a:path w="1985645" h="1579245">
                <a:moveTo>
                  <a:pt x="1428026" y="1579181"/>
                </a:moveTo>
                <a:lnTo>
                  <a:pt x="1389926" y="1579181"/>
                </a:lnTo>
                <a:lnTo>
                  <a:pt x="1389926" y="1569656"/>
                </a:lnTo>
                <a:lnTo>
                  <a:pt x="1428026" y="1569656"/>
                </a:lnTo>
                <a:lnTo>
                  <a:pt x="1428026" y="1579181"/>
                </a:lnTo>
                <a:close/>
              </a:path>
              <a:path w="1985645" h="1579245">
                <a:moveTo>
                  <a:pt x="1361351" y="1579181"/>
                </a:moveTo>
                <a:lnTo>
                  <a:pt x="1323251" y="1579181"/>
                </a:lnTo>
                <a:lnTo>
                  <a:pt x="1323251" y="1569656"/>
                </a:lnTo>
                <a:lnTo>
                  <a:pt x="1361351" y="1569656"/>
                </a:lnTo>
                <a:lnTo>
                  <a:pt x="1361351" y="1579181"/>
                </a:lnTo>
                <a:close/>
              </a:path>
              <a:path w="1985645" h="1579245">
                <a:moveTo>
                  <a:pt x="1294676" y="1579181"/>
                </a:moveTo>
                <a:lnTo>
                  <a:pt x="1256576" y="1579181"/>
                </a:lnTo>
                <a:lnTo>
                  <a:pt x="1256576" y="1569656"/>
                </a:lnTo>
                <a:lnTo>
                  <a:pt x="1294676" y="1569656"/>
                </a:lnTo>
                <a:lnTo>
                  <a:pt x="1294676" y="1579181"/>
                </a:lnTo>
                <a:close/>
              </a:path>
              <a:path w="1985645" h="1579245">
                <a:moveTo>
                  <a:pt x="1228001" y="1579181"/>
                </a:moveTo>
                <a:lnTo>
                  <a:pt x="1189901" y="1579181"/>
                </a:lnTo>
                <a:lnTo>
                  <a:pt x="1189901" y="1569656"/>
                </a:lnTo>
                <a:lnTo>
                  <a:pt x="1228001" y="1569656"/>
                </a:lnTo>
                <a:lnTo>
                  <a:pt x="1228001" y="1579181"/>
                </a:lnTo>
                <a:close/>
              </a:path>
              <a:path w="1985645" h="1579245">
                <a:moveTo>
                  <a:pt x="1161326" y="1579181"/>
                </a:moveTo>
                <a:lnTo>
                  <a:pt x="1123226" y="1579181"/>
                </a:lnTo>
                <a:lnTo>
                  <a:pt x="1123226" y="1569656"/>
                </a:lnTo>
                <a:lnTo>
                  <a:pt x="1161326" y="1569656"/>
                </a:lnTo>
                <a:lnTo>
                  <a:pt x="1161326" y="1579181"/>
                </a:lnTo>
                <a:close/>
              </a:path>
              <a:path w="1985645" h="1579245">
                <a:moveTo>
                  <a:pt x="1094651" y="1579181"/>
                </a:moveTo>
                <a:lnTo>
                  <a:pt x="1056551" y="1579181"/>
                </a:lnTo>
                <a:lnTo>
                  <a:pt x="1056551" y="1569656"/>
                </a:lnTo>
                <a:lnTo>
                  <a:pt x="1094651" y="1569656"/>
                </a:lnTo>
                <a:lnTo>
                  <a:pt x="1094651" y="1579181"/>
                </a:lnTo>
                <a:close/>
              </a:path>
              <a:path w="1985645" h="1579245">
                <a:moveTo>
                  <a:pt x="1027976" y="1579181"/>
                </a:moveTo>
                <a:lnTo>
                  <a:pt x="989876" y="1579181"/>
                </a:lnTo>
                <a:lnTo>
                  <a:pt x="989876" y="1569656"/>
                </a:lnTo>
                <a:lnTo>
                  <a:pt x="1027976" y="1569656"/>
                </a:lnTo>
                <a:lnTo>
                  <a:pt x="1027976" y="1579181"/>
                </a:lnTo>
                <a:close/>
              </a:path>
              <a:path w="1985645" h="1579245">
                <a:moveTo>
                  <a:pt x="961301" y="1579181"/>
                </a:moveTo>
                <a:lnTo>
                  <a:pt x="923201" y="1579181"/>
                </a:lnTo>
                <a:lnTo>
                  <a:pt x="923201" y="1569656"/>
                </a:lnTo>
                <a:lnTo>
                  <a:pt x="961301" y="1569656"/>
                </a:lnTo>
                <a:lnTo>
                  <a:pt x="961301" y="1579181"/>
                </a:lnTo>
                <a:close/>
              </a:path>
              <a:path w="1985645" h="1579245">
                <a:moveTo>
                  <a:pt x="894626" y="1579181"/>
                </a:moveTo>
                <a:lnTo>
                  <a:pt x="856526" y="1579181"/>
                </a:lnTo>
                <a:lnTo>
                  <a:pt x="856526" y="1569656"/>
                </a:lnTo>
                <a:lnTo>
                  <a:pt x="894626" y="1569656"/>
                </a:lnTo>
                <a:lnTo>
                  <a:pt x="894626" y="1579181"/>
                </a:lnTo>
                <a:close/>
              </a:path>
              <a:path w="1985645" h="1579245">
                <a:moveTo>
                  <a:pt x="827951" y="1579181"/>
                </a:moveTo>
                <a:lnTo>
                  <a:pt x="789851" y="1579181"/>
                </a:lnTo>
                <a:lnTo>
                  <a:pt x="789851" y="1569656"/>
                </a:lnTo>
                <a:lnTo>
                  <a:pt x="827951" y="1569656"/>
                </a:lnTo>
                <a:lnTo>
                  <a:pt x="827951" y="1579181"/>
                </a:lnTo>
                <a:close/>
              </a:path>
              <a:path w="1985645" h="1579245">
                <a:moveTo>
                  <a:pt x="761276" y="1579181"/>
                </a:moveTo>
                <a:lnTo>
                  <a:pt x="723176" y="1579181"/>
                </a:lnTo>
                <a:lnTo>
                  <a:pt x="723176" y="1569656"/>
                </a:lnTo>
                <a:lnTo>
                  <a:pt x="761276" y="1569656"/>
                </a:lnTo>
                <a:lnTo>
                  <a:pt x="761276" y="1579181"/>
                </a:lnTo>
                <a:close/>
              </a:path>
              <a:path w="1985645" h="1579245">
                <a:moveTo>
                  <a:pt x="694601" y="1579181"/>
                </a:moveTo>
                <a:lnTo>
                  <a:pt x="656501" y="1579181"/>
                </a:lnTo>
                <a:lnTo>
                  <a:pt x="656501" y="1569656"/>
                </a:lnTo>
                <a:lnTo>
                  <a:pt x="694601" y="1569656"/>
                </a:lnTo>
                <a:lnTo>
                  <a:pt x="694601" y="1579181"/>
                </a:lnTo>
                <a:close/>
              </a:path>
              <a:path w="1985645" h="1579245">
                <a:moveTo>
                  <a:pt x="627926" y="1579181"/>
                </a:moveTo>
                <a:lnTo>
                  <a:pt x="589826" y="1579181"/>
                </a:lnTo>
                <a:lnTo>
                  <a:pt x="589826" y="1569656"/>
                </a:lnTo>
                <a:lnTo>
                  <a:pt x="627926" y="1569656"/>
                </a:lnTo>
                <a:lnTo>
                  <a:pt x="627926" y="1579181"/>
                </a:lnTo>
                <a:close/>
              </a:path>
              <a:path w="1985645" h="1579245">
                <a:moveTo>
                  <a:pt x="561251" y="1579181"/>
                </a:moveTo>
                <a:lnTo>
                  <a:pt x="523151" y="1579181"/>
                </a:lnTo>
                <a:lnTo>
                  <a:pt x="523151" y="1569656"/>
                </a:lnTo>
                <a:lnTo>
                  <a:pt x="561251" y="1569656"/>
                </a:lnTo>
                <a:lnTo>
                  <a:pt x="561251" y="1579181"/>
                </a:lnTo>
                <a:close/>
              </a:path>
              <a:path w="1985645" h="1579245">
                <a:moveTo>
                  <a:pt x="494576" y="1579181"/>
                </a:moveTo>
                <a:lnTo>
                  <a:pt x="456476" y="1579181"/>
                </a:lnTo>
                <a:lnTo>
                  <a:pt x="456476" y="1569656"/>
                </a:lnTo>
                <a:lnTo>
                  <a:pt x="494576" y="1569656"/>
                </a:lnTo>
                <a:lnTo>
                  <a:pt x="494576" y="1579181"/>
                </a:lnTo>
                <a:close/>
              </a:path>
              <a:path w="1985645" h="1579245">
                <a:moveTo>
                  <a:pt x="427901" y="1579181"/>
                </a:moveTo>
                <a:lnTo>
                  <a:pt x="389801" y="1579181"/>
                </a:lnTo>
                <a:lnTo>
                  <a:pt x="389801" y="1569656"/>
                </a:lnTo>
                <a:lnTo>
                  <a:pt x="427901" y="1569656"/>
                </a:lnTo>
                <a:lnTo>
                  <a:pt x="427901" y="1579181"/>
                </a:lnTo>
                <a:close/>
              </a:path>
              <a:path w="1985645" h="1579245">
                <a:moveTo>
                  <a:pt x="361226" y="1579181"/>
                </a:moveTo>
                <a:lnTo>
                  <a:pt x="323126" y="1579181"/>
                </a:lnTo>
                <a:lnTo>
                  <a:pt x="323126" y="1569656"/>
                </a:lnTo>
                <a:lnTo>
                  <a:pt x="361226" y="1569656"/>
                </a:lnTo>
                <a:lnTo>
                  <a:pt x="361226" y="1579181"/>
                </a:lnTo>
                <a:close/>
              </a:path>
              <a:path w="1985645" h="1579245">
                <a:moveTo>
                  <a:pt x="294551" y="1579181"/>
                </a:moveTo>
                <a:lnTo>
                  <a:pt x="256451" y="1579181"/>
                </a:lnTo>
                <a:lnTo>
                  <a:pt x="256451" y="1569656"/>
                </a:lnTo>
                <a:lnTo>
                  <a:pt x="294551" y="1569656"/>
                </a:lnTo>
                <a:lnTo>
                  <a:pt x="294551" y="1579181"/>
                </a:lnTo>
                <a:close/>
              </a:path>
              <a:path w="1985645" h="1579245">
                <a:moveTo>
                  <a:pt x="227876" y="1579181"/>
                </a:moveTo>
                <a:lnTo>
                  <a:pt x="189776" y="1579181"/>
                </a:lnTo>
                <a:lnTo>
                  <a:pt x="189776" y="1569656"/>
                </a:lnTo>
                <a:lnTo>
                  <a:pt x="227876" y="1569656"/>
                </a:lnTo>
                <a:lnTo>
                  <a:pt x="227876" y="1579181"/>
                </a:lnTo>
                <a:close/>
              </a:path>
              <a:path w="1985645" h="1579245">
                <a:moveTo>
                  <a:pt x="161201" y="1579181"/>
                </a:moveTo>
                <a:lnTo>
                  <a:pt x="123101" y="1579181"/>
                </a:lnTo>
                <a:lnTo>
                  <a:pt x="123101" y="1569656"/>
                </a:lnTo>
                <a:lnTo>
                  <a:pt x="161201" y="1569656"/>
                </a:lnTo>
                <a:lnTo>
                  <a:pt x="161201" y="1579181"/>
                </a:lnTo>
                <a:close/>
              </a:path>
              <a:path w="1985645" h="1579245">
                <a:moveTo>
                  <a:pt x="94526" y="1579181"/>
                </a:moveTo>
                <a:lnTo>
                  <a:pt x="56426" y="1579181"/>
                </a:lnTo>
                <a:lnTo>
                  <a:pt x="56426" y="1569656"/>
                </a:lnTo>
                <a:lnTo>
                  <a:pt x="94526" y="1569656"/>
                </a:lnTo>
                <a:lnTo>
                  <a:pt x="94526" y="15791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987196" y="2759659"/>
            <a:ext cx="155194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分子的大</a:t>
            </a:r>
            <a:r>
              <a:rPr dirty="0" sz="2400" spc="-5" b="1">
                <a:latin typeface="华文楷体"/>
                <a:cs typeface="华文楷体"/>
              </a:rPr>
              <a:t>小 </a:t>
            </a:r>
            <a:r>
              <a:rPr dirty="0" sz="2400" b="1">
                <a:latin typeface="华文楷体"/>
                <a:cs typeface="华文楷体"/>
              </a:rPr>
              <a:t>相对分子</a:t>
            </a:r>
            <a:r>
              <a:rPr dirty="0" sz="2400" spc="-5" b="1">
                <a:latin typeface="华文楷体"/>
                <a:cs typeface="华文楷体"/>
              </a:rPr>
              <a:t>间 </a:t>
            </a:r>
            <a:r>
              <a:rPr dirty="0" sz="2400" b="1">
                <a:latin typeface="华文楷体"/>
                <a:cs typeface="华文楷体"/>
              </a:rPr>
              <a:t>的空隙来</a:t>
            </a:r>
            <a:r>
              <a:rPr dirty="0" sz="2400" spc="-5" b="1">
                <a:latin typeface="华文楷体"/>
                <a:cs typeface="华文楷体"/>
              </a:rPr>
              <a:t>说 </a:t>
            </a:r>
            <a:r>
              <a:rPr dirty="0" sz="2400" b="1">
                <a:latin typeface="华文楷体"/>
                <a:cs typeface="华文楷体"/>
              </a:rPr>
              <a:t>很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60104" y="1992934"/>
            <a:ext cx="1715135" cy="76200"/>
          </a:xfrm>
          <a:custGeom>
            <a:avLst/>
            <a:gdLst/>
            <a:ahLst/>
            <a:cxnLst/>
            <a:rect l="l" t="t" r="r" b="b"/>
            <a:pathLst>
              <a:path w="1715135" h="76200">
                <a:moveTo>
                  <a:pt x="1638706" y="76200"/>
                </a:moveTo>
                <a:lnTo>
                  <a:pt x="1638706" y="0"/>
                </a:lnTo>
                <a:lnTo>
                  <a:pt x="1707286" y="34290"/>
                </a:lnTo>
                <a:lnTo>
                  <a:pt x="1657756" y="34290"/>
                </a:lnTo>
                <a:lnTo>
                  <a:pt x="1657756" y="41910"/>
                </a:lnTo>
                <a:lnTo>
                  <a:pt x="1707286" y="41910"/>
                </a:lnTo>
                <a:lnTo>
                  <a:pt x="1638706" y="76200"/>
                </a:lnTo>
                <a:close/>
              </a:path>
              <a:path w="1715135" h="76200">
                <a:moveTo>
                  <a:pt x="1638706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1638706" y="34290"/>
                </a:lnTo>
                <a:lnTo>
                  <a:pt x="1638706" y="41910"/>
                </a:lnTo>
                <a:close/>
              </a:path>
              <a:path w="1715135" h="76200">
                <a:moveTo>
                  <a:pt x="1707286" y="41910"/>
                </a:moveTo>
                <a:lnTo>
                  <a:pt x="1657756" y="41910"/>
                </a:lnTo>
                <a:lnTo>
                  <a:pt x="1657756" y="34290"/>
                </a:lnTo>
                <a:lnTo>
                  <a:pt x="1707286" y="34290"/>
                </a:lnTo>
                <a:lnTo>
                  <a:pt x="1714906" y="38100"/>
                </a:lnTo>
                <a:lnTo>
                  <a:pt x="1707286" y="419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43673" y="2348560"/>
            <a:ext cx="76200" cy="2214245"/>
          </a:xfrm>
          <a:custGeom>
            <a:avLst/>
            <a:gdLst/>
            <a:ahLst/>
            <a:cxnLst/>
            <a:rect l="l" t="t" r="r" b="b"/>
            <a:pathLst>
              <a:path w="76200" h="2214245">
                <a:moveTo>
                  <a:pt x="34289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4289" y="57150"/>
                </a:lnTo>
                <a:lnTo>
                  <a:pt x="34289" y="76200"/>
                </a:lnTo>
                <a:close/>
              </a:path>
              <a:path w="76200" h="2214245">
                <a:moveTo>
                  <a:pt x="41909" y="2156663"/>
                </a:moveTo>
                <a:lnTo>
                  <a:pt x="34289" y="2156663"/>
                </a:lnTo>
                <a:lnTo>
                  <a:pt x="34289" y="57150"/>
                </a:lnTo>
                <a:lnTo>
                  <a:pt x="41909" y="57150"/>
                </a:lnTo>
                <a:lnTo>
                  <a:pt x="41909" y="2156663"/>
                </a:lnTo>
                <a:close/>
              </a:path>
              <a:path w="76200" h="2214245">
                <a:moveTo>
                  <a:pt x="76200" y="76200"/>
                </a:moveTo>
                <a:lnTo>
                  <a:pt x="41909" y="76200"/>
                </a:lnTo>
                <a:lnTo>
                  <a:pt x="41909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  <a:path w="76200" h="2214245">
                <a:moveTo>
                  <a:pt x="38100" y="2213813"/>
                </a:moveTo>
                <a:lnTo>
                  <a:pt x="0" y="2137613"/>
                </a:lnTo>
                <a:lnTo>
                  <a:pt x="34289" y="2137613"/>
                </a:lnTo>
                <a:lnTo>
                  <a:pt x="34289" y="2156663"/>
                </a:lnTo>
                <a:lnTo>
                  <a:pt x="66675" y="2156663"/>
                </a:lnTo>
                <a:lnTo>
                  <a:pt x="38100" y="2213813"/>
                </a:lnTo>
                <a:close/>
              </a:path>
              <a:path w="76200" h="2214245">
                <a:moveTo>
                  <a:pt x="66675" y="2156663"/>
                </a:moveTo>
                <a:lnTo>
                  <a:pt x="41909" y="2156663"/>
                </a:lnTo>
                <a:lnTo>
                  <a:pt x="41909" y="2137613"/>
                </a:lnTo>
                <a:lnTo>
                  <a:pt x="76200" y="2137613"/>
                </a:lnTo>
                <a:lnTo>
                  <a:pt x="66675" y="215666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402634" y="3118777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76200" y="34290"/>
                </a:lnTo>
                <a:lnTo>
                  <a:pt x="57150" y="34290"/>
                </a:lnTo>
                <a:lnTo>
                  <a:pt x="57150" y="41910"/>
                </a:lnTo>
                <a:lnTo>
                  <a:pt x="76200" y="41910"/>
                </a:lnTo>
                <a:lnTo>
                  <a:pt x="76200" y="76200"/>
                </a:lnTo>
                <a:close/>
              </a:path>
              <a:path w="457200" h="76200">
                <a:moveTo>
                  <a:pt x="381000" y="76200"/>
                </a:moveTo>
                <a:lnTo>
                  <a:pt x="381000" y="0"/>
                </a:lnTo>
                <a:lnTo>
                  <a:pt x="449579" y="34290"/>
                </a:lnTo>
                <a:lnTo>
                  <a:pt x="400050" y="34290"/>
                </a:lnTo>
                <a:lnTo>
                  <a:pt x="400050" y="41910"/>
                </a:lnTo>
                <a:lnTo>
                  <a:pt x="449580" y="41910"/>
                </a:lnTo>
                <a:lnTo>
                  <a:pt x="381000" y="76200"/>
                </a:lnTo>
                <a:close/>
              </a:path>
              <a:path w="457200" h="76200">
                <a:moveTo>
                  <a:pt x="76200" y="41910"/>
                </a:moveTo>
                <a:lnTo>
                  <a:pt x="57150" y="41910"/>
                </a:lnTo>
                <a:lnTo>
                  <a:pt x="57150" y="34290"/>
                </a:lnTo>
                <a:lnTo>
                  <a:pt x="76200" y="34290"/>
                </a:lnTo>
                <a:lnTo>
                  <a:pt x="76200" y="41910"/>
                </a:lnTo>
                <a:close/>
              </a:path>
              <a:path w="457200" h="76200">
                <a:moveTo>
                  <a:pt x="381000" y="41910"/>
                </a:moveTo>
                <a:lnTo>
                  <a:pt x="76200" y="41910"/>
                </a:lnTo>
                <a:lnTo>
                  <a:pt x="76200" y="34290"/>
                </a:lnTo>
                <a:lnTo>
                  <a:pt x="381000" y="34290"/>
                </a:lnTo>
                <a:lnTo>
                  <a:pt x="381000" y="41910"/>
                </a:lnTo>
                <a:close/>
              </a:path>
              <a:path w="457200" h="76200">
                <a:moveTo>
                  <a:pt x="449580" y="41910"/>
                </a:moveTo>
                <a:lnTo>
                  <a:pt x="400050" y="41910"/>
                </a:lnTo>
                <a:lnTo>
                  <a:pt x="400050" y="34290"/>
                </a:lnTo>
                <a:lnTo>
                  <a:pt x="449579" y="34290"/>
                </a:lnTo>
                <a:lnTo>
                  <a:pt x="457200" y="38100"/>
                </a:lnTo>
                <a:lnTo>
                  <a:pt x="449580" y="4191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03685" y="2400668"/>
            <a:ext cx="76200" cy="242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66306" y="3265423"/>
            <a:ext cx="467995" cy="85090"/>
          </a:xfrm>
          <a:custGeom>
            <a:avLst/>
            <a:gdLst/>
            <a:ahLst/>
            <a:cxnLst/>
            <a:rect l="l" t="t" r="r" b="b"/>
            <a:pathLst>
              <a:path w="467995" h="85089">
                <a:moveTo>
                  <a:pt x="392480" y="76174"/>
                </a:moveTo>
                <a:lnTo>
                  <a:pt x="391560" y="41888"/>
                </a:lnTo>
                <a:lnTo>
                  <a:pt x="410603" y="41376"/>
                </a:lnTo>
                <a:lnTo>
                  <a:pt x="410400" y="33756"/>
                </a:lnTo>
                <a:lnTo>
                  <a:pt x="391342" y="33756"/>
                </a:lnTo>
                <a:lnTo>
                  <a:pt x="390436" y="0"/>
                </a:lnTo>
                <a:lnTo>
                  <a:pt x="462756" y="33756"/>
                </a:lnTo>
                <a:lnTo>
                  <a:pt x="410400" y="33756"/>
                </a:lnTo>
                <a:lnTo>
                  <a:pt x="391355" y="34268"/>
                </a:lnTo>
                <a:lnTo>
                  <a:pt x="463853" y="34268"/>
                </a:lnTo>
                <a:lnTo>
                  <a:pt x="467626" y="36029"/>
                </a:lnTo>
                <a:lnTo>
                  <a:pt x="392480" y="76174"/>
                </a:lnTo>
                <a:close/>
              </a:path>
              <a:path w="467995" h="85089">
                <a:moveTo>
                  <a:pt x="77190" y="84645"/>
                </a:moveTo>
                <a:lnTo>
                  <a:pt x="0" y="48602"/>
                </a:lnTo>
                <a:lnTo>
                  <a:pt x="75145" y="8470"/>
                </a:lnTo>
                <a:lnTo>
                  <a:pt x="76065" y="42744"/>
                </a:lnTo>
                <a:lnTo>
                  <a:pt x="57023" y="43256"/>
                </a:lnTo>
                <a:lnTo>
                  <a:pt x="57226" y="50876"/>
                </a:lnTo>
                <a:lnTo>
                  <a:pt x="76284" y="50876"/>
                </a:lnTo>
                <a:lnTo>
                  <a:pt x="77190" y="84645"/>
                </a:lnTo>
                <a:close/>
              </a:path>
              <a:path w="467995" h="85089">
                <a:moveTo>
                  <a:pt x="391560" y="41888"/>
                </a:moveTo>
                <a:lnTo>
                  <a:pt x="391355" y="34268"/>
                </a:lnTo>
                <a:lnTo>
                  <a:pt x="410400" y="33756"/>
                </a:lnTo>
                <a:lnTo>
                  <a:pt x="410603" y="41376"/>
                </a:lnTo>
                <a:lnTo>
                  <a:pt x="391560" y="41888"/>
                </a:lnTo>
                <a:close/>
              </a:path>
              <a:path w="467995" h="85089">
                <a:moveTo>
                  <a:pt x="76270" y="50364"/>
                </a:moveTo>
                <a:lnTo>
                  <a:pt x="76065" y="42744"/>
                </a:lnTo>
                <a:lnTo>
                  <a:pt x="391355" y="34268"/>
                </a:lnTo>
                <a:lnTo>
                  <a:pt x="391560" y="41888"/>
                </a:lnTo>
                <a:lnTo>
                  <a:pt x="76270" y="50364"/>
                </a:lnTo>
                <a:close/>
              </a:path>
              <a:path w="467995" h="85089">
                <a:moveTo>
                  <a:pt x="57226" y="50876"/>
                </a:moveTo>
                <a:lnTo>
                  <a:pt x="57023" y="43256"/>
                </a:lnTo>
                <a:lnTo>
                  <a:pt x="76065" y="42744"/>
                </a:lnTo>
                <a:lnTo>
                  <a:pt x="76270" y="50364"/>
                </a:lnTo>
                <a:lnTo>
                  <a:pt x="57226" y="50876"/>
                </a:lnTo>
                <a:close/>
              </a:path>
              <a:path w="467995" h="85089">
                <a:moveTo>
                  <a:pt x="76284" y="50876"/>
                </a:moveTo>
                <a:lnTo>
                  <a:pt x="57226" y="50876"/>
                </a:lnTo>
                <a:lnTo>
                  <a:pt x="76270" y="50364"/>
                </a:lnTo>
                <a:lnTo>
                  <a:pt x="76284" y="5087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81750" y="2002396"/>
            <a:ext cx="889635" cy="76200"/>
          </a:xfrm>
          <a:custGeom>
            <a:avLst/>
            <a:gdLst/>
            <a:ahLst/>
            <a:cxnLst/>
            <a:rect l="l" t="t" r="r" b="b"/>
            <a:pathLst>
              <a:path w="889634" h="76200">
                <a:moveTo>
                  <a:pt x="881541" y="41922"/>
                </a:moveTo>
                <a:lnTo>
                  <a:pt x="831913" y="41922"/>
                </a:lnTo>
                <a:lnTo>
                  <a:pt x="831926" y="34302"/>
                </a:lnTo>
                <a:lnTo>
                  <a:pt x="812873" y="34289"/>
                </a:lnTo>
                <a:lnTo>
                  <a:pt x="812901" y="0"/>
                </a:lnTo>
                <a:lnTo>
                  <a:pt x="889076" y="38163"/>
                </a:lnTo>
                <a:lnTo>
                  <a:pt x="881541" y="41922"/>
                </a:lnTo>
                <a:close/>
              </a:path>
              <a:path w="889634" h="76200">
                <a:moveTo>
                  <a:pt x="812866" y="41909"/>
                </a:moveTo>
                <a:lnTo>
                  <a:pt x="0" y="41325"/>
                </a:lnTo>
                <a:lnTo>
                  <a:pt x="0" y="33705"/>
                </a:lnTo>
                <a:lnTo>
                  <a:pt x="812873" y="34289"/>
                </a:lnTo>
                <a:lnTo>
                  <a:pt x="812866" y="41909"/>
                </a:lnTo>
                <a:close/>
              </a:path>
              <a:path w="889634" h="76200">
                <a:moveTo>
                  <a:pt x="831913" y="41922"/>
                </a:moveTo>
                <a:lnTo>
                  <a:pt x="812866" y="41909"/>
                </a:lnTo>
                <a:lnTo>
                  <a:pt x="812873" y="34289"/>
                </a:lnTo>
                <a:lnTo>
                  <a:pt x="831926" y="34302"/>
                </a:lnTo>
                <a:lnTo>
                  <a:pt x="831913" y="41922"/>
                </a:lnTo>
                <a:close/>
              </a:path>
              <a:path w="889634" h="76200">
                <a:moveTo>
                  <a:pt x="812838" y="76200"/>
                </a:moveTo>
                <a:lnTo>
                  <a:pt x="812866" y="41909"/>
                </a:lnTo>
                <a:lnTo>
                  <a:pt x="881541" y="41922"/>
                </a:lnTo>
                <a:lnTo>
                  <a:pt x="812838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651026" y="2352141"/>
            <a:ext cx="76200" cy="346075"/>
          </a:xfrm>
          <a:custGeom>
            <a:avLst/>
            <a:gdLst/>
            <a:ahLst/>
            <a:cxnLst/>
            <a:rect l="l" t="t" r="r" b="b"/>
            <a:pathLst>
              <a:path w="76200" h="346075">
                <a:moveTo>
                  <a:pt x="0" y="77012"/>
                </a:moveTo>
                <a:lnTo>
                  <a:pt x="36423" y="0"/>
                </a:lnTo>
                <a:lnTo>
                  <a:pt x="66534" y="57048"/>
                </a:lnTo>
                <a:lnTo>
                  <a:pt x="41478" y="57048"/>
                </a:lnTo>
                <a:lnTo>
                  <a:pt x="33858" y="57213"/>
                </a:lnTo>
                <a:lnTo>
                  <a:pt x="34276" y="76258"/>
                </a:lnTo>
                <a:lnTo>
                  <a:pt x="0" y="77012"/>
                </a:lnTo>
                <a:close/>
              </a:path>
              <a:path w="76200" h="346075">
                <a:moveTo>
                  <a:pt x="34276" y="76258"/>
                </a:moveTo>
                <a:lnTo>
                  <a:pt x="33858" y="57213"/>
                </a:lnTo>
                <a:lnTo>
                  <a:pt x="41478" y="57048"/>
                </a:lnTo>
                <a:lnTo>
                  <a:pt x="41896" y="76090"/>
                </a:lnTo>
                <a:lnTo>
                  <a:pt x="34276" y="76258"/>
                </a:lnTo>
                <a:close/>
              </a:path>
              <a:path w="76200" h="346075">
                <a:moveTo>
                  <a:pt x="41896" y="76090"/>
                </a:moveTo>
                <a:lnTo>
                  <a:pt x="41478" y="57048"/>
                </a:lnTo>
                <a:lnTo>
                  <a:pt x="66534" y="57048"/>
                </a:lnTo>
                <a:lnTo>
                  <a:pt x="76187" y="75336"/>
                </a:lnTo>
                <a:lnTo>
                  <a:pt x="41896" y="76090"/>
                </a:lnTo>
                <a:close/>
              </a:path>
              <a:path w="76200" h="346075">
                <a:moveTo>
                  <a:pt x="40195" y="345821"/>
                </a:moveTo>
                <a:lnTo>
                  <a:pt x="34276" y="76258"/>
                </a:lnTo>
                <a:lnTo>
                  <a:pt x="41896" y="76090"/>
                </a:lnTo>
                <a:lnTo>
                  <a:pt x="47815" y="345655"/>
                </a:lnTo>
                <a:lnTo>
                  <a:pt x="40195" y="3458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724338" y="3796956"/>
            <a:ext cx="2964180" cy="471805"/>
          </a:xfrm>
          <a:custGeom>
            <a:avLst/>
            <a:gdLst/>
            <a:ahLst/>
            <a:cxnLst/>
            <a:rect l="l" t="t" r="r" b="b"/>
            <a:pathLst>
              <a:path w="2964179" h="471804">
                <a:moveTo>
                  <a:pt x="4762" y="466432"/>
                </a:moveTo>
                <a:lnTo>
                  <a:pt x="0" y="466432"/>
                </a:lnTo>
                <a:lnTo>
                  <a:pt x="0" y="428332"/>
                </a:lnTo>
                <a:lnTo>
                  <a:pt x="9525" y="428332"/>
                </a:lnTo>
                <a:lnTo>
                  <a:pt x="9525" y="461670"/>
                </a:lnTo>
                <a:lnTo>
                  <a:pt x="4762" y="461670"/>
                </a:lnTo>
                <a:lnTo>
                  <a:pt x="4762" y="466432"/>
                </a:lnTo>
                <a:close/>
              </a:path>
              <a:path w="2964179" h="471804">
                <a:moveTo>
                  <a:pt x="36550" y="471195"/>
                </a:moveTo>
                <a:lnTo>
                  <a:pt x="4762" y="471195"/>
                </a:lnTo>
                <a:lnTo>
                  <a:pt x="4762" y="461670"/>
                </a:lnTo>
                <a:lnTo>
                  <a:pt x="9525" y="461670"/>
                </a:lnTo>
                <a:lnTo>
                  <a:pt x="9525" y="466432"/>
                </a:lnTo>
                <a:lnTo>
                  <a:pt x="36550" y="466432"/>
                </a:lnTo>
                <a:lnTo>
                  <a:pt x="36550" y="471195"/>
                </a:lnTo>
                <a:close/>
              </a:path>
              <a:path w="2964179" h="471804">
                <a:moveTo>
                  <a:pt x="36550" y="466432"/>
                </a:moveTo>
                <a:lnTo>
                  <a:pt x="9525" y="466432"/>
                </a:lnTo>
                <a:lnTo>
                  <a:pt x="9525" y="461670"/>
                </a:lnTo>
                <a:lnTo>
                  <a:pt x="36550" y="461670"/>
                </a:lnTo>
                <a:lnTo>
                  <a:pt x="36550" y="466432"/>
                </a:lnTo>
                <a:close/>
              </a:path>
              <a:path w="2964179" h="471804">
                <a:moveTo>
                  <a:pt x="9525" y="399757"/>
                </a:moveTo>
                <a:lnTo>
                  <a:pt x="0" y="399757"/>
                </a:lnTo>
                <a:lnTo>
                  <a:pt x="0" y="361657"/>
                </a:lnTo>
                <a:lnTo>
                  <a:pt x="9525" y="361657"/>
                </a:lnTo>
                <a:lnTo>
                  <a:pt x="9525" y="399757"/>
                </a:lnTo>
                <a:close/>
              </a:path>
              <a:path w="2964179" h="471804">
                <a:moveTo>
                  <a:pt x="9525" y="333082"/>
                </a:moveTo>
                <a:lnTo>
                  <a:pt x="0" y="333082"/>
                </a:lnTo>
                <a:lnTo>
                  <a:pt x="0" y="294982"/>
                </a:lnTo>
                <a:lnTo>
                  <a:pt x="9525" y="294982"/>
                </a:lnTo>
                <a:lnTo>
                  <a:pt x="9525" y="333082"/>
                </a:lnTo>
                <a:close/>
              </a:path>
              <a:path w="2964179" h="471804">
                <a:moveTo>
                  <a:pt x="9525" y="266407"/>
                </a:moveTo>
                <a:lnTo>
                  <a:pt x="0" y="266407"/>
                </a:lnTo>
                <a:lnTo>
                  <a:pt x="0" y="228307"/>
                </a:lnTo>
                <a:lnTo>
                  <a:pt x="9525" y="228307"/>
                </a:lnTo>
                <a:lnTo>
                  <a:pt x="9525" y="266407"/>
                </a:lnTo>
                <a:close/>
              </a:path>
              <a:path w="2964179" h="471804">
                <a:moveTo>
                  <a:pt x="9525" y="199732"/>
                </a:moveTo>
                <a:lnTo>
                  <a:pt x="0" y="199732"/>
                </a:lnTo>
                <a:lnTo>
                  <a:pt x="0" y="161632"/>
                </a:lnTo>
                <a:lnTo>
                  <a:pt x="9525" y="161632"/>
                </a:lnTo>
                <a:lnTo>
                  <a:pt x="9525" y="199732"/>
                </a:lnTo>
                <a:close/>
              </a:path>
              <a:path w="2964179" h="471804">
                <a:moveTo>
                  <a:pt x="9525" y="133057"/>
                </a:moveTo>
                <a:lnTo>
                  <a:pt x="0" y="133057"/>
                </a:lnTo>
                <a:lnTo>
                  <a:pt x="0" y="94957"/>
                </a:lnTo>
                <a:lnTo>
                  <a:pt x="9525" y="94957"/>
                </a:lnTo>
                <a:lnTo>
                  <a:pt x="9525" y="133057"/>
                </a:lnTo>
                <a:close/>
              </a:path>
              <a:path w="2964179" h="471804">
                <a:moveTo>
                  <a:pt x="9525" y="66382"/>
                </a:moveTo>
                <a:lnTo>
                  <a:pt x="0" y="66382"/>
                </a:lnTo>
                <a:lnTo>
                  <a:pt x="0" y="28282"/>
                </a:lnTo>
                <a:lnTo>
                  <a:pt x="9525" y="28282"/>
                </a:lnTo>
                <a:lnTo>
                  <a:pt x="9525" y="66382"/>
                </a:lnTo>
                <a:close/>
              </a:path>
              <a:path w="2964179" h="471804">
                <a:moveTo>
                  <a:pt x="47917" y="9525"/>
                </a:moveTo>
                <a:lnTo>
                  <a:pt x="9817" y="9525"/>
                </a:lnTo>
                <a:lnTo>
                  <a:pt x="9817" y="0"/>
                </a:lnTo>
                <a:lnTo>
                  <a:pt x="47917" y="0"/>
                </a:lnTo>
                <a:lnTo>
                  <a:pt x="47917" y="9525"/>
                </a:lnTo>
                <a:close/>
              </a:path>
              <a:path w="2964179" h="471804">
                <a:moveTo>
                  <a:pt x="114592" y="9525"/>
                </a:moveTo>
                <a:lnTo>
                  <a:pt x="76492" y="9525"/>
                </a:lnTo>
                <a:lnTo>
                  <a:pt x="76492" y="0"/>
                </a:lnTo>
                <a:lnTo>
                  <a:pt x="114592" y="0"/>
                </a:lnTo>
                <a:lnTo>
                  <a:pt x="114592" y="9525"/>
                </a:lnTo>
                <a:close/>
              </a:path>
              <a:path w="2964179" h="471804">
                <a:moveTo>
                  <a:pt x="181267" y="9525"/>
                </a:moveTo>
                <a:lnTo>
                  <a:pt x="143167" y="9525"/>
                </a:lnTo>
                <a:lnTo>
                  <a:pt x="143167" y="0"/>
                </a:lnTo>
                <a:lnTo>
                  <a:pt x="181267" y="0"/>
                </a:lnTo>
                <a:lnTo>
                  <a:pt x="181267" y="9525"/>
                </a:lnTo>
                <a:close/>
              </a:path>
              <a:path w="2964179" h="471804">
                <a:moveTo>
                  <a:pt x="247942" y="9525"/>
                </a:moveTo>
                <a:lnTo>
                  <a:pt x="209842" y="9525"/>
                </a:lnTo>
                <a:lnTo>
                  <a:pt x="209842" y="0"/>
                </a:lnTo>
                <a:lnTo>
                  <a:pt x="247942" y="0"/>
                </a:lnTo>
                <a:lnTo>
                  <a:pt x="247942" y="9525"/>
                </a:lnTo>
                <a:close/>
              </a:path>
              <a:path w="2964179" h="471804">
                <a:moveTo>
                  <a:pt x="314617" y="9525"/>
                </a:moveTo>
                <a:lnTo>
                  <a:pt x="276517" y="9525"/>
                </a:lnTo>
                <a:lnTo>
                  <a:pt x="276517" y="0"/>
                </a:lnTo>
                <a:lnTo>
                  <a:pt x="314617" y="0"/>
                </a:lnTo>
                <a:lnTo>
                  <a:pt x="314617" y="9525"/>
                </a:lnTo>
                <a:close/>
              </a:path>
              <a:path w="2964179" h="471804">
                <a:moveTo>
                  <a:pt x="381292" y="9525"/>
                </a:moveTo>
                <a:lnTo>
                  <a:pt x="343192" y="9525"/>
                </a:lnTo>
                <a:lnTo>
                  <a:pt x="343192" y="0"/>
                </a:lnTo>
                <a:lnTo>
                  <a:pt x="381292" y="0"/>
                </a:lnTo>
                <a:lnTo>
                  <a:pt x="381292" y="9525"/>
                </a:lnTo>
                <a:close/>
              </a:path>
              <a:path w="2964179" h="471804">
                <a:moveTo>
                  <a:pt x="447967" y="9525"/>
                </a:moveTo>
                <a:lnTo>
                  <a:pt x="409867" y="9525"/>
                </a:lnTo>
                <a:lnTo>
                  <a:pt x="409867" y="0"/>
                </a:lnTo>
                <a:lnTo>
                  <a:pt x="447967" y="0"/>
                </a:lnTo>
                <a:lnTo>
                  <a:pt x="447967" y="9525"/>
                </a:lnTo>
                <a:close/>
              </a:path>
              <a:path w="2964179" h="471804">
                <a:moveTo>
                  <a:pt x="514642" y="9525"/>
                </a:moveTo>
                <a:lnTo>
                  <a:pt x="476542" y="9525"/>
                </a:lnTo>
                <a:lnTo>
                  <a:pt x="476542" y="0"/>
                </a:lnTo>
                <a:lnTo>
                  <a:pt x="514642" y="0"/>
                </a:lnTo>
                <a:lnTo>
                  <a:pt x="514642" y="9525"/>
                </a:lnTo>
                <a:close/>
              </a:path>
              <a:path w="2964179" h="471804">
                <a:moveTo>
                  <a:pt x="581317" y="9525"/>
                </a:moveTo>
                <a:lnTo>
                  <a:pt x="543217" y="9525"/>
                </a:lnTo>
                <a:lnTo>
                  <a:pt x="543217" y="0"/>
                </a:lnTo>
                <a:lnTo>
                  <a:pt x="581317" y="0"/>
                </a:lnTo>
                <a:lnTo>
                  <a:pt x="581317" y="9525"/>
                </a:lnTo>
                <a:close/>
              </a:path>
              <a:path w="2964179" h="471804">
                <a:moveTo>
                  <a:pt x="647992" y="9525"/>
                </a:moveTo>
                <a:lnTo>
                  <a:pt x="609892" y="9525"/>
                </a:lnTo>
                <a:lnTo>
                  <a:pt x="609892" y="0"/>
                </a:lnTo>
                <a:lnTo>
                  <a:pt x="647992" y="0"/>
                </a:lnTo>
                <a:lnTo>
                  <a:pt x="647992" y="9525"/>
                </a:lnTo>
                <a:close/>
              </a:path>
              <a:path w="2964179" h="471804">
                <a:moveTo>
                  <a:pt x="714667" y="9525"/>
                </a:moveTo>
                <a:lnTo>
                  <a:pt x="676567" y="9525"/>
                </a:lnTo>
                <a:lnTo>
                  <a:pt x="676567" y="0"/>
                </a:lnTo>
                <a:lnTo>
                  <a:pt x="714667" y="0"/>
                </a:lnTo>
                <a:lnTo>
                  <a:pt x="714667" y="9525"/>
                </a:lnTo>
                <a:close/>
              </a:path>
              <a:path w="2964179" h="471804">
                <a:moveTo>
                  <a:pt x="781342" y="9525"/>
                </a:moveTo>
                <a:lnTo>
                  <a:pt x="743242" y="9525"/>
                </a:lnTo>
                <a:lnTo>
                  <a:pt x="743242" y="0"/>
                </a:lnTo>
                <a:lnTo>
                  <a:pt x="781342" y="0"/>
                </a:lnTo>
                <a:lnTo>
                  <a:pt x="781342" y="9525"/>
                </a:lnTo>
                <a:close/>
              </a:path>
              <a:path w="2964179" h="471804">
                <a:moveTo>
                  <a:pt x="848017" y="9525"/>
                </a:moveTo>
                <a:lnTo>
                  <a:pt x="809917" y="9525"/>
                </a:lnTo>
                <a:lnTo>
                  <a:pt x="809917" y="0"/>
                </a:lnTo>
                <a:lnTo>
                  <a:pt x="848017" y="0"/>
                </a:lnTo>
                <a:lnTo>
                  <a:pt x="848017" y="9525"/>
                </a:lnTo>
                <a:close/>
              </a:path>
              <a:path w="2964179" h="471804">
                <a:moveTo>
                  <a:pt x="914692" y="9525"/>
                </a:moveTo>
                <a:lnTo>
                  <a:pt x="876592" y="9525"/>
                </a:lnTo>
                <a:lnTo>
                  <a:pt x="876592" y="0"/>
                </a:lnTo>
                <a:lnTo>
                  <a:pt x="914692" y="0"/>
                </a:lnTo>
                <a:lnTo>
                  <a:pt x="914692" y="9525"/>
                </a:lnTo>
                <a:close/>
              </a:path>
              <a:path w="2964179" h="471804">
                <a:moveTo>
                  <a:pt x="981367" y="9525"/>
                </a:moveTo>
                <a:lnTo>
                  <a:pt x="943267" y="9525"/>
                </a:lnTo>
                <a:lnTo>
                  <a:pt x="943267" y="0"/>
                </a:lnTo>
                <a:lnTo>
                  <a:pt x="981367" y="0"/>
                </a:lnTo>
                <a:lnTo>
                  <a:pt x="981367" y="9525"/>
                </a:lnTo>
                <a:close/>
              </a:path>
              <a:path w="2964179" h="471804">
                <a:moveTo>
                  <a:pt x="1048042" y="9525"/>
                </a:moveTo>
                <a:lnTo>
                  <a:pt x="1009942" y="9525"/>
                </a:lnTo>
                <a:lnTo>
                  <a:pt x="1009942" y="0"/>
                </a:lnTo>
                <a:lnTo>
                  <a:pt x="1048042" y="0"/>
                </a:lnTo>
                <a:lnTo>
                  <a:pt x="1048042" y="9525"/>
                </a:lnTo>
                <a:close/>
              </a:path>
              <a:path w="2964179" h="471804">
                <a:moveTo>
                  <a:pt x="1114717" y="9525"/>
                </a:moveTo>
                <a:lnTo>
                  <a:pt x="1076617" y="9525"/>
                </a:lnTo>
                <a:lnTo>
                  <a:pt x="1076617" y="0"/>
                </a:lnTo>
                <a:lnTo>
                  <a:pt x="1114717" y="0"/>
                </a:lnTo>
                <a:lnTo>
                  <a:pt x="1114717" y="9525"/>
                </a:lnTo>
                <a:close/>
              </a:path>
              <a:path w="2964179" h="471804">
                <a:moveTo>
                  <a:pt x="1181392" y="9525"/>
                </a:moveTo>
                <a:lnTo>
                  <a:pt x="1143292" y="9525"/>
                </a:lnTo>
                <a:lnTo>
                  <a:pt x="1143292" y="0"/>
                </a:lnTo>
                <a:lnTo>
                  <a:pt x="1181392" y="0"/>
                </a:lnTo>
                <a:lnTo>
                  <a:pt x="1181392" y="9525"/>
                </a:lnTo>
                <a:close/>
              </a:path>
              <a:path w="2964179" h="471804">
                <a:moveTo>
                  <a:pt x="1248067" y="9525"/>
                </a:moveTo>
                <a:lnTo>
                  <a:pt x="1209967" y="9525"/>
                </a:lnTo>
                <a:lnTo>
                  <a:pt x="1209967" y="0"/>
                </a:lnTo>
                <a:lnTo>
                  <a:pt x="1248067" y="0"/>
                </a:lnTo>
                <a:lnTo>
                  <a:pt x="1248067" y="9525"/>
                </a:lnTo>
                <a:close/>
              </a:path>
              <a:path w="2964179" h="471804">
                <a:moveTo>
                  <a:pt x="1314742" y="9525"/>
                </a:moveTo>
                <a:lnTo>
                  <a:pt x="1276642" y="9525"/>
                </a:lnTo>
                <a:lnTo>
                  <a:pt x="1276642" y="0"/>
                </a:lnTo>
                <a:lnTo>
                  <a:pt x="1314742" y="0"/>
                </a:lnTo>
                <a:lnTo>
                  <a:pt x="1314742" y="9525"/>
                </a:lnTo>
                <a:close/>
              </a:path>
              <a:path w="2964179" h="471804">
                <a:moveTo>
                  <a:pt x="1381417" y="9525"/>
                </a:moveTo>
                <a:lnTo>
                  <a:pt x="1343317" y="9525"/>
                </a:lnTo>
                <a:lnTo>
                  <a:pt x="1343317" y="0"/>
                </a:lnTo>
                <a:lnTo>
                  <a:pt x="1381417" y="0"/>
                </a:lnTo>
                <a:lnTo>
                  <a:pt x="1381417" y="9525"/>
                </a:lnTo>
                <a:close/>
              </a:path>
              <a:path w="2964179" h="471804">
                <a:moveTo>
                  <a:pt x="1448092" y="9525"/>
                </a:moveTo>
                <a:lnTo>
                  <a:pt x="1409992" y="9525"/>
                </a:lnTo>
                <a:lnTo>
                  <a:pt x="1409992" y="0"/>
                </a:lnTo>
                <a:lnTo>
                  <a:pt x="1448092" y="0"/>
                </a:lnTo>
                <a:lnTo>
                  <a:pt x="1448092" y="9525"/>
                </a:lnTo>
                <a:close/>
              </a:path>
              <a:path w="2964179" h="471804">
                <a:moveTo>
                  <a:pt x="1514767" y="9525"/>
                </a:moveTo>
                <a:lnTo>
                  <a:pt x="1476667" y="9525"/>
                </a:lnTo>
                <a:lnTo>
                  <a:pt x="1476667" y="0"/>
                </a:lnTo>
                <a:lnTo>
                  <a:pt x="1514767" y="0"/>
                </a:lnTo>
                <a:lnTo>
                  <a:pt x="1514767" y="9525"/>
                </a:lnTo>
                <a:close/>
              </a:path>
              <a:path w="2964179" h="471804">
                <a:moveTo>
                  <a:pt x="1581442" y="9525"/>
                </a:moveTo>
                <a:lnTo>
                  <a:pt x="1543342" y="9525"/>
                </a:lnTo>
                <a:lnTo>
                  <a:pt x="1543342" y="0"/>
                </a:lnTo>
                <a:lnTo>
                  <a:pt x="1581442" y="0"/>
                </a:lnTo>
                <a:lnTo>
                  <a:pt x="1581442" y="9525"/>
                </a:lnTo>
                <a:close/>
              </a:path>
              <a:path w="2964179" h="471804">
                <a:moveTo>
                  <a:pt x="1648117" y="9525"/>
                </a:moveTo>
                <a:lnTo>
                  <a:pt x="1610017" y="9525"/>
                </a:lnTo>
                <a:lnTo>
                  <a:pt x="1610017" y="0"/>
                </a:lnTo>
                <a:lnTo>
                  <a:pt x="1648117" y="0"/>
                </a:lnTo>
                <a:lnTo>
                  <a:pt x="1648117" y="9525"/>
                </a:lnTo>
                <a:close/>
              </a:path>
              <a:path w="2964179" h="471804">
                <a:moveTo>
                  <a:pt x="1714792" y="9525"/>
                </a:moveTo>
                <a:lnTo>
                  <a:pt x="1676692" y="9525"/>
                </a:lnTo>
                <a:lnTo>
                  <a:pt x="1676692" y="0"/>
                </a:lnTo>
                <a:lnTo>
                  <a:pt x="1714792" y="0"/>
                </a:lnTo>
                <a:lnTo>
                  <a:pt x="1714792" y="9525"/>
                </a:lnTo>
                <a:close/>
              </a:path>
              <a:path w="2964179" h="471804">
                <a:moveTo>
                  <a:pt x="1781467" y="9525"/>
                </a:moveTo>
                <a:lnTo>
                  <a:pt x="1743367" y="9525"/>
                </a:lnTo>
                <a:lnTo>
                  <a:pt x="1743367" y="0"/>
                </a:lnTo>
                <a:lnTo>
                  <a:pt x="1781467" y="0"/>
                </a:lnTo>
                <a:lnTo>
                  <a:pt x="1781467" y="9525"/>
                </a:lnTo>
                <a:close/>
              </a:path>
              <a:path w="2964179" h="471804">
                <a:moveTo>
                  <a:pt x="1848142" y="9525"/>
                </a:moveTo>
                <a:lnTo>
                  <a:pt x="1810042" y="9525"/>
                </a:lnTo>
                <a:lnTo>
                  <a:pt x="1810042" y="0"/>
                </a:lnTo>
                <a:lnTo>
                  <a:pt x="1848142" y="0"/>
                </a:lnTo>
                <a:lnTo>
                  <a:pt x="1848142" y="9525"/>
                </a:lnTo>
                <a:close/>
              </a:path>
              <a:path w="2964179" h="471804">
                <a:moveTo>
                  <a:pt x="1914817" y="9525"/>
                </a:moveTo>
                <a:lnTo>
                  <a:pt x="1876717" y="9525"/>
                </a:lnTo>
                <a:lnTo>
                  <a:pt x="1876717" y="0"/>
                </a:lnTo>
                <a:lnTo>
                  <a:pt x="1914817" y="0"/>
                </a:lnTo>
                <a:lnTo>
                  <a:pt x="1914817" y="9525"/>
                </a:lnTo>
                <a:close/>
              </a:path>
              <a:path w="2964179" h="471804">
                <a:moveTo>
                  <a:pt x="1981492" y="9525"/>
                </a:moveTo>
                <a:lnTo>
                  <a:pt x="1943392" y="9525"/>
                </a:lnTo>
                <a:lnTo>
                  <a:pt x="1943392" y="0"/>
                </a:lnTo>
                <a:lnTo>
                  <a:pt x="1981492" y="0"/>
                </a:lnTo>
                <a:lnTo>
                  <a:pt x="1981492" y="9525"/>
                </a:lnTo>
                <a:close/>
              </a:path>
              <a:path w="2964179" h="471804">
                <a:moveTo>
                  <a:pt x="2048167" y="9525"/>
                </a:moveTo>
                <a:lnTo>
                  <a:pt x="2010067" y="9525"/>
                </a:lnTo>
                <a:lnTo>
                  <a:pt x="2010067" y="0"/>
                </a:lnTo>
                <a:lnTo>
                  <a:pt x="2048167" y="0"/>
                </a:lnTo>
                <a:lnTo>
                  <a:pt x="2048167" y="9525"/>
                </a:lnTo>
                <a:close/>
              </a:path>
              <a:path w="2964179" h="471804">
                <a:moveTo>
                  <a:pt x="2114842" y="9525"/>
                </a:moveTo>
                <a:lnTo>
                  <a:pt x="2076742" y="9525"/>
                </a:lnTo>
                <a:lnTo>
                  <a:pt x="2076742" y="0"/>
                </a:lnTo>
                <a:lnTo>
                  <a:pt x="2114842" y="0"/>
                </a:lnTo>
                <a:lnTo>
                  <a:pt x="2114842" y="9525"/>
                </a:lnTo>
                <a:close/>
              </a:path>
              <a:path w="2964179" h="471804">
                <a:moveTo>
                  <a:pt x="2181517" y="9525"/>
                </a:moveTo>
                <a:lnTo>
                  <a:pt x="2143417" y="9525"/>
                </a:lnTo>
                <a:lnTo>
                  <a:pt x="2143417" y="0"/>
                </a:lnTo>
                <a:lnTo>
                  <a:pt x="2181517" y="0"/>
                </a:lnTo>
                <a:lnTo>
                  <a:pt x="2181517" y="9525"/>
                </a:lnTo>
                <a:close/>
              </a:path>
              <a:path w="2964179" h="471804">
                <a:moveTo>
                  <a:pt x="2248192" y="9525"/>
                </a:moveTo>
                <a:lnTo>
                  <a:pt x="2210092" y="9525"/>
                </a:lnTo>
                <a:lnTo>
                  <a:pt x="2210092" y="0"/>
                </a:lnTo>
                <a:lnTo>
                  <a:pt x="2248192" y="0"/>
                </a:lnTo>
                <a:lnTo>
                  <a:pt x="2248192" y="9525"/>
                </a:lnTo>
                <a:close/>
              </a:path>
              <a:path w="2964179" h="471804">
                <a:moveTo>
                  <a:pt x="2314867" y="9525"/>
                </a:moveTo>
                <a:lnTo>
                  <a:pt x="2276767" y="9525"/>
                </a:lnTo>
                <a:lnTo>
                  <a:pt x="2276767" y="0"/>
                </a:lnTo>
                <a:lnTo>
                  <a:pt x="2314867" y="0"/>
                </a:lnTo>
                <a:lnTo>
                  <a:pt x="2314867" y="9525"/>
                </a:lnTo>
                <a:close/>
              </a:path>
              <a:path w="2964179" h="471804">
                <a:moveTo>
                  <a:pt x="2381542" y="9525"/>
                </a:moveTo>
                <a:lnTo>
                  <a:pt x="2343442" y="9525"/>
                </a:lnTo>
                <a:lnTo>
                  <a:pt x="2343442" y="0"/>
                </a:lnTo>
                <a:lnTo>
                  <a:pt x="2381542" y="0"/>
                </a:lnTo>
                <a:lnTo>
                  <a:pt x="2381542" y="9525"/>
                </a:lnTo>
                <a:close/>
              </a:path>
              <a:path w="2964179" h="471804">
                <a:moveTo>
                  <a:pt x="2448217" y="9525"/>
                </a:moveTo>
                <a:lnTo>
                  <a:pt x="2410117" y="9525"/>
                </a:lnTo>
                <a:lnTo>
                  <a:pt x="2410117" y="0"/>
                </a:lnTo>
                <a:lnTo>
                  <a:pt x="2448217" y="0"/>
                </a:lnTo>
                <a:lnTo>
                  <a:pt x="2448217" y="9525"/>
                </a:lnTo>
                <a:close/>
              </a:path>
              <a:path w="2964179" h="471804">
                <a:moveTo>
                  <a:pt x="2514892" y="9525"/>
                </a:moveTo>
                <a:lnTo>
                  <a:pt x="2476792" y="9525"/>
                </a:lnTo>
                <a:lnTo>
                  <a:pt x="2476792" y="0"/>
                </a:lnTo>
                <a:lnTo>
                  <a:pt x="2514892" y="0"/>
                </a:lnTo>
                <a:lnTo>
                  <a:pt x="2514892" y="9525"/>
                </a:lnTo>
                <a:close/>
              </a:path>
              <a:path w="2964179" h="471804">
                <a:moveTo>
                  <a:pt x="2581567" y="9525"/>
                </a:moveTo>
                <a:lnTo>
                  <a:pt x="2543467" y="9525"/>
                </a:lnTo>
                <a:lnTo>
                  <a:pt x="2543467" y="0"/>
                </a:lnTo>
                <a:lnTo>
                  <a:pt x="2581567" y="0"/>
                </a:lnTo>
                <a:lnTo>
                  <a:pt x="2581567" y="9525"/>
                </a:lnTo>
                <a:close/>
              </a:path>
              <a:path w="2964179" h="471804">
                <a:moveTo>
                  <a:pt x="2648242" y="9525"/>
                </a:moveTo>
                <a:lnTo>
                  <a:pt x="2610142" y="9525"/>
                </a:lnTo>
                <a:lnTo>
                  <a:pt x="2610142" y="0"/>
                </a:lnTo>
                <a:lnTo>
                  <a:pt x="2648242" y="0"/>
                </a:lnTo>
                <a:lnTo>
                  <a:pt x="2648242" y="9525"/>
                </a:lnTo>
                <a:close/>
              </a:path>
              <a:path w="2964179" h="471804">
                <a:moveTo>
                  <a:pt x="2714917" y="9525"/>
                </a:moveTo>
                <a:lnTo>
                  <a:pt x="2676817" y="9525"/>
                </a:lnTo>
                <a:lnTo>
                  <a:pt x="2676817" y="0"/>
                </a:lnTo>
                <a:lnTo>
                  <a:pt x="2714917" y="0"/>
                </a:lnTo>
                <a:lnTo>
                  <a:pt x="2714917" y="9525"/>
                </a:lnTo>
                <a:close/>
              </a:path>
              <a:path w="2964179" h="471804">
                <a:moveTo>
                  <a:pt x="2781592" y="9525"/>
                </a:moveTo>
                <a:lnTo>
                  <a:pt x="2743492" y="9525"/>
                </a:lnTo>
                <a:lnTo>
                  <a:pt x="2743492" y="0"/>
                </a:lnTo>
                <a:lnTo>
                  <a:pt x="2781592" y="0"/>
                </a:lnTo>
                <a:lnTo>
                  <a:pt x="2781592" y="9525"/>
                </a:lnTo>
                <a:close/>
              </a:path>
              <a:path w="2964179" h="471804">
                <a:moveTo>
                  <a:pt x="2848267" y="9525"/>
                </a:moveTo>
                <a:lnTo>
                  <a:pt x="2810167" y="9525"/>
                </a:lnTo>
                <a:lnTo>
                  <a:pt x="2810167" y="0"/>
                </a:lnTo>
                <a:lnTo>
                  <a:pt x="2848267" y="0"/>
                </a:lnTo>
                <a:lnTo>
                  <a:pt x="2848267" y="9525"/>
                </a:lnTo>
                <a:close/>
              </a:path>
              <a:path w="2964179" h="471804">
                <a:moveTo>
                  <a:pt x="2914942" y="9525"/>
                </a:moveTo>
                <a:lnTo>
                  <a:pt x="2876842" y="9525"/>
                </a:lnTo>
                <a:lnTo>
                  <a:pt x="2876842" y="0"/>
                </a:lnTo>
                <a:lnTo>
                  <a:pt x="2914942" y="0"/>
                </a:lnTo>
                <a:lnTo>
                  <a:pt x="2914942" y="9525"/>
                </a:lnTo>
                <a:close/>
              </a:path>
              <a:path w="2964179" h="471804">
                <a:moveTo>
                  <a:pt x="2954654" y="9525"/>
                </a:moveTo>
                <a:lnTo>
                  <a:pt x="2943517" y="9525"/>
                </a:lnTo>
                <a:lnTo>
                  <a:pt x="2943517" y="0"/>
                </a:lnTo>
                <a:lnTo>
                  <a:pt x="2959417" y="0"/>
                </a:lnTo>
                <a:lnTo>
                  <a:pt x="2960890" y="241"/>
                </a:lnTo>
                <a:lnTo>
                  <a:pt x="2962211" y="914"/>
                </a:lnTo>
                <a:lnTo>
                  <a:pt x="2963265" y="1968"/>
                </a:lnTo>
                <a:lnTo>
                  <a:pt x="2963951" y="3289"/>
                </a:lnTo>
                <a:lnTo>
                  <a:pt x="2964179" y="4762"/>
                </a:lnTo>
                <a:lnTo>
                  <a:pt x="2954654" y="4762"/>
                </a:lnTo>
                <a:lnTo>
                  <a:pt x="2954654" y="9525"/>
                </a:lnTo>
                <a:close/>
              </a:path>
              <a:path w="2964179" h="471804">
                <a:moveTo>
                  <a:pt x="2964179" y="26974"/>
                </a:moveTo>
                <a:lnTo>
                  <a:pt x="2954654" y="26974"/>
                </a:lnTo>
                <a:lnTo>
                  <a:pt x="2954654" y="4762"/>
                </a:lnTo>
                <a:lnTo>
                  <a:pt x="2959417" y="9525"/>
                </a:lnTo>
                <a:lnTo>
                  <a:pt x="2964179" y="9525"/>
                </a:lnTo>
                <a:lnTo>
                  <a:pt x="2964179" y="26974"/>
                </a:lnTo>
                <a:close/>
              </a:path>
              <a:path w="2964179" h="471804">
                <a:moveTo>
                  <a:pt x="2964179" y="9525"/>
                </a:moveTo>
                <a:lnTo>
                  <a:pt x="2959417" y="9525"/>
                </a:lnTo>
                <a:lnTo>
                  <a:pt x="2954654" y="4762"/>
                </a:lnTo>
                <a:lnTo>
                  <a:pt x="2964179" y="4762"/>
                </a:lnTo>
                <a:lnTo>
                  <a:pt x="2964179" y="9525"/>
                </a:lnTo>
                <a:close/>
              </a:path>
              <a:path w="2964179" h="471804">
                <a:moveTo>
                  <a:pt x="2964179" y="93649"/>
                </a:moveTo>
                <a:lnTo>
                  <a:pt x="2954654" y="93649"/>
                </a:lnTo>
                <a:lnTo>
                  <a:pt x="2954654" y="55549"/>
                </a:lnTo>
                <a:lnTo>
                  <a:pt x="2964179" y="55549"/>
                </a:lnTo>
                <a:lnTo>
                  <a:pt x="2964179" y="93649"/>
                </a:lnTo>
                <a:close/>
              </a:path>
              <a:path w="2964179" h="471804">
                <a:moveTo>
                  <a:pt x="2964179" y="160324"/>
                </a:moveTo>
                <a:lnTo>
                  <a:pt x="2954654" y="160324"/>
                </a:lnTo>
                <a:lnTo>
                  <a:pt x="2954654" y="122224"/>
                </a:lnTo>
                <a:lnTo>
                  <a:pt x="2964179" y="122224"/>
                </a:lnTo>
                <a:lnTo>
                  <a:pt x="2964179" y="160324"/>
                </a:lnTo>
                <a:close/>
              </a:path>
              <a:path w="2964179" h="471804">
                <a:moveTo>
                  <a:pt x="2964179" y="226999"/>
                </a:moveTo>
                <a:lnTo>
                  <a:pt x="2954654" y="226999"/>
                </a:lnTo>
                <a:lnTo>
                  <a:pt x="2954654" y="188899"/>
                </a:lnTo>
                <a:lnTo>
                  <a:pt x="2964179" y="188899"/>
                </a:lnTo>
                <a:lnTo>
                  <a:pt x="2964179" y="226999"/>
                </a:lnTo>
                <a:close/>
              </a:path>
              <a:path w="2964179" h="471804">
                <a:moveTo>
                  <a:pt x="2964179" y="293674"/>
                </a:moveTo>
                <a:lnTo>
                  <a:pt x="2954654" y="293674"/>
                </a:lnTo>
                <a:lnTo>
                  <a:pt x="2954654" y="255574"/>
                </a:lnTo>
                <a:lnTo>
                  <a:pt x="2964179" y="255574"/>
                </a:lnTo>
                <a:lnTo>
                  <a:pt x="2964179" y="293674"/>
                </a:lnTo>
                <a:close/>
              </a:path>
              <a:path w="2964179" h="471804">
                <a:moveTo>
                  <a:pt x="2964179" y="360349"/>
                </a:moveTo>
                <a:lnTo>
                  <a:pt x="2954654" y="360349"/>
                </a:lnTo>
                <a:lnTo>
                  <a:pt x="2954654" y="322249"/>
                </a:lnTo>
                <a:lnTo>
                  <a:pt x="2964179" y="322249"/>
                </a:lnTo>
                <a:lnTo>
                  <a:pt x="2964179" y="360349"/>
                </a:lnTo>
                <a:close/>
              </a:path>
              <a:path w="2964179" h="471804">
                <a:moveTo>
                  <a:pt x="2964179" y="427024"/>
                </a:moveTo>
                <a:lnTo>
                  <a:pt x="2954654" y="427024"/>
                </a:lnTo>
                <a:lnTo>
                  <a:pt x="2954654" y="388924"/>
                </a:lnTo>
                <a:lnTo>
                  <a:pt x="2964179" y="388924"/>
                </a:lnTo>
                <a:lnTo>
                  <a:pt x="2964179" y="427024"/>
                </a:lnTo>
                <a:close/>
              </a:path>
              <a:path w="2964179" h="471804">
                <a:moveTo>
                  <a:pt x="2954654" y="466432"/>
                </a:moveTo>
                <a:lnTo>
                  <a:pt x="2954654" y="455599"/>
                </a:lnTo>
                <a:lnTo>
                  <a:pt x="2964179" y="455599"/>
                </a:lnTo>
                <a:lnTo>
                  <a:pt x="2964179" y="461670"/>
                </a:lnTo>
                <a:lnTo>
                  <a:pt x="2959417" y="461670"/>
                </a:lnTo>
                <a:lnTo>
                  <a:pt x="2954654" y="466432"/>
                </a:lnTo>
                <a:close/>
              </a:path>
              <a:path w="2964179" h="471804">
                <a:moveTo>
                  <a:pt x="2959417" y="471195"/>
                </a:moveTo>
                <a:lnTo>
                  <a:pt x="2932150" y="471195"/>
                </a:lnTo>
                <a:lnTo>
                  <a:pt x="2932150" y="461670"/>
                </a:lnTo>
                <a:lnTo>
                  <a:pt x="2954654" y="461670"/>
                </a:lnTo>
                <a:lnTo>
                  <a:pt x="2954654" y="466432"/>
                </a:lnTo>
                <a:lnTo>
                  <a:pt x="2964179" y="466432"/>
                </a:lnTo>
                <a:lnTo>
                  <a:pt x="2963951" y="467906"/>
                </a:lnTo>
                <a:lnTo>
                  <a:pt x="2963265" y="469226"/>
                </a:lnTo>
                <a:lnTo>
                  <a:pt x="2962211" y="470280"/>
                </a:lnTo>
                <a:lnTo>
                  <a:pt x="2960890" y="470966"/>
                </a:lnTo>
                <a:lnTo>
                  <a:pt x="2959417" y="471195"/>
                </a:lnTo>
                <a:close/>
              </a:path>
              <a:path w="2964179" h="471804">
                <a:moveTo>
                  <a:pt x="2964179" y="466432"/>
                </a:moveTo>
                <a:lnTo>
                  <a:pt x="2954654" y="466432"/>
                </a:lnTo>
                <a:lnTo>
                  <a:pt x="2959417" y="461670"/>
                </a:lnTo>
                <a:lnTo>
                  <a:pt x="2964179" y="461670"/>
                </a:lnTo>
                <a:lnTo>
                  <a:pt x="2964179" y="466432"/>
                </a:lnTo>
                <a:close/>
              </a:path>
              <a:path w="2964179" h="471804">
                <a:moveTo>
                  <a:pt x="2903575" y="471195"/>
                </a:moveTo>
                <a:lnTo>
                  <a:pt x="2865475" y="471195"/>
                </a:lnTo>
                <a:lnTo>
                  <a:pt x="2865475" y="461670"/>
                </a:lnTo>
                <a:lnTo>
                  <a:pt x="2903575" y="461670"/>
                </a:lnTo>
                <a:lnTo>
                  <a:pt x="2903575" y="471195"/>
                </a:lnTo>
                <a:close/>
              </a:path>
              <a:path w="2964179" h="471804">
                <a:moveTo>
                  <a:pt x="2836900" y="471195"/>
                </a:moveTo>
                <a:lnTo>
                  <a:pt x="2798800" y="471195"/>
                </a:lnTo>
                <a:lnTo>
                  <a:pt x="2798800" y="461670"/>
                </a:lnTo>
                <a:lnTo>
                  <a:pt x="2836900" y="461670"/>
                </a:lnTo>
                <a:lnTo>
                  <a:pt x="2836900" y="471195"/>
                </a:lnTo>
                <a:close/>
              </a:path>
              <a:path w="2964179" h="471804">
                <a:moveTo>
                  <a:pt x="2770225" y="471195"/>
                </a:moveTo>
                <a:lnTo>
                  <a:pt x="2732125" y="471195"/>
                </a:lnTo>
                <a:lnTo>
                  <a:pt x="2732125" y="461670"/>
                </a:lnTo>
                <a:lnTo>
                  <a:pt x="2770225" y="461670"/>
                </a:lnTo>
                <a:lnTo>
                  <a:pt x="2770225" y="471195"/>
                </a:lnTo>
                <a:close/>
              </a:path>
              <a:path w="2964179" h="471804">
                <a:moveTo>
                  <a:pt x="2703550" y="471195"/>
                </a:moveTo>
                <a:lnTo>
                  <a:pt x="2665450" y="471195"/>
                </a:lnTo>
                <a:lnTo>
                  <a:pt x="2665450" y="461670"/>
                </a:lnTo>
                <a:lnTo>
                  <a:pt x="2703550" y="461670"/>
                </a:lnTo>
                <a:lnTo>
                  <a:pt x="2703550" y="471195"/>
                </a:lnTo>
                <a:close/>
              </a:path>
              <a:path w="2964179" h="471804">
                <a:moveTo>
                  <a:pt x="2636875" y="471195"/>
                </a:moveTo>
                <a:lnTo>
                  <a:pt x="2598775" y="471195"/>
                </a:lnTo>
                <a:lnTo>
                  <a:pt x="2598775" y="461670"/>
                </a:lnTo>
                <a:lnTo>
                  <a:pt x="2636875" y="461670"/>
                </a:lnTo>
                <a:lnTo>
                  <a:pt x="2636875" y="471195"/>
                </a:lnTo>
                <a:close/>
              </a:path>
              <a:path w="2964179" h="471804">
                <a:moveTo>
                  <a:pt x="2570200" y="471195"/>
                </a:moveTo>
                <a:lnTo>
                  <a:pt x="2532100" y="471195"/>
                </a:lnTo>
                <a:lnTo>
                  <a:pt x="2532100" y="461670"/>
                </a:lnTo>
                <a:lnTo>
                  <a:pt x="2570200" y="461670"/>
                </a:lnTo>
                <a:lnTo>
                  <a:pt x="2570200" y="471195"/>
                </a:lnTo>
                <a:close/>
              </a:path>
              <a:path w="2964179" h="471804">
                <a:moveTo>
                  <a:pt x="2503525" y="471195"/>
                </a:moveTo>
                <a:lnTo>
                  <a:pt x="2465425" y="471195"/>
                </a:lnTo>
                <a:lnTo>
                  <a:pt x="2465425" y="461670"/>
                </a:lnTo>
                <a:lnTo>
                  <a:pt x="2503525" y="461670"/>
                </a:lnTo>
                <a:lnTo>
                  <a:pt x="2503525" y="471195"/>
                </a:lnTo>
                <a:close/>
              </a:path>
              <a:path w="2964179" h="471804">
                <a:moveTo>
                  <a:pt x="2436850" y="471195"/>
                </a:moveTo>
                <a:lnTo>
                  <a:pt x="2398750" y="471195"/>
                </a:lnTo>
                <a:lnTo>
                  <a:pt x="2398750" y="461670"/>
                </a:lnTo>
                <a:lnTo>
                  <a:pt x="2436850" y="461670"/>
                </a:lnTo>
                <a:lnTo>
                  <a:pt x="2436850" y="471195"/>
                </a:lnTo>
                <a:close/>
              </a:path>
              <a:path w="2964179" h="471804">
                <a:moveTo>
                  <a:pt x="2370175" y="471195"/>
                </a:moveTo>
                <a:lnTo>
                  <a:pt x="2332075" y="471195"/>
                </a:lnTo>
                <a:lnTo>
                  <a:pt x="2332075" y="461670"/>
                </a:lnTo>
                <a:lnTo>
                  <a:pt x="2370175" y="461670"/>
                </a:lnTo>
                <a:lnTo>
                  <a:pt x="2370175" y="471195"/>
                </a:lnTo>
                <a:close/>
              </a:path>
              <a:path w="2964179" h="471804">
                <a:moveTo>
                  <a:pt x="2303500" y="471195"/>
                </a:moveTo>
                <a:lnTo>
                  <a:pt x="2265400" y="471195"/>
                </a:lnTo>
                <a:lnTo>
                  <a:pt x="2265400" y="461670"/>
                </a:lnTo>
                <a:lnTo>
                  <a:pt x="2303500" y="461670"/>
                </a:lnTo>
                <a:lnTo>
                  <a:pt x="2303500" y="471195"/>
                </a:lnTo>
                <a:close/>
              </a:path>
              <a:path w="2964179" h="471804">
                <a:moveTo>
                  <a:pt x="2236825" y="471195"/>
                </a:moveTo>
                <a:lnTo>
                  <a:pt x="2198725" y="471195"/>
                </a:lnTo>
                <a:lnTo>
                  <a:pt x="2198725" y="461670"/>
                </a:lnTo>
                <a:lnTo>
                  <a:pt x="2236825" y="461670"/>
                </a:lnTo>
                <a:lnTo>
                  <a:pt x="2236825" y="471195"/>
                </a:lnTo>
                <a:close/>
              </a:path>
              <a:path w="2964179" h="471804">
                <a:moveTo>
                  <a:pt x="2170150" y="471195"/>
                </a:moveTo>
                <a:lnTo>
                  <a:pt x="2132050" y="471195"/>
                </a:lnTo>
                <a:lnTo>
                  <a:pt x="2132050" y="461670"/>
                </a:lnTo>
                <a:lnTo>
                  <a:pt x="2170150" y="461670"/>
                </a:lnTo>
                <a:lnTo>
                  <a:pt x="2170150" y="471195"/>
                </a:lnTo>
                <a:close/>
              </a:path>
              <a:path w="2964179" h="471804">
                <a:moveTo>
                  <a:pt x="2103475" y="471195"/>
                </a:moveTo>
                <a:lnTo>
                  <a:pt x="2065375" y="471195"/>
                </a:lnTo>
                <a:lnTo>
                  <a:pt x="2065375" y="461670"/>
                </a:lnTo>
                <a:lnTo>
                  <a:pt x="2103475" y="461670"/>
                </a:lnTo>
                <a:lnTo>
                  <a:pt x="2103475" y="471195"/>
                </a:lnTo>
                <a:close/>
              </a:path>
              <a:path w="2964179" h="471804">
                <a:moveTo>
                  <a:pt x="2036800" y="471195"/>
                </a:moveTo>
                <a:lnTo>
                  <a:pt x="1998700" y="471195"/>
                </a:lnTo>
                <a:lnTo>
                  <a:pt x="1998700" y="461670"/>
                </a:lnTo>
                <a:lnTo>
                  <a:pt x="2036800" y="461670"/>
                </a:lnTo>
                <a:lnTo>
                  <a:pt x="2036800" y="471195"/>
                </a:lnTo>
                <a:close/>
              </a:path>
              <a:path w="2964179" h="471804">
                <a:moveTo>
                  <a:pt x="1970125" y="471195"/>
                </a:moveTo>
                <a:lnTo>
                  <a:pt x="1932025" y="471195"/>
                </a:lnTo>
                <a:lnTo>
                  <a:pt x="1932025" y="461670"/>
                </a:lnTo>
                <a:lnTo>
                  <a:pt x="1970125" y="461670"/>
                </a:lnTo>
                <a:lnTo>
                  <a:pt x="1970125" y="471195"/>
                </a:lnTo>
                <a:close/>
              </a:path>
              <a:path w="2964179" h="471804">
                <a:moveTo>
                  <a:pt x="1903450" y="471195"/>
                </a:moveTo>
                <a:lnTo>
                  <a:pt x="1865350" y="471195"/>
                </a:lnTo>
                <a:lnTo>
                  <a:pt x="1865350" y="461670"/>
                </a:lnTo>
                <a:lnTo>
                  <a:pt x="1903450" y="461670"/>
                </a:lnTo>
                <a:lnTo>
                  <a:pt x="1903450" y="471195"/>
                </a:lnTo>
                <a:close/>
              </a:path>
              <a:path w="2964179" h="471804">
                <a:moveTo>
                  <a:pt x="1836775" y="471195"/>
                </a:moveTo>
                <a:lnTo>
                  <a:pt x="1798675" y="471195"/>
                </a:lnTo>
                <a:lnTo>
                  <a:pt x="1798675" y="461670"/>
                </a:lnTo>
                <a:lnTo>
                  <a:pt x="1836775" y="461670"/>
                </a:lnTo>
                <a:lnTo>
                  <a:pt x="1836775" y="471195"/>
                </a:lnTo>
                <a:close/>
              </a:path>
              <a:path w="2964179" h="471804">
                <a:moveTo>
                  <a:pt x="1770100" y="471195"/>
                </a:moveTo>
                <a:lnTo>
                  <a:pt x="1732000" y="471195"/>
                </a:lnTo>
                <a:lnTo>
                  <a:pt x="1732000" y="461670"/>
                </a:lnTo>
                <a:lnTo>
                  <a:pt x="1770100" y="461670"/>
                </a:lnTo>
                <a:lnTo>
                  <a:pt x="1770100" y="471195"/>
                </a:lnTo>
                <a:close/>
              </a:path>
              <a:path w="2964179" h="471804">
                <a:moveTo>
                  <a:pt x="1703425" y="471195"/>
                </a:moveTo>
                <a:lnTo>
                  <a:pt x="1665325" y="471195"/>
                </a:lnTo>
                <a:lnTo>
                  <a:pt x="1665325" y="461670"/>
                </a:lnTo>
                <a:lnTo>
                  <a:pt x="1703425" y="461670"/>
                </a:lnTo>
                <a:lnTo>
                  <a:pt x="1703425" y="471195"/>
                </a:lnTo>
                <a:close/>
              </a:path>
              <a:path w="2964179" h="471804">
                <a:moveTo>
                  <a:pt x="1636750" y="471195"/>
                </a:moveTo>
                <a:lnTo>
                  <a:pt x="1598650" y="471195"/>
                </a:lnTo>
                <a:lnTo>
                  <a:pt x="1598650" y="461670"/>
                </a:lnTo>
                <a:lnTo>
                  <a:pt x="1636750" y="461670"/>
                </a:lnTo>
                <a:lnTo>
                  <a:pt x="1636750" y="471195"/>
                </a:lnTo>
                <a:close/>
              </a:path>
              <a:path w="2964179" h="471804">
                <a:moveTo>
                  <a:pt x="1570075" y="471195"/>
                </a:moveTo>
                <a:lnTo>
                  <a:pt x="1531975" y="471195"/>
                </a:lnTo>
                <a:lnTo>
                  <a:pt x="1531975" y="461670"/>
                </a:lnTo>
                <a:lnTo>
                  <a:pt x="1570075" y="461670"/>
                </a:lnTo>
                <a:lnTo>
                  <a:pt x="1570075" y="471195"/>
                </a:lnTo>
                <a:close/>
              </a:path>
              <a:path w="2964179" h="471804">
                <a:moveTo>
                  <a:pt x="1503400" y="471195"/>
                </a:moveTo>
                <a:lnTo>
                  <a:pt x="1465300" y="471195"/>
                </a:lnTo>
                <a:lnTo>
                  <a:pt x="1465300" y="461670"/>
                </a:lnTo>
                <a:lnTo>
                  <a:pt x="1503400" y="461670"/>
                </a:lnTo>
                <a:lnTo>
                  <a:pt x="1503400" y="471195"/>
                </a:lnTo>
                <a:close/>
              </a:path>
              <a:path w="2964179" h="471804">
                <a:moveTo>
                  <a:pt x="1436725" y="471195"/>
                </a:moveTo>
                <a:lnTo>
                  <a:pt x="1398625" y="471195"/>
                </a:lnTo>
                <a:lnTo>
                  <a:pt x="1398625" y="461670"/>
                </a:lnTo>
                <a:lnTo>
                  <a:pt x="1436725" y="461670"/>
                </a:lnTo>
                <a:lnTo>
                  <a:pt x="1436725" y="471195"/>
                </a:lnTo>
                <a:close/>
              </a:path>
              <a:path w="2964179" h="471804">
                <a:moveTo>
                  <a:pt x="1370050" y="471195"/>
                </a:moveTo>
                <a:lnTo>
                  <a:pt x="1331950" y="471195"/>
                </a:lnTo>
                <a:lnTo>
                  <a:pt x="1331950" y="461670"/>
                </a:lnTo>
                <a:lnTo>
                  <a:pt x="1370050" y="461670"/>
                </a:lnTo>
                <a:lnTo>
                  <a:pt x="1370050" y="471195"/>
                </a:lnTo>
                <a:close/>
              </a:path>
              <a:path w="2964179" h="471804">
                <a:moveTo>
                  <a:pt x="1303375" y="471195"/>
                </a:moveTo>
                <a:lnTo>
                  <a:pt x="1265275" y="471195"/>
                </a:lnTo>
                <a:lnTo>
                  <a:pt x="1265275" y="461670"/>
                </a:lnTo>
                <a:lnTo>
                  <a:pt x="1303375" y="461670"/>
                </a:lnTo>
                <a:lnTo>
                  <a:pt x="1303375" y="471195"/>
                </a:lnTo>
                <a:close/>
              </a:path>
              <a:path w="2964179" h="471804">
                <a:moveTo>
                  <a:pt x="1236700" y="471195"/>
                </a:moveTo>
                <a:lnTo>
                  <a:pt x="1198600" y="471195"/>
                </a:lnTo>
                <a:lnTo>
                  <a:pt x="1198600" y="461670"/>
                </a:lnTo>
                <a:lnTo>
                  <a:pt x="1236700" y="461670"/>
                </a:lnTo>
                <a:lnTo>
                  <a:pt x="1236700" y="471195"/>
                </a:lnTo>
                <a:close/>
              </a:path>
              <a:path w="2964179" h="471804">
                <a:moveTo>
                  <a:pt x="1170025" y="471195"/>
                </a:moveTo>
                <a:lnTo>
                  <a:pt x="1131925" y="471195"/>
                </a:lnTo>
                <a:lnTo>
                  <a:pt x="1131925" y="461670"/>
                </a:lnTo>
                <a:lnTo>
                  <a:pt x="1170025" y="461670"/>
                </a:lnTo>
                <a:lnTo>
                  <a:pt x="1170025" y="471195"/>
                </a:lnTo>
                <a:close/>
              </a:path>
              <a:path w="2964179" h="471804">
                <a:moveTo>
                  <a:pt x="1103350" y="471195"/>
                </a:moveTo>
                <a:lnTo>
                  <a:pt x="1065250" y="471195"/>
                </a:lnTo>
                <a:lnTo>
                  <a:pt x="1065250" y="461670"/>
                </a:lnTo>
                <a:lnTo>
                  <a:pt x="1103350" y="461670"/>
                </a:lnTo>
                <a:lnTo>
                  <a:pt x="1103350" y="471195"/>
                </a:lnTo>
                <a:close/>
              </a:path>
              <a:path w="2964179" h="471804">
                <a:moveTo>
                  <a:pt x="1036675" y="471195"/>
                </a:moveTo>
                <a:lnTo>
                  <a:pt x="998575" y="471195"/>
                </a:lnTo>
                <a:lnTo>
                  <a:pt x="998575" y="461670"/>
                </a:lnTo>
                <a:lnTo>
                  <a:pt x="1036675" y="461670"/>
                </a:lnTo>
                <a:lnTo>
                  <a:pt x="1036675" y="471195"/>
                </a:lnTo>
                <a:close/>
              </a:path>
              <a:path w="2964179" h="471804">
                <a:moveTo>
                  <a:pt x="970000" y="471195"/>
                </a:moveTo>
                <a:lnTo>
                  <a:pt x="931900" y="471195"/>
                </a:lnTo>
                <a:lnTo>
                  <a:pt x="931900" y="461670"/>
                </a:lnTo>
                <a:lnTo>
                  <a:pt x="970000" y="461670"/>
                </a:lnTo>
                <a:lnTo>
                  <a:pt x="970000" y="471195"/>
                </a:lnTo>
                <a:close/>
              </a:path>
              <a:path w="2964179" h="471804">
                <a:moveTo>
                  <a:pt x="903325" y="471195"/>
                </a:moveTo>
                <a:lnTo>
                  <a:pt x="865225" y="471195"/>
                </a:lnTo>
                <a:lnTo>
                  <a:pt x="865225" y="461670"/>
                </a:lnTo>
                <a:lnTo>
                  <a:pt x="903325" y="461670"/>
                </a:lnTo>
                <a:lnTo>
                  <a:pt x="903325" y="471195"/>
                </a:lnTo>
                <a:close/>
              </a:path>
              <a:path w="2964179" h="471804">
                <a:moveTo>
                  <a:pt x="836650" y="471195"/>
                </a:moveTo>
                <a:lnTo>
                  <a:pt x="798550" y="471195"/>
                </a:lnTo>
                <a:lnTo>
                  <a:pt x="798550" y="461670"/>
                </a:lnTo>
                <a:lnTo>
                  <a:pt x="836650" y="461670"/>
                </a:lnTo>
                <a:lnTo>
                  <a:pt x="836650" y="471195"/>
                </a:lnTo>
                <a:close/>
              </a:path>
              <a:path w="2964179" h="471804">
                <a:moveTo>
                  <a:pt x="769975" y="471195"/>
                </a:moveTo>
                <a:lnTo>
                  <a:pt x="731875" y="471195"/>
                </a:lnTo>
                <a:lnTo>
                  <a:pt x="731875" y="461670"/>
                </a:lnTo>
                <a:lnTo>
                  <a:pt x="769975" y="461670"/>
                </a:lnTo>
                <a:lnTo>
                  <a:pt x="769975" y="471195"/>
                </a:lnTo>
                <a:close/>
              </a:path>
              <a:path w="2964179" h="471804">
                <a:moveTo>
                  <a:pt x="703300" y="471195"/>
                </a:moveTo>
                <a:lnTo>
                  <a:pt x="665200" y="471195"/>
                </a:lnTo>
                <a:lnTo>
                  <a:pt x="665200" y="461670"/>
                </a:lnTo>
                <a:lnTo>
                  <a:pt x="703300" y="461670"/>
                </a:lnTo>
                <a:lnTo>
                  <a:pt x="703300" y="471195"/>
                </a:lnTo>
                <a:close/>
              </a:path>
              <a:path w="2964179" h="471804">
                <a:moveTo>
                  <a:pt x="636625" y="471195"/>
                </a:moveTo>
                <a:lnTo>
                  <a:pt x="598525" y="471195"/>
                </a:lnTo>
                <a:lnTo>
                  <a:pt x="598525" y="461670"/>
                </a:lnTo>
                <a:lnTo>
                  <a:pt x="636625" y="461670"/>
                </a:lnTo>
                <a:lnTo>
                  <a:pt x="636625" y="471195"/>
                </a:lnTo>
                <a:close/>
              </a:path>
              <a:path w="2964179" h="471804">
                <a:moveTo>
                  <a:pt x="569950" y="471195"/>
                </a:moveTo>
                <a:lnTo>
                  <a:pt x="531850" y="471195"/>
                </a:lnTo>
                <a:lnTo>
                  <a:pt x="531850" y="461670"/>
                </a:lnTo>
                <a:lnTo>
                  <a:pt x="569950" y="461670"/>
                </a:lnTo>
                <a:lnTo>
                  <a:pt x="569950" y="471195"/>
                </a:lnTo>
                <a:close/>
              </a:path>
              <a:path w="2964179" h="471804">
                <a:moveTo>
                  <a:pt x="503275" y="471195"/>
                </a:moveTo>
                <a:lnTo>
                  <a:pt x="465175" y="471195"/>
                </a:lnTo>
                <a:lnTo>
                  <a:pt x="465175" y="461670"/>
                </a:lnTo>
                <a:lnTo>
                  <a:pt x="503275" y="461670"/>
                </a:lnTo>
                <a:lnTo>
                  <a:pt x="503275" y="471195"/>
                </a:lnTo>
                <a:close/>
              </a:path>
              <a:path w="2964179" h="471804">
                <a:moveTo>
                  <a:pt x="436600" y="471195"/>
                </a:moveTo>
                <a:lnTo>
                  <a:pt x="398500" y="471195"/>
                </a:lnTo>
                <a:lnTo>
                  <a:pt x="398500" y="461670"/>
                </a:lnTo>
                <a:lnTo>
                  <a:pt x="436600" y="461670"/>
                </a:lnTo>
                <a:lnTo>
                  <a:pt x="436600" y="471195"/>
                </a:lnTo>
                <a:close/>
              </a:path>
              <a:path w="2964179" h="471804">
                <a:moveTo>
                  <a:pt x="369925" y="471195"/>
                </a:moveTo>
                <a:lnTo>
                  <a:pt x="331825" y="471195"/>
                </a:lnTo>
                <a:lnTo>
                  <a:pt x="331825" y="461670"/>
                </a:lnTo>
                <a:lnTo>
                  <a:pt x="369925" y="461670"/>
                </a:lnTo>
                <a:lnTo>
                  <a:pt x="369925" y="471195"/>
                </a:lnTo>
                <a:close/>
              </a:path>
              <a:path w="2964179" h="471804">
                <a:moveTo>
                  <a:pt x="303250" y="471195"/>
                </a:moveTo>
                <a:lnTo>
                  <a:pt x="265150" y="471195"/>
                </a:lnTo>
                <a:lnTo>
                  <a:pt x="265150" y="461670"/>
                </a:lnTo>
                <a:lnTo>
                  <a:pt x="303250" y="461670"/>
                </a:lnTo>
                <a:lnTo>
                  <a:pt x="303250" y="471195"/>
                </a:lnTo>
                <a:close/>
              </a:path>
              <a:path w="2964179" h="471804">
                <a:moveTo>
                  <a:pt x="236575" y="471195"/>
                </a:moveTo>
                <a:lnTo>
                  <a:pt x="198475" y="471195"/>
                </a:lnTo>
                <a:lnTo>
                  <a:pt x="198475" y="461670"/>
                </a:lnTo>
                <a:lnTo>
                  <a:pt x="236575" y="461670"/>
                </a:lnTo>
                <a:lnTo>
                  <a:pt x="236575" y="471195"/>
                </a:lnTo>
                <a:close/>
              </a:path>
              <a:path w="2964179" h="471804">
                <a:moveTo>
                  <a:pt x="169900" y="471195"/>
                </a:moveTo>
                <a:lnTo>
                  <a:pt x="131800" y="471195"/>
                </a:lnTo>
                <a:lnTo>
                  <a:pt x="131800" y="461670"/>
                </a:lnTo>
                <a:lnTo>
                  <a:pt x="169900" y="461670"/>
                </a:lnTo>
                <a:lnTo>
                  <a:pt x="169900" y="471195"/>
                </a:lnTo>
                <a:close/>
              </a:path>
              <a:path w="2964179" h="471804">
                <a:moveTo>
                  <a:pt x="103225" y="471195"/>
                </a:moveTo>
                <a:lnTo>
                  <a:pt x="65125" y="471195"/>
                </a:lnTo>
                <a:lnTo>
                  <a:pt x="65125" y="461670"/>
                </a:lnTo>
                <a:lnTo>
                  <a:pt x="103225" y="461670"/>
                </a:lnTo>
                <a:lnTo>
                  <a:pt x="103225" y="4711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807840" y="3798544"/>
            <a:ext cx="2773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分子间的作用力很</a:t>
            </a:r>
            <a:r>
              <a:rPr dirty="0" sz="2400" spc="-5" b="1">
                <a:latin typeface="华文楷体"/>
                <a:cs typeface="华文楷体"/>
              </a:rPr>
              <a:t>弱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100091" y="4292866"/>
            <a:ext cx="77470" cy="313055"/>
          </a:xfrm>
          <a:custGeom>
            <a:avLst/>
            <a:gdLst/>
            <a:ahLst/>
            <a:cxnLst/>
            <a:rect l="l" t="t" r="r" b="b"/>
            <a:pathLst>
              <a:path w="77470" h="313054">
                <a:moveTo>
                  <a:pt x="35436" y="76171"/>
                </a:moveTo>
                <a:lnTo>
                  <a:pt x="1155" y="75920"/>
                </a:lnTo>
                <a:lnTo>
                  <a:pt x="39801" y="0"/>
                </a:lnTo>
                <a:lnTo>
                  <a:pt x="67851" y="57124"/>
                </a:lnTo>
                <a:lnTo>
                  <a:pt x="35572" y="57124"/>
                </a:lnTo>
                <a:lnTo>
                  <a:pt x="35436" y="76171"/>
                </a:lnTo>
                <a:close/>
              </a:path>
              <a:path w="77470" h="313054">
                <a:moveTo>
                  <a:pt x="43056" y="76227"/>
                </a:moveTo>
                <a:lnTo>
                  <a:pt x="35436" y="76171"/>
                </a:lnTo>
                <a:lnTo>
                  <a:pt x="35572" y="57124"/>
                </a:lnTo>
                <a:lnTo>
                  <a:pt x="43192" y="57175"/>
                </a:lnTo>
                <a:lnTo>
                  <a:pt x="43056" y="76227"/>
                </a:lnTo>
                <a:close/>
              </a:path>
              <a:path w="77470" h="313054">
                <a:moveTo>
                  <a:pt x="77355" y="76479"/>
                </a:moveTo>
                <a:lnTo>
                  <a:pt x="43056" y="76227"/>
                </a:lnTo>
                <a:lnTo>
                  <a:pt x="43192" y="57175"/>
                </a:lnTo>
                <a:lnTo>
                  <a:pt x="35572" y="57124"/>
                </a:lnTo>
                <a:lnTo>
                  <a:pt x="67851" y="57124"/>
                </a:lnTo>
                <a:lnTo>
                  <a:pt x="77355" y="76479"/>
                </a:lnTo>
                <a:close/>
              </a:path>
              <a:path w="77470" h="313054">
                <a:moveTo>
                  <a:pt x="41906" y="236634"/>
                </a:moveTo>
                <a:lnTo>
                  <a:pt x="34286" y="236580"/>
                </a:lnTo>
                <a:lnTo>
                  <a:pt x="35436" y="76171"/>
                </a:lnTo>
                <a:lnTo>
                  <a:pt x="43056" y="76227"/>
                </a:lnTo>
                <a:lnTo>
                  <a:pt x="41906" y="236634"/>
                </a:lnTo>
                <a:close/>
              </a:path>
              <a:path w="77470" h="313054">
                <a:moveTo>
                  <a:pt x="37553" y="312800"/>
                </a:moveTo>
                <a:lnTo>
                  <a:pt x="0" y="236334"/>
                </a:lnTo>
                <a:lnTo>
                  <a:pt x="34286" y="236580"/>
                </a:lnTo>
                <a:lnTo>
                  <a:pt x="34150" y="255625"/>
                </a:lnTo>
                <a:lnTo>
                  <a:pt x="66632" y="255676"/>
                </a:lnTo>
                <a:lnTo>
                  <a:pt x="37553" y="312800"/>
                </a:lnTo>
                <a:close/>
              </a:path>
              <a:path w="77470" h="313054">
                <a:moveTo>
                  <a:pt x="41770" y="255676"/>
                </a:moveTo>
                <a:lnTo>
                  <a:pt x="34150" y="255625"/>
                </a:lnTo>
                <a:lnTo>
                  <a:pt x="34286" y="236580"/>
                </a:lnTo>
                <a:lnTo>
                  <a:pt x="41906" y="236634"/>
                </a:lnTo>
                <a:lnTo>
                  <a:pt x="41770" y="255676"/>
                </a:lnTo>
                <a:close/>
              </a:path>
              <a:path w="77470" h="313054">
                <a:moveTo>
                  <a:pt x="66632" y="255676"/>
                </a:moveTo>
                <a:lnTo>
                  <a:pt x="41770" y="255676"/>
                </a:lnTo>
                <a:lnTo>
                  <a:pt x="41906" y="236634"/>
                </a:lnTo>
                <a:lnTo>
                  <a:pt x="76200" y="236880"/>
                </a:lnTo>
                <a:lnTo>
                  <a:pt x="66632" y="25567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080685" y="3546068"/>
            <a:ext cx="76200" cy="2425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124443" y="4637532"/>
            <a:ext cx="1133855" cy="14264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6450" y="1009916"/>
            <a:ext cx="277368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分子的个数</a:t>
            </a:r>
            <a:r>
              <a:rPr dirty="0" sz="2400" b="1">
                <a:latin typeface="华文楷体"/>
                <a:cs typeface="华文楷体"/>
              </a:rPr>
              <a:t>与它</a:t>
            </a:r>
            <a:r>
              <a:rPr dirty="0" sz="2400" spc="-5" b="1">
                <a:latin typeface="华文楷体"/>
                <a:cs typeface="华文楷体"/>
              </a:rPr>
              <a:t>们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所占空间体积</a:t>
            </a:r>
            <a:r>
              <a:rPr dirty="0" sz="2400" b="1">
                <a:latin typeface="华文楷体"/>
                <a:cs typeface="华文楷体"/>
              </a:rPr>
              <a:t>之</a:t>
            </a:r>
            <a:r>
              <a:rPr dirty="0" sz="2400" spc="-5" b="1">
                <a:latin typeface="华文楷体"/>
                <a:cs typeface="华文楷体"/>
              </a:rPr>
              <a:t>比 </a:t>
            </a:r>
            <a:r>
              <a:rPr dirty="0" sz="2400" b="1">
                <a:latin typeface="华文楷体"/>
                <a:cs typeface="华文楷体"/>
              </a:rPr>
              <a:t>叫作分子的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数密度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通常用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n </a:t>
            </a:r>
            <a:r>
              <a:rPr dirty="0" sz="2400" b="1">
                <a:latin typeface="华文楷体"/>
                <a:cs typeface="华文楷体"/>
              </a:rPr>
              <a:t>表示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94522" y="962545"/>
            <a:ext cx="2607945" cy="840740"/>
          </a:xfrm>
          <a:custGeom>
            <a:avLst/>
            <a:gdLst/>
            <a:ahLst/>
            <a:cxnLst/>
            <a:rect l="l" t="t" r="r" b="b"/>
            <a:pathLst>
              <a:path w="2607945" h="840739">
                <a:moveTo>
                  <a:pt x="2602623" y="840524"/>
                </a:moveTo>
                <a:lnTo>
                  <a:pt x="4762" y="840524"/>
                </a:lnTo>
                <a:lnTo>
                  <a:pt x="3289" y="840282"/>
                </a:lnTo>
                <a:lnTo>
                  <a:pt x="1955" y="839609"/>
                </a:lnTo>
                <a:lnTo>
                  <a:pt x="901" y="838555"/>
                </a:lnTo>
                <a:lnTo>
                  <a:pt x="228" y="837234"/>
                </a:lnTo>
                <a:lnTo>
                  <a:pt x="0" y="835761"/>
                </a:lnTo>
                <a:lnTo>
                  <a:pt x="0" y="4762"/>
                </a:lnTo>
                <a:lnTo>
                  <a:pt x="4762" y="0"/>
                </a:lnTo>
                <a:lnTo>
                  <a:pt x="2602623" y="0"/>
                </a:lnTo>
                <a:lnTo>
                  <a:pt x="2607386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0999"/>
                </a:lnTo>
                <a:lnTo>
                  <a:pt x="4762" y="830999"/>
                </a:lnTo>
                <a:lnTo>
                  <a:pt x="9525" y="835761"/>
                </a:lnTo>
                <a:lnTo>
                  <a:pt x="2607386" y="835761"/>
                </a:lnTo>
                <a:lnTo>
                  <a:pt x="2607144" y="837234"/>
                </a:lnTo>
                <a:lnTo>
                  <a:pt x="2606471" y="838555"/>
                </a:lnTo>
                <a:lnTo>
                  <a:pt x="2605417" y="839609"/>
                </a:lnTo>
                <a:lnTo>
                  <a:pt x="2604096" y="840282"/>
                </a:lnTo>
                <a:lnTo>
                  <a:pt x="2602623" y="840524"/>
                </a:lnTo>
                <a:close/>
              </a:path>
              <a:path w="2607945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607945" h="840739">
                <a:moveTo>
                  <a:pt x="2597861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597861" y="4762"/>
                </a:lnTo>
                <a:lnTo>
                  <a:pt x="2597861" y="9525"/>
                </a:lnTo>
                <a:close/>
              </a:path>
              <a:path w="2607945" h="840739">
                <a:moveTo>
                  <a:pt x="2597861" y="835761"/>
                </a:moveTo>
                <a:lnTo>
                  <a:pt x="2597861" y="4762"/>
                </a:lnTo>
                <a:lnTo>
                  <a:pt x="2602623" y="9525"/>
                </a:lnTo>
                <a:lnTo>
                  <a:pt x="2607386" y="9525"/>
                </a:lnTo>
                <a:lnTo>
                  <a:pt x="2607386" y="830999"/>
                </a:lnTo>
                <a:lnTo>
                  <a:pt x="2602623" y="830999"/>
                </a:lnTo>
                <a:lnTo>
                  <a:pt x="2597861" y="835761"/>
                </a:lnTo>
                <a:close/>
              </a:path>
              <a:path w="2607945" h="840739">
                <a:moveTo>
                  <a:pt x="2607386" y="9525"/>
                </a:moveTo>
                <a:lnTo>
                  <a:pt x="2602623" y="9525"/>
                </a:lnTo>
                <a:lnTo>
                  <a:pt x="2597861" y="4762"/>
                </a:lnTo>
                <a:lnTo>
                  <a:pt x="2607386" y="4762"/>
                </a:lnTo>
                <a:lnTo>
                  <a:pt x="2607386" y="9525"/>
                </a:lnTo>
                <a:close/>
              </a:path>
              <a:path w="2607945" h="840739">
                <a:moveTo>
                  <a:pt x="9525" y="835761"/>
                </a:move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close/>
              </a:path>
              <a:path w="2607945" h="840739">
                <a:moveTo>
                  <a:pt x="2597861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2597861" y="830999"/>
                </a:lnTo>
                <a:lnTo>
                  <a:pt x="2597861" y="835761"/>
                </a:lnTo>
                <a:close/>
              </a:path>
              <a:path w="2607945" h="840739">
                <a:moveTo>
                  <a:pt x="2607386" y="835761"/>
                </a:moveTo>
                <a:lnTo>
                  <a:pt x="2597861" y="835761"/>
                </a:lnTo>
                <a:lnTo>
                  <a:pt x="2602623" y="830999"/>
                </a:lnTo>
                <a:lnTo>
                  <a:pt x="2607386" y="830999"/>
                </a:lnTo>
                <a:lnTo>
                  <a:pt x="2607386" y="83576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78024" y="964133"/>
            <a:ext cx="216281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/>
              <a:t>但分子的</a:t>
            </a:r>
            <a:r>
              <a:rPr dirty="0" sz="2400">
                <a:solidFill>
                  <a:srgbClr val="FF0000"/>
                </a:solidFill>
              </a:rPr>
              <a:t>数密</a:t>
            </a:r>
            <a:r>
              <a:rPr dirty="0" sz="2400" spc="-5">
                <a:solidFill>
                  <a:srgbClr val="FF0000"/>
                </a:solidFill>
              </a:rPr>
              <a:t>度 </a:t>
            </a:r>
            <a:r>
              <a:rPr dirty="0" sz="2400"/>
              <a:t>仍然十分巨</a:t>
            </a:r>
            <a:r>
              <a:rPr dirty="0" sz="2400" spc="-5"/>
              <a:t>大</a:t>
            </a:r>
            <a:endParaRPr sz="2400"/>
          </a:p>
        </p:txBody>
      </p:sp>
      <p:sp>
        <p:nvSpPr>
          <p:cNvPr id="5" name="object 5"/>
          <p:cNvSpPr/>
          <p:nvPr/>
        </p:nvSpPr>
        <p:spPr>
          <a:xfrm>
            <a:off x="1908111" y="2472791"/>
            <a:ext cx="3261360" cy="471805"/>
          </a:xfrm>
          <a:custGeom>
            <a:avLst/>
            <a:gdLst/>
            <a:ahLst/>
            <a:cxnLst/>
            <a:rect l="l" t="t" r="r" b="b"/>
            <a:pathLst>
              <a:path w="3261360" h="471805">
                <a:moveTo>
                  <a:pt x="3255975" y="471182"/>
                </a:moveTo>
                <a:lnTo>
                  <a:pt x="4762" y="471182"/>
                </a:lnTo>
                <a:lnTo>
                  <a:pt x="3289" y="470954"/>
                </a:lnTo>
                <a:lnTo>
                  <a:pt x="1968" y="470281"/>
                </a:lnTo>
                <a:lnTo>
                  <a:pt x="914" y="469226"/>
                </a:lnTo>
                <a:lnTo>
                  <a:pt x="241" y="467893"/>
                </a:lnTo>
                <a:lnTo>
                  <a:pt x="0" y="466420"/>
                </a:lnTo>
                <a:lnTo>
                  <a:pt x="0" y="4762"/>
                </a:lnTo>
                <a:lnTo>
                  <a:pt x="4762" y="0"/>
                </a:lnTo>
                <a:lnTo>
                  <a:pt x="3255975" y="0"/>
                </a:lnTo>
                <a:lnTo>
                  <a:pt x="326073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57"/>
                </a:lnTo>
                <a:lnTo>
                  <a:pt x="4762" y="461657"/>
                </a:lnTo>
                <a:lnTo>
                  <a:pt x="9525" y="466420"/>
                </a:lnTo>
                <a:lnTo>
                  <a:pt x="3260737" y="466420"/>
                </a:lnTo>
                <a:lnTo>
                  <a:pt x="3260509" y="467893"/>
                </a:lnTo>
                <a:lnTo>
                  <a:pt x="3259823" y="469226"/>
                </a:lnTo>
                <a:lnTo>
                  <a:pt x="3258769" y="470281"/>
                </a:lnTo>
                <a:lnTo>
                  <a:pt x="3257448" y="470954"/>
                </a:lnTo>
                <a:lnTo>
                  <a:pt x="3255975" y="471182"/>
                </a:lnTo>
                <a:close/>
              </a:path>
              <a:path w="3261360" h="47180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261360" h="471805">
                <a:moveTo>
                  <a:pt x="3251212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251212" y="4762"/>
                </a:lnTo>
                <a:lnTo>
                  <a:pt x="3251212" y="9525"/>
                </a:lnTo>
                <a:close/>
              </a:path>
              <a:path w="3261360" h="471805">
                <a:moveTo>
                  <a:pt x="3251212" y="466420"/>
                </a:moveTo>
                <a:lnTo>
                  <a:pt x="3251212" y="4762"/>
                </a:lnTo>
                <a:lnTo>
                  <a:pt x="3255975" y="9525"/>
                </a:lnTo>
                <a:lnTo>
                  <a:pt x="3260737" y="9525"/>
                </a:lnTo>
                <a:lnTo>
                  <a:pt x="3260737" y="461657"/>
                </a:lnTo>
                <a:lnTo>
                  <a:pt x="3255975" y="461657"/>
                </a:lnTo>
                <a:lnTo>
                  <a:pt x="3251212" y="466420"/>
                </a:lnTo>
                <a:close/>
              </a:path>
              <a:path w="3261360" h="471805">
                <a:moveTo>
                  <a:pt x="3260737" y="9525"/>
                </a:moveTo>
                <a:lnTo>
                  <a:pt x="3255975" y="9525"/>
                </a:lnTo>
                <a:lnTo>
                  <a:pt x="3251212" y="4762"/>
                </a:lnTo>
                <a:lnTo>
                  <a:pt x="3260737" y="4762"/>
                </a:lnTo>
                <a:lnTo>
                  <a:pt x="3260737" y="9525"/>
                </a:lnTo>
                <a:close/>
              </a:path>
              <a:path w="3261360" h="471805">
                <a:moveTo>
                  <a:pt x="9525" y="466420"/>
                </a:move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close/>
              </a:path>
              <a:path w="3261360" h="471805">
                <a:moveTo>
                  <a:pt x="3251212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3251212" y="461657"/>
                </a:lnTo>
                <a:lnTo>
                  <a:pt x="3251212" y="466420"/>
                </a:lnTo>
                <a:close/>
              </a:path>
              <a:path w="3261360" h="471805">
                <a:moveTo>
                  <a:pt x="3260737" y="466420"/>
                </a:moveTo>
                <a:lnTo>
                  <a:pt x="3251212" y="466420"/>
                </a:lnTo>
                <a:lnTo>
                  <a:pt x="3255975" y="461657"/>
                </a:lnTo>
                <a:lnTo>
                  <a:pt x="3260737" y="461657"/>
                </a:lnTo>
                <a:lnTo>
                  <a:pt x="3260737" y="46642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1614" y="2474379"/>
            <a:ext cx="30791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分子之间频繁地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碰撞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45754" y="3628466"/>
            <a:ext cx="3042920" cy="840740"/>
          </a:xfrm>
          <a:custGeom>
            <a:avLst/>
            <a:gdLst/>
            <a:ahLst/>
            <a:cxnLst/>
            <a:rect l="l" t="t" r="r" b="b"/>
            <a:pathLst>
              <a:path w="3042920" h="840739">
                <a:moveTo>
                  <a:pt x="3037916" y="840524"/>
                </a:moveTo>
                <a:lnTo>
                  <a:pt x="4762" y="840524"/>
                </a:lnTo>
                <a:lnTo>
                  <a:pt x="3289" y="840295"/>
                </a:lnTo>
                <a:lnTo>
                  <a:pt x="1955" y="839609"/>
                </a:lnTo>
                <a:lnTo>
                  <a:pt x="901" y="838555"/>
                </a:lnTo>
                <a:lnTo>
                  <a:pt x="228" y="837234"/>
                </a:lnTo>
                <a:lnTo>
                  <a:pt x="0" y="835761"/>
                </a:lnTo>
                <a:lnTo>
                  <a:pt x="0" y="4762"/>
                </a:lnTo>
                <a:lnTo>
                  <a:pt x="4762" y="0"/>
                </a:lnTo>
                <a:lnTo>
                  <a:pt x="3037916" y="0"/>
                </a:lnTo>
                <a:lnTo>
                  <a:pt x="3042678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830999"/>
                </a:lnTo>
                <a:lnTo>
                  <a:pt x="4762" y="830999"/>
                </a:lnTo>
                <a:lnTo>
                  <a:pt x="9525" y="835761"/>
                </a:lnTo>
                <a:lnTo>
                  <a:pt x="3042678" y="835761"/>
                </a:lnTo>
                <a:lnTo>
                  <a:pt x="3042450" y="837234"/>
                </a:lnTo>
                <a:lnTo>
                  <a:pt x="3041764" y="838555"/>
                </a:lnTo>
                <a:lnTo>
                  <a:pt x="3040710" y="839609"/>
                </a:lnTo>
                <a:lnTo>
                  <a:pt x="3039389" y="840295"/>
                </a:lnTo>
                <a:lnTo>
                  <a:pt x="3037916" y="840524"/>
                </a:lnTo>
                <a:close/>
              </a:path>
              <a:path w="3042920" h="840739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3042920" h="840739">
                <a:moveTo>
                  <a:pt x="303315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3033153" y="4762"/>
                </a:lnTo>
                <a:lnTo>
                  <a:pt x="3033153" y="9525"/>
                </a:lnTo>
                <a:close/>
              </a:path>
              <a:path w="3042920" h="840739">
                <a:moveTo>
                  <a:pt x="3033153" y="835761"/>
                </a:moveTo>
                <a:lnTo>
                  <a:pt x="3033153" y="4762"/>
                </a:lnTo>
                <a:lnTo>
                  <a:pt x="3037916" y="9525"/>
                </a:lnTo>
                <a:lnTo>
                  <a:pt x="3042678" y="9525"/>
                </a:lnTo>
                <a:lnTo>
                  <a:pt x="3042678" y="830999"/>
                </a:lnTo>
                <a:lnTo>
                  <a:pt x="3037916" y="830999"/>
                </a:lnTo>
                <a:lnTo>
                  <a:pt x="3033153" y="835761"/>
                </a:lnTo>
                <a:close/>
              </a:path>
              <a:path w="3042920" h="840739">
                <a:moveTo>
                  <a:pt x="3042678" y="9525"/>
                </a:moveTo>
                <a:lnTo>
                  <a:pt x="3037916" y="9525"/>
                </a:lnTo>
                <a:lnTo>
                  <a:pt x="3033153" y="4762"/>
                </a:lnTo>
                <a:lnTo>
                  <a:pt x="3042678" y="4762"/>
                </a:lnTo>
                <a:lnTo>
                  <a:pt x="3042678" y="9525"/>
                </a:lnTo>
                <a:close/>
              </a:path>
              <a:path w="3042920" h="840739">
                <a:moveTo>
                  <a:pt x="9525" y="835761"/>
                </a:moveTo>
                <a:lnTo>
                  <a:pt x="4762" y="830999"/>
                </a:lnTo>
                <a:lnTo>
                  <a:pt x="9525" y="830999"/>
                </a:lnTo>
                <a:lnTo>
                  <a:pt x="9525" y="835761"/>
                </a:lnTo>
                <a:close/>
              </a:path>
              <a:path w="3042920" h="840739">
                <a:moveTo>
                  <a:pt x="3033153" y="835761"/>
                </a:moveTo>
                <a:lnTo>
                  <a:pt x="9525" y="835761"/>
                </a:lnTo>
                <a:lnTo>
                  <a:pt x="9525" y="830999"/>
                </a:lnTo>
                <a:lnTo>
                  <a:pt x="3033153" y="830999"/>
                </a:lnTo>
                <a:lnTo>
                  <a:pt x="3033153" y="835761"/>
                </a:lnTo>
                <a:close/>
              </a:path>
              <a:path w="3042920" h="840739">
                <a:moveTo>
                  <a:pt x="3042678" y="835761"/>
                </a:moveTo>
                <a:lnTo>
                  <a:pt x="3033153" y="835761"/>
                </a:lnTo>
                <a:lnTo>
                  <a:pt x="3037916" y="830999"/>
                </a:lnTo>
                <a:lnTo>
                  <a:pt x="3042678" y="830999"/>
                </a:lnTo>
                <a:lnTo>
                  <a:pt x="3042678" y="835761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29256" y="3630053"/>
            <a:ext cx="27736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每个分子的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速度</a:t>
            </a:r>
            <a:r>
              <a:rPr dirty="0" sz="2400" b="1">
                <a:latin typeface="华文楷体"/>
                <a:cs typeface="华文楷体"/>
              </a:rPr>
              <a:t>大</a:t>
            </a:r>
            <a:r>
              <a:rPr dirty="0" sz="2400" spc="-5" b="1">
                <a:latin typeface="华文楷体"/>
                <a:cs typeface="华文楷体"/>
              </a:rPr>
              <a:t>小 </a:t>
            </a:r>
            <a:r>
              <a:rPr dirty="0" sz="2400" b="1">
                <a:latin typeface="华文楷体"/>
                <a:cs typeface="华文楷体"/>
              </a:rPr>
              <a:t>和方向频繁地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改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86978" y="5167096"/>
            <a:ext cx="2964180" cy="471805"/>
          </a:xfrm>
          <a:custGeom>
            <a:avLst/>
            <a:gdLst/>
            <a:ahLst/>
            <a:cxnLst/>
            <a:rect l="l" t="t" r="r" b="b"/>
            <a:pathLst>
              <a:path w="2964179" h="471804">
                <a:moveTo>
                  <a:pt x="2959417" y="471182"/>
                </a:moveTo>
                <a:lnTo>
                  <a:pt x="4762" y="471182"/>
                </a:lnTo>
                <a:lnTo>
                  <a:pt x="3289" y="470954"/>
                </a:lnTo>
                <a:lnTo>
                  <a:pt x="1955" y="470280"/>
                </a:lnTo>
                <a:lnTo>
                  <a:pt x="901" y="469226"/>
                </a:lnTo>
                <a:lnTo>
                  <a:pt x="228" y="467893"/>
                </a:lnTo>
                <a:lnTo>
                  <a:pt x="0" y="466420"/>
                </a:lnTo>
                <a:lnTo>
                  <a:pt x="0" y="4762"/>
                </a:lnTo>
                <a:lnTo>
                  <a:pt x="4762" y="0"/>
                </a:lnTo>
                <a:lnTo>
                  <a:pt x="2959417" y="0"/>
                </a:lnTo>
                <a:lnTo>
                  <a:pt x="2964179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461657"/>
                </a:lnTo>
                <a:lnTo>
                  <a:pt x="4762" y="461657"/>
                </a:lnTo>
                <a:lnTo>
                  <a:pt x="9525" y="466420"/>
                </a:lnTo>
                <a:lnTo>
                  <a:pt x="2964179" y="466420"/>
                </a:lnTo>
                <a:lnTo>
                  <a:pt x="2963938" y="467893"/>
                </a:lnTo>
                <a:lnTo>
                  <a:pt x="2963265" y="469226"/>
                </a:lnTo>
                <a:lnTo>
                  <a:pt x="2962211" y="470280"/>
                </a:lnTo>
                <a:lnTo>
                  <a:pt x="2960890" y="470954"/>
                </a:lnTo>
                <a:lnTo>
                  <a:pt x="2959417" y="471182"/>
                </a:lnTo>
                <a:close/>
              </a:path>
              <a:path w="2964179" h="471804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2964179" h="471804">
                <a:moveTo>
                  <a:pt x="2954654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2954654" y="4762"/>
                </a:lnTo>
                <a:lnTo>
                  <a:pt x="2954654" y="9525"/>
                </a:lnTo>
                <a:close/>
              </a:path>
              <a:path w="2964179" h="471804">
                <a:moveTo>
                  <a:pt x="2954654" y="466420"/>
                </a:moveTo>
                <a:lnTo>
                  <a:pt x="2954654" y="4762"/>
                </a:lnTo>
                <a:lnTo>
                  <a:pt x="2959417" y="9525"/>
                </a:lnTo>
                <a:lnTo>
                  <a:pt x="2964179" y="9525"/>
                </a:lnTo>
                <a:lnTo>
                  <a:pt x="2964179" y="461657"/>
                </a:lnTo>
                <a:lnTo>
                  <a:pt x="2959417" y="461657"/>
                </a:lnTo>
                <a:lnTo>
                  <a:pt x="2954654" y="466420"/>
                </a:lnTo>
                <a:close/>
              </a:path>
              <a:path w="2964179" h="471804">
                <a:moveTo>
                  <a:pt x="2964179" y="9525"/>
                </a:moveTo>
                <a:lnTo>
                  <a:pt x="2959417" y="9525"/>
                </a:lnTo>
                <a:lnTo>
                  <a:pt x="2954654" y="4762"/>
                </a:lnTo>
                <a:lnTo>
                  <a:pt x="2964179" y="4762"/>
                </a:lnTo>
                <a:lnTo>
                  <a:pt x="2964179" y="9525"/>
                </a:lnTo>
                <a:close/>
              </a:path>
              <a:path w="2964179" h="471804">
                <a:moveTo>
                  <a:pt x="9525" y="466420"/>
                </a:moveTo>
                <a:lnTo>
                  <a:pt x="4762" y="461657"/>
                </a:lnTo>
                <a:lnTo>
                  <a:pt x="9525" y="461657"/>
                </a:lnTo>
                <a:lnTo>
                  <a:pt x="9525" y="466420"/>
                </a:lnTo>
                <a:close/>
              </a:path>
              <a:path w="2964179" h="471804">
                <a:moveTo>
                  <a:pt x="2954654" y="466420"/>
                </a:moveTo>
                <a:lnTo>
                  <a:pt x="9525" y="466420"/>
                </a:lnTo>
                <a:lnTo>
                  <a:pt x="9525" y="461657"/>
                </a:lnTo>
                <a:lnTo>
                  <a:pt x="2954654" y="461657"/>
                </a:lnTo>
                <a:lnTo>
                  <a:pt x="2954654" y="466420"/>
                </a:lnTo>
                <a:close/>
              </a:path>
              <a:path w="2964179" h="471804">
                <a:moveTo>
                  <a:pt x="2964179" y="466420"/>
                </a:moveTo>
                <a:lnTo>
                  <a:pt x="2954654" y="466420"/>
                </a:lnTo>
                <a:lnTo>
                  <a:pt x="2959417" y="461657"/>
                </a:lnTo>
                <a:lnTo>
                  <a:pt x="2964179" y="461657"/>
                </a:lnTo>
                <a:lnTo>
                  <a:pt x="2964179" y="46642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170480" y="5168684"/>
            <a:ext cx="27736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分子的运动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杂乱无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章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6420" y="989190"/>
            <a:ext cx="832485" cy="2687320"/>
          </a:xfrm>
          <a:custGeom>
            <a:avLst/>
            <a:gdLst/>
            <a:ahLst/>
            <a:cxnLst/>
            <a:rect l="l" t="t" r="r" b="b"/>
            <a:pathLst>
              <a:path w="832485" h="2687320">
                <a:moveTo>
                  <a:pt x="827112" y="2687180"/>
                </a:moveTo>
                <a:lnTo>
                  <a:pt x="4762" y="2687180"/>
                </a:lnTo>
                <a:lnTo>
                  <a:pt x="3289" y="2686939"/>
                </a:lnTo>
                <a:lnTo>
                  <a:pt x="1968" y="2686265"/>
                </a:lnTo>
                <a:lnTo>
                  <a:pt x="914" y="2685211"/>
                </a:lnTo>
                <a:lnTo>
                  <a:pt x="241" y="2683891"/>
                </a:lnTo>
                <a:lnTo>
                  <a:pt x="0" y="2682417"/>
                </a:lnTo>
                <a:lnTo>
                  <a:pt x="0" y="4762"/>
                </a:lnTo>
                <a:lnTo>
                  <a:pt x="4762" y="0"/>
                </a:lnTo>
                <a:lnTo>
                  <a:pt x="827112" y="0"/>
                </a:lnTo>
                <a:lnTo>
                  <a:pt x="83187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2677655"/>
                </a:lnTo>
                <a:lnTo>
                  <a:pt x="4762" y="2677655"/>
                </a:lnTo>
                <a:lnTo>
                  <a:pt x="9525" y="2682417"/>
                </a:lnTo>
                <a:lnTo>
                  <a:pt x="831875" y="2682417"/>
                </a:lnTo>
                <a:lnTo>
                  <a:pt x="831646" y="2683891"/>
                </a:lnTo>
                <a:lnTo>
                  <a:pt x="830960" y="2685211"/>
                </a:lnTo>
                <a:lnTo>
                  <a:pt x="829906" y="2686265"/>
                </a:lnTo>
                <a:lnTo>
                  <a:pt x="828586" y="2686939"/>
                </a:lnTo>
                <a:lnTo>
                  <a:pt x="827112" y="2687180"/>
                </a:lnTo>
                <a:close/>
              </a:path>
              <a:path w="832485" h="2687320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832485" h="2687320">
                <a:moveTo>
                  <a:pt x="82235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822350" y="4762"/>
                </a:lnTo>
                <a:lnTo>
                  <a:pt x="822350" y="9524"/>
                </a:lnTo>
                <a:close/>
              </a:path>
              <a:path w="832485" h="2687320">
                <a:moveTo>
                  <a:pt x="822350" y="2682417"/>
                </a:moveTo>
                <a:lnTo>
                  <a:pt x="822350" y="4762"/>
                </a:lnTo>
                <a:lnTo>
                  <a:pt x="827112" y="9524"/>
                </a:lnTo>
                <a:lnTo>
                  <a:pt x="831875" y="9524"/>
                </a:lnTo>
                <a:lnTo>
                  <a:pt x="831875" y="2677655"/>
                </a:lnTo>
                <a:lnTo>
                  <a:pt x="827112" y="2677655"/>
                </a:lnTo>
                <a:lnTo>
                  <a:pt x="822350" y="2682417"/>
                </a:lnTo>
                <a:close/>
              </a:path>
              <a:path w="832485" h="2687320">
                <a:moveTo>
                  <a:pt x="831875" y="9524"/>
                </a:moveTo>
                <a:lnTo>
                  <a:pt x="827112" y="9524"/>
                </a:lnTo>
                <a:lnTo>
                  <a:pt x="822350" y="4762"/>
                </a:lnTo>
                <a:lnTo>
                  <a:pt x="831875" y="4762"/>
                </a:lnTo>
                <a:lnTo>
                  <a:pt x="831875" y="9524"/>
                </a:lnTo>
                <a:close/>
              </a:path>
              <a:path w="832485" h="2687320">
                <a:moveTo>
                  <a:pt x="9525" y="2682417"/>
                </a:moveTo>
                <a:lnTo>
                  <a:pt x="4762" y="2677655"/>
                </a:lnTo>
                <a:lnTo>
                  <a:pt x="9525" y="2677655"/>
                </a:lnTo>
                <a:lnTo>
                  <a:pt x="9525" y="2682417"/>
                </a:lnTo>
                <a:close/>
              </a:path>
              <a:path w="832485" h="2687320">
                <a:moveTo>
                  <a:pt x="822350" y="2682417"/>
                </a:moveTo>
                <a:lnTo>
                  <a:pt x="9525" y="2682417"/>
                </a:lnTo>
                <a:lnTo>
                  <a:pt x="9525" y="2677655"/>
                </a:lnTo>
                <a:lnTo>
                  <a:pt x="822350" y="2677655"/>
                </a:lnTo>
                <a:lnTo>
                  <a:pt x="822350" y="2682417"/>
                </a:lnTo>
                <a:close/>
              </a:path>
              <a:path w="832485" h="2687320">
                <a:moveTo>
                  <a:pt x="831875" y="2682417"/>
                </a:moveTo>
                <a:lnTo>
                  <a:pt x="822350" y="2682417"/>
                </a:lnTo>
                <a:lnTo>
                  <a:pt x="827112" y="2677655"/>
                </a:lnTo>
                <a:lnTo>
                  <a:pt x="831875" y="2677655"/>
                </a:lnTo>
                <a:lnTo>
                  <a:pt x="831875" y="26824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49922" y="990777"/>
            <a:ext cx="635635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虽</a:t>
            </a:r>
            <a:r>
              <a:rPr dirty="0" sz="2400" spc="-5" b="1">
                <a:latin typeface="华文楷体"/>
                <a:cs typeface="华文楷体"/>
              </a:rPr>
              <a:t>然 </a:t>
            </a:r>
            <a:r>
              <a:rPr dirty="0" sz="2400" b="1">
                <a:latin typeface="华文楷体"/>
                <a:cs typeface="华文楷体"/>
              </a:rPr>
              <a:t>气</a:t>
            </a:r>
            <a:r>
              <a:rPr dirty="0" sz="2400" spc="-5" b="1">
                <a:latin typeface="华文楷体"/>
                <a:cs typeface="华文楷体"/>
              </a:rPr>
              <a:t>体 </a:t>
            </a:r>
            <a:r>
              <a:rPr dirty="0" sz="2400" b="1">
                <a:latin typeface="华文楷体"/>
                <a:cs typeface="华文楷体"/>
              </a:rPr>
              <a:t>分</a:t>
            </a:r>
            <a:r>
              <a:rPr dirty="0" sz="2400" spc="-5" b="1">
                <a:latin typeface="华文楷体"/>
                <a:cs typeface="华文楷体"/>
              </a:rPr>
              <a:t>子 </a:t>
            </a:r>
            <a:r>
              <a:rPr dirty="0" sz="2400" b="1">
                <a:latin typeface="华文楷体"/>
                <a:cs typeface="华文楷体"/>
              </a:rPr>
              <a:t>的</a:t>
            </a:r>
            <a:r>
              <a:rPr dirty="0" sz="2400" spc="-5" b="1">
                <a:latin typeface="华文楷体"/>
                <a:cs typeface="华文楷体"/>
              </a:rPr>
              <a:t>分 </a:t>
            </a:r>
            <a:r>
              <a:rPr dirty="0" sz="2400" b="1">
                <a:latin typeface="华文楷体"/>
                <a:cs typeface="华文楷体"/>
              </a:rPr>
              <a:t>布</a:t>
            </a:r>
            <a:r>
              <a:rPr dirty="0" sz="2400" spc="-5" b="1">
                <a:latin typeface="华文楷体"/>
                <a:cs typeface="华文楷体"/>
              </a:rPr>
              <a:t>比 </a:t>
            </a:r>
            <a:r>
              <a:rPr dirty="0" sz="2400" b="1">
                <a:latin typeface="华文楷体"/>
                <a:cs typeface="华文楷体"/>
              </a:rPr>
              <a:t>液</a:t>
            </a:r>
            <a:r>
              <a:rPr dirty="0" sz="2400" spc="-5" b="1">
                <a:latin typeface="华文楷体"/>
                <a:cs typeface="华文楷体"/>
              </a:rPr>
              <a:t>体 </a:t>
            </a:r>
            <a:r>
              <a:rPr dirty="0" sz="2400" b="1">
                <a:latin typeface="华文楷体"/>
                <a:cs typeface="华文楷体"/>
              </a:rPr>
              <a:t>稀</a:t>
            </a:r>
            <a:r>
              <a:rPr dirty="0" sz="2400" spc="-5" b="1">
                <a:latin typeface="华文楷体"/>
                <a:cs typeface="华文楷体"/>
              </a:rPr>
              <a:t>疏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76826" y="1061377"/>
            <a:ext cx="932815" cy="171450"/>
          </a:xfrm>
          <a:custGeom>
            <a:avLst/>
            <a:gdLst/>
            <a:ahLst/>
            <a:cxnLst/>
            <a:rect l="l" t="t" r="r" b="b"/>
            <a:pathLst>
              <a:path w="932814" h="171450">
                <a:moveTo>
                  <a:pt x="856675" y="33913"/>
                </a:moveTo>
                <a:lnTo>
                  <a:pt x="851547" y="0"/>
                </a:lnTo>
                <a:lnTo>
                  <a:pt x="932586" y="26276"/>
                </a:lnTo>
                <a:lnTo>
                  <a:pt x="925791" y="31064"/>
                </a:lnTo>
                <a:lnTo>
                  <a:pt x="875512" y="31064"/>
                </a:lnTo>
                <a:lnTo>
                  <a:pt x="856675" y="33913"/>
                </a:lnTo>
                <a:close/>
              </a:path>
              <a:path w="932814" h="171450">
                <a:moveTo>
                  <a:pt x="857813" y="41445"/>
                </a:moveTo>
                <a:lnTo>
                  <a:pt x="856675" y="33913"/>
                </a:lnTo>
                <a:lnTo>
                  <a:pt x="875512" y="31064"/>
                </a:lnTo>
                <a:lnTo>
                  <a:pt x="876655" y="38595"/>
                </a:lnTo>
                <a:lnTo>
                  <a:pt x="857813" y="41445"/>
                </a:lnTo>
                <a:close/>
              </a:path>
              <a:path w="932814" h="171450">
                <a:moveTo>
                  <a:pt x="862939" y="75349"/>
                </a:moveTo>
                <a:lnTo>
                  <a:pt x="857813" y="41445"/>
                </a:lnTo>
                <a:lnTo>
                  <a:pt x="876655" y="38595"/>
                </a:lnTo>
                <a:lnTo>
                  <a:pt x="875512" y="31064"/>
                </a:lnTo>
                <a:lnTo>
                  <a:pt x="925791" y="31064"/>
                </a:lnTo>
                <a:lnTo>
                  <a:pt x="862939" y="75349"/>
                </a:lnTo>
                <a:close/>
              </a:path>
              <a:path w="932814" h="171450">
                <a:moveTo>
                  <a:pt x="1143" y="171043"/>
                </a:moveTo>
                <a:lnTo>
                  <a:pt x="0" y="163512"/>
                </a:lnTo>
                <a:lnTo>
                  <a:pt x="856675" y="33913"/>
                </a:lnTo>
                <a:lnTo>
                  <a:pt x="857813" y="41445"/>
                </a:lnTo>
                <a:lnTo>
                  <a:pt x="1143" y="17104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351961" y="3071164"/>
            <a:ext cx="76835" cy="312420"/>
          </a:xfrm>
          <a:custGeom>
            <a:avLst/>
            <a:gdLst/>
            <a:ahLst/>
            <a:cxnLst/>
            <a:rect l="l" t="t" r="r" b="b"/>
            <a:pathLst>
              <a:path w="76835" h="312420">
                <a:moveTo>
                  <a:pt x="0" y="76314"/>
                </a:moveTo>
                <a:lnTo>
                  <a:pt x="37871" y="0"/>
                </a:lnTo>
                <a:lnTo>
                  <a:pt x="66654" y="57137"/>
                </a:lnTo>
                <a:lnTo>
                  <a:pt x="41846" y="57137"/>
                </a:lnTo>
                <a:lnTo>
                  <a:pt x="34226" y="57162"/>
                </a:lnTo>
                <a:lnTo>
                  <a:pt x="34282" y="76211"/>
                </a:lnTo>
                <a:lnTo>
                  <a:pt x="0" y="76314"/>
                </a:lnTo>
                <a:close/>
              </a:path>
              <a:path w="76835" h="312420">
                <a:moveTo>
                  <a:pt x="34282" y="76211"/>
                </a:moveTo>
                <a:lnTo>
                  <a:pt x="34226" y="57162"/>
                </a:lnTo>
                <a:lnTo>
                  <a:pt x="41846" y="57137"/>
                </a:lnTo>
                <a:lnTo>
                  <a:pt x="41902" y="76188"/>
                </a:lnTo>
                <a:lnTo>
                  <a:pt x="34282" y="76211"/>
                </a:lnTo>
                <a:close/>
              </a:path>
              <a:path w="76835" h="312420">
                <a:moveTo>
                  <a:pt x="41902" y="76188"/>
                </a:moveTo>
                <a:lnTo>
                  <a:pt x="41846" y="57137"/>
                </a:lnTo>
                <a:lnTo>
                  <a:pt x="66654" y="57137"/>
                </a:lnTo>
                <a:lnTo>
                  <a:pt x="76200" y="76085"/>
                </a:lnTo>
                <a:lnTo>
                  <a:pt x="41902" y="76188"/>
                </a:lnTo>
                <a:close/>
              </a:path>
              <a:path w="76835" h="312420">
                <a:moveTo>
                  <a:pt x="34754" y="235621"/>
                </a:moveTo>
                <a:lnTo>
                  <a:pt x="34282" y="76211"/>
                </a:lnTo>
                <a:lnTo>
                  <a:pt x="41902" y="76188"/>
                </a:lnTo>
                <a:lnTo>
                  <a:pt x="42374" y="235598"/>
                </a:lnTo>
                <a:lnTo>
                  <a:pt x="34754" y="235621"/>
                </a:lnTo>
                <a:close/>
              </a:path>
              <a:path w="76835" h="312420">
                <a:moveTo>
                  <a:pt x="67150" y="254673"/>
                </a:moveTo>
                <a:lnTo>
                  <a:pt x="34810" y="254673"/>
                </a:lnTo>
                <a:lnTo>
                  <a:pt x="42430" y="254647"/>
                </a:lnTo>
                <a:lnTo>
                  <a:pt x="42374" y="235598"/>
                </a:lnTo>
                <a:lnTo>
                  <a:pt x="76669" y="235496"/>
                </a:lnTo>
                <a:lnTo>
                  <a:pt x="67150" y="254673"/>
                </a:lnTo>
                <a:close/>
              </a:path>
              <a:path w="76835" h="312420">
                <a:moveTo>
                  <a:pt x="34810" y="254673"/>
                </a:moveTo>
                <a:lnTo>
                  <a:pt x="34754" y="235621"/>
                </a:lnTo>
                <a:lnTo>
                  <a:pt x="42374" y="235598"/>
                </a:lnTo>
                <a:lnTo>
                  <a:pt x="42430" y="254647"/>
                </a:lnTo>
                <a:lnTo>
                  <a:pt x="34810" y="254673"/>
                </a:lnTo>
                <a:close/>
              </a:path>
              <a:path w="76835" h="312420">
                <a:moveTo>
                  <a:pt x="38785" y="311810"/>
                </a:moveTo>
                <a:lnTo>
                  <a:pt x="469" y="235724"/>
                </a:lnTo>
                <a:lnTo>
                  <a:pt x="34754" y="235621"/>
                </a:lnTo>
                <a:lnTo>
                  <a:pt x="34810" y="254673"/>
                </a:lnTo>
                <a:lnTo>
                  <a:pt x="67150" y="254673"/>
                </a:lnTo>
                <a:lnTo>
                  <a:pt x="38785" y="31181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358451" y="1945563"/>
            <a:ext cx="76835" cy="312420"/>
          </a:xfrm>
          <a:custGeom>
            <a:avLst/>
            <a:gdLst/>
            <a:ahLst/>
            <a:cxnLst/>
            <a:rect l="l" t="t" r="r" b="b"/>
            <a:pathLst>
              <a:path w="76835" h="312419">
                <a:moveTo>
                  <a:pt x="0" y="76314"/>
                </a:moveTo>
                <a:lnTo>
                  <a:pt x="37884" y="0"/>
                </a:lnTo>
                <a:lnTo>
                  <a:pt x="66657" y="57137"/>
                </a:lnTo>
                <a:lnTo>
                  <a:pt x="41859" y="57137"/>
                </a:lnTo>
                <a:lnTo>
                  <a:pt x="34239" y="57162"/>
                </a:lnTo>
                <a:lnTo>
                  <a:pt x="34295" y="76211"/>
                </a:lnTo>
                <a:lnTo>
                  <a:pt x="0" y="76314"/>
                </a:lnTo>
                <a:close/>
              </a:path>
              <a:path w="76835" h="312419">
                <a:moveTo>
                  <a:pt x="34295" y="76211"/>
                </a:moveTo>
                <a:lnTo>
                  <a:pt x="34239" y="57162"/>
                </a:lnTo>
                <a:lnTo>
                  <a:pt x="41859" y="57137"/>
                </a:lnTo>
                <a:lnTo>
                  <a:pt x="41915" y="76188"/>
                </a:lnTo>
                <a:lnTo>
                  <a:pt x="34295" y="76211"/>
                </a:lnTo>
                <a:close/>
              </a:path>
              <a:path w="76835" h="312419">
                <a:moveTo>
                  <a:pt x="41915" y="76188"/>
                </a:moveTo>
                <a:lnTo>
                  <a:pt x="41859" y="57137"/>
                </a:lnTo>
                <a:lnTo>
                  <a:pt x="66657" y="57137"/>
                </a:lnTo>
                <a:lnTo>
                  <a:pt x="76200" y="76085"/>
                </a:lnTo>
                <a:lnTo>
                  <a:pt x="41915" y="76188"/>
                </a:lnTo>
                <a:close/>
              </a:path>
              <a:path w="76835" h="312419">
                <a:moveTo>
                  <a:pt x="34767" y="235614"/>
                </a:moveTo>
                <a:lnTo>
                  <a:pt x="34295" y="76211"/>
                </a:lnTo>
                <a:lnTo>
                  <a:pt x="41915" y="76188"/>
                </a:lnTo>
                <a:lnTo>
                  <a:pt x="42387" y="235593"/>
                </a:lnTo>
                <a:lnTo>
                  <a:pt x="34767" y="235614"/>
                </a:lnTo>
                <a:close/>
              </a:path>
              <a:path w="76835" h="312419">
                <a:moveTo>
                  <a:pt x="67159" y="254660"/>
                </a:moveTo>
                <a:lnTo>
                  <a:pt x="34823" y="254660"/>
                </a:lnTo>
                <a:lnTo>
                  <a:pt x="42443" y="254647"/>
                </a:lnTo>
                <a:lnTo>
                  <a:pt x="42387" y="235593"/>
                </a:lnTo>
                <a:lnTo>
                  <a:pt x="76669" y="235496"/>
                </a:lnTo>
                <a:lnTo>
                  <a:pt x="67159" y="254660"/>
                </a:lnTo>
                <a:close/>
              </a:path>
              <a:path w="76835" h="312419">
                <a:moveTo>
                  <a:pt x="34823" y="254660"/>
                </a:moveTo>
                <a:lnTo>
                  <a:pt x="34767" y="235614"/>
                </a:lnTo>
                <a:lnTo>
                  <a:pt x="42387" y="235593"/>
                </a:lnTo>
                <a:lnTo>
                  <a:pt x="42443" y="254647"/>
                </a:lnTo>
                <a:lnTo>
                  <a:pt x="34823" y="254660"/>
                </a:lnTo>
                <a:close/>
              </a:path>
              <a:path w="76835" h="312419">
                <a:moveTo>
                  <a:pt x="38798" y="311810"/>
                </a:moveTo>
                <a:lnTo>
                  <a:pt x="469" y="235712"/>
                </a:lnTo>
                <a:lnTo>
                  <a:pt x="34767" y="235614"/>
                </a:lnTo>
                <a:lnTo>
                  <a:pt x="34823" y="254660"/>
                </a:lnTo>
                <a:lnTo>
                  <a:pt x="67159" y="254660"/>
                </a:lnTo>
                <a:lnTo>
                  <a:pt x="38798" y="31181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97872" y="4641722"/>
            <a:ext cx="76835" cy="312420"/>
          </a:xfrm>
          <a:custGeom>
            <a:avLst/>
            <a:gdLst/>
            <a:ahLst/>
            <a:cxnLst/>
            <a:rect l="l" t="t" r="r" b="b"/>
            <a:pathLst>
              <a:path w="76835" h="312420">
                <a:moveTo>
                  <a:pt x="0" y="76301"/>
                </a:moveTo>
                <a:lnTo>
                  <a:pt x="37884" y="0"/>
                </a:lnTo>
                <a:lnTo>
                  <a:pt x="66657" y="57137"/>
                </a:lnTo>
                <a:lnTo>
                  <a:pt x="41859" y="57137"/>
                </a:lnTo>
                <a:lnTo>
                  <a:pt x="34239" y="57162"/>
                </a:lnTo>
                <a:lnTo>
                  <a:pt x="34295" y="76204"/>
                </a:lnTo>
                <a:lnTo>
                  <a:pt x="0" y="76301"/>
                </a:lnTo>
                <a:close/>
              </a:path>
              <a:path w="76835" h="312420">
                <a:moveTo>
                  <a:pt x="34295" y="76204"/>
                </a:moveTo>
                <a:lnTo>
                  <a:pt x="34239" y="57162"/>
                </a:lnTo>
                <a:lnTo>
                  <a:pt x="41859" y="57137"/>
                </a:lnTo>
                <a:lnTo>
                  <a:pt x="41915" y="76182"/>
                </a:lnTo>
                <a:lnTo>
                  <a:pt x="34295" y="76204"/>
                </a:lnTo>
                <a:close/>
              </a:path>
              <a:path w="76835" h="312420">
                <a:moveTo>
                  <a:pt x="41915" y="76182"/>
                </a:moveTo>
                <a:lnTo>
                  <a:pt x="41859" y="57137"/>
                </a:lnTo>
                <a:lnTo>
                  <a:pt x="66657" y="57137"/>
                </a:lnTo>
                <a:lnTo>
                  <a:pt x="76200" y="76085"/>
                </a:lnTo>
                <a:lnTo>
                  <a:pt x="41915" y="76182"/>
                </a:lnTo>
                <a:close/>
              </a:path>
              <a:path w="76835" h="312420">
                <a:moveTo>
                  <a:pt x="34767" y="235614"/>
                </a:moveTo>
                <a:lnTo>
                  <a:pt x="34295" y="76204"/>
                </a:lnTo>
                <a:lnTo>
                  <a:pt x="41915" y="76182"/>
                </a:lnTo>
                <a:lnTo>
                  <a:pt x="42387" y="235593"/>
                </a:lnTo>
                <a:lnTo>
                  <a:pt x="34767" y="235614"/>
                </a:lnTo>
                <a:close/>
              </a:path>
              <a:path w="76835" h="312420">
                <a:moveTo>
                  <a:pt x="67157" y="254660"/>
                </a:moveTo>
                <a:lnTo>
                  <a:pt x="34823" y="254660"/>
                </a:lnTo>
                <a:lnTo>
                  <a:pt x="42443" y="254647"/>
                </a:lnTo>
                <a:lnTo>
                  <a:pt x="42387" y="235593"/>
                </a:lnTo>
                <a:lnTo>
                  <a:pt x="76669" y="235496"/>
                </a:lnTo>
                <a:lnTo>
                  <a:pt x="67157" y="254660"/>
                </a:lnTo>
                <a:close/>
              </a:path>
              <a:path w="76835" h="312420">
                <a:moveTo>
                  <a:pt x="34823" y="254660"/>
                </a:moveTo>
                <a:lnTo>
                  <a:pt x="34767" y="235614"/>
                </a:lnTo>
                <a:lnTo>
                  <a:pt x="42387" y="235593"/>
                </a:lnTo>
                <a:lnTo>
                  <a:pt x="42443" y="254647"/>
                </a:lnTo>
                <a:lnTo>
                  <a:pt x="34823" y="254660"/>
                </a:lnTo>
                <a:close/>
              </a:path>
              <a:path w="76835" h="312420">
                <a:moveTo>
                  <a:pt x="38798" y="311797"/>
                </a:moveTo>
                <a:lnTo>
                  <a:pt x="469" y="235712"/>
                </a:lnTo>
                <a:lnTo>
                  <a:pt x="34767" y="235614"/>
                </a:lnTo>
                <a:lnTo>
                  <a:pt x="34823" y="254660"/>
                </a:lnTo>
                <a:lnTo>
                  <a:pt x="67157" y="254660"/>
                </a:lnTo>
                <a:lnTo>
                  <a:pt x="38798" y="31179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82640" y="3300984"/>
            <a:ext cx="1501139" cy="1888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357160" y="1357566"/>
            <a:ext cx="626110" cy="76200"/>
          </a:xfrm>
          <a:custGeom>
            <a:avLst/>
            <a:gdLst/>
            <a:ahLst/>
            <a:cxnLst/>
            <a:rect l="l" t="t" r="r" b="b"/>
            <a:pathLst>
              <a:path w="626110" h="76200">
                <a:moveTo>
                  <a:pt x="549440" y="76200"/>
                </a:moveTo>
                <a:lnTo>
                  <a:pt x="549440" y="0"/>
                </a:lnTo>
                <a:lnTo>
                  <a:pt x="618020" y="34290"/>
                </a:lnTo>
                <a:lnTo>
                  <a:pt x="568490" y="34290"/>
                </a:lnTo>
                <a:lnTo>
                  <a:pt x="568490" y="41910"/>
                </a:lnTo>
                <a:lnTo>
                  <a:pt x="618020" y="41910"/>
                </a:lnTo>
                <a:lnTo>
                  <a:pt x="549440" y="76200"/>
                </a:lnTo>
                <a:close/>
              </a:path>
              <a:path w="626110" h="76200">
                <a:moveTo>
                  <a:pt x="549440" y="41910"/>
                </a:moveTo>
                <a:lnTo>
                  <a:pt x="0" y="41910"/>
                </a:lnTo>
                <a:lnTo>
                  <a:pt x="0" y="34290"/>
                </a:lnTo>
                <a:lnTo>
                  <a:pt x="549440" y="34290"/>
                </a:lnTo>
                <a:lnTo>
                  <a:pt x="549440" y="41910"/>
                </a:lnTo>
                <a:close/>
              </a:path>
              <a:path w="626110" h="76200">
                <a:moveTo>
                  <a:pt x="618020" y="41910"/>
                </a:moveTo>
                <a:lnTo>
                  <a:pt x="568490" y="41910"/>
                </a:lnTo>
                <a:lnTo>
                  <a:pt x="568490" y="34290"/>
                </a:lnTo>
                <a:lnTo>
                  <a:pt x="618020" y="34290"/>
                </a:lnTo>
                <a:lnTo>
                  <a:pt x="625640" y="38100"/>
                </a:lnTo>
                <a:lnTo>
                  <a:pt x="618020" y="4191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7595" y="2049779"/>
            <a:ext cx="3637788" cy="36377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38272" y="1031747"/>
            <a:ext cx="4011295" cy="474345"/>
          </a:xfrm>
          <a:custGeom>
            <a:avLst/>
            <a:gdLst/>
            <a:ahLst/>
            <a:cxnLst/>
            <a:rect l="l" t="t" r="r" b="b"/>
            <a:pathLst>
              <a:path w="4011295" h="474344">
                <a:moveTo>
                  <a:pt x="3931920" y="473963"/>
                </a:moveTo>
                <a:lnTo>
                  <a:pt x="79247" y="473963"/>
                </a:lnTo>
                <a:lnTo>
                  <a:pt x="48247" y="468132"/>
                </a:lnTo>
                <a:lnTo>
                  <a:pt x="23026" y="451461"/>
                </a:lnTo>
                <a:lnTo>
                  <a:pt x="6104" y="426609"/>
                </a:lnTo>
                <a:lnTo>
                  <a:pt x="0" y="396239"/>
                </a:lnTo>
                <a:lnTo>
                  <a:pt x="0" y="79247"/>
                </a:lnTo>
                <a:lnTo>
                  <a:pt x="6104" y="48675"/>
                </a:lnTo>
                <a:lnTo>
                  <a:pt x="23026" y="23598"/>
                </a:lnTo>
                <a:lnTo>
                  <a:pt x="48247" y="6533"/>
                </a:lnTo>
                <a:lnTo>
                  <a:pt x="79247" y="0"/>
                </a:lnTo>
                <a:lnTo>
                  <a:pt x="3931920" y="0"/>
                </a:lnTo>
                <a:lnTo>
                  <a:pt x="3962813" y="6533"/>
                </a:lnTo>
                <a:lnTo>
                  <a:pt x="3987998" y="23598"/>
                </a:lnTo>
                <a:lnTo>
                  <a:pt x="4004955" y="48675"/>
                </a:lnTo>
                <a:lnTo>
                  <a:pt x="4011168" y="79247"/>
                </a:lnTo>
                <a:lnTo>
                  <a:pt x="4011168" y="396239"/>
                </a:lnTo>
                <a:lnTo>
                  <a:pt x="4004955" y="426609"/>
                </a:lnTo>
                <a:lnTo>
                  <a:pt x="3987998" y="451461"/>
                </a:lnTo>
                <a:lnTo>
                  <a:pt x="3962813" y="468132"/>
                </a:lnTo>
                <a:lnTo>
                  <a:pt x="3931920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84704" y="882396"/>
            <a:ext cx="762000" cy="760730"/>
          </a:xfrm>
          <a:custGeom>
            <a:avLst/>
            <a:gdLst/>
            <a:ahLst/>
            <a:cxnLst/>
            <a:rect l="l" t="t" r="r" b="b"/>
            <a:pathLst>
              <a:path w="762000" h="760730">
                <a:moveTo>
                  <a:pt x="413003" y="760476"/>
                </a:moveTo>
                <a:lnTo>
                  <a:pt x="0" y="413003"/>
                </a:lnTo>
                <a:lnTo>
                  <a:pt x="348995" y="0"/>
                </a:lnTo>
                <a:lnTo>
                  <a:pt x="761999" y="348995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92044" y="1008888"/>
            <a:ext cx="375602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845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气体分子运动的特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点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6198" y="2688323"/>
            <a:ext cx="384556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61009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分子的运动是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无规则</a:t>
            </a:r>
            <a:r>
              <a:rPr dirty="0" sz="2400" b="1">
                <a:latin typeface="华文楷体"/>
                <a:cs typeface="华文楷体"/>
              </a:rPr>
              <a:t>的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每个</a:t>
            </a:r>
            <a:r>
              <a:rPr dirty="0" sz="2400" b="1">
                <a:latin typeface="华文楷体"/>
                <a:cs typeface="华文楷体"/>
              </a:rPr>
              <a:t>分子的运动都具有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不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确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定性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5139" y="1109472"/>
            <a:ext cx="4299585" cy="474345"/>
          </a:xfrm>
          <a:custGeom>
            <a:avLst/>
            <a:gdLst/>
            <a:ahLst/>
            <a:cxnLst/>
            <a:rect l="l" t="t" r="r" b="b"/>
            <a:pathLst>
              <a:path w="4299584" h="474344">
                <a:moveTo>
                  <a:pt x="4219956" y="473963"/>
                </a:moveTo>
                <a:lnTo>
                  <a:pt x="79248" y="473963"/>
                </a:lnTo>
                <a:lnTo>
                  <a:pt x="48111" y="467701"/>
                </a:lnTo>
                <a:lnTo>
                  <a:pt x="22845" y="450727"/>
                </a:lnTo>
                <a:lnTo>
                  <a:pt x="5969" y="425559"/>
                </a:lnTo>
                <a:lnTo>
                  <a:pt x="0" y="394715"/>
                </a:lnTo>
                <a:lnTo>
                  <a:pt x="0" y="79247"/>
                </a:lnTo>
                <a:lnTo>
                  <a:pt x="5969" y="48268"/>
                </a:lnTo>
                <a:lnTo>
                  <a:pt x="22845" y="23055"/>
                </a:lnTo>
                <a:lnTo>
                  <a:pt x="48111" y="6126"/>
                </a:lnTo>
                <a:lnTo>
                  <a:pt x="79248" y="0"/>
                </a:lnTo>
                <a:lnTo>
                  <a:pt x="4219956" y="0"/>
                </a:lnTo>
                <a:lnTo>
                  <a:pt x="4251121" y="6126"/>
                </a:lnTo>
                <a:lnTo>
                  <a:pt x="4276396" y="23055"/>
                </a:lnTo>
                <a:lnTo>
                  <a:pt x="4293263" y="48268"/>
                </a:lnTo>
                <a:lnTo>
                  <a:pt x="4299204" y="79247"/>
                </a:lnTo>
                <a:lnTo>
                  <a:pt x="4299204" y="394715"/>
                </a:lnTo>
                <a:lnTo>
                  <a:pt x="4293263" y="425559"/>
                </a:lnTo>
                <a:lnTo>
                  <a:pt x="4276396" y="450727"/>
                </a:lnTo>
                <a:lnTo>
                  <a:pt x="4251121" y="467701"/>
                </a:lnTo>
                <a:lnTo>
                  <a:pt x="4219956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20339" y="96011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8996" y="0"/>
                </a:lnTo>
                <a:lnTo>
                  <a:pt x="760476" y="347471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26791" y="1066647"/>
            <a:ext cx="41122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845" algn="l"/>
              </a:tabLst>
            </a:pPr>
            <a:r>
              <a:rPr dirty="0" spc="-10">
                <a:solidFill>
                  <a:srgbClr val="FFFFFF"/>
                </a:solidFill>
              </a:rPr>
              <a:t>3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分子运动速率分布图</a:t>
            </a:r>
            <a:r>
              <a:rPr dirty="0" spc="-10">
                <a:solidFill>
                  <a:srgbClr val="FFFFFF"/>
                </a:solidFill>
              </a:rPr>
              <a:t>象</a:t>
            </a:r>
          </a:p>
        </p:txBody>
      </p:sp>
      <p:sp>
        <p:nvSpPr>
          <p:cNvPr id="5" name="object 5"/>
          <p:cNvSpPr/>
          <p:nvPr/>
        </p:nvSpPr>
        <p:spPr>
          <a:xfrm>
            <a:off x="211836" y="2022348"/>
            <a:ext cx="2621280" cy="33299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11652" y="2399563"/>
            <a:ext cx="4606290" cy="221996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73709">
              <a:lnSpc>
                <a:spcPct val="100000"/>
              </a:lnSpc>
              <a:spcBef>
                <a:spcPts val="1540"/>
              </a:spcBef>
            </a:pPr>
            <a:r>
              <a:rPr dirty="0" sz="2400" b="1">
                <a:latin typeface="华文楷体"/>
                <a:cs typeface="华文楷体"/>
              </a:rPr>
              <a:t>物体是由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大量</a:t>
            </a:r>
            <a:r>
              <a:rPr dirty="0" sz="2400" b="1">
                <a:latin typeface="华文楷体"/>
                <a:cs typeface="华文楷体"/>
              </a:rPr>
              <a:t>分子组成的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marL="12700" marR="5080">
              <a:lnSpc>
                <a:spcPct val="150000"/>
              </a:lnSpc>
            </a:pPr>
            <a:r>
              <a:rPr dirty="0" sz="2400" b="1">
                <a:latin typeface="华文楷体"/>
                <a:cs typeface="华文楷体"/>
              </a:rPr>
              <a:t>所以看起来无规则的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分子热运动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也必定是有一定规律的——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统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计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规律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93" y="2197887"/>
            <a:ext cx="5608955" cy="87312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3320"/>
              </a:lnSpc>
              <a:spcBef>
                <a:spcPts val="235"/>
              </a:spcBef>
            </a:pPr>
            <a:r>
              <a:rPr dirty="0" sz="2800" b="1">
                <a:latin typeface="华文楷体"/>
                <a:cs typeface="华文楷体"/>
              </a:rPr>
              <a:t>下表是氧气分子在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0 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℃</a:t>
            </a:r>
            <a:r>
              <a:rPr dirty="0" sz="2800" b="1">
                <a:latin typeface="华文楷体"/>
                <a:cs typeface="华文楷体"/>
              </a:rPr>
              <a:t>和</a:t>
            </a: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100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 </a:t>
            </a:r>
            <a:r>
              <a:rPr dirty="0" sz="2800" spc="-10">
                <a:solidFill>
                  <a:srgbClr val="FF0000"/>
                </a:solidFill>
                <a:latin typeface="Times New Roman"/>
                <a:cs typeface="Times New Roman"/>
              </a:rPr>
              <a:t>℃</a:t>
            </a:r>
            <a:r>
              <a:rPr dirty="0" sz="2800" spc="-1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latin typeface="华文楷体"/>
                <a:cs typeface="华文楷体"/>
              </a:rPr>
              <a:t>两</a:t>
            </a:r>
            <a:r>
              <a:rPr dirty="0" sz="2800" spc="-10" b="1">
                <a:latin typeface="华文楷体"/>
                <a:cs typeface="华文楷体"/>
              </a:rPr>
              <a:t>种 </a:t>
            </a:r>
            <a:r>
              <a:rPr dirty="0" sz="2800" b="1">
                <a:latin typeface="华文楷体"/>
                <a:cs typeface="华文楷体"/>
              </a:rPr>
              <a:t>不同情况下的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速率分布</a:t>
            </a:r>
            <a:r>
              <a:rPr dirty="0" sz="2800" b="1">
                <a:latin typeface="华文楷体"/>
                <a:cs typeface="华文楷体"/>
              </a:rPr>
              <a:t>情况</a:t>
            </a:r>
            <a:r>
              <a:rPr dirty="0" sz="2800" spc="-10" b="1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3923" y="3331464"/>
            <a:ext cx="8272272" cy="25024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32252" y="4655730"/>
            <a:ext cx="5019675" cy="96901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30"/>
              </a:spcBef>
              <a:tabLst>
                <a:tab pos="610235" algn="l"/>
                <a:tab pos="1275080" algn="l"/>
                <a:tab pos="1863089" algn="l"/>
                <a:tab pos="2451100" algn="l"/>
                <a:tab pos="3039110" algn="l"/>
                <a:tab pos="3627120" algn="l"/>
                <a:tab pos="4215130" algn="l"/>
                <a:tab pos="4803140" algn="l"/>
              </a:tabLst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	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600075" algn="l"/>
                <a:tab pos="1264920" algn="l"/>
                <a:tab pos="1852930" algn="l"/>
                <a:tab pos="2440940" algn="l"/>
                <a:tab pos="3028950" algn="l"/>
                <a:tab pos="3616960" algn="l"/>
                <a:tab pos="4204970" algn="l"/>
                <a:tab pos="4792980" algn="l"/>
              </a:tabLst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+	+	+	+	+	+	+	+	+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08517" y="4655730"/>
            <a:ext cx="770890" cy="96901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93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＝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100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＝100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25139" y="1109472"/>
            <a:ext cx="4299585" cy="474345"/>
          </a:xfrm>
          <a:custGeom>
            <a:avLst/>
            <a:gdLst/>
            <a:ahLst/>
            <a:cxnLst/>
            <a:rect l="l" t="t" r="r" b="b"/>
            <a:pathLst>
              <a:path w="4299584" h="474344">
                <a:moveTo>
                  <a:pt x="4219956" y="473963"/>
                </a:moveTo>
                <a:lnTo>
                  <a:pt x="79248" y="473963"/>
                </a:lnTo>
                <a:lnTo>
                  <a:pt x="48111" y="467701"/>
                </a:lnTo>
                <a:lnTo>
                  <a:pt x="22845" y="450727"/>
                </a:lnTo>
                <a:lnTo>
                  <a:pt x="5969" y="425559"/>
                </a:lnTo>
                <a:lnTo>
                  <a:pt x="0" y="394715"/>
                </a:lnTo>
                <a:lnTo>
                  <a:pt x="0" y="79247"/>
                </a:lnTo>
                <a:lnTo>
                  <a:pt x="5969" y="48268"/>
                </a:lnTo>
                <a:lnTo>
                  <a:pt x="22845" y="23055"/>
                </a:lnTo>
                <a:lnTo>
                  <a:pt x="48111" y="6126"/>
                </a:lnTo>
                <a:lnTo>
                  <a:pt x="79248" y="0"/>
                </a:lnTo>
                <a:lnTo>
                  <a:pt x="4219956" y="0"/>
                </a:lnTo>
                <a:lnTo>
                  <a:pt x="4251121" y="6126"/>
                </a:lnTo>
                <a:lnTo>
                  <a:pt x="4276396" y="23055"/>
                </a:lnTo>
                <a:lnTo>
                  <a:pt x="4293263" y="48268"/>
                </a:lnTo>
                <a:lnTo>
                  <a:pt x="4299204" y="79247"/>
                </a:lnTo>
                <a:lnTo>
                  <a:pt x="4299204" y="394715"/>
                </a:lnTo>
                <a:lnTo>
                  <a:pt x="4293263" y="425559"/>
                </a:lnTo>
                <a:lnTo>
                  <a:pt x="4276396" y="450727"/>
                </a:lnTo>
                <a:lnTo>
                  <a:pt x="4251121" y="467701"/>
                </a:lnTo>
                <a:lnTo>
                  <a:pt x="4219956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20339" y="96011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8996" y="0"/>
                </a:lnTo>
                <a:lnTo>
                  <a:pt x="760476" y="347471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26791" y="1066647"/>
            <a:ext cx="41122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845" algn="l"/>
              </a:tabLst>
            </a:pPr>
            <a:r>
              <a:rPr dirty="0" spc="-10">
                <a:solidFill>
                  <a:srgbClr val="FFFFFF"/>
                </a:solidFill>
              </a:rPr>
              <a:t>3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分子运动速率分布图</a:t>
            </a:r>
            <a:r>
              <a:rPr dirty="0" spc="-10">
                <a:solidFill>
                  <a:srgbClr val="FFFFFF"/>
                </a:solidFill>
              </a:rPr>
              <a:t>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964" y="1746504"/>
            <a:ext cx="6038088" cy="4297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25139" y="1109472"/>
            <a:ext cx="4299585" cy="474345"/>
          </a:xfrm>
          <a:custGeom>
            <a:avLst/>
            <a:gdLst/>
            <a:ahLst/>
            <a:cxnLst/>
            <a:rect l="l" t="t" r="r" b="b"/>
            <a:pathLst>
              <a:path w="4299584" h="474344">
                <a:moveTo>
                  <a:pt x="4219956" y="473963"/>
                </a:moveTo>
                <a:lnTo>
                  <a:pt x="79248" y="473963"/>
                </a:lnTo>
                <a:lnTo>
                  <a:pt x="48111" y="467701"/>
                </a:lnTo>
                <a:lnTo>
                  <a:pt x="22845" y="450727"/>
                </a:lnTo>
                <a:lnTo>
                  <a:pt x="5969" y="425559"/>
                </a:lnTo>
                <a:lnTo>
                  <a:pt x="0" y="394715"/>
                </a:lnTo>
                <a:lnTo>
                  <a:pt x="0" y="79247"/>
                </a:lnTo>
                <a:lnTo>
                  <a:pt x="5969" y="48268"/>
                </a:lnTo>
                <a:lnTo>
                  <a:pt x="22845" y="23055"/>
                </a:lnTo>
                <a:lnTo>
                  <a:pt x="48111" y="6126"/>
                </a:lnTo>
                <a:lnTo>
                  <a:pt x="79248" y="0"/>
                </a:lnTo>
                <a:lnTo>
                  <a:pt x="4219956" y="0"/>
                </a:lnTo>
                <a:lnTo>
                  <a:pt x="4251121" y="6126"/>
                </a:lnTo>
                <a:lnTo>
                  <a:pt x="4276396" y="23055"/>
                </a:lnTo>
                <a:lnTo>
                  <a:pt x="4293263" y="48268"/>
                </a:lnTo>
                <a:lnTo>
                  <a:pt x="4299204" y="79247"/>
                </a:lnTo>
                <a:lnTo>
                  <a:pt x="4299204" y="394715"/>
                </a:lnTo>
                <a:lnTo>
                  <a:pt x="4293263" y="425559"/>
                </a:lnTo>
                <a:lnTo>
                  <a:pt x="4276396" y="450727"/>
                </a:lnTo>
                <a:lnTo>
                  <a:pt x="4251121" y="467701"/>
                </a:lnTo>
                <a:lnTo>
                  <a:pt x="4219956" y="473963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20339" y="960119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29" h="760730">
                <a:moveTo>
                  <a:pt x="411480" y="760475"/>
                </a:moveTo>
                <a:lnTo>
                  <a:pt x="0" y="411479"/>
                </a:lnTo>
                <a:lnTo>
                  <a:pt x="348996" y="0"/>
                </a:lnTo>
                <a:lnTo>
                  <a:pt x="760476" y="347471"/>
                </a:lnTo>
                <a:lnTo>
                  <a:pt x="411480" y="760475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26791" y="1066647"/>
            <a:ext cx="41122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37845" algn="l"/>
              </a:tabLst>
            </a:pPr>
            <a:r>
              <a:rPr dirty="0" spc="-10">
                <a:solidFill>
                  <a:srgbClr val="FFFFFF"/>
                </a:solidFill>
              </a:rPr>
              <a:t>3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分子运动速率分布图</a:t>
            </a:r>
            <a:r>
              <a:rPr dirty="0" spc="-10">
                <a:solidFill>
                  <a:srgbClr val="FFFFFF"/>
                </a:solidFill>
              </a:rPr>
              <a:t>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0876" y="909827"/>
            <a:ext cx="6038088" cy="4297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2703" y="2226716"/>
            <a:ext cx="4605655" cy="1714500"/>
          </a:xfrm>
          <a:custGeom>
            <a:avLst/>
            <a:gdLst/>
            <a:ahLst/>
            <a:cxnLst/>
            <a:rect l="l" t="t" r="r" b="b"/>
            <a:pathLst>
              <a:path w="4605655" h="1714500">
                <a:moveTo>
                  <a:pt x="2504706" y="12700"/>
                </a:moveTo>
                <a:lnTo>
                  <a:pt x="2222995" y="12700"/>
                </a:lnTo>
                <a:lnTo>
                  <a:pt x="2235111" y="0"/>
                </a:lnTo>
                <a:lnTo>
                  <a:pt x="2492146" y="0"/>
                </a:lnTo>
                <a:lnTo>
                  <a:pt x="2504706" y="12700"/>
                </a:lnTo>
                <a:close/>
              </a:path>
              <a:path w="4605655" h="1714500">
                <a:moveTo>
                  <a:pt x="2225471" y="25400"/>
                </a:moveTo>
                <a:lnTo>
                  <a:pt x="2174430" y="25400"/>
                </a:lnTo>
                <a:lnTo>
                  <a:pt x="2186584" y="12700"/>
                </a:lnTo>
                <a:lnTo>
                  <a:pt x="2237486" y="12700"/>
                </a:lnTo>
                <a:lnTo>
                  <a:pt x="2225471" y="25400"/>
                </a:lnTo>
                <a:close/>
              </a:path>
              <a:path w="4605655" h="1714500">
                <a:moveTo>
                  <a:pt x="2555684" y="25400"/>
                </a:moveTo>
                <a:lnTo>
                  <a:pt x="2502344" y="25400"/>
                </a:lnTo>
                <a:lnTo>
                  <a:pt x="2489885" y="12700"/>
                </a:lnTo>
                <a:lnTo>
                  <a:pt x="2542857" y="12700"/>
                </a:lnTo>
                <a:lnTo>
                  <a:pt x="2555684" y="25400"/>
                </a:lnTo>
                <a:close/>
              </a:path>
              <a:path w="4605655" h="1714500">
                <a:moveTo>
                  <a:pt x="2177643" y="38100"/>
                </a:moveTo>
                <a:lnTo>
                  <a:pt x="2125586" y="38100"/>
                </a:lnTo>
                <a:lnTo>
                  <a:pt x="2137841" y="25400"/>
                </a:lnTo>
                <a:lnTo>
                  <a:pt x="2189721" y="25400"/>
                </a:lnTo>
                <a:lnTo>
                  <a:pt x="2177643" y="38100"/>
                </a:lnTo>
                <a:close/>
              </a:path>
              <a:path w="4605655" h="1714500">
                <a:moveTo>
                  <a:pt x="2552001" y="38100"/>
                </a:moveTo>
                <a:lnTo>
                  <a:pt x="2539365" y="25400"/>
                </a:lnTo>
                <a:lnTo>
                  <a:pt x="2551823" y="25400"/>
                </a:lnTo>
                <a:lnTo>
                  <a:pt x="2552001" y="38100"/>
                </a:lnTo>
                <a:close/>
              </a:path>
              <a:path w="4605655" h="1714500">
                <a:moveTo>
                  <a:pt x="2594292" y="38100"/>
                </a:moveTo>
                <a:lnTo>
                  <a:pt x="2564498" y="38100"/>
                </a:lnTo>
                <a:lnTo>
                  <a:pt x="2551823" y="25400"/>
                </a:lnTo>
                <a:lnTo>
                  <a:pt x="2581389" y="25400"/>
                </a:lnTo>
                <a:lnTo>
                  <a:pt x="2594292" y="38100"/>
                </a:lnTo>
                <a:close/>
              </a:path>
              <a:path w="4605655" h="1714500">
                <a:moveTo>
                  <a:pt x="2129485" y="50800"/>
                </a:moveTo>
                <a:lnTo>
                  <a:pt x="2088692" y="50800"/>
                </a:lnTo>
                <a:lnTo>
                  <a:pt x="2101024" y="38100"/>
                </a:lnTo>
                <a:lnTo>
                  <a:pt x="2141639" y="38100"/>
                </a:lnTo>
                <a:lnTo>
                  <a:pt x="2129485" y="50800"/>
                </a:lnTo>
                <a:close/>
              </a:path>
              <a:path w="4605655" h="1714500">
                <a:moveTo>
                  <a:pt x="2620137" y="50800"/>
                </a:moveTo>
                <a:lnTo>
                  <a:pt x="2589631" y="50800"/>
                </a:lnTo>
                <a:lnTo>
                  <a:pt x="2576893" y="38100"/>
                </a:lnTo>
                <a:lnTo>
                  <a:pt x="2607208" y="38100"/>
                </a:lnTo>
                <a:lnTo>
                  <a:pt x="2620137" y="50800"/>
                </a:lnTo>
                <a:close/>
              </a:path>
              <a:path w="4605655" h="1714500">
                <a:moveTo>
                  <a:pt x="2031415" y="88900"/>
                </a:moveTo>
                <a:lnTo>
                  <a:pt x="2001240" y="88900"/>
                </a:lnTo>
                <a:lnTo>
                  <a:pt x="2076297" y="50800"/>
                </a:lnTo>
                <a:lnTo>
                  <a:pt x="2105291" y="50800"/>
                </a:lnTo>
                <a:lnTo>
                  <a:pt x="2093023" y="63500"/>
                </a:lnTo>
                <a:lnTo>
                  <a:pt x="2080907" y="63500"/>
                </a:lnTo>
                <a:lnTo>
                  <a:pt x="2056193" y="76200"/>
                </a:lnTo>
                <a:lnTo>
                  <a:pt x="2056320" y="76200"/>
                </a:lnTo>
                <a:lnTo>
                  <a:pt x="2031415" y="88900"/>
                </a:lnTo>
                <a:close/>
              </a:path>
              <a:path w="4605655" h="1714500">
                <a:moveTo>
                  <a:pt x="2672041" y="76200"/>
                </a:moveTo>
                <a:lnTo>
                  <a:pt x="2653144" y="76200"/>
                </a:lnTo>
                <a:lnTo>
                  <a:pt x="2640266" y="63500"/>
                </a:lnTo>
                <a:lnTo>
                  <a:pt x="2627630" y="63500"/>
                </a:lnTo>
                <a:lnTo>
                  <a:pt x="2614803" y="50800"/>
                </a:lnTo>
                <a:lnTo>
                  <a:pt x="2646057" y="50800"/>
                </a:lnTo>
                <a:lnTo>
                  <a:pt x="2672041" y="76200"/>
                </a:lnTo>
                <a:close/>
              </a:path>
              <a:path w="4605655" h="1714500">
                <a:moveTo>
                  <a:pt x="2698076" y="88900"/>
                </a:moveTo>
                <a:lnTo>
                  <a:pt x="2678747" y="88900"/>
                </a:lnTo>
                <a:lnTo>
                  <a:pt x="2665831" y="76200"/>
                </a:lnTo>
                <a:lnTo>
                  <a:pt x="2685059" y="76200"/>
                </a:lnTo>
                <a:lnTo>
                  <a:pt x="2698076" y="88900"/>
                </a:lnTo>
                <a:close/>
              </a:path>
              <a:path w="4605655" h="1714500">
                <a:moveTo>
                  <a:pt x="1712226" y="254000"/>
                </a:moveTo>
                <a:lnTo>
                  <a:pt x="1705419" y="254000"/>
                </a:lnTo>
                <a:lnTo>
                  <a:pt x="1734096" y="228600"/>
                </a:lnTo>
                <a:lnTo>
                  <a:pt x="1762353" y="215900"/>
                </a:lnTo>
                <a:lnTo>
                  <a:pt x="1790204" y="190500"/>
                </a:lnTo>
                <a:lnTo>
                  <a:pt x="1844814" y="165100"/>
                </a:lnTo>
                <a:lnTo>
                  <a:pt x="1924253" y="127000"/>
                </a:lnTo>
                <a:lnTo>
                  <a:pt x="1950161" y="101600"/>
                </a:lnTo>
                <a:lnTo>
                  <a:pt x="1975815" y="88900"/>
                </a:lnTo>
                <a:lnTo>
                  <a:pt x="2006549" y="88900"/>
                </a:lnTo>
                <a:lnTo>
                  <a:pt x="1981238" y="101600"/>
                </a:lnTo>
                <a:lnTo>
                  <a:pt x="1955787" y="114300"/>
                </a:lnTo>
                <a:lnTo>
                  <a:pt x="1930069" y="127000"/>
                </a:lnTo>
                <a:lnTo>
                  <a:pt x="1904047" y="139700"/>
                </a:lnTo>
                <a:lnTo>
                  <a:pt x="1877733" y="165100"/>
                </a:lnTo>
                <a:lnTo>
                  <a:pt x="1851088" y="177800"/>
                </a:lnTo>
                <a:lnTo>
                  <a:pt x="1824088" y="190500"/>
                </a:lnTo>
                <a:lnTo>
                  <a:pt x="1796732" y="203200"/>
                </a:lnTo>
                <a:lnTo>
                  <a:pt x="1768970" y="228600"/>
                </a:lnTo>
                <a:lnTo>
                  <a:pt x="1740814" y="241300"/>
                </a:lnTo>
                <a:lnTo>
                  <a:pt x="1712226" y="254000"/>
                </a:lnTo>
                <a:close/>
              </a:path>
              <a:path w="4605655" h="1714500">
                <a:moveTo>
                  <a:pt x="2737180" y="114300"/>
                </a:moveTo>
                <a:lnTo>
                  <a:pt x="2717330" y="114300"/>
                </a:lnTo>
                <a:lnTo>
                  <a:pt x="2704376" y="101600"/>
                </a:lnTo>
                <a:lnTo>
                  <a:pt x="2691587" y="101600"/>
                </a:lnTo>
                <a:lnTo>
                  <a:pt x="2678658" y="88900"/>
                </a:lnTo>
                <a:lnTo>
                  <a:pt x="2711107" y="88900"/>
                </a:lnTo>
                <a:lnTo>
                  <a:pt x="2737180" y="114300"/>
                </a:lnTo>
                <a:close/>
              </a:path>
              <a:path w="4605655" h="1714500">
                <a:moveTo>
                  <a:pt x="3778338" y="914400"/>
                </a:moveTo>
                <a:lnTo>
                  <a:pt x="3754005" y="914400"/>
                </a:lnTo>
                <a:lnTo>
                  <a:pt x="3718331" y="889000"/>
                </a:lnTo>
                <a:lnTo>
                  <a:pt x="3613378" y="812800"/>
                </a:lnTo>
                <a:lnTo>
                  <a:pt x="3578352" y="800100"/>
                </a:lnTo>
                <a:lnTo>
                  <a:pt x="3542919" y="762000"/>
                </a:lnTo>
                <a:lnTo>
                  <a:pt x="3469957" y="711200"/>
                </a:lnTo>
                <a:lnTo>
                  <a:pt x="3431984" y="685800"/>
                </a:lnTo>
                <a:lnTo>
                  <a:pt x="3392728" y="660400"/>
                </a:lnTo>
                <a:lnTo>
                  <a:pt x="3351949" y="635000"/>
                </a:lnTo>
                <a:lnTo>
                  <a:pt x="3298482" y="596900"/>
                </a:lnTo>
                <a:lnTo>
                  <a:pt x="3287382" y="584200"/>
                </a:lnTo>
                <a:lnTo>
                  <a:pt x="3264979" y="571500"/>
                </a:lnTo>
                <a:lnTo>
                  <a:pt x="3242221" y="546100"/>
                </a:lnTo>
                <a:lnTo>
                  <a:pt x="3219145" y="533400"/>
                </a:lnTo>
                <a:lnTo>
                  <a:pt x="3195777" y="508000"/>
                </a:lnTo>
                <a:lnTo>
                  <a:pt x="3172129" y="495300"/>
                </a:lnTo>
                <a:lnTo>
                  <a:pt x="3148203" y="469900"/>
                </a:lnTo>
                <a:lnTo>
                  <a:pt x="3124034" y="444500"/>
                </a:lnTo>
                <a:lnTo>
                  <a:pt x="3075012" y="406400"/>
                </a:lnTo>
                <a:lnTo>
                  <a:pt x="3025165" y="355600"/>
                </a:lnTo>
                <a:lnTo>
                  <a:pt x="2974657" y="317500"/>
                </a:lnTo>
                <a:lnTo>
                  <a:pt x="2949206" y="292100"/>
                </a:lnTo>
                <a:lnTo>
                  <a:pt x="2923641" y="266700"/>
                </a:lnTo>
                <a:lnTo>
                  <a:pt x="2897974" y="254000"/>
                </a:lnTo>
                <a:lnTo>
                  <a:pt x="2872232" y="228600"/>
                </a:lnTo>
                <a:lnTo>
                  <a:pt x="2846438" y="203200"/>
                </a:lnTo>
                <a:lnTo>
                  <a:pt x="2820593" y="190500"/>
                </a:lnTo>
                <a:lnTo>
                  <a:pt x="2794736" y="165100"/>
                </a:lnTo>
                <a:lnTo>
                  <a:pt x="2768866" y="152400"/>
                </a:lnTo>
                <a:lnTo>
                  <a:pt x="2755976" y="139700"/>
                </a:lnTo>
                <a:lnTo>
                  <a:pt x="2743060" y="127000"/>
                </a:lnTo>
                <a:lnTo>
                  <a:pt x="2730220" y="127000"/>
                </a:lnTo>
                <a:lnTo>
                  <a:pt x="2717253" y="114300"/>
                </a:lnTo>
                <a:lnTo>
                  <a:pt x="2750223" y="114300"/>
                </a:lnTo>
                <a:lnTo>
                  <a:pt x="2776308" y="139700"/>
                </a:lnTo>
                <a:lnTo>
                  <a:pt x="2802369" y="152400"/>
                </a:lnTo>
                <a:lnTo>
                  <a:pt x="2828404" y="177800"/>
                </a:lnTo>
                <a:lnTo>
                  <a:pt x="2854388" y="190500"/>
                </a:lnTo>
                <a:lnTo>
                  <a:pt x="2931922" y="266700"/>
                </a:lnTo>
                <a:lnTo>
                  <a:pt x="2957563" y="279400"/>
                </a:lnTo>
                <a:lnTo>
                  <a:pt x="3033636" y="355600"/>
                </a:lnTo>
                <a:lnTo>
                  <a:pt x="3083483" y="393700"/>
                </a:lnTo>
                <a:lnTo>
                  <a:pt x="3132467" y="444500"/>
                </a:lnTo>
                <a:lnTo>
                  <a:pt x="3156585" y="457200"/>
                </a:lnTo>
                <a:lnTo>
                  <a:pt x="3180435" y="482600"/>
                </a:lnTo>
                <a:lnTo>
                  <a:pt x="3203994" y="495300"/>
                </a:lnTo>
                <a:lnTo>
                  <a:pt x="3227235" y="520700"/>
                </a:lnTo>
                <a:lnTo>
                  <a:pt x="3250158" y="533400"/>
                </a:lnTo>
                <a:lnTo>
                  <a:pt x="3272739" y="558800"/>
                </a:lnTo>
                <a:lnTo>
                  <a:pt x="3294951" y="571500"/>
                </a:lnTo>
                <a:lnTo>
                  <a:pt x="3305873" y="584200"/>
                </a:lnTo>
                <a:lnTo>
                  <a:pt x="3316732" y="584200"/>
                </a:lnTo>
                <a:lnTo>
                  <a:pt x="3359327" y="622300"/>
                </a:lnTo>
                <a:lnTo>
                  <a:pt x="3400183" y="647700"/>
                </a:lnTo>
                <a:lnTo>
                  <a:pt x="3439502" y="673100"/>
                </a:lnTo>
                <a:lnTo>
                  <a:pt x="3477501" y="698500"/>
                </a:lnTo>
                <a:lnTo>
                  <a:pt x="3550437" y="762000"/>
                </a:lnTo>
                <a:lnTo>
                  <a:pt x="3585794" y="787400"/>
                </a:lnTo>
                <a:lnTo>
                  <a:pt x="3620719" y="812800"/>
                </a:lnTo>
                <a:lnTo>
                  <a:pt x="3638067" y="825500"/>
                </a:lnTo>
                <a:lnTo>
                  <a:pt x="3655415" y="838200"/>
                </a:lnTo>
                <a:lnTo>
                  <a:pt x="3672700" y="838200"/>
                </a:lnTo>
                <a:lnTo>
                  <a:pt x="3690112" y="850900"/>
                </a:lnTo>
                <a:lnTo>
                  <a:pt x="3707536" y="863600"/>
                </a:lnTo>
                <a:lnTo>
                  <a:pt x="3725037" y="876300"/>
                </a:lnTo>
                <a:lnTo>
                  <a:pt x="3742651" y="889000"/>
                </a:lnTo>
                <a:lnTo>
                  <a:pt x="3760406" y="901700"/>
                </a:lnTo>
                <a:lnTo>
                  <a:pt x="3778338" y="914400"/>
                </a:lnTo>
                <a:close/>
              </a:path>
              <a:path w="4605655" h="1714500">
                <a:moveTo>
                  <a:pt x="1622628" y="317500"/>
                </a:moveTo>
                <a:lnTo>
                  <a:pt x="1615059" y="317500"/>
                </a:lnTo>
                <a:lnTo>
                  <a:pt x="1645881" y="292100"/>
                </a:lnTo>
                <a:lnTo>
                  <a:pt x="1676031" y="266700"/>
                </a:lnTo>
                <a:lnTo>
                  <a:pt x="1690827" y="254000"/>
                </a:lnTo>
                <a:lnTo>
                  <a:pt x="1712277" y="254000"/>
                </a:lnTo>
                <a:lnTo>
                  <a:pt x="1697761" y="266700"/>
                </a:lnTo>
                <a:lnTo>
                  <a:pt x="1683105" y="279400"/>
                </a:lnTo>
                <a:lnTo>
                  <a:pt x="1668272" y="292100"/>
                </a:lnTo>
                <a:lnTo>
                  <a:pt x="1653235" y="304800"/>
                </a:lnTo>
                <a:lnTo>
                  <a:pt x="1638071" y="304800"/>
                </a:lnTo>
                <a:lnTo>
                  <a:pt x="1622628" y="317500"/>
                </a:lnTo>
                <a:close/>
              </a:path>
              <a:path w="4605655" h="1714500">
                <a:moveTo>
                  <a:pt x="7378" y="1714500"/>
                </a:moveTo>
                <a:lnTo>
                  <a:pt x="0" y="1701800"/>
                </a:lnTo>
                <a:lnTo>
                  <a:pt x="71754" y="1651000"/>
                </a:lnTo>
                <a:lnTo>
                  <a:pt x="144576" y="1600200"/>
                </a:lnTo>
                <a:lnTo>
                  <a:pt x="181724" y="1562100"/>
                </a:lnTo>
                <a:lnTo>
                  <a:pt x="219570" y="1536700"/>
                </a:lnTo>
                <a:lnTo>
                  <a:pt x="258216" y="1511300"/>
                </a:lnTo>
                <a:lnTo>
                  <a:pt x="297827" y="1485900"/>
                </a:lnTo>
                <a:lnTo>
                  <a:pt x="338518" y="1447800"/>
                </a:lnTo>
                <a:lnTo>
                  <a:pt x="380453" y="1422400"/>
                </a:lnTo>
                <a:lnTo>
                  <a:pt x="423748" y="1384300"/>
                </a:lnTo>
                <a:lnTo>
                  <a:pt x="468541" y="1346200"/>
                </a:lnTo>
                <a:lnTo>
                  <a:pt x="514985" y="1308100"/>
                </a:lnTo>
                <a:lnTo>
                  <a:pt x="563194" y="1270000"/>
                </a:lnTo>
                <a:lnTo>
                  <a:pt x="613321" y="1231900"/>
                </a:lnTo>
                <a:lnTo>
                  <a:pt x="665505" y="1181100"/>
                </a:lnTo>
                <a:lnTo>
                  <a:pt x="692569" y="1155700"/>
                </a:lnTo>
                <a:lnTo>
                  <a:pt x="720521" y="1143000"/>
                </a:lnTo>
                <a:lnTo>
                  <a:pt x="749325" y="1104900"/>
                </a:lnTo>
                <a:lnTo>
                  <a:pt x="778929" y="1079500"/>
                </a:lnTo>
                <a:lnTo>
                  <a:pt x="809269" y="1054100"/>
                </a:lnTo>
                <a:lnTo>
                  <a:pt x="840308" y="1028700"/>
                </a:lnTo>
                <a:lnTo>
                  <a:pt x="871969" y="990600"/>
                </a:lnTo>
                <a:lnTo>
                  <a:pt x="904201" y="965200"/>
                </a:lnTo>
                <a:lnTo>
                  <a:pt x="970165" y="901700"/>
                </a:lnTo>
                <a:lnTo>
                  <a:pt x="1037729" y="838200"/>
                </a:lnTo>
                <a:lnTo>
                  <a:pt x="1106487" y="762000"/>
                </a:lnTo>
                <a:lnTo>
                  <a:pt x="1175981" y="698500"/>
                </a:lnTo>
                <a:lnTo>
                  <a:pt x="1210868" y="673100"/>
                </a:lnTo>
                <a:lnTo>
                  <a:pt x="1280617" y="596900"/>
                </a:lnTo>
                <a:lnTo>
                  <a:pt x="1315389" y="571500"/>
                </a:lnTo>
                <a:lnTo>
                  <a:pt x="1350010" y="533400"/>
                </a:lnTo>
                <a:lnTo>
                  <a:pt x="1384427" y="508000"/>
                </a:lnTo>
                <a:lnTo>
                  <a:pt x="1418577" y="469900"/>
                </a:lnTo>
                <a:lnTo>
                  <a:pt x="1452422" y="444500"/>
                </a:lnTo>
                <a:lnTo>
                  <a:pt x="1518958" y="393700"/>
                </a:lnTo>
                <a:lnTo>
                  <a:pt x="1551533" y="355600"/>
                </a:lnTo>
                <a:lnTo>
                  <a:pt x="1567637" y="342900"/>
                </a:lnTo>
                <a:lnTo>
                  <a:pt x="1599399" y="317500"/>
                </a:lnTo>
                <a:lnTo>
                  <a:pt x="1622679" y="317500"/>
                </a:lnTo>
                <a:lnTo>
                  <a:pt x="1607070" y="330200"/>
                </a:lnTo>
                <a:lnTo>
                  <a:pt x="1591360" y="342900"/>
                </a:lnTo>
                <a:lnTo>
                  <a:pt x="1575485" y="355600"/>
                </a:lnTo>
                <a:lnTo>
                  <a:pt x="1559471" y="368300"/>
                </a:lnTo>
                <a:lnTo>
                  <a:pt x="1527022" y="393700"/>
                </a:lnTo>
                <a:lnTo>
                  <a:pt x="1494104" y="419100"/>
                </a:lnTo>
                <a:lnTo>
                  <a:pt x="1460741" y="457200"/>
                </a:lnTo>
                <a:lnTo>
                  <a:pt x="1426984" y="482600"/>
                </a:lnTo>
                <a:lnTo>
                  <a:pt x="1392923" y="508000"/>
                </a:lnTo>
                <a:lnTo>
                  <a:pt x="1358582" y="546100"/>
                </a:lnTo>
                <a:lnTo>
                  <a:pt x="1324025" y="571500"/>
                </a:lnTo>
                <a:lnTo>
                  <a:pt x="1289316" y="609600"/>
                </a:lnTo>
                <a:lnTo>
                  <a:pt x="1254506" y="647700"/>
                </a:lnTo>
                <a:lnTo>
                  <a:pt x="1219644" y="673100"/>
                </a:lnTo>
                <a:lnTo>
                  <a:pt x="1184795" y="711200"/>
                </a:lnTo>
                <a:lnTo>
                  <a:pt x="1115339" y="774700"/>
                </a:lnTo>
                <a:lnTo>
                  <a:pt x="979017" y="914400"/>
                </a:lnTo>
                <a:lnTo>
                  <a:pt x="913015" y="977900"/>
                </a:lnTo>
                <a:lnTo>
                  <a:pt x="880744" y="1003300"/>
                </a:lnTo>
                <a:lnTo>
                  <a:pt x="849045" y="1041400"/>
                </a:lnTo>
                <a:lnTo>
                  <a:pt x="817956" y="1066800"/>
                </a:lnTo>
                <a:lnTo>
                  <a:pt x="787552" y="1092200"/>
                </a:lnTo>
                <a:lnTo>
                  <a:pt x="757859" y="1117600"/>
                </a:lnTo>
                <a:lnTo>
                  <a:pt x="728954" y="1143000"/>
                </a:lnTo>
                <a:lnTo>
                  <a:pt x="673722" y="1193800"/>
                </a:lnTo>
                <a:lnTo>
                  <a:pt x="621461" y="1244600"/>
                </a:lnTo>
                <a:lnTo>
                  <a:pt x="571271" y="1282700"/>
                </a:lnTo>
                <a:lnTo>
                  <a:pt x="522986" y="1320800"/>
                </a:lnTo>
                <a:lnTo>
                  <a:pt x="476478" y="1358900"/>
                </a:lnTo>
                <a:lnTo>
                  <a:pt x="431609" y="1397000"/>
                </a:lnTo>
                <a:lnTo>
                  <a:pt x="388239" y="1422400"/>
                </a:lnTo>
                <a:lnTo>
                  <a:pt x="346252" y="1460500"/>
                </a:lnTo>
                <a:lnTo>
                  <a:pt x="305485" y="1485900"/>
                </a:lnTo>
                <a:lnTo>
                  <a:pt x="265811" y="1524000"/>
                </a:lnTo>
                <a:lnTo>
                  <a:pt x="227101" y="1549400"/>
                </a:lnTo>
                <a:lnTo>
                  <a:pt x="189217" y="1574800"/>
                </a:lnTo>
                <a:lnTo>
                  <a:pt x="152019" y="1600200"/>
                </a:lnTo>
                <a:lnTo>
                  <a:pt x="79146" y="1663700"/>
                </a:lnTo>
                <a:lnTo>
                  <a:pt x="7378" y="1714500"/>
                </a:lnTo>
                <a:close/>
              </a:path>
              <a:path w="4605655" h="1714500">
                <a:moveTo>
                  <a:pt x="3890937" y="965200"/>
                </a:moveTo>
                <a:lnTo>
                  <a:pt x="3846779" y="965200"/>
                </a:lnTo>
                <a:lnTo>
                  <a:pt x="3827703" y="952500"/>
                </a:lnTo>
                <a:lnTo>
                  <a:pt x="3808920" y="939800"/>
                </a:lnTo>
                <a:lnTo>
                  <a:pt x="3772090" y="914400"/>
                </a:lnTo>
                <a:lnTo>
                  <a:pt x="3796360" y="914400"/>
                </a:lnTo>
                <a:lnTo>
                  <a:pt x="3814787" y="927100"/>
                </a:lnTo>
                <a:lnTo>
                  <a:pt x="3833380" y="939800"/>
                </a:lnTo>
                <a:lnTo>
                  <a:pt x="3852252" y="952500"/>
                </a:lnTo>
                <a:lnTo>
                  <a:pt x="3871315" y="952500"/>
                </a:lnTo>
                <a:lnTo>
                  <a:pt x="3890937" y="965200"/>
                </a:lnTo>
                <a:close/>
              </a:path>
              <a:path w="4605655" h="1714500">
                <a:moveTo>
                  <a:pt x="3951249" y="990600"/>
                </a:moveTo>
                <a:lnTo>
                  <a:pt x="3905986" y="990600"/>
                </a:lnTo>
                <a:lnTo>
                  <a:pt x="3885895" y="977900"/>
                </a:lnTo>
                <a:lnTo>
                  <a:pt x="3866159" y="965200"/>
                </a:lnTo>
                <a:lnTo>
                  <a:pt x="3890822" y="965200"/>
                </a:lnTo>
                <a:lnTo>
                  <a:pt x="3910812" y="977900"/>
                </a:lnTo>
                <a:lnTo>
                  <a:pt x="3930853" y="977900"/>
                </a:lnTo>
                <a:lnTo>
                  <a:pt x="3951249" y="990600"/>
                </a:lnTo>
                <a:close/>
              </a:path>
              <a:path w="4605655" h="1714500">
                <a:moveTo>
                  <a:pt x="3992257" y="1003300"/>
                </a:moveTo>
                <a:lnTo>
                  <a:pt x="3946842" y="1003300"/>
                </a:lnTo>
                <a:lnTo>
                  <a:pt x="3926344" y="990600"/>
                </a:lnTo>
                <a:lnTo>
                  <a:pt x="3971582" y="990600"/>
                </a:lnTo>
                <a:lnTo>
                  <a:pt x="3992257" y="1003300"/>
                </a:lnTo>
                <a:close/>
              </a:path>
              <a:path w="4605655" h="1714500">
                <a:moveTo>
                  <a:pt x="4033786" y="1016000"/>
                </a:moveTo>
                <a:lnTo>
                  <a:pt x="3988244" y="1016000"/>
                </a:lnTo>
                <a:lnTo>
                  <a:pt x="3967480" y="1003300"/>
                </a:lnTo>
                <a:lnTo>
                  <a:pt x="4012869" y="1003300"/>
                </a:lnTo>
                <a:lnTo>
                  <a:pt x="4033786" y="1016000"/>
                </a:lnTo>
                <a:close/>
              </a:path>
              <a:path w="4605655" h="1714500">
                <a:moveTo>
                  <a:pt x="4075811" y="1028700"/>
                </a:moveTo>
                <a:lnTo>
                  <a:pt x="4030141" y="1028700"/>
                </a:lnTo>
                <a:lnTo>
                  <a:pt x="4009136" y="1016000"/>
                </a:lnTo>
                <a:lnTo>
                  <a:pt x="4054652" y="1016000"/>
                </a:lnTo>
                <a:lnTo>
                  <a:pt x="4075811" y="1028700"/>
                </a:lnTo>
                <a:close/>
              </a:path>
              <a:path w="4605655" h="1714500">
                <a:moveTo>
                  <a:pt x="4118305" y="1041400"/>
                </a:moveTo>
                <a:lnTo>
                  <a:pt x="4072521" y="1041400"/>
                </a:lnTo>
                <a:lnTo>
                  <a:pt x="4051274" y="1028700"/>
                </a:lnTo>
                <a:lnTo>
                  <a:pt x="4096918" y="1028700"/>
                </a:lnTo>
                <a:lnTo>
                  <a:pt x="4118305" y="1041400"/>
                </a:lnTo>
                <a:close/>
              </a:path>
              <a:path w="4605655" h="1714500">
                <a:moveTo>
                  <a:pt x="4161205" y="1054100"/>
                </a:moveTo>
                <a:lnTo>
                  <a:pt x="4115320" y="1054100"/>
                </a:lnTo>
                <a:lnTo>
                  <a:pt x="4093870" y="1041400"/>
                </a:lnTo>
                <a:lnTo>
                  <a:pt x="4139628" y="1041400"/>
                </a:lnTo>
                <a:lnTo>
                  <a:pt x="4161205" y="1054100"/>
                </a:lnTo>
                <a:close/>
              </a:path>
              <a:path w="4605655" h="1714500">
                <a:moveTo>
                  <a:pt x="4226267" y="1066800"/>
                </a:moveTo>
                <a:lnTo>
                  <a:pt x="4180243" y="1066800"/>
                </a:lnTo>
                <a:lnTo>
                  <a:pt x="4158513" y="1054100"/>
                </a:lnTo>
                <a:lnTo>
                  <a:pt x="4204423" y="1054100"/>
                </a:lnTo>
                <a:lnTo>
                  <a:pt x="4226267" y="1066800"/>
                </a:lnTo>
                <a:close/>
              </a:path>
              <a:path w="4605655" h="1714500">
                <a:moveTo>
                  <a:pt x="4314139" y="1079500"/>
                </a:moveTo>
                <a:lnTo>
                  <a:pt x="4223956" y="1079500"/>
                </a:lnTo>
                <a:lnTo>
                  <a:pt x="4202049" y="1066800"/>
                </a:lnTo>
                <a:lnTo>
                  <a:pt x="4292015" y="1066800"/>
                </a:lnTo>
                <a:lnTo>
                  <a:pt x="4314139" y="1079500"/>
                </a:lnTo>
                <a:close/>
              </a:path>
              <a:path w="4605655" h="1714500">
                <a:moveTo>
                  <a:pt x="4425403" y="1092200"/>
                </a:moveTo>
                <a:lnTo>
                  <a:pt x="4312234" y="1092200"/>
                </a:lnTo>
                <a:lnTo>
                  <a:pt x="4290072" y="1079500"/>
                </a:lnTo>
                <a:lnTo>
                  <a:pt x="4380687" y="1079500"/>
                </a:lnTo>
                <a:lnTo>
                  <a:pt x="4425403" y="1092200"/>
                </a:lnTo>
                <a:close/>
              </a:path>
              <a:path w="4605655" h="1714500">
                <a:moveTo>
                  <a:pt x="4515142" y="1104900"/>
                </a:moveTo>
                <a:lnTo>
                  <a:pt x="4423829" y="1104900"/>
                </a:lnTo>
                <a:lnTo>
                  <a:pt x="4379061" y="1092200"/>
                </a:lnTo>
                <a:lnTo>
                  <a:pt x="4470171" y="1092200"/>
                </a:lnTo>
                <a:lnTo>
                  <a:pt x="4515142" y="1104900"/>
                </a:lnTo>
                <a:close/>
              </a:path>
              <a:path w="4605655" h="1714500">
                <a:moveTo>
                  <a:pt x="4603889" y="1117600"/>
                </a:moveTo>
                <a:lnTo>
                  <a:pt x="4513745" y="1117600"/>
                </a:lnTo>
                <a:lnTo>
                  <a:pt x="4468736" y="1104900"/>
                </a:lnTo>
                <a:lnTo>
                  <a:pt x="4605235" y="1104900"/>
                </a:lnTo>
                <a:lnTo>
                  <a:pt x="4603889" y="11176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73739" y="2697619"/>
            <a:ext cx="140017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0">
                <a:solidFill>
                  <a:srgbClr val="0000FF"/>
                </a:solidFill>
                <a:latin typeface="华文楷体"/>
                <a:cs typeface="华文楷体"/>
              </a:rPr>
              <a:t>温度为200</a:t>
            </a:r>
            <a:r>
              <a:rPr dirty="0" sz="2000" spc="5" b="0">
                <a:solidFill>
                  <a:srgbClr val="0000FF"/>
                </a:solidFill>
                <a:latin typeface="华文楷体"/>
                <a:cs typeface="华文楷体"/>
              </a:rPr>
              <a:t>℃</a:t>
            </a:r>
            <a:endParaRPr sz="2000">
              <a:latin typeface="华文楷体"/>
              <a:cs typeface="华文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1647" y="4311396"/>
            <a:ext cx="6334125" cy="891540"/>
          </a:xfrm>
          <a:custGeom>
            <a:avLst/>
            <a:gdLst/>
            <a:ahLst/>
            <a:cxnLst/>
            <a:rect l="l" t="t" r="r" b="b"/>
            <a:pathLst>
              <a:path w="6334125" h="891539">
                <a:moveTo>
                  <a:pt x="0" y="0"/>
                </a:moveTo>
                <a:lnTo>
                  <a:pt x="6333744" y="0"/>
                </a:lnTo>
                <a:lnTo>
                  <a:pt x="6333744" y="891539"/>
                </a:lnTo>
                <a:lnTo>
                  <a:pt x="0" y="891539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1488" y="4301502"/>
            <a:ext cx="6353810" cy="911860"/>
          </a:xfrm>
          <a:custGeom>
            <a:avLst/>
            <a:gdLst/>
            <a:ahLst/>
            <a:cxnLst/>
            <a:rect l="l" t="t" r="r" b="b"/>
            <a:pathLst>
              <a:path w="6353809" h="911860">
                <a:moveTo>
                  <a:pt x="6343700" y="911593"/>
                </a:moveTo>
                <a:lnTo>
                  <a:pt x="9525" y="911593"/>
                </a:lnTo>
                <a:lnTo>
                  <a:pt x="7404" y="911364"/>
                </a:lnTo>
                <a:lnTo>
                  <a:pt x="0" y="902068"/>
                </a:lnTo>
                <a:lnTo>
                  <a:pt x="0" y="9525"/>
                </a:lnTo>
                <a:lnTo>
                  <a:pt x="9525" y="0"/>
                </a:lnTo>
                <a:lnTo>
                  <a:pt x="6343700" y="0"/>
                </a:lnTo>
                <a:lnTo>
                  <a:pt x="6353225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892543"/>
                </a:lnTo>
                <a:lnTo>
                  <a:pt x="9525" y="892543"/>
                </a:lnTo>
                <a:lnTo>
                  <a:pt x="19050" y="902068"/>
                </a:lnTo>
                <a:lnTo>
                  <a:pt x="6353225" y="902068"/>
                </a:lnTo>
                <a:lnTo>
                  <a:pt x="6352984" y="904189"/>
                </a:lnTo>
                <a:lnTo>
                  <a:pt x="6345821" y="911364"/>
                </a:lnTo>
                <a:lnTo>
                  <a:pt x="6343700" y="911593"/>
                </a:lnTo>
                <a:close/>
              </a:path>
              <a:path w="6353809" h="911860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6353809" h="911860">
                <a:moveTo>
                  <a:pt x="6334175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6334175" y="9525"/>
                </a:lnTo>
                <a:lnTo>
                  <a:pt x="6334175" y="19050"/>
                </a:lnTo>
                <a:close/>
              </a:path>
              <a:path w="6353809" h="911860">
                <a:moveTo>
                  <a:pt x="6334175" y="902068"/>
                </a:moveTo>
                <a:lnTo>
                  <a:pt x="6334175" y="9525"/>
                </a:lnTo>
                <a:lnTo>
                  <a:pt x="6343700" y="19050"/>
                </a:lnTo>
                <a:lnTo>
                  <a:pt x="6353225" y="19050"/>
                </a:lnTo>
                <a:lnTo>
                  <a:pt x="6353225" y="892543"/>
                </a:lnTo>
                <a:lnTo>
                  <a:pt x="6343700" y="892543"/>
                </a:lnTo>
                <a:lnTo>
                  <a:pt x="6334175" y="902068"/>
                </a:lnTo>
                <a:close/>
              </a:path>
              <a:path w="6353809" h="911860">
                <a:moveTo>
                  <a:pt x="6353225" y="19050"/>
                </a:moveTo>
                <a:lnTo>
                  <a:pt x="6343700" y="19050"/>
                </a:lnTo>
                <a:lnTo>
                  <a:pt x="6334175" y="9525"/>
                </a:lnTo>
                <a:lnTo>
                  <a:pt x="6353225" y="9525"/>
                </a:lnTo>
                <a:lnTo>
                  <a:pt x="6353225" y="19050"/>
                </a:lnTo>
                <a:close/>
              </a:path>
              <a:path w="6353809" h="911860">
                <a:moveTo>
                  <a:pt x="19050" y="902068"/>
                </a:moveTo>
                <a:lnTo>
                  <a:pt x="9525" y="892543"/>
                </a:lnTo>
                <a:lnTo>
                  <a:pt x="19050" y="892543"/>
                </a:lnTo>
                <a:lnTo>
                  <a:pt x="19050" y="902068"/>
                </a:lnTo>
                <a:close/>
              </a:path>
              <a:path w="6353809" h="911860">
                <a:moveTo>
                  <a:pt x="6334175" y="902068"/>
                </a:moveTo>
                <a:lnTo>
                  <a:pt x="19050" y="902068"/>
                </a:lnTo>
                <a:lnTo>
                  <a:pt x="19050" y="892543"/>
                </a:lnTo>
                <a:lnTo>
                  <a:pt x="6334175" y="892543"/>
                </a:lnTo>
                <a:lnTo>
                  <a:pt x="6334175" y="902068"/>
                </a:lnTo>
                <a:close/>
              </a:path>
              <a:path w="6353809" h="911860">
                <a:moveTo>
                  <a:pt x="6353225" y="902068"/>
                </a:moveTo>
                <a:lnTo>
                  <a:pt x="6334175" y="902068"/>
                </a:lnTo>
                <a:lnTo>
                  <a:pt x="6343700" y="892543"/>
                </a:lnTo>
                <a:lnTo>
                  <a:pt x="6353225" y="892543"/>
                </a:lnTo>
                <a:lnTo>
                  <a:pt x="6353225" y="90206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31647" y="4298454"/>
            <a:ext cx="6612890" cy="19113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0805" marR="593090" indent="64135">
              <a:lnSpc>
                <a:spcPct val="130000"/>
              </a:lnSpc>
              <a:spcBef>
                <a:spcPts val="95"/>
              </a:spcBef>
            </a:pPr>
            <a:r>
              <a:rPr dirty="0" sz="2000" b="1">
                <a:solidFill>
                  <a:srgbClr val="FF0000"/>
                </a:solidFill>
                <a:latin typeface="华文楷体"/>
                <a:cs typeface="华文楷体"/>
              </a:rPr>
              <a:t>注意：</a:t>
            </a:r>
            <a:r>
              <a:rPr dirty="0" sz="2000" b="1">
                <a:latin typeface="华文楷体"/>
                <a:cs typeface="华文楷体"/>
              </a:rPr>
              <a:t>温度升高，气体分子的平均动能变大，但是具 </a:t>
            </a:r>
            <a:r>
              <a:rPr dirty="0" sz="2000" b="1">
                <a:latin typeface="华文楷体"/>
                <a:cs typeface="华文楷体"/>
              </a:rPr>
              <a:t>体到某一个气体分子，其速率可能变大也可能变小。</a:t>
            </a:r>
            <a:endParaRPr sz="2000">
              <a:latin typeface="华文楷体"/>
              <a:cs typeface="华文楷体"/>
            </a:endParaRPr>
          </a:p>
          <a:p>
            <a:pPr marL="188595" marR="5080">
              <a:lnSpc>
                <a:spcPct val="124100"/>
              </a:lnSpc>
              <a:spcBef>
                <a:spcPts val="270"/>
              </a:spcBef>
            </a:pPr>
            <a:r>
              <a:rPr dirty="0" sz="2800" b="1">
                <a:latin typeface="华文楷体"/>
                <a:cs typeface="华文楷体"/>
              </a:rPr>
              <a:t>特征：中间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多</a:t>
            </a:r>
            <a:r>
              <a:rPr dirty="0" sz="2800" b="1">
                <a:latin typeface="华文楷体"/>
                <a:cs typeface="华文楷体"/>
              </a:rPr>
              <a:t>、两头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少</a:t>
            </a:r>
            <a:r>
              <a:rPr dirty="0" sz="2800" b="1">
                <a:latin typeface="华文楷体"/>
                <a:cs typeface="华文楷体"/>
              </a:rPr>
              <a:t>、高温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低头</a:t>
            </a:r>
            <a:r>
              <a:rPr dirty="0" sz="2800" b="1">
                <a:latin typeface="华文楷体"/>
                <a:cs typeface="华文楷体"/>
              </a:rPr>
              <a:t>向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右</a:t>
            </a:r>
            <a:r>
              <a:rPr dirty="0" sz="2800" spc="-5" b="1">
                <a:latin typeface="华文楷体"/>
                <a:cs typeface="华文楷体"/>
              </a:rPr>
              <a:t>跑 </a:t>
            </a:r>
            <a:r>
              <a:rPr dirty="0" sz="2800" b="1">
                <a:latin typeface="华文楷体"/>
                <a:cs typeface="华文楷体"/>
              </a:rPr>
              <a:t>结论：温度越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高</a:t>
            </a:r>
            <a:r>
              <a:rPr dirty="0" sz="2800" b="1">
                <a:latin typeface="华文楷体"/>
                <a:cs typeface="华文楷体"/>
              </a:rPr>
              <a:t>，分子的热运动越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剧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烈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75306" y="159779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61019" y="179782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4"/>
                </a:moveTo>
                <a:lnTo>
                  <a:pt x="0" y="28574"/>
                </a:lnTo>
                <a:lnTo>
                  <a:pt x="0" y="0"/>
                </a:lnTo>
                <a:lnTo>
                  <a:pt x="28575" y="0"/>
                </a:lnTo>
                <a:lnTo>
                  <a:pt x="28575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75306" y="191212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61019" y="211214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4"/>
                </a:moveTo>
                <a:lnTo>
                  <a:pt x="0" y="28574"/>
                </a:lnTo>
                <a:lnTo>
                  <a:pt x="0" y="0"/>
                </a:lnTo>
                <a:lnTo>
                  <a:pt x="28575" y="0"/>
                </a:lnTo>
                <a:lnTo>
                  <a:pt x="28575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5306" y="222644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161019" y="242647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4"/>
                </a:moveTo>
                <a:lnTo>
                  <a:pt x="0" y="28574"/>
                </a:lnTo>
                <a:lnTo>
                  <a:pt x="0" y="0"/>
                </a:lnTo>
                <a:lnTo>
                  <a:pt x="28575" y="0"/>
                </a:lnTo>
                <a:lnTo>
                  <a:pt x="28575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5306" y="254077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61019" y="274079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4"/>
                </a:moveTo>
                <a:lnTo>
                  <a:pt x="0" y="28574"/>
                </a:lnTo>
                <a:lnTo>
                  <a:pt x="0" y="0"/>
                </a:lnTo>
                <a:lnTo>
                  <a:pt x="28575" y="0"/>
                </a:lnTo>
                <a:lnTo>
                  <a:pt x="28575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75306" y="285509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61019" y="305512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4"/>
                </a:moveTo>
                <a:lnTo>
                  <a:pt x="0" y="28574"/>
                </a:lnTo>
                <a:lnTo>
                  <a:pt x="0" y="0"/>
                </a:lnTo>
                <a:lnTo>
                  <a:pt x="28575" y="0"/>
                </a:lnTo>
                <a:lnTo>
                  <a:pt x="28575" y="285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75306" y="316942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299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61019" y="336944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75306" y="348374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161019" y="368377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61019" y="3798074"/>
            <a:ext cx="28575" cy="42545"/>
          </a:xfrm>
          <a:custGeom>
            <a:avLst/>
            <a:gdLst/>
            <a:ahLst/>
            <a:cxnLst/>
            <a:rect l="l" t="t" r="r" b="b"/>
            <a:pathLst>
              <a:path w="28575" h="42545">
                <a:moveTo>
                  <a:pt x="28575" y="42405"/>
                </a:moveTo>
                <a:lnTo>
                  <a:pt x="0" y="42405"/>
                </a:lnTo>
                <a:lnTo>
                  <a:pt x="0" y="0"/>
                </a:lnTo>
                <a:lnTo>
                  <a:pt x="28575" y="0"/>
                </a:lnTo>
                <a:lnTo>
                  <a:pt x="28575" y="424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492946" y="1896173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78658" y="209619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92946" y="2210498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478658" y="2410523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92946" y="2524823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478658" y="272484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492946" y="2839148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478658" y="3039173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492946" y="3153473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78658" y="3353498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92946" y="3467798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478658" y="3667823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492946" y="3782123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07550" y="1057020"/>
            <a:ext cx="38455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pc="-10">
                <a:solidFill>
                  <a:srgbClr val="FFFFFF"/>
                </a:solidFill>
              </a:rPr>
              <a:t>4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气体压强的微观解</a:t>
            </a:r>
            <a:r>
              <a:rPr dirty="0" spc="-10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851916"/>
            <a:ext cx="1434084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9386" y="1771471"/>
            <a:ext cx="7419340" cy="4304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3720" marR="1244600" indent="626745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latin typeface="华文楷体"/>
                <a:cs typeface="华文楷体"/>
              </a:rPr>
              <a:t>结合气体分子运动特点，你认</a:t>
            </a:r>
            <a:r>
              <a:rPr dirty="0" sz="2800" spc="-5" b="1">
                <a:latin typeface="华文楷体"/>
                <a:cs typeface="华文楷体"/>
              </a:rPr>
              <a:t>为 </a:t>
            </a:r>
            <a:r>
              <a:rPr dirty="0" sz="2800" b="1">
                <a:latin typeface="华文楷体"/>
                <a:cs typeface="华文楷体"/>
              </a:rPr>
              <a:t>气体对容器的压强是如何产生的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  <a:p>
            <a:pPr marL="2519680" marR="5080" indent="384175">
              <a:lnSpc>
                <a:spcPct val="150000"/>
              </a:lnSpc>
              <a:spcBef>
                <a:spcPts val="2840"/>
              </a:spcBef>
            </a:pPr>
            <a:r>
              <a:rPr dirty="0" sz="2400" b="1">
                <a:latin typeface="华文楷体"/>
                <a:cs typeface="华文楷体"/>
              </a:rPr>
              <a:t>由于向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各个方向</a:t>
            </a:r>
            <a:r>
              <a:rPr dirty="0" sz="2400" b="1">
                <a:latin typeface="华文楷体"/>
                <a:cs typeface="华文楷体"/>
              </a:rPr>
              <a:t>运动的气体分</a:t>
            </a:r>
            <a:r>
              <a:rPr dirty="0" sz="2400" spc="-5" b="1">
                <a:latin typeface="华文楷体"/>
                <a:cs typeface="华文楷体"/>
              </a:rPr>
              <a:t>子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数目</a:t>
            </a:r>
            <a:r>
              <a:rPr dirty="0" sz="2400" b="1">
                <a:latin typeface="华文楷体"/>
                <a:cs typeface="华文楷体"/>
              </a:rPr>
              <a:t>几乎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相等</a:t>
            </a:r>
            <a:r>
              <a:rPr dirty="0" sz="2400" b="1">
                <a:latin typeface="华文楷体"/>
                <a:cs typeface="华文楷体"/>
              </a:rPr>
              <a:t>，各方向的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压强相同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Times New Roman"/>
              <a:cs typeface="Times New Roman"/>
            </a:endParaRPr>
          </a:p>
          <a:p>
            <a:pPr marL="12700" marR="2127885" indent="384175">
              <a:lnSpc>
                <a:spcPct val="150000"/>
              </a:lnSpc>
            </a:pPr>
            <a:r>
              <a:rPr dirty="0" sz="2400" b="1">
                <a:latin typeface="华文楷体"/>
                <a:cs typeface="华文楷体"/>
              </a:rPr>
              <a:t>大量气体分子频繁的作用在器壁单</a:t>
            </a:r>
            <a:r>
              <a:rPr dirty="0" sz="2400" spc="-5" b="1">
                <a:latin typeface="华文楷体"/>
                <a:cs typeface="华文楷体"/>
              </a:rPr>
              <a:t>位 </a:t>
            </a:r>
            <a:r>
              <a:rPr dirty="0" sz="2400" b="1">
                <a:latin typeface="华文楷体"/>
                <a:cs typeface="华文楷体"/>
              </a:rPr>
              <a:t>面积上，产生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持续</a:t>
            </a:r>
            <a:r>
              <a:rPr dirty="0" sz="2400" b="1">
                <a:latin typeface="华文楷体"/>
                <a:cs typeface="华文楷体"/>
              </a:rPr>
              <a:t>的压力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7532" y="3378708"/>
            <a:ext cx="2218944" cy="1524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58900" y="1248841"/>
            <a:ext cx="7880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0000"/>
                </a:solidFill>
                <a:latin typeface="华文楷体"/>
                <a:cs typeface="华文楷体"/>
              </a:rPr>
              <a:t>猜</a:t>
            </a:r>
            <a:r>
              <a:rPr dirty="0" sz="3000" spc="-5" b="1">
                <a:solidFill>
                  <a:srgbClr val="FF0000"/>
                </a:solidFill>
                <a:latin typeface="华文楷体"/>
                <a:cs typeface="华文楷体"/>
              </a:rPr>
              <a:t>想</a:t>
            </a:r>
            <a:endParaRPr sz="30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8411" y="1751076"/>
            <a:ext cx="2671572" cy="4466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68819" y="1046327"/>
            <a:ext cx="643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选择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一个</a:t>
            </a:r>
            <a:r>
              <a:rPr dirty="0" sz="2400" b="1">
                <a:latin typeface="华文楷体"/>
                <a:cs typeface="华文楷体"/>
              </a:rPr>
              <a:t>与器壁发生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正碰</a:t>
            </a:r>
            <a:r>
              <a:rPr dirty="0" sz="2400" b="1">
                <a:latin typeface="华文楷体"/>
                <a:cs typeface="华文楷体"/>
              </a:rPr>
              <a:t>的气体分子为研究对</a:t>
            </a:r>
            <a:r>
              <a:rPr dirty="0" sz="2400" spc="-5" b="1">
                <a:latin typeface="华文楷体"/>
                <a:cs typeface="华文楷体"/>
              </a:rPr>
              <a:t>象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05911" y="1620329"/>
            <a:ext cx="3178810" cy="4178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5" b="0" i="1">
                <a:latin typeface="Times New Roman"/>
                <a:cs typeface="Times New Roman"/>
              </a:rPr>
              <a:t>F</a:t>
            </a:r>
            <a:r>
              <a:rPr dirty="0" sz="2550" spc="5" b="0">
                <a:latin typeface="Symbol"/>
                <a:cs typeface="Symbol"/>
              </a:rPr>
              <a:t></a:t>
            </a:r>
            <a:r>
              <a:rPr dirty="0" sz="2550" spc="5" b="0" i="1">
                <a:latin typeface="Times New Roman"/>
                <a:cs typeface="Times New Roman"/>
              </a:rPr>
              <a:t>t </a:t>
            </a:r>
            <a:r>
              <a:rPr dirty="0" sz="2550" spc="10" b="0">
                <a:latin typeface="Symbol"/>
                <a:cs typeface="Symbol"/>
              </a:rPr>
              <a:t></a:t>
            </a:r>
            <a:r>
              <a:rPr dirty="0" sz="2550" spc="10" b="0">
                <a:latin typeface="Times New Roman"/>
                <a:cs typeface="Times New Roman"/>
              </a:rPr>
              <a:t> </a:t>
            </a:r>
            <a:r>
              <a:rPr dirty="0" sz="2550" spc="35" b="0">
                <a:latin typeface="Symbol"/>
                <a:cs typeface="Symbol"/>
              </a:rPr>
              <a:t></a:t>
            </a:r>
            <a:r>
              <a:rPr dirty="0" sz="2550" spc="35" b="0" i="1">
                <a:latin typeface="Times New Roman"/>
                <a:cs typeface="Times New Roman"/>
              </a:rPr>
              <a:t>mv </a:t>
            </a:r>
            <a:r>
              <a:rPr dirty="0" sz="2550" spc="10" b="0">
                <a:latin typeface="Symbol"/>
                <a:cs typeface="Symbol"/>
              </a:rPr>
              <a:t></a:t>
            </a:r>
            <a:r>
              <a:rPr dirty="0" sz="2550" spc="-465" b="0">
                <a:latin typeface="Times New Roman"/>
                <a:cs typeface="Times New Roman"/>
              </a:rPr>
              <a:t> </a:t>
            </a:r>
            <a:r>
              <a:rPr dirty="0" sz="2550" spc="10" b="0" i="1">
                <a:latin typeface="Times New Roman"/>
                <a:cs typeface="Times New Roman"/>
              </a:rPr>
              <a:t>mv </a:t>
            </a:r>
            <a:r>
              <a:rPr dirty="0" sz="2550" spc="10" b="0">
                <a:latin typeface="Symbol"/>
                <a:cs typeface="Symbol"/>
              </a:rPr>
              <a:t></a:t>
            </a:r>
            <a:r>
              <a:rPr dirty="0" sz="2550" spc="10" b="0">
                <a:latin typeface="Times New Roman"/>
                <a:cs typeface="Times New Roman"/>
              </a:rPr>
              <a:t> </a:t>
            </a:r>
            <a:r>
              <a:rPr dirty="0" sz="2550" spc="20" b="0">
                <a:latin typeface="Symbol"/>
                <a:cs typeface="Symbol"/>
              </a:rPr>
              <a:t></a:t>
            </a:r>
            <a:r>
              <a:rPr dirty="0" sz="2550" spc="20" b="0">
                <a:latin typeface="Times New Roman"/>
                <a:cs typeface="Times New Roman"/>
              </a:rPr>
              <a:t>2</a:t>
            </a:r>
            <a:r>
              <a:rPr dirty="0" sz="2550" spc="20" b="0" i="1">
                <a:latin typeface="Times New Roman"/>
                <a:cs typeface="Times New Roman"/>
              </a:rPr>
              <a:t>mv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70945" y="3240112"/>
            <a:ext cx="559435" cy="0"/>
          </a:xfrm>
          <a:custGeom>
            <a:avLst/>
            <a:gdLst/>
            <a:ahLst/>
            <a:cxnLst/>
            <a:rect l="l" t="t" r="r" b="b"/>
            <a:pathLst>
              <a:path w="559435" h="0">
                <a:moveTo>
                  <a:pt x="0" y="0"/>
                </a:moveTo>
                <a:lnTo>
                  <a:pt x="559371" y="0"/>
                </a:lnTo>
              </a:path>
            </a:pathLst>
          </a:custGeom>
          <a:ln w="129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408173" y="2236834"/>
            <a:ext cx="5522595" cy="1793875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algn="ctr" marR="645795">
              <a:lnSpc>
                <a:spcPct val="100000"/>
              </a:lnSpc>
              <a:spcBef>
                <a:spcPts val="86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气体分子</a:t>
            </a:r>
            <a:r>
              <a:rPr dirty="0" sz="2400" b="1">
                <a:latin typeface="华文楷体"/>
                <a:cs typeface="华文楷体"/>
              </a:rPr>
              <a:t>受到的作用力</a:t>
            </a:r>
            <a:r>
              <a:rPr dirty="0" sz="2400" spc="-5" b="1">
                <a:latin typeface="华文楷体"/>
                <a:cs typeface="华文楷体"/>
              </a:rPr>
              <a:t>为</a:t>
            </a:r>
            <a:endParaRPr sz="2400">
              <a:latin typeface="华文楷体"/>
              <a:cs typeface="华文楷体"/>
            </a:endParaRPr>
          </a:p>
          <a:p>
            <a:pPr algn="ctr" marR="600075">
              <a:lnSpc>
                <a:spcPct val="100000"/>
              </a:lnSpc>
              <a:spcBef>
                <a:spcPts val="785"/>
              </a:spcBef>
            </a:pPr>
            <a:r>
              <a:rPr dirty="0" baseline="-35147" sz="3675" spc="-30" i="1">
                <a:latin typeface="Times New Roman"/>
                <a:cs typeface="Times New Roman"/>
              </a:rPr>
              <a:t>F </a:t>
            </a:r>
            <a:r>
              <a:rPr dirty="0" baseline="-35147" sz="3675" spc="-30">
                <a:latin typeface="Symbol"/>
                <a:cs typeface="Symbol"/>
              </a:rPr>
              <a:t></a:t>
            </a:r>
            <a:r>
              <a:rPr dirty="0" baseline="-35147" sz="3675" spc="-30">
                <a:latin typeface="Times New Roman"/>
                <a:cs typeface="Times New Roman"/>
              </a:rPr>
              <a:t> </a:t>
            </a:r>
            <a:r>
              <a:rPr dirty="0" baseline="-35147" sz="3675" spc="-30">
                <a:latin typeface="Symbol"/>
                <a:cs typeface="Symbol"/>
              </a:rPr>
              <a:t></a:t>
            </a:r>
            <a:r>
              <a:rPr dirty="0" baseline="-35147" sz="3675" spc="165">
                <a:latin typeface="Times New Roman"/>
                <a:cs typeface="Times New Roman"/>
              </a:rPr>
              <a:t> </a:t>
            </a:r>
            <a:r>
              <a:rPr dirty="0" sz="2450" spc="-5">
                <a:latin typeface="Times New Roman"/>
                <a:cs typeface="Times New Roman"/>
              </a:rPr>
              <a:t>2</a:t>
            </a:r>
            <a:r>
              <a:rPr dirty="0" sz="2450" spc="-5" i="1">
                <a:latin typeface="Times New Roman"/>
                <a:cs typeface="Times New Roman"/>
              </a:rPr>
              <a:t>mv</a:t>
            </a:r>
            <a:endParaRPr sz="2450">
              <a:latin typeface="Times New Roman"/>
              <a:cs typeface="Times New Roman"/>
            </a:endParaRPr>
          </a:p>
          <a:p>
            <a:pPr algn="ctr" marL="150495">
              <a:lnSpc>
                <a:spcPct val="100000"/>
              </a:lnSpc>
              <a:spcBef>
                <a:spcPts val="505"/>
              </a:spcBef>
            </a:pPr>
            <a:r>
              <a:rPr dirty="0" sz="2450" spc="-15">
                <a:latin typeface="Symbol"/>
                <a:cs typeface="Symbol"/>
              </a:rPr>
              <a:t></a:t>
            </a:r>
            <a:r>
              <a:rPr dirty="0" sz="2450" spc="-15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2400" b="1">
                <a:latin typeface="华文楷体"/>
                <a:cs typeface="华文楷体"/>
              </a:rPr>
              <a:t>根据牛顿第三定律，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器壁受到的作用力</a:t>
            </a:r>
            <a:r>
              <a:rPr dirty="0" sz="2400" spc="-5" b="1">
                <a:latin typeface="华文楷体"/>
                <a:cs typeface="华文楷体"/>
              </a:rPr>
              <a:t>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43171" y="4300728"/>
            <a:ext cx="1711452" cy="1059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224707" y="5504675"/>
            <a:ext cx="4606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同理可以求出发生斜碰时的作用</a:t>
            </a:r>
            <a:r>
              <a:rPr dirty="0" sz="2400" spc="-5" b="1">
                <a:latin typeface="华文楷体"/>
                <a:cs typeface="华文楷体"/>
              </a:rPr>
              <a:t>力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50" y="1673059"/>
            <a:ext cx="62122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4175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气体分子对器壁的碰撞是不连续的，为什</a:t>
            </a:r>
            <a:r>
              <a:rPr dirty="0" sz="2400" spc="-5" b="1">
                <a:latin typeface="华文楷体"/>
                <a:cs typeface="华文楷体"/>
              </a:rPr>
              <a:t>么 </a:t>
            </a:r>
            <a:r>
              <a:rPr dirty="0" sz="2400" b="1">
                <a:latin typeface="华文楷体"/>
                <a:cs typeface="华文楷体"/>
              </a:rPr>
              <a:t>器壁受到的作用力却是均匀不变的呢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07550" y="1057020"/>
            <a:ext cx="38455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4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气体压强的微观解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3250" y="1673059"/>
            <a:ext cx="621220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4175">
              <a:lnSpc>
                <a:spcPct val="15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气体分子对器壁的碰撞是不连续的，为什</a:t>
            </a:r>
            <a:r>
              <a:rPr dirty="0" sz="2400" spc="-5" b="1">
                <a:latin typeface="华文楷体"/>
                <a:cs typeface="华文楷体"/>
              </a:rPr>
              <a:t>么 </a:t>
            </a:r>
            <a:r>
              <a:rPr dirty="0" sz="2400" b="1">
                <a:latin typeface="华文楷体"/>
                <a:cs typeface="华文楷体"/>
              </a:rPr>
              <a:t>器壁受到的作用力却是均匀不变的呢</a:t>
            </a:r>
            <a:r>
              <a:rPr dirty="0" sz="2400" spc="-5" b="1">
                <a:latin typeface="华文楷体"/>
                <a:cs typeface="华文楷体"/>
              </a:rPr>
              <a:t>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007550" y="1057020"/>
            <a:ext cx="38455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4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气体压强的微观解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释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1188" y="2983992"/>
            <a:ext cx="5498592" cy="308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360" y="1137767"/>
            <a:ext cx="14490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实验表</a:t>
            </a:r>
            <a:r>
              <a:rPr dirty="0" spc="-10"/>
              <a:t>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6410" y="2123833"/>
            <a:ext cx="702246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9626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单颗</a:t>
            </a:r>
            <a:r>
              <a:rPr dirty="0" sz="2400" b="1">
                <a:latin typeface="华文楷体"/>
                <a:cs typeface="华文楷体"/>
              </a:rPr>
              <a:t>豆粒给秤盘的压力很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小</a:t>
            </a:r>
            <a:r>
              <a:rPr dirty="0" sz="2400" b="1">
                <a:latin typeface="华文楷体"/>
                <a:cs typeface="华文楷体"/>
              </a:rPr>
              <a:t>，作用时间也很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短</a:t>
            </a:r>
            <a:r>
              <a:rPr dirty="0" sz="2400" spc="-5" b="1">
                <a:latin typeface="华文楷体"/>
                <a:cs typeface="华文楷体"/>
              </a:rPr>
              <a:t>，</a:t>
            </a:r>
            <a:endParaRPr sz="2400">
              <a:latin typeface="华文楷体"/>
              <a:cs typeface="华文楷体"/>
            </a:endParaRPr>
          </a:p>
          <a:p>
            <a:pPr marL="12700" marR="283845">
              <a:lnSpc>
                <a:spcPct val="200000"/>
              </a:lnSpc>
            </a:pPr>
            <a:r>
              <a:rPr dirty="0" sz="2400" b="1">
                <a:latin typeface="华文楷体"/>
                <a:cs typeface="华文楷体"/>
              </a:rPr>
              <a:t>但是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大量</a:t>
            </a:r>
            <a:r>
              <a:rPr dirty="0" sz="2400" b="1">
                <a:latin typeface="华文楷体"/>
                <a:cs typeface="华文楷体"/>
              </a:rPr>
              <a:t>的豆粒对秤盘的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频繁碰撞</a:t>
            </a:r>
            <a:r>
              <a:rPr dirty="0" sz="2400" b="1">
                <a:latin typeface="华文楷体"/>
                <a:cs typeface="华文楷体"/>
              </a:rPr>
              <a:t>，就对秤盘产</a:t>
            </a:r>
            <a:r>
              <a:rPr dirty="0" sz="2400" spc="-5" b="1">
                <a:latin typeface="华文楷体"/>
                <a:cs typeface="华文楷体"/>
              </a:rPr>
              <a:t>生 </a:t>
            </a:r>
            <a:r>
              <a:rPr dirty="0" sz="2400" b="1">
                <a:latin typeface="华文楷体"/>
                <a:cs typeface="华文楷体"/>
              </a:rPr>
              <a:t>了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持续</a:t>
            </a:r>
            <a:r>
              <a:rPr dirty="0" sz="2400" b="1">
                <a:latin typeface="华文楷体"/>
                <a:cs typeface="华文楷体"/>
              </a:rPr>
              <a:t>的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均匀</a:t>
            </a:r>
            <a:r>
              <a:rPr dirty="0" sz="2400" b="1">
                <a:latin typeface="华文楷体"/>
                <a:cs typeface="华文楷体"/>
              </a:rPr>
              <a:t>的压力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273" y="5516638"/>
            <a:ext cx="52482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1.</a:t>
            </a:r>
            <a:r>
              <a:rPr dirty="0" sz="2800">
                <a:latin typeface="华文楷体"/>
                <a:cs typeface="华文楷体"/>
              </a:rPr>
              <a:t>分子的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平均动能</a:t>
            </a:r>
            <a:r>
              <a:rPr dirty="0" sz="2800">
                <a:latin typeface="华文楷体"/>
                <a:cs typeface="华文楷体"/>
              </a:rPr>
              <a:t>越大，压强越</a:t>
            </a:r>
            <a:r>
              <a:rPr dirty="0" sz="2800" spc="-5">
                <a:latin typeface="华文楷体"/>
                <a:cs typeface="华文楷体"/>
              </a:rPr>
              <a:t>大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504" y="972311"/>
            <a:ext cx="5513832" cy="4393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556" y="946403"/>
            <a:ext cx="5603748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4393" y="5449265"/>
            <a:ext cx="489267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华文楷体"/>
                <a:cs typeface="华文楷体"/>
              </a:rPr>
              <a:t>2.</a:t>
            </a:r>
            <a:r>
              <a:rPr dirty="0" sz="2800">
                <a:latin typeface="华文楷体"/>
                <a:cs typeface="华文楷体"/>
              </a:rPr>
              <a:t>分子的</a:t>
            </a:r>
            <a:r>
              <a:rPr dirty="0" sz="2800">
                <a:solidFill>
                  <a:srgbClr val="FF0000"/>
                </a:solidFill>
                <a:latin typeface="华文楷体"/>
                <a:cs typeface="华文楷体"/>
              </a:rPr>
              <a:t>数密度</a:t>
            </a:r>
            <a:r>
              <a:rPr dirty="0" sz="2800">
                <a:latin typeface="华文楷体"/>
                <a:cs typeface="华文楷体"/>
              </a:rPr>
              <a:t>越大，压强越</a:t>
            </a:r>
            <a:r>
              <a:rPr dirty="0" sz="2800" spc="-5">
                <a:latin typeface="华文楷体"/>
                <a:cs typeface="华文楷体"/>
              </a:rPr>
              <a:t>大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1421" y="1693583"/>
            <a:ext cx="668020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0075">
              <a:lnSpc>
                <a:spcPct val="150000"/>
              </a:lnSpc>
              <a:spcBef>
                <a:spcPts val="100"/>
              </a:spcBef>
            </a:pPr>
            <a:r>
              <a:rPr dirty="0" sz="2800" b="1">
                <a:latin typeface="华文楷体"/>
                <a:cs typeface="华文楷体"/>
              </a:rPr>
              <a:t>你能把</a:t>
            </a:r>
            <a:r>
              <a:rPr dirty="0" sz="2800" b="1">
                <a:solidFill>
                  <a:srgbClr val="0000CC"/>
                </a:solidFill>
                <a:latin typeface="华文楷体"/>
                <a:cs typeface="华文楷体"/>
              </a:rPr>
              <a:t>气体分子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类比</a:t>
            </a:r>
            <a:r>
              <a:rPr dirty="0" sz="2800" b="1">
                <a:latin typeface="华文楷体"/>
                <a:cs typeface="华文楷体"/>
              </a:rPr>
              <a:t>成实验中的</a:t>
            </a:r>
            <a:r>
              <a:rPr dirty="0" sz="2800" b="1">
                <a:solidFill>
                  <a:srgbClr val="0000CC"/>
                </a:solidFill>
                <a:latin typeface="华文楷体"/>
                <a:cs typeface="华文楷体"/>
              </a:rPr>
              <a:t>豆粒</a:t>
            </a:r>
            <a:r>
              <a:rPr dirty="0" sz="2800" spc="-5" b="1">
                <a:latin typeface="华文楷体"/>
                <a:cs typeface="华文楷体"/>
              </a:rPr>
              <a:t>， </a:t>
            </a:r>
            <a:r>
              <a:rPr dirty="0" sz="2800" b="1">
                <a:latin typeface="华文楷体"/>
                <a:cs typeface="华文楷体"/>
              </a:rPr>
              <a:t>说说气体压强与哪些因素有关吗</a:t>
            </a:r>
            <a:r>
              <a:rPr dirty="0" sz="2800" spc="-10" b="1">
                <a:latin typeface="华文楷体"/>
                <a:cs typeface="华文楷体"/>
              </a:rPr>
              <a:t>？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5823" y="1016508"/>
            <a:ext cx="1386840" cy="1065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93139" y="1056335"/>
            <a:ext cx="7880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0000"/>
                </a:solidFill>
                <a:latin typeface="华文楷体"/>
                <a:cs typeface="华文楷体"/>
              </a:rPr>
              <a:t>思</a:t>
            </a:r>
            <a:r>
              <a:rPr dirty="0" sz="3000" spc="-5" b="1">
                <a:solidFill>
                  <a:srgbClr val="FF0000"/>
                </a:solidFill>
                <a:latin typeface="华文楷体"/>
                <a:cs typeface="华文楷体"/>
              </a:rPr>
              <a:t>考</a:t>
            </a:r>
            <a:endParaRPr sz="3000">
              <a:latin typeface="华文楷体"/>
              <a:cs typeface="华文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6071" y="3437229"/>
            <a:ext cx="95631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温度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T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676" y="3369233"/>
            <a:ext cx="3476625" cy="19932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259079" algn="l"/>
              </a:tabLst>
            </a:pPr>
            <a:r>
              <a:rPr dirty="0" sz="2800" b="1">
                <a:latin typeface="华文楷体"/>
                <a:cs typeface="华文楷体"/>
              </a:rPr>
              <a:t>气体分子的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平均动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能</a:t>
            </a:r>
            <a:endParaRPr sz="2800">
              <a:latin typeface="华文楷体"/>
              <a:cs typeface="华文楷体"/>
            </a:endParaRPr>
          </a:p>
          <a:p>
            <a:pPr marL="306705" indent="-246379">
              <a:lnSpc>
                <a:spcPct val="100000"/>
              </a:lnSpc>
              <a:spcBef>
                <a:spcPts val="3110"/>
              </a:spcBef>
              <a:buSzPct val="96428"/>
              <a:buAutoNum type="arabicPeriod"/>
              <a:tabLst>
                <a:tab pos="307340" algn="l"/>
              </a:tabLst>
            </a:pPr>
            <a:r>
              <a:rPr dirty="0" sz="2800" b="1">
                <a:latin typeface="华文楷体"/>
                <a:cs typeface="华文楷体"/>
              </a:rPr>
              <a:t>气体分子的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数密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度</a:t>
            </a:r>
            <a:endParaRPr sz="2800">
              <a:latin typeface="华文楷体"/>
              <a:cs typeface="华文楷体"/>
            </a:endParaRPr>
          </a:p>
          <a:p>
            <a:pPr algn="ctr" marR="150495">
              <a:lnSpc>
                <a:spcPct val="100000"/>
              </a:lnSpc>
              <a:spcBef>
                <a:spcPts val="2785"/>
              </a:spcBef>
            </a:pPr>
            <a:r>
              <a:rPr dirty="0" sz="2400" b="1">
                <a:solidFill>
                  <a:srgbClr val="CD15D7"/>
                </a:solidFill>
                <a:latin typeface="宋体"/>
                <a:cs typeface="宋体"/>
              </a:rPr>
              <a:t>(微观因素</a:t>
            </a:r>
            <a:r>
              <a:rPr dirty="0" sz="2400" spc="-10" b="1">
                <a:solidFill>
                  <a:srgbClr val="CD15D7"/>
                </a:solidFill>
                <a:latin typeface="宋体"/>
                <a:cs typeface="宋体"/>
              </a:rPr>
              <a:t>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69635" y="4309402"/>
            <a:ext cx="1555750" cy="1072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875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体积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V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dirty="0" sz="2400" b="1">
                <a:solidFill>
                  <a:srgbClr val="CD15D7"/>
                </a:solidFill>
                <a:latin typeface="宋体"/>
                <a:cs typeface="宋体"/>
              </a:rPr>
              <a:t>(</a:t>
            </a:r>
            <a:r>
              <a:rPr dirty="0" sz="2400" b="1">
                <a:solidFill>
                  <a:srgbClr val="CD15D7"/>
                </a:solidFill>
                <a:latin typeface="宋体"/>
                <a:cs typeface="宋体"/>
              </a:rPr>
              <a:t>宏观因素</a:t>
            </a:r>
            <a:r>
              <a:rPr dirty="0" sz="2400" spc="-10" b="1">
                <a:solidFill>
                  <a:srgbClr val="CD15D7"/>
                </a:solidFill>
                <a:latin typeface="宋体"/>
                <a:cs typeface="宋体"/>
              </a:rPr>
              <a:t>)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22354" y="3571633"/>
            <a:ext cx="719455" cy="142875"/>
          </a:xfrm>
          <a:custGeom>
            <a:avLst/>
            <a:gdLst/>
            <a:ahLst/>
            <a:cxnLst/>
            <a:rect l="l" t="t" r="r" b="b"/>
            <a:pathLst>
              <a:path w="719454" h="142875">
                <a:moveTo>
                  <a:pt x="576262" y="142875"/>
                </a:moveTo>
                <a:lnTo>
                  <a:pt x="576262" y="0"/>
                </a:lnTo>
                <a:lnTo>
                  <a:pt x="690562" y="57150"/>
                </a:lnTo>
                <a:lnTo>
                  <a:pt x="629831" y="57150"/>
                </a:lnTo>
                <a:lnTo>
                  <a:pt x="629831" y="85725"/>
                </a:lnTo>
                <a:lnTo>
                  <a:pt x="690562" y="85725"/>
                </a:lnTo>
                <a:lnTo>
                  <a:pt x="576262" y="142875"/>
                </a:lnTo>
                <a:close/>
              </a:path>
              <a:path w="719454" h="142875">
                <a:moveTo>
                  <a:pt x="576262" y="85725"/>
                </a:moveTo>
                <a:lnTo>
                  <a:pt x="0" y="85725"/>
                </a:lnTo>
                <a:lnTo>
                  <a:pt x="0" y="57150"/>
                </a:lnTo>
                <a:lnTo>
                  <a:pt x="576262" y="57150"/>
                </a:lnTo>
                <a:lnTo>
                  <a:pt x="576262" y="85725"/>
                </a:lnTo>
                <a:close/>
              </a:path>
              <a:path w="719454" h="142875">
                <a:moveTo>
                  <a:pt x="690562" y="85725"/>
                </a:moveTo>
                <a:lnTo>
                  <a:pt x="629831" y="85725"/>
                </a:lnTo>
                <a:lnTo>
                  <a:pt x="629831" y="57150"/>
                </a:lnTo>
                <a:lnTo>
                  <a:pt x="690562" y="57150"/>
                </a:lnTo>
                <a:lnTo>
                  <a:pt x="719137" y="71437"/>
                </a:lnTo>
                <a:lnTo>
                  <a:pt x="690562" y="85725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45024" y="4451261"/>
            <a:ext cx="719455" cy="142875"/>
          </a:xfrm>
          <a:custGeom>
            <a:avLst/>
            <a:gdLst/>
            <a:ahLst/>
            <a:cxnLst/>
            <a:rect l="l" t="t" r="r" b="b"/>
            <a:pathLst>
              <a:path w="719454" h="142875">
                <a:moveTo>
                  <a:pt x="576262" y="142875"/>
                </a:moveTo>
                <a:lnTo>
                  <a:pt x="576262" y="0"/>
                </a:lnTo>
                <a:lnTo>
                  <a:pt x="690562" y="57150"/>
                </a:lnTo>
                <a:lnTo>
                  <a:pt x="629843" y="57150"/>
                </a:lnTo>
                <a:lnTo>
                  <a:pt x="629843" y="85725"/>
                </a:lnTo>
                <a:lnTo>
                  <a:pt x="690562" y="85725"/>
                </a:lnTo>
                <a:lnTo>
                  <a:pt x="576262" y="142875"/>
                </a:lnTo>
                <a:close/>
              </a:path>
              <a:path w="719454" h="142875">
                <a:moveTo>
                  <a:pt x="576262" y="85725"/>
                </a:moveTo>
                <a:lnTo>
                  <a:pt x="0" y="85725"/>
                </a:lnTo>
                <a:lnTo>
                  <a:pt x="0" y="57150"/>
                </a:lnTo>
                <a:lnTo>
                  <a:pt x="576262" y="57150"/>
                </a:lnTo>
                <a:lnTo>
                  <a:pt x="576262" y="85725"/>
                </a:lnTo>
                <a:close/>
              </a:path>
              <a:path w="719454" h="142875">
                <a:moveTo>
                  <a:pt x="690562" y="85725"/>
                </a:moveTo>
                <a:lnTo>
                  <a:pt x="629843" y="85725"/>
                </a:lnTo>
                <a:lnTo>
                  <a:pt x="629843" y="57150"/>
                </a:lnTo>
                <a:lnTo>
                  <a:pt x="690562" y="57150"/>
                </a:lnTo>
                <a:lnTo>
                  <a:pt x="719137" y="71437"/>
                </a:lnTo>
                <a:lnTo>
                  <a:pt x="690562" y="85725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007550" y="1057020"/>
            <a:ext cx="38455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pc="-10">
                <a:solidFill>
                  <a:srgbClr val="FFFFFF"/>
                </a:solidFill>
              </a:rPr>
              <a:t>4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气体压强的微观解</a:t>
            </a:r>
            <a:r>
              <a:rPr dirty="0" spc="-10">
                <a:solidFill>
                  <a:srgbClr val="FFFFFF"/>
                </a:solidFill>
              </a:rPr>
              <a:t>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07550" y="1057020"/>
            <a:ext cx="38455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pc="-10">
                <a:solidFill>
                  <a:srgbClr val="FFFFFF"/>
                </a:solidFill>
              </a:rPr>
              <a:t>4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气体压强的微观解</a:t>
            </a:r>
            <a:r>
              <a:rPr dirty="0" spc="-10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5" name="object 5"/>
          <p:cNvSpPr/>
          <p:nvPr/>
        </p:nvSpPr>
        <p:spPr>
          <a:xfrm>
            <a:off x="789431" y="2647188"/>
            <a:ext cx="60396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8616" y="3991355"/>
            <a:ext cx="4782312" cy="156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1406" y="1678343"/>
            <a:ext cx="342836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0" marR="319405" indent="-292100">
              <a:lnSpc>
                <a:spcPct val="150000"/>
              </a:lnSpc>
              <a:spcBef>
                <a:spcPts val="100"/>
              </a:spcBef>
            </a:pPr>
            <a:r>
              <a:rPr dirty="0" sz="2800" spc="-5">
                <a:latin typeface="华文楷体"/>
                <a:cs typeface="华文楷体"/>
              </a:rPr>
              <a:t>1.</a:t>
            </a:r>
            <a:r>
              <a:rPr dirty="0" sz="2800">
                <a:latin typeface="华文楷体"/>
                <a:cs typeface="华文楷体"/>
              </a:rPr>
              <a:t>气体压强不变时</a:t>
            </a:r>
            <a:r>
              <a:rPr dirty="0" sz="2800" spc="-5"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分子速度增加</a:t>
            </a:r>
            <a:r>
              <a:rPr dirty="0" sz="2800" spc="-5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21590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latin typeface="华文楷体"/>
                <a:cs typeface="华文楷体"/>
              </a:rPr>
              <a:t>气体所占空间变大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98976" y="2069592"/>
            <a:ext cx="3326891" cy="1780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07550" y="1057020"/>
            <a:ext cx="38455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pc="-10">
                <a:solidFill>
                  <a:srgbClr val="FFFFFF"/>
                </a:solidFill>
              </a:rPr>
              <a:t>4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气体压强的微观解</a:t>
            </a:r>
            <a:r>
              <a:rPr dirty="0" spc="-10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8" name="object 8"/>
          <p:cNvSpPr/>
          <p:nvPr/>
        </p:nvSpPr>
        <p:spPr>
          <a:xfrm>
            <a:off x="1610966" y="5170119"/>
            <a:ext cx="1292748" cy="9385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39137" y="560169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不变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4464" y="4063403"/>
            <a:ext cx="1742948" cy="5511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22910" y="410817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增加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57156" y="5315826"/>
            <a:ext cx="1292758" cy="867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85577" y="567709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减少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70703" y="5803391"/>
            <a:ext cx="664845" cy="182880"/>
          </a:xfrm>
          <a:custGeom>
            <a:avLst/>
            <a:gdLst/>
            <a:ahLst/>
            <a:cxnLst/>
            <a:rect l="l" t="t" r="r" b="b"/>
            <a:pathLst>
              <a:path w="664845" h="182879">
                <a:moveTo>
                  <a:pt x="573024" y="182880"/>
                </a:moveTo>
                <a:lnTo>
                  <a:pt x="573024" y="137160"/>
                </a:lnTo>
                <a:lnTo>
                  <a:pt x="0" y="137160"/>
                </a:lnTo>
                <a:lnTo>
                  <a:pt x="0" y="45720"/>
                </a:lnTo>
                <a:lnTo>
                  <a:pt x="573024" y="45720"/>
                </a:lnTo>
                <a:lnTo>
                  <a:pt x="573024" y="0"/>
                </a:lnTo>
                <a:lnTo>
                  <a:pt x="664463" y="91440"/>
                </a:lnTo>
                <a:lnTo>
                  <a:pt x="573024" y="18288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64036" y="5788698"/>
            <a:ext cx="680085" cy="213995"/>
          </a:xfrm>
          <a:custGeom>
            <a:avLst/>
            <a:gdLst/>
            <a:ahLst/>
            <a:cxnLst/>
            <a:rect l="l" t="t" r="r" b="b"/>
            <a:pathLst>
              <a:path w="680085" h="213995">
                <a:moveTo>
                  <a:pt x="572706" y="61048"/>
                </a:moveTo>
                <a:lnTo>
                  <a:pt x="572706" y="0"/>
                </a:lnTo>
                <a:lnTo>
                  <a:pt x="588035" y="15328"/>
                </a:lnTo>
                <a:lnTo>
                  <a:pt x="585406" y="15328"/>
                </a:lnTo>
                <a:lnTo>
                  <a:pt x="574560" y="19824"/>
                </a:lnTo>
                <a:lnTo>
                  <a:pt x="585406" y="30670"/>
                </a:lnTo>
                <a:lnTo>
                  <a:pt x="585406" y="54698"/>
                </a:lnTo>
                <a:lnTo>
                  <a:pt x="579056" y="54698"/>
                </a:lnTo>
                <a:lnTo>
                  <a:pt x="572706" y="61048"/>
                </a:lnTo>
                <a:close/>
              </a:path>
              <a:path w="680085" h="213995">
                <a:moveTo>
                  <a:pt x="585406" y="30670"/>
                </a:moveTo>
                <a:lnTo>
                  <a:pt x="574560" y="19824"/>
                </a:lnTo>
                <a:lnTo>
                  <a:pt x="585406" y="15328"/>
                </a:lnTo>
                <a:lnTo>
                  <a:pt x="585406" y="30670"/>
                </a:lnTo>
                <a:close/>
              </a:path>
              <a:path w="680085" h="213995">
                <a:moveTo>
                  <a:pt x="661511" y="106775"/>
                </a:moveTo>
                <a:lnTo>
                  <a:pt x="585406" y="30670"/>
                </a:lnTo>
                <a:lnTo>
                  <a:pt x="585406" y="15328"/>
                </a:lnTo>
                <a:lnTo>
                  <a:pt x="588035" y="15328"/>
                </a:lnTo>
                <a:lnTo>
                  <a:pt x="674992" y="102285"/>
                </a:lnTo>
                <a:lnTo>
                  <a:pt x="666000" y="102285"/>
                </a:lnTo>
                <a:lnTo>
                  <a:pt x="661511" y="106775"/>
                </a:lnTo>
                <a:close/>
              </a:path>
              <a:path w="680085" h="213995">
                <a:moveTo>
                  <a:pt x="572706" y="158838"/>
                </a:moveTo>
                <a:lnTo>
                  <a:pt x="0" y="158838"/>
                </a:lnTo>
                <a:lnTo>
                  <a:pt x="0" y="54698"/>
                </a:lnTo>
                <a:lnTo>
                  <a:pt x="572706" y="54698"/>
                </a:lnTo>
                <a:lnTo>
                  <a:pt x="572706" y="61048"/>
                </a:lnTo>
                <a:lnTo>
                  <a:pt x="12700" y="61048"/>
                </a:lnTo>
                <a:lnTo>
                  <a:pt x="6350" y="67398"/>
                </a:lnTo>
                <a:lnTo>
                  <a:pt x="12700" y="67398"/>
                </a:lnTo>
                <a:lnTo>
                  <a:pt x="12700" y="146138"/>
                </a:lnTo>
                <a:lnTo>
                  <a:pt x="6350" y="146138"/>
                </a:lnTo>
                <a:lnTo>
                  <a:pt x="12700" y="152488"/>
                </a:lnTo>
                <a:lnTo>
                  <a:pt x="572706" y="152488"/>
                </a:lnTo>
                <a:lnTo>
                  <a:pt x="572706" y="158838"/>
                </a:lnTo>
                <a:close/>
              </a:path>
              <a:path w="680085" h="213995">
                <a:moveTo>
                  <a:pt x="585406" y="67398"/>
                </a:moveTo>
                <a:lnTo>
                  <a:pt x="12700" y="67398"/>
                </a:lnTo>
                <a:lnTo>
                  <a:pt x="12700" y="61048"/>
                </a:lnTo>
                <a:lnTo>
                  <a:pt x="572706" y="61048"/>
                </a:lnTo>
                <a:lnTo>
                  <a:pt x="579056" y="54698"/>
                </a:lnTo>
                <a:lnTo>
                  <a:pt x="585406" y="54698"/>
                </a:lnTo>
                <a:lnTo>
                  <a:pt x="585406" y="67398"/>
                </a:lnTo>
                <a:close/>
              </a:path>
              <a:path w="680085" h="213995">
                <a:moveTo>
                  <a:pt x="12700" y="67398"/>
                </a:moveTo>
                <a:lnTo>
                  <a:pt x="6350" y="67398"/>
                </a:lnTo>
                <a:lnTo>
                  <a:pt x="12700" y="61048"/>
                </a:lnTo>
                <a:lnTo>
                  <a:pt x="12700" y="67398"/>
                </a:lnTo>
                <a:close/>
              </a:path>
              <a:path w="680085" h="213995">
                <a:moveTo>
                  <a:pt x="666000" y="111264"/>
                </a:moveTo>
                <a:lnTo>
                  <a:pt x="661517" y="106768"/>
                </a:lnTo>
                <a:lnTo>
                  <a:pt x="666000" y="102285"/>
                </a:lnTo>
                <a:lnTo>
                  <a:pt x="666000" y="111264"/>
                </a:lnTo>
                <a:close/>
              </a:path>
              <a:path w="680085" h="213995">
                <a:moveTo>
                  <a:pt x="674980" y="111264"/>
                </a:moveTo>
                <a:lnTo>
                  <a:pt x="666000" y="111264"/>
                </a:lnTo>
                <a:lnTo>
                  <a:pt x="666000" y="102285"/>
                </a:lnTo>
                <a:lnTo>
                  <a:pt x="674992" y="102285"/>
                </a:lnTo>
                <a:lnTo>
                  <a:pt x="679469" y="106775"/>
                </a:lnTo>
                <a:lnTo>
                  <a:pt x="674980" y="111264"/>
                </a:lnTo>
                <a:close/>
              </a:path>
              <a:path w="680085" h="213995">
                <a:moveTo>
                  <a:pt x="588046" y="198208"/>
                </a:moveTo>
                <a:lnTo>
                  <a:pt x="585406" y="198208"/>
                </a:lnTo>
                <a:lnTo>
                  <a:pt x="585406" y="182880"/>
                </a:lnTo>
                <a:lnTo>
                  <a:pt x="661511" y="106775"/>
                </a:lnTo>
                <a:lnTo>
                  <a:pt x="666000" y="111264"/>
                </a:lnTo>
                <a:lnTo>
                  <a:pt x="674980" y="111264"/>
                </a:lnTo>
                <a:lnTo>
                  <a:pt x="588046" y="198208"/>
                </a:lnTo>
                <a:close/>
              </a:path>
              <a:path w="680085" h="213995">
                <a:moveTo>
                  <a:pt x="12700" y="152488"/>
                </a:moveTo>
                <a:lnTo>
                  <a:pt x="6350" y="146138"/>
                </a:lnTo>
                <a:lnTo>
                  <a:pt x="12700" y="146138"/>
                </a:lnTo>
                <a:lnTo>
                  <a:pt x="12700" y="152488"/>
                </a:lnTo>
                <a:close/>
              </a:path>
              <a:path w="680085" h="213995">
                <a:moveTo>
                  <a:pt x="585406" y="158838"/>
                </a:moveTo>
                <a:lnTo>
                  <a:pt x="579056" y="158838"/>
                </a:lnTo>
                <a:lnTo>
                  <a:pt x="572706" y="152488"/>
                </a:lnTo>
                <a:lnTo>
                  <a:pt x="12700" y="152488"/>
                </a:lnTo>
                <a:lnTo>
                  <a:pt x="12700" y="146138"/>
                </a:lnTo>
                <a:lnTo>
                  <a:pt x="585406" y="146138"/>
                </a:lnTo>
                <a:lnTo>
                  <a:pt x="585406" y="158838"/>
                </a:lnTo>
                <a:close/>
              </a:path>
              <a:path w="680085" h="213995">
                <a:moveTo>
                  <a:pt x="572706" y="213550"/>
                </a:moveTo>
                <a:lnTo>
                  <a:pt x="572706" y="152488"/>
                </a:lnTo>
                <a:lnTo>
                  <a:pt x="579056" y="158838"/>
                </a:lnTo>
                <a:lnTo>
                  <a:pt x="585406" y="158838"/>
                </a:lnTo>
                <a:lnTo>
                  <a:pt x="585406" y="182880"/>
                </a:lnTo>
                <a:lnTo>
                  <a:pt x="574560" y="193725"/>
                </a:lnTo>
                <a:lnTo>
                  <a:pt x="585406" y="198208"/>
                </a:lnTo>
                <a:lnTo>
                  <a:pt x="588046" y="198208"/>
                </a:lnTo>
                <a:lnTo>
                  <a:pt x="572706" y="213550"/>
                </a:lnTo>
                <a:close/>
              </a:path>
              <a:path w="680085" h="213995">
                <a:moveTo>
                  <a:pt x="585406" y="198208"/>
                </a:moveTo>
                <a:lnTo>
                  <a:pt x="574560" y="193725"/>
                </a:lnTo>
                <a:lnTo>
                  <a:pt x="585406" y="182880"/>
                </a:lnTo>
                <a:lnTo>
                  <a:pt x="585406" y="198208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18047" y="5631179"/>
            <a:ext cx="1751330" cy="490855"/>
          </a:xfrm>
          <a:custGeom>
            <a:avLst/>
            <a:gdLst/>
            <a:ahLst/>
            <a:cxnLst/>
            <a:rect l="l" t="t" r="r" b="b"/>
            <a:pathLst>
              <a:path w="1751329" h="490854">
                <a:moveTo>
                  <a:pt x="1668779" y="490728"/>
                </a:moveTo>
                <a:lnTo>
                  <a:pt x="80772" y="490728"/>
                </a:lnTo>
                <a:lnTo>
                  <a:pt x="49168" y="484155"/>
                </a:lnTo>
                <a:lnTo>
                  <a:pt x="23350" y="466524"/>
                </a:lnTo>
                <a:lnTo>
                  <a:pt x="6050" y="440421"/>
                </a:lnTo>
                <a:lnTo>
                  <a:pt x="0" y="408432"/>
                </a:lnTo>
                <a:lnTo>
                  <a:pt x="0" y="80772"/>
                </a:lnTo>
                <a:lnTo>
                  <a:pt x="6050" y="49304"/>
                </a:lnTo>
                <a:lnTo>
                  <a:pt x="23350" y="23531"/>
                </a:lnTo>
                <a:lnTo>
                  <a:pt x="49168" y="6185"/>
                </a:lnTo>
                <a:lnTo>
                  <a:pt x="80772" y="0"/>
                </a:lnTo>
                <a:lnTo>
                  <a:pt x="1668779" y="0"/>
                </a:lnTo>
                <a:lnTo>
                  <a:pt x="1700948" y="6185"/>
                </a:lnTo>
                <a:lnTo>
                  <a:pt x="1727111" y="23531"/>
                </a:lnTo>
                <a:lnTo>
                  <a:pt x="1744682" y="49304"/>
                </a:lnTo>
                <a:lnTo>
                  <a:pt x="1751076" y="80772"/>
                </a:lnTo>
                <a:lnTo>
                  <a:pt x="1751076" y="408432"/>
                </a:lnTo>
                <a:lnTo>
                  <a:pt x="1744682" y="440421"/>
                </a:lnTo>
                <a:lnTo>
                  <a:pt x="1727111" y="466524"/>
                </a:lnTo>
                <a:lnTo>
                  <a:pt x="1700948" y="484155"/>
                </a:lnTo>
                <a:lnTo>
                  <a:pt x="1668779" y="490728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11164" y="5624423"/>
            <a:ext cx="1764664" cy="502920"/>
          </a:xfrm>
          <a:custGeom>
            <a:avLst/>
            <a:gdLst/>
            <a:ahLst/>
            <a:cxnLst/>
            <a:rect l="l" t="t" r="r" b="b"/>
            <a:pathLst>
              <a:path w="1764665" h="502920">
                <a:moveTo>
                  <a:pt x="1693989" y="501650"/>
                </a:moveTo>
                <a:lnTo>
                  <a:pt x="70294" y="501650"/>
                </a:lnTo>
                <a:lnTo>
                  <a:pt x="61836" y="499110"/>
                </a:lnTo>
                <a:lnTo>
                  <a:pt x="53733" y="496570"/>
                </a:lnTo>
                <a:lnTo>
                  <a:pt x="49834" y="494029"/>
                </a:lnTo>
                <a:lnTo>
                  <a:pt x="46024" y="492760"/>
                </a:lnTo>
                <a:lnTo>
                  <a:pt x="22796" y="473710"/>
                </a:lnTo>
                <a:lnTo>
                  <a:pt x="20027" y="471170"/>
                </a:lnTo>
                <a:lnTo>
                  <a:pt x="17411" y="467360"/>
                </a:lnTo>
                <a:lnTo>
                  <a:pt x="14947" y="463550"/>
                </a:lnTo>
                <a:lnTo>
                  <a:pt x="12661" y="461010"/>
                </a:lnTo>
                <a:lnTo>
                  <a:pt x="10528" y="457200"/>
                </a:lnTo>
                <a:lnTo>
                  <a:pt x="8585" y="453389"/>
                </a:lnTo>
                <a:lnTo>
                  <a:pt x="6819" y="449579"/>
                </a:lnTo>
                <a:lnTo>
                  <a:pt x="5245" y="444500"/>
                </a:lnTo>
                <a:lnTo>
                  <a:pt x="3848" y="440689"/>
                </a:lnTo>
                <a:lnTo>
                  <a:pt x="2667" y="436879"/>
                </a:lnTo>
                <a:lnTo>
                  <a:pt x="1676" y="433070"/>
                </a:lnTo>
                <a:lnTo>
                  <a:pt x="342" y="424179"/>
                </a:lnTo>
                <a:lnTo>
                  <a:pt x="0" y="419100"/>
                </a:lnTo>
                <a:lnTo>
                  <a:pt x="0" y="82550"/>
                </a:lnTo>
                <a:lnTo>
                  <a:pt x="342" y="78739"/>
                </a:lnTo>
                <a:lnTo>
                  <a:pt x="901" y="73660"/>
                </a:lnTo>
                <a:lnTo>
                  <a:pt x="1676" y="69850"/>
                </a:lnTo>
                <a:lnTo>
                  <a:pt x="2667" y="66039"/>
                </a:lnTo>
                <a:lnTo>
                  <a:pt x="3848" y="60960"/>
                </a:lnTo>
                <a:lnTo>
                  <a:pt x="20027" y="31750"/>
                </a:lnTo>
                <a:lnTo>
                  <a:pt x="22796" y="27939"/>
                </a:lnTo>
                <a:lnTo>
                  <a:pt x="25717" y="25400"/>
                </a:lnTo>
                <a:lnTo>
                  <a:pt x="28778" y="22860"/>
                </a:lnTo>
                <a:lnTo>
                  <a:pt x="31965" y="19050"/>
                </a:lnTo>
                <a:lnTo>
                  <a:pt x="35306" y="16510"/>
                </a:lnTo>
                <a:lnTo>
                  <a:pt x="38760" y="13970"/>
                </a:lnTo>
                <a:lnTo>
                  <a:pt x="42329" y="12700"/>
                </a:lnTo>
                <a:lnTo>
                  <a:pt x="46024" y="10160"/>
                </a:lnTo>
                <a:lnTo>
                  <a:pt x="49834" y="7620"/>
                </a:lnTo>
                <a:lnTo>
                  <a:pt x="53733" y="6350"/>
                </a:lnTo>
                <a:lnTo>
                  <a:pt x="61836" y="3810"/>
                </a:lnTo>
                <a:lnTo>
                  <a:pt x="74637" y="0"/>
                </a:lnTo>
                <a:lnTo>
                  <a:pt x="1689646" y="0"/>
                </a:lnTo>
                <a:lnTo>
                  <a:pt x="1721942" y="12700"/>
                </a:lnTo>
                <a:lnTo>
                  <a:pt x="76708" y="12700"/>
                </a:lnTo>
                <a:lnTo>
                  <a:pt x="72682" y="13970"/>
                </a:lnTo>
                <a:lnTo>
                  <a:pt x="69342" y="13970"/>
                </a:lnTo>
                <a:lnTo>
                  <a:pt x="65468" y="15239"/>
                </a:lnTo>
                <a:lnTo>
                  <a:pt x="65760" y="15239"/>
                </a:lnTo>
                <a:lnTo>
                  <a:pt x="61963" y="16510"/>
                </a:lnTo>
                <a:lnTo>
                  <a:pt x="62255" y="16510"/>
                </a:lnTo>
                <a:lnTo>
                  <a:pt x="58534" y="17779"/>
                </a:lnTo>
                <a:lnTo>
                  <a:pt x="58826" y="17779"/>
                </a:lnTo>
                <a:lnTo>
                  <a:pt x="55206" y="19050"/>
                </a:lnTo>
                <a:lnTo>
                  <a:pt x="55486" y="19050"/>
                </a:lnTo>
                <a:lnTo>
                  <a:pt x="51955" y="21589"/>
                </a:lnTo>
                <a:lnTo>
                  <a:pt x="52222" y="21589"/>
                </a:lnTo>
                <a:lnTo>
                  <a:pt x="48793" y="22860"/>
                </a:lnTo>
                <a:lnTo>
                  <a:pt x="49060" y="22860"/>
                </a:lnTo>
                <a:lnTo>
                  <a:pt x="45745" y="25400"/>
                </a:lnTo>
                <a:lnTo>
                  <a:pt x="45999" y="25400"/>
                </a:lnTo>
                <a:lnTo>
                  <a:pt x="42786" y="26670"/>
                </a:lnTo>
                <a:lnTo>
                  <a:pt x="43027" y="26670"/>
                </a:lnTo>
                <a:lnTo>
                  <a:pt x="39941" y="29210"/>
                </a:lnTo>
                <a:lnTo>
                  <a:pt x="40170" y="29210"/>
                </a:lnTo>
                <a:lnTo>
                  <a:pt x="37198" y="31750"/>
                </a:lnTo>
                <a:lnTo>
                  <a:pt x="37426" y="31750"/>
                </a:lnTo>
                <a:lnTo>
                  <a:pt x="34582" y="34289"/>
                </a:lnTo>
                <a:lnTo>
                  <a:pt x="34798" y="34289"/>
                </a:lnTo>
                <a:lnTo>
                  <a:pt x="32092" y="36829"/>
                </a:lnTo>
                <a:lnTo>
                  <a:pt x="32296" y="36829"/>
                </a:lnTo>
                <a:lnTo>
                  <a:pt x="29718" y="39370"/>
                </a:lnTo>
                <a:lnTo>
                  <a:pt x="29921" y="39370"/>
                </a:lnTo>
                <a:lnTo>
                  <a:pt x="27482" y="41910"/>
                </a:lnTo>
                <a:lnTo>
                  <a:pt x="27673" y="41910"/>
                </a:lnTo>
                <a:lnTo>
                  <a:pt x="25387" y="45720"/>
                </a:lnTo>
                <a:lnTo>
                  <a:pt x="25565" y="45720"/>
                </a:lnTo>
                <a:lnTo>
                  <a:pt x="23431" y="48260"/>
                </a:lnTo>
                <a:lnTo>
                  <a:pt x="23596" y="48260"/>
                </a:lnTo>
                <a:lnTo>
                  <a:pt x="21615" y="52070"/>
                </a:lnTo>
                <a:lnTo>
                  <a:pt x="21767" y="52070"/>
                </a:lnTo>
                <a:lnTo>
                  <a:pt x="19964" y="54610"/>
                </a:lnTo>
                <a:lnTo>
                  <a:pt x="18453" y="58420"/>
                </a:lnTo>
                <a:lnTo>
                  <a:pt x="17606" y="60960"/>
                </a:lnTo>
                <a:lnTo>
                  <a:pt x="17221" y="60960"/>
                </a:lnTo>
                <a:lnTo>
                  <a:pt x="15938" y="64770"/>
                </a:lnTo>
                <a:lnTo>
                  <a:pt x="14922" y="68579"/>
                </a:lnTo>
                <a:lnTo>
                  <a:pt x="14097" y="72389"/>
                </a:lnTo>
                <a:lnTo>
                  <a:pt x="13436" y="76200"/>
                </a:lnTo>
                <a:lnTo>
                  <a:pt x="12966" y="80010"/>
                </a:lnTo>
                <a:lnTo>
                  <a:pt x="12780" y="82550"/>
                </a:lnTo>
                <a:lnTo>
                  <a:pt x="12700" y="83820"/>
                </a:lnTo>
                <a:lnTo>
                  <a:pt x="12614" y="415289"/>
                </a:lnTo>
                <a:lnTo>
                  <a:pt x="12674" y="419100"/>
                </a:lnTo>
                <a:lnTo>
                  <a:pt x="12992" y="422910"/>
                </a:lnTo>
                <a:lnTo>
                  <a:pt x="13487" y="426720"/>
                </a:lnTo>
                <a:lnTo>
                  <a:pt x="14160" y="430529"/>
                </a:lnTo>
                <a:lnTo>
                  <a:pt x="14322" y="430529"/>
                </a:lnTo>
                <a:lnTo>
                  <a:pt x="14998" y="434339"/>
                </a:lnTo>
                <a:lnTo>
                  <a:pt x="15290" y="434339"/>
                </a:lnTo>
                <a:lnTo>
                  <a:pt x="16027" y="436879"/>
                </a:lnTo>
                <a:lnTo>
                  <a:pt x="17221" y="440689"/>
                </a:lnTo>
                <a:lnTo>
                  <a:pt x="18580" y="444500"/>
                </a:lnTo>
                <a:lnTo>
                  <a:pt x="20091" y="447039"/>
                </a:lnTo>
                <a:lnTo>
                  <a:pt x="21767" y="450850"/>
                </a:lnTo>
                <a:lnTo>
                  <a:pt x="21615" y="450850"/>
                </a:lnTo>
                <a:lnTo>
                  <a:pt x="23596" y="454660"/>
                </a:lnTo>
                <a:lnTo>
                  <a:pt x="24142" y="454660"/>
                </a:lnTo>
                <a:lnTo>
                  <a:pt x="25565" y="457200"/>
                </a:lnTo>
                <a:lnTo>
                  <a:pt x="25387" y="457200"/>
                </a:lnTo>
                <a:lnTo>
                  <a:pt x="27673" y="459739"/>
                </a:lnTo>
                <a:lnTo>
                  <a:pt x="27482" y="459739"/>
                </a:lnTo>
                <a:lnTo>
                  <a:pt x="29921" y="463550"/>
                </a:lnTo>
                <a:lnTo>
                  <a:pt x="30577" y="463550"/>
                </a:lnTo>
                <a:lnTo>
                  <a:pt x="32296" y="466089"/>
                </a:lnTo>
                <a:lnTo>
                  <a:pt x="32994" y="466089"/>
                </a:lnTo>
                <a:lnTo>
                  <a:pt x="34798" y="468629"/>
                </a:lnTo>
                <a:lnTo>
                  <a:pt x="34582" y="468629"/>
                </a:lnTo>
                <a:lnTo>
                  <a:pt x="37426" y="471170"/>
                </a:lnTo>
                <a:lnTo>
                  <a:pt x="37198" y="471170"/>
                </a:lnTo>
                <a:lnTo>
                  <a:pt x="40170" y="473710"/>
                </a:lnTo>
                <a:lnTo>
                  <a:pt x="41484" y="473710"/>
                </a:lnTo>
                <a:lnTo>
                  <a:pt x="43027" y="474979"/>
                </a:lnTo>
                <a:lnTo>
                  <a:pt x="42786" y="474979"/>
                </a:lnTo>
                <a:lnTo>
                  <a:pt x="45999" y="477520"/>
                </a:lnTo>
                <a:lnTo>
                  <a:pt x="45745" y="477520"/>
                </a:lnTo>
                <a:lnTo>
                  <a:pt x="49060" y="478789"/>
                </a:lnTo>
                <a:lnTo>
                  <a:pt x="48793" y="478789"/>
                </a:lnTo>
                <a:lnTo>
                  <a:pt x="52222" y="481329"/>
                </a:lnTo>
                <a:lnTo>
                  <a:pt x="51955" y="481329"/>
                </a:lnTo>
                <a:lnTo>
                  <a:pt x="55486" y="482600"/>
                </a:lnTo>
                <a:lnTo>
                  <a:pt x="55206" y="482600"/>
                </a:lnTo>
                <a:lnTo>
                  <a:pt x="58826" y="483870"/>
                </a:lnTo>
                <a:lnTo>
                  <a:pt x="58534" y="483870"/>
                </a:lnTo>
                <a:lnTo>
                  <a:pt x="62255" y="485139"/>
                </a:lnTo>
                <a:lnTo>
                  <a:pt x="61963" y="485139"/>
                </a:lnTo>
                <a:lnTo>
                  <a:pt x="65760" y="486410"/>
                </a:lnTo>
                <a:lnTo>
                  <a:pt x="65468" y="486410"/>
                </a:lnTo>
                <a:lnTo>
                  <a:pt x="69342" y="487679"/>
                </a:lnTo>
                <a:lnTo>
                  <a:pt x="69037" y="487679"/>
                </a:lnTo>
                <a:lnTo>
                  <a:pt x="72999" y="488950"/>
                </a:lnTo>
                <a:lnTo>
                  <a:pt x="76403" y="488950"/>
                </a:lnTo>
                <a:lnTo>
                  <a:pt x="80492" y="490220"/>
                </a:lnTo>
                <a:lnTo>
                  <a:pt x="1721942" y="490220"/>
                </a:lnTo>
                <a:lnTo>
                  <a:pt x="1718259" y="492760"/>
                </a:lnTo>
                <a:lnTo>
                  <a:pt x="1714449" y="494029"/>
                </a:lnTo>
                <a:lnTo>
                  <a:pt x="1710537" y="496570"/>
                </a:lnTo>
                <a:lnTo>
                  <a:pt x="1706537" y="497839"/>
                </a:lnTo>
                <a:lnTo>
                  <a:pt x="1693989" y="501650"/>
                </a:lnTo>
                <a:close/>
              </a:path>
              <a:path w="1764665" h="502920">
                <a:moveTo>
                  <a:pt x="1747164" y="62229"/>
                </a:moveTo>
                <a:lnTo>
                  <a:pt x="1745703" y="58420"/>
                </a:lnTo>
                <a:lnTo>
                  <a:pt x="1744179" y="54610"/>
                </a:lnTo>
                <a:lnTo>
                  <a:pt x="1744319" y="54610"/>
                </a:lnTo>
                <a:lnTo>
                  <a:pt x="1742516" y="52070"/>
                </a:lnTo>
                <a:lnTo>
                  <a:pt x="1742655" y="52070"/>
                </a:lnTo>
                <a:lnTo>
                  <a:pt x="1740687" y="48260"/>
                </a:lnTo>
                <a:lnTo>
                  <a:pt x="1740852" y="48260"/>
                </a:lnTo>
                <a:lnTo>
                  <a:pt x="1738718" y="45720"/>
                </a:lnTo>
                <a:lnTo>
                  <a:pt x="1738896" y="45720"/>
                </a:lnTo>
                <a:lnTo>
                  <a:pt x="1736610" y="41910"/>
                </a:lnTo>
                <a:lnTo>
                  <a:pt x="1736788" y="41910"/>
                </a:lnTo>
                <a:lnTo>
                  <a:pt x="1734362" y="39370"/>
                </a:lnTo>
                <a:lnTo>
                  <a:pt x="1734553" y="39370"/>
                </a:lnTo>
                <a:lnTo>
                  <a:pt x="1731987" y="36829"/>
                </a:lnTo>
                <a:lnTo>
                  <a:pt x="1732191" y="36829"/>
                </a:lnTo>
                <a:lnTo>
                  <a:pt x="1729486" y="34289"/>
                </a:lnTo>
                <a:lnTo>
                  <a:pt x="1729689" y="34289"/>
                </a:lnTo>
                <a:lnTo>
                  <a:pt x="1726857" y="31750"/>
                </a:lnTo>
                <a:lnTo>
                  <a:pt x="1727073" y="31750"/>
                </a:lnTo>
                <a:lnTo>
                  <a:pt x="1724113" y="29210"/>
                </a:lnTo>
                <a:lnTo>
                  <a:pt x="1724342" y="29210"/>
                </a:lnTo>
                <a:lnTo>
                  <a:pt x="1721256" y="26670"/>
                </a:lnTo>
                <a:lnTo>
                  <a:pt x="1721497" y="26670"/>
                </a:lnTo>
                <a:lnTo>
                  <a:pt x="1718284" y="25400"/>
                </a:lnTo>
                <a:lnTo>
                  <a:pt x="1718538" y="25400"/>
                </a:lnTo>
                <a:lnTo>
                  <a:pt x="1715223" y="22860"/>
                </a:lnTo>
                <a:lnTo>
                  <a:pt x="1715477" y="22860"/>
                </a:lnTo>
                <a:lnTo>
                  <a:pt x="1712061" y="21589"/>
                </a:lnTo>
                <a:lnTo>
                  <a:pt x="1712328" y="21589"/>
                </a:lnTo>
                <a:lnTo>
                  <a:pt x="1708797" y="19050"/>
                </a:lnTo>
                <a:lnTo>
                  <a:pt x="1709077" y="19050"/>
                </a:lnTo>
                <a:lnTo>
                  <a:pt x="1705457" y="17779"/>
                </a:lnTo>
                <a:lnTo>
                  <a:pt x="1705737" y="17779"/>
                </a:lnTo>
                <a:lnTo>
                  <a:pt x="1702028" y="16510"/>
                </a:lnTo>
                <a:lnTo>
                  <a:pt x="1702320" y="16510"/>
                </a:lnTo>
                <a:lnTo>
                  <a:pt x="1698523" y="15239"/>
                </a:lnTo>
                <a:lnTo>
                  <a:pt x="1698815" y="15239"/>
                </a:lnTo>
                <a:lnTo>
                  <a:pt x="1694929" y="13970"/>
                </a:lnTo>
                <a:lnTo>
                  <a:pt x="1691589" y="13970"/>
                </a:lnTo>
                <a:lnTo>
                  <a:pt x="1687563" y="12700"/>
                </a:lnTo>
                <a:lnTo>
                  <a:pt x="1721942" y="12700"/>
                </a:lnTo>
                <a:lnTo>
                  <a:pt x="1725523" y="13970"/>
                </a:lnTo>
                <a:lnTo>
                  <a:pt x="1728977" y="16510"/>
                </a:lnTo>
                <a:lnTo>
                  <a:pt x="1732305" y="19050"/>
                </a:lnTo>
                <a:lnTo>
                  <a:pt x="1735505" y="22860"/>
                </a:lnTo>
                <a:lnTo>
                  <a:pt x="1738566" y="25400"/>
                </a:lnTo>
                <a:lnTo>
                  <a:pt x="1741487" y="27939"/>
                </a:lnTo>
                <a:lnTo>
                  <a:pt x="1744256" y="31750"/>
                </a:lnTo>
                <a:lnTo>
                  <a:pt x="1746872" y="34289"/>
                </a:lnTo>
                <a:lnTo>
                  <a:pt x="1760423" y="60960"/>
                </a:lnTo>
                <a:lnTo>
                  <a:pt x="1747062" y="60960"/>
                </a:lnTo>
                <a:lnTo>
                  <a:pt x="1747164" y="62229"/>
                </a:lnTo>
                <a:close/>
              </a:path>
              <a:path w="1764665" h="502920">
                <a:moveTo>
                  <a:pt x="17119" y="62229"/>
                </a:moveTo>
                <a:lnTo>
                  <a:pt x="17221" y="60960"/>
                </a:lnTo>
                <a:lnTo>
                  <a:pt x="17606" y="60960"/>
                </a:lnTo>
                <a:lnTo>
                  <a:pt x="17119" y="62229"/>
                </a:lnTo>
                <a:close/>
              </a:path>
              <a:path w="1764665" h="502920">
                <a:moveTo>
                  <a:pt x="1764385" y="415289"/>
                </a:moveTo>
                <a:lnTo>
                  <a:pt x="1751685" y="415289"/>
                </a:lnTo>
                <a:lnTo>
                  <a:pt x="1751584" y="83820"/>
                </a:lnTo>
                <a:lnTo>
                  <a:pt x="1751279" y="80010"/>
                </a:lnTo>
                <a:lnTo>
                  <a:pt x="1750796" y="76200"/>
                </a:lnTo>
                <a:lnTo>
                  <a:pt x="1750123" y="72389"/>
                </a:lnTo>
                <a:lnTo>
                  <a:pt x="1749272" y="68579"/>
                </a:lnTo>
                <a:lnTo>
                  <a:pt x="1748256" y="64770"/>
                </a:lnTo>
                <a:lnTo>
                  <a:pt x="1747062" y="60960"/>
                </a:lnTo>
                <a:lnTo>
                  <a:pt x="1760423" y="60960"/>
                </a:lnTo>
                <a:lnTo>
                  <a:pt x="1761617" y="66039"/>
                </a:lnTo>
                <a:lnTo>
                  <a:pt x="1762594" y="69850"/>
                </a:lnTo>
                <a:lnTo>
                  <a:pt x="1763382" y="73660"/>
                </a:lnTo>
                <a:lnTo>
                  <a:pt x="1763941" y="78739"/>
                </a:lnTo>
                <a:lnTo>
                  <a:pt x="1764271" y="82550"/>
                </a:lnTo>
                <a:lnTo>
                  <a:pt x="1764385" y="415289"/>
                </a:lnTo>
                <a:close/>
              </a:path>
              <a:path w="1764665" h="502920">
                <a:moveTo>
                  <a:pt x="12614" y="415289"/>
                </a:moveTo>
                <a:lnTo>
                  <a:pt x="12585" y="414020"/>
                </a:lnTo>
                <a:lnTo>
                  <a:pt x="12614" y="415289"/>
                </a:lnTo>
                <a:close/>
              </a:path>
              <a:path w="1764665" h="502920">
                <a:moveTo>
                  <a:pt x="1762988" y="430529"/>
                </a:moveTo>
                <a:lnTo>
                  <a:pt x="1750123" y="430529"/>
                </a:lnTo>
                <a:lnTo>
                  <a:pt x="1750847" y="426720"/>
                </a:lnTo>
                <a:lnTo>
                  <a:pt x="1751317" y="422910"/>
                </a:lnTo>
                <a:lnTo>
                  <a:pt x="1751596" y="419100"/>
                </a:lnTo>
                <a:lnTo>
                  <a:pt x="1751685" y="414020"/>
                </a:lnTo>
                <a:lnTo>
                  <a:pt x="1751685" y="415289"/>
                </a:lnTo>
                <a:lnTo>
                  <a:pt x="1764385" y="415289"/>
                </a:lnTo>
                <a:lnTo>
                  <a:pt x="1764271" y="419100"/>
                </a:lnTo>
                <a:lnTo>
                  <a:pt x="1763941" y="424179"/>
                </a:lnTo>
                <a:lnTo>
                  <a:pt x="1762988" y="430529"/>
                </a:lnTo>
                <a:close/>
              </a:path>
              <a:path w="1764665" h="502920">
                <a:moveTo>
                  <a:pt x="14322" y="430529"/>
                </a:moveTo>
                <a:lnTo>
                  <a:pt x="14160" y="430529"/>
                </a:lnTo>
                <a:lnTo>
                  <a:pt x="14097" y="429260"/>
                </a:lnTo>
                <a:lnTo>
                  <a:pt x="14322" y="430529"/>
                </a:lnTo>
                <a:close/>
              </a:path>
              <a:path w="1764665" h="502920">
                <a:moveTo>
                  <a:pt x="1762268" y="434339"/>
                </a:moveTo>
                <a:lnTo>
                  <a:pt x="1749272" y="434339"/>
                </a:lnTo>
                <a:lnTo>
                  <a:pt x="1750187" y="429260"/>
                </a:lnTo>
                <a:lnTo>
                  <a:pt x="1750123" y="430529"/>
                </a:lnTo>
                <a:lnTo>
                  <a:pt x="1762988" y="430529"/>
                </a:lnTo>
                <a:lnTo>
                  <a:pt x="1762594" y="433070"/>
                </a:lnTo>
                <a:lnTo>
                  <a:pt x="1762268" y="434339"/>
                </a:lnTo>
                <a:close/>
              </a:path>
              <a:path w="1764665" h="502920">
                <a:moveTo>
                  <a:pt x="15290" y="434339"/>
                </a:moveTo>
                <a:lnTo>
                  <a:pt x="14998" y="434339"/>
                </a:lnTo>
                <a:lnTo>
                  <a:pt x="14922" y="433070"/>
                </a:lnTo>
                <a:lnTo>
                  <a:pt x="15290" y="434339"/>
                </a:lnTo>
                <a:close/>
              </a:path>
              <a:path w="1764665" h="502920">
                <a:moveTo>
                  <a:pt x="1755046" y="454660"/>
                </a:moveTo>
                <a:lnTo>
                  <a:pt x="1740687" y="454660"/>
                </a:lnTo>
                <a:lnTo>
                  <a:pt x="1742655" y="450850"/>
                </a:lnTo>
                <a:lnTo>
                  <a:pt x="1742516" y="450850"/>
                </a:lnTo>
                <a:lnTo>
                  <a:pt x="1744319" y="447039"/>
                </a:lnTo>
                <a:lnTo>
                  <a:pt x="1744179" y="447039"/>
                </a:lnTo>
                <a:lnTo>
                  <a:pt x="1745818" y="444500"/>
                </a:lnTo>
                <a:lnTo>
                  <a:pt x="1747164" y="440689"/>
                </a:lnTo>
                <a:lnTo>
                  <a:pt x="1748345" y="436879"/>
                </a:lnTo>
                <a:lnTo>
                  <a:pt x="1749361" y="433070"/>
                </a:lnTo>
                <a:lnTo>
                  <a:pt x="1749272" y="434339"/>
                </a:lnTo>
                <a:lnTo>
                  <a:pt x="1762268" y="434339"/>
                </a:lnTo>
                <a:lnTo>
                  <a:pt x="1761617" y="436879"/>
                </a:lnTo>
                <a:lnTo>
                  <a:pt x="1760423" y="440689"/>
                </a:lnTo>
                <a:lnTo>
                  <a:pt x="1759038" y="444500"/>
                </a:lnTo>
                <a:lnTo>
                  <a:pt x="1757464" y="449579"/>
                </a:lnTo>
                <a:lnTo>
                  <a:pt x="1755698" y="453389"/>
                </a:lnTo>
                <a:lnTo>
                  <a:pt x="1755046" y="454660"/>
                </a:lnTo>
                <a:close/>
              </a:path>
              <a:path w="1764665" h="502920">
                <a:moveTo>
                  <a:pt x="24142" y="454660"/>
                </a:moveTo>
                <a:lnTo>
                  <a:pt x="23596" y="454660"/>
                </a:lnTo>
                <a:lnTo>
                  <a:pt x="23431" y="453389"/>
                </a:lnTo>
                <a:lnTo>
                  <a:pt x="24142" y="454660"/>
                </a:lnTo>
                <a:close/>
              </a:path>
              <a:path w="1764665" h="502920">
                <a:moveTo>
                  <a:pt x="1749323" y="463550"/>
                </a:moveTo>
                <a:lnTo>
                  <a:pt x="1734362" y="463550"/>
                </a:lnTo>
                <a:lnTo>
                  <a:pt x="1736788" y="459739"/>
                </a:lnTo>
                <a:lnTo>
                  <a:pt x="1736610" y="459739"/>
                </a:lnTo>
                <a:lnTo>
                  <a:pt x="1738896" y="457200"/>
                </a:lnTo>
                <a:lnTo>
                  <a:pt x="1738718" y="457200"/>
                </a:lnTo>
                <a:lnTo>
                  <a:pt x="1740852" y="453389"/>
                </a:lnTo>
                <a:lnTo>
                  <a:pt x="1740687" y="454660"/>
                </a:lnTo>
                <a:lnTo>
                  <a:pt x="1755046" y="454660"/>
                </a:lnTo>
                <a:lnTo>
                  <a:pt x="1753743" y="457200"/>
                </a:lnTo>
                <a:lnTo>
                  <a:pt x="1751622" y="461010"/>
                </a:lnTo>
                <a:lnTo>
                  <a:pt x="1749323" y="463550"/>
                </a:lnTo>
                <a:close/>
              </a:path>
              <a:path w="1764665" h="502920">
                <a:moveTo>
                  <a:pt x="30577" y="463550"/>
                </a:moveTo>
                <a:lnTo>
                  <a:pt x="29921" y="463550"/>
                </a:lnTo>
                <a:lnTo>
                  <a:pt x="29718" y="462279"/>
                </a:lnTo>
                <a:lnTo>
                  <a:pt x="30577" y="463550"/>
                </a:lnTo>
                <a:close/>
              </a:path>
              <a:path w="1764665" h="502920">
                <a:moveTo>
                  <a:pt x="1747689" y="466089"/>
                </a:moveTo>
                <a:lnTo>
                  <a:pt x="1731987" y="466089"/>
                </a:lnTo>
                <a:lnTo>
                  <a:pt x="1734553" y="462279"/>
                </a:lnTo>
                <a:lnTo>
                  <a:pt x="1734362" y="463550"/>
                </a:lnTo>
                <a:lnTo>
                  <a:pt x="1749323" y="463550"/>
                </a:lnTo>
                <a:lnTo>
                  <a:pt x="1747689" y="466089"/>
                </a:lnTo>
                <a:close/>
              </a:path>
              <a:path w="1764665" h="502920">
                <a:moveTo>
                  <a:pt x="32994" y="466089"/>
                </a:moveTo>
                <a:lnTo>
                  <a:pt x="32296" y="466089"/>
                </a:lnTo>
                <a:lnTo>
                  <a:pt x="32092" y="464820"/>
                </a:lnTo>
                <a:lnTo>
                  <a:pt x="32994" y="466089"/>
                </a:lnTo>
                <a:close/>
              </a:path>
              <a:path w="1764665" h="502920">
                <a:moveTo>
                  <a:pt x="1741487" y="473710"/>
                </a:moveTo>
                <a:lnTo>
                  <a:pt x="1724113" y="473710"/>
                </a:lnTo>
                <a:lnTo>
                  <a:pt x="1727073" y="471170"/>
                </a:lnTo>
                <a:lnTo>
                  <a:pt x="1726857" y="471170"/>
                </a:lnTo>
                <a:lnTo>
                  <a:pt x="1729689" y="468629"/>
                </a:lnTo>
                <a:lnTo>
                  <a:pt x="1729486" y="468629"/>
                </a:lnTo>
                <a:lnTo>
                  <a:pt x="1732191" y="464820"/>
                </a:lnTo>
                <a:lnTo>
                  <a:pt x="1731987" y="466089"/>
                </a:lnTo>
                <a:lnTo>
                  <a:pt x="1747689" y="466089"/>
                </a:lnTo>
                <a:lnTo>
                  <a:pt x="1746872" y="467360"/>
                </a:lnTo>
                <a:lnTo>
                  <a:pt x="1744256" y="471170"/>
                </a:lnTo>
                <a:lnTo>
                  <a:pt x="1741487" y="473710"/>
                </a:lnTo>
                <a:close/>
              </a:path>
              <a:path w="1764665" h="502920">
                <a:moveTo>
                  <a:pt x="41484" y="473710"/>
                </a:moveTo>
                <a:lnTo>
                  <a:pt x="40170" y="473710"/>
                </a:lnTo>
                <a:lnTo>
                  <a:pt x="39941" y="472439"/>
                </a:lnTo>
                <a:lnTo>
                  <a:pt x="41484" y="473710"/>
                </a:lnTo>
                <a:close/>
              </a:path>
              <a:path w="1764665" h="502920">
                <a:moveTo>
                  <a:pt x="1721942" y="490220"/>
                </a:moveTo>
                <a:lnTo>
                  <a:pt x="1683791" y="490220"/>
                </a:lnTo>
                <a:lnTo>
                  <a:pt x="1687880" y="488950"/>
                </a:lnTo>
                <a:lnTo>
                  <a:pt x="1691284" y="488950"/>
                </a:lnTo>
                <a:lnTo>
                  <a:pt x="1695246" y="487679"/>
                </a:lnTo>
                <a:lnTo>
                  <a:pt x="1694929" y="487679"/>
                </a:lnTo>
                <a:lnTo>
                  <a:pt x="1698815" y="486410"/>
                </a:lnTo>
                <a:lnTo>
                  <a:pt x="1698523" y="486410"/>
                </a:lnTo>
                <a:lnTo>
                  <a:pt x="1702320" y="485139"/>
                </a:lnTo>
                <a:lnTo>
                  <a:pt x="1702028" y="485139"/>
                </a:lnTo>
                <a:lnTo>
                  <a:pt x="1705737" y="483870"/>
                </a:lnTo>
                <a:lnTo>
                  <a:pt x="1705457" y="483870"/>
                </a:lnTo>
                <a:lnTo>
                  <a:pt x="1709077" y="482600"/>
                </a:lnTo>
                <a:lnTo>
                  <a:pt x="1708797" y="482600"/>
                </a:lnTo>
                <a:lnTo>
                  <a:pt x="1712328" y="481329"/>
                </a:lnTo>
                <a:lnTo>
                  <a:pt x="1712061" y="481329"/>
                </a:lnTo>
                <a:lnTo>
                  <a:pt x="1715477" y="478789"/>
                </a:lnTo>
                <a:lnTo>
                  <a:pt x="1715223" y="478789"/>
                </a:lnTo>
                <a:lnTo>
                  <a:pt x="1718538" y="477520"/>
                </a:lnTo>
                <a:lnTo>
                  <a:pt x="1718284" y="477520"/>
                </a:lnTo>
                <a:lnTo>
                  <a:pt x="1721497" y="474979"/>
                </a:lnTo>
                <a:lnTo>
                  <a:pt x="1721256" y="474979"/>
                </a:lnTo>
                <a:lnTo>
                  <a:pt x="1724342" y="472439"/>
                </a:lnTo>
                <a:lnTo>
                  <a:pt x="1724113" y="473710"/>
                </a:lnTo>
                <a:lnTo>
                  <a:pt x="1741487" y="473710"/>
                </a:lnTo>
                <a:lnTo>
                  <a:pt x="1738566" y="477520"/>
                </a:lnTo>
                <a:lnTo>
                  <a:pt x="1735505" y="480060"/>
                </a:lnTo>
                <a:lnTo>
                  <a:pt x="1732305" y="482600"/>
                </a:lnTo>
                <a:lnTo>
                  <a:pt x="1728977" y="485139"/>
                </a:lnTo>
                <a:lnTo>
                  <a:pt x="1725523" y="487679"/>
                </a:lnTo>
                <a:lnTo>
                  <a:pt x="1721942" y="490220"/>
                </a:lnTo>
                <a:close/>
              </a:path>
              <a:path w="1764665" h="502920">
                <a:moveTo>
                  <a:pt x="1685226" y="502920"/>
                </a:moveTo>
                <a:lnTo>
                  <a:pt x="79057" y="502920"/>
                </a:lnTo>
                <a:lnTo>
                  <a:pt x="74637" y="501650"/>
                </a:lnTo>
                <a:lnTo>
                  <a:pt x="1689646" y="501650"/>
                </a:lnTo>
                <a:lnTo>
                  <a:pt x="1685226" y="50292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70600" y="5644578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体积增大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5327" y="1100327"/>
            <a:ext cx="4300855" cy="474345"/>
          </a:xfrm>
          <a:custGeom>
            <a:avLst/>
            <a:gdLst/>
            <a:ahLst/>
            <a:cxnLst/>
            <a:rect l="l" t="t" r="r" b="b"/>
            <a:pathLst>
              <a:path w="4300855" h="474344">
                <a:moveTo>
                  <a:pt x="4221480" y="473964"/>
                </a:moveTo>
                <a:lnTo>
                  <a:pt x="79248" y="473964"/>
                </a:lnTo>
                <a:lnTo>
                  <a:pt x="48425" y="467430"/>
                </a:lnTo>
                <a:lnTo>
                  <a:pt x="23264" y="450365"/>
                </a:lnTo>
                <a:lnTo>
                  <a:pt x="6283" y="425288"/>
                </a:lnTo>
                <a:lnTo>
                  <a:pt x="0" y="394716"/>
                </a:lnTo>
                <a:lnTo>
                  <a:pt x="0" y="77724"/>
                </a:lnTo>
                <a:lnTo>
                  <a:pt x="6283" y="47354"/>
                </a:lnTo>
                <a:lnTo>
                  <a:pt x="23264" y="22502"/>
                </a:lnTo>
                <a:lnTo>
                  <a:pt x="48425" y="5831"/>
                </a:lnTo>
                <a:lnTo>
                  <a:pt x="79248" y="0"/>
                </a:lnTo>
                <a:lnTo>
                  <a:pt x="4221480" y="0"/>
                </a:lnTo>
                <a:lnTo>
                  <a:pt x="4252102" y="5831"/>
                </a:lnTo>
                <a:lnTo>
                  <a:pt x="4277196" y="22502"/>
                </a:lnTo>
                <a:lnTo>
                  <a:pt x="4294244" y="47354"/>
                </a:lnTo>
                <a:lnTo>
                  <a:pt x="4300728" y="77724"/>
                </a:lnTo>
                <a:lnTo>
                  <a:pt x="4300728" y="394716"/>
                </a:lnTo>
                <a:lnTo>
                  <a:pt x="4294244" y="425288"/>
                </a:lnTo>
                <a:lnTo>
                  <a:pt x="4277196" y="450365"/>
                </a:lnTo>
                <a:lnTo>
                  <a:pt x="4252102" y="467430"/>
                </a:lnTo>
                <a:lnTo>
                  <a:pt x="4221480" y="473964"/>
                </a:lnTo>
                <a:close/>
              </a:path>
            </a:pathLst>
          </a:custGeom>
          <a:solidFill>
            <a:srgbClr val="014E6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700527" y="949452"/>
            <a:ext cx="760730" cy="762000"/>
          </a:xfrm>
          <a:custGeom>
            <a:avLst/>
            <a:gdLst/>
            <a:ahLst/>
            <a:cxnLst/>
            <a:rect l="l" t="t" r="r" b="b"/>
            <a:pathLst>
              <a:path w="760729" h="762000">
                <a:moveTo>
                  <a:pt x="413004" y="762000"/>
                </a:moveTo>
                <a:lnTo>
                  <a:pt x="0" y="413004"/>
                </a:lnTo>
                <a:lnTo>
                  <a:pt x="348996" y="0"/>
                </a:lnTo>
                <a:lnTo>
                  <a:pt x="760476" y="348996"/>
                </a:lnTo>
                <a:lnTo>
                  <a:pt x="413004" y="762000"/>
                </a:lnTo>
                <a:close/>
              </a:path>
            </a:pathLst>
          </a:custGeom>
          <a:solidFill>
            <a:srgbClr val="1684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07550" y="1057020"/>
            <a:ext cx="384556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7380" algn="l"/>
              </a:tabLst>
            </a:pPr>
            <a:r>
              <a:rPr dirty="0" spc="-10">
                <a:solidFill>
                  <a:srgbClr val="FFFFFF"/>
                </a:solidFill>
              </a:rPr>
              <a:t>4</a:t>
            </a:r>
            <a:r>
              <a:rPr dirty="0" spc="-10">
                <a:solidFill>
                  <a:srgbClr val="FFFFFF"/>
                </a:solidFill>
              </a:rPr>
              <a:t>	</a:t>
            </a:r>
            <a:r>
              <a:rPr dirty="0">
                <a:solidFill>
                  <a:srgbClr val="FFFFFF"/>
                </a:solidFill>
              </a:rPr>
              <a:t>气体压强的微观解</a:t>
            </a:r>
            <a:r>
              <a:rPr dirty="0" spc="-10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1673" y="1811489"/>
            <a:ext cx="382587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4800" marR="5080" indent="-292100">
              <a:lnSpc>
                <a:spcPct val="150000"/>
              </a:lnSpc>
              <a:spcBef>
                <a:spcPts val="100"/>
              </a:spcBef>
            </a:pPr>
            <a:r>
              <a:rPr dirty="0" sz="2800" spc="-5">
                <a:latin typeface="华文楷体"/>
                <a:cs typeface="华文楷体"/>
              </a:rPr>
              <a:t>2.</a:t>
            </a:r>
            <a:r>
              <a:rPr dirty="0" sz="2800">
                <a:latin typeface="华文楷体"/>
                <a:cs typeface="华文楷体"/>
              </a:rPr>
              <a:t>气体分子速度不变时</a:t>
            </a:r>
            <a:r>
              <a:rPr dirty="0" sz="2800" spc="-5">
                <a:latin typeface="华文楷体"/>
                <a:cs typeface="华文楷体"/>
              </a:rPr>
              <a:t>， </a:t>
            </a:r>
            <a:r>
              <a:rPr dirty="0" sz="2800">
                <a:latin typeface="华文楷体"/>
                <a:cs typeface="华文楷体"/>
              </a:rPr>
              <a:t>压强增加</a:t>
            </a:r>
            <a:r>
              <a:rPr dirty="0" sz="2800" spc="-5">
                <a:latin typeface="华文楷体"/>
                <a:cs typeface="华文楷体"/>
              </a:rPr>
              <a:t>，</a:t>
            </a:r>
            <a:endParaRPr sz="2800">
              <a:latin typeface="华文楷体"/>
              <a:cs typeface="华文楷体"/>
            </a:endParaRPr>
          </a:p>
          <a:p>
            <a:pPr marL="215900">
              <a:lnSpc>
                <a:spcPct val="100000"/>
              </a:lnSpc>
              <a:spcBef>
                <a:spcPts val="1680"/>
              </a:spcBef>
            </a:pPr>
            <a:r>
              <a:rPr dirty="0" sz="2800">
                <a:latin typeface="华文楷体"/>
                <a:cs typeface="华文楷体"/>
              </a:rPr>
              <a:t>气体所占空间变小</a:t>
            </a:r>
            <a:r>
              <a:rPr dirty="0" sz="2800" spc="-5">
                <a:latin typeface="华文楷体"/>
                <a:cs typeface="华文楷体"/>
              </a:rPr>
              <a:t>。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55008" y="2090927"/>
            <a:ext cx="3204972" cy="17541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18616" y="3991355"/>
            <a:ext cx="4782312" cy="1562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610966" y="5170119"/>
            <a:ext cx="1292748" cy="9385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939137" y="560169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增加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44464" y="4063403"/>
            <a:ext cx="1742948" cy="5511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22910" y="410817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不变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457156" y="5315826"/>
            <a:ext cx="1292758" cy="8674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85577" y="567709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增加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70703" y="5803391"/>
            <a:ext cx="664845" cy="182880"/>
          </a:xfrm>
          <a:custGeom>
            <a:avLst/>
            <a:gdLst/>
            <a:ahLst/>
            <a:cxnLst/>
            <a:rect l="l" t="t" r="r" b="b"/>
            <a:pathLst>
              <a:path w="664845" h="182879">
                <a:moveTo>
                  <a:pt x="573024" y="182880"/>
                </a:moveTo>
                <a:lnTo>
                  <a:pt x="573024" y="137160"/>
                </a:lnTo>
                <a:lnTo>
                  <a:pt x="0" y="137160"/>
                </a:lnTo>
                <a:lnTo>
                  <a:pt x="0" y="45720"/>
                </a:lnTo>
                <a:lnTo>
                  <a:pt x="573024" y="45720"/>
                </a:lnTo>
                <a:lnTo>
                  <a:pt x="573024" y="0"/>
                </a:lnTo>
                <a:lnTo>
                  <a:pt x="664463" y="91440"/>
                </a:lnTo>
                <a:lnTo>
                  <a:pt x="573024" y="18288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64036" y="5788698"/>
            <a:ext cx="680085" cy="213995"/>
          </a:xfrm>
          <a:custGeom>
            <a:avLst/>
            <a:gdLst/>
            <a:ahLst/>
            <a:cxnLst/>
            <a:rect l="l" t="t" r="r" b="b"/>
            <a:pathLst>
              <a:path w="680085" h="213995">
                <a:moveTo>
                  <a:pt x="572706" y="61048"/>
                </a:moveTo>
                <a:lnTo>
                  <a:pt x="572706" y="0"/>
                </a:lnTo>
                <a:lnTo>
                  <a:pt x="588035" y="15328"/>
                </a:lnTo>
                <a:lnTo>
                  <a:pt x="585406" y="15328"/>
                </a:lnTo>
                <a:lnTo>
                  <a:pt x="574560" y="19824"/>
                </a:lnTo>
                <a:lnTo>
                  <a:pt x="585406" y="30670"/>
                </a:lnTo>
                <a:lnTo>
                  <a:pt x="585406" y="54698"/>
                </a:lnTo>
                <a:lnTo>
                  <a:pt x="579056" y="54698"/>
                </a:lnTo>
                <a:lnTo>
                  <a:pt x="572706" y="61048"/>
                </a:lnTo>
                <a:close/>
              </a:path>
              <a:path w="680085" h="213995">
                <a:moveTo>
                  <a:pt x="585406" y="30670"/>
                </a:moveTo>
                <a:lnTo>
                  <a:pt x="574560" y="19824"/>
                </a:lnTo>
                <a:lnTo>
                  <a:pt x="585406" y="15328"/>
                </a:lnTo>
                <a:lnTo>
                  <a:pt x="585406" y="30670"/>
                </a:lnTo>
                <a:close/>
              </a:path>
              <a:path w="680085" h="213995">
                <a:moveTo>
                  <a:pt x="661511" y="106775"/>
                </a:moveTo>
                <a:lnTo>
                  <a:pt x="585406" y="30670"/>
                </a:lnTo>
                <a:lnTo>
                  <a:pt x="585406" y="15328"/>
                </a:lnTo>
                <a:lnTo>
                  <a:pt x="588035" y="15328"/>
                </a:lnTo>
                <a:lnTo>
                  <a:pt x="674992" y="102285"/>
                </a:lnTo>
                <a:lnTo>
                  <a:pt x="666000" y="102285"/>
                </a:lnTo>
                <a:lnTo>
                  <a:pt x="661511" y="106775"/>
                </a:lnTo>
                <a:close/>
              </a:path>
              <a:path w="680085" h="213995">
                <a:moveTo>
                  <a:pt x="572706" y="158838"/>
                </a:moveTo>
                <a:lnTo>
                  <a:pt x="0" y="158838"/>
                </a:lnTo>
                <a:lnTo>
                  <a:pt x="0" y="54698"/>
                </a:lnTo>
                <a:lnTo>
                  <a:pt x="572706" y="54698"/>
                </a:lnTo>
                <a:lnTo>
                  <a:pt x="572706" y="61048"/>
                </a:lnTo>
                <a:lnTo>
                  <a:pt x="12700" y="61048"/>
                </a:lnTo>
                <a:lnTo>
                  <a:pt x="6350" y="67398"/>
                </a:lnTo>
                <a:lnTo>
                  <a:pt x="12700" y="67398"/>
                </a:lnTo>
                <a:lnTo>
                  <a:pt x="12700" y="146138"/>
                </a:lnTo>
                <a:lnTo>
                  <a:pt x="6350" y="146138"/>
                </a:lnTo>
                <a:lnTo>
                  <a:pt x="12700" y="152488"/>
                </a:lnTo>
                <a:lnTo>
                  <a:pt x="572706" y="152488"/>
                </a:lnTo>
                <a:lnTo>
                  <a:pt x="572706" y="158838"/>
                </a:lnTo>
                <a:close/>
              </a:path>
              <a:path w="680085" h="213995">
                <a:moveTo>
                  <a:pt x="585406" y="67398"/>
                </a:moveTo>
                <a:lnTo>
                  <a:pt x="12700" y="67398"/>
                </a:lnTo>
                <a:lnTo>
                  <a:pt x="12700" y="61048"/>
                </a:lnTo>
                <a:lnTo>
                  <a:pt x="572706" y="61048"/>
                </a:lnTo>
                <a:lnTo>
                  <a:pt x="579056" y="54698"/>
                </a:lnTo>
                <a:lnTo>
                  <a:pt x="585406" y="54698"/>
                </a:lnTo>
                <a:lnTo>
                  <a:pt x="585406" y="67398"/>
                </a:lnTo>
                <a:close/>
              </a:path>
              <a:path w="680085" h="213995">
                <a:moveTo>
                  <a:pt x="12700" y="67398"/>
                </a:moveTo>
                <a:lnTo>
                  <a:pt x="6350" y="67398"/>
                </a:lnTo>
                <a:lnTo>
                  <a:pt x="12700" y="61048"/>
                </a:lnTo>
                <a:lnTo>
                  <a:pt x="12700" y="67398"/>
                </a:lnTo>
                <a:close/>
              </a:path>
              <a:path w="680085" h="213995">
                <a:moveTo>
                  <a:pt x="666000" y="111264"/>
                </a:moveTo>
                <a:lnTo>
                  <a:pt x="661517" y="106768"/>
                </a:lnTo>
                <a:lnTo>
                  <a:pt x="666000" y="102285"/>
                </a:lnTo>
                <a:lnTo>
                  <a:pt x="666000" y="111264"/>
                </a:lnTo>
                <a:close/>
              </a:path>
              <a:path w="680085" h="213995">
                <a:moveTo>
                  <a:pt x="674980" y="111264"/>
                </a:moveTo>
                <a:lnTo>
                  <a:pt x="666000" y="111264"/>
                </a:lnTo>
                <a:lnTo>
                  <a:pt x="666000" y="102285"/>
                </a:lnTo>
                <a:lnTo>
                  <a:pt x="674992" y="102285"/>
                </a:lnTo>
                <a:lnTo>
                  <a:pt x="679469" y="106775"/>
                </a:lnTo>
                <a:lnTo>
                  <a:pt x="674980" y="111264"/>
                </a:lnTo>
                <a:close/>
              </a:path>
              <a:path w="680085" h="213995">
                <a:moveTo>
                  <a:pt x="588046" y="198208"/>
                </a:moveTo>
                <a:lnTo>
                  <a:pt x="585406" y="198208"/>
                </a:lnTo>
                <a:lnTo>
                  <a:pt x="585406" y="182880"/>
                </a:lnTo>
                <a:lnTo>
                  <a:pt x="661511" y="106775"/>
                </a:lnTo>
                <a:lnTo>
                  <a:pt x="666000" y="111264"/>
                </a:lnTo>
                <a:lnTo>
                  <a:pt x="674980" y="111264"/>
                </a:lnTo>
                <a:lnTo>
                  <a:pt x="588046" y="198208"/>
                </a:lnTo>
                <a:close/>
              </a:path>
              <a:path w="680085" h="213995">
                <a:moveTo>
                  <a:pt x="12700" y="152488"/>
                </a:moveTo>
                <a:lnTo>
                  <a:pt x="6350" y="146138"/>
                </a:lnTo>
                <a:lnTo>
                  <a:pt x="12700" y="146138"/>
                </a:lnTo>
                <a:lnTo>
                  <a:pt x="12700" y="152488"/>
                </a:lnTo>
                <a:close/>
              </a:path>
              <a:path w="680085" h="213995">
                <a:moveTo>
                  <a:pt x="585406" y="158838"/>
                </a:moveTo>
                <a:lnTo>
                  <a:pt x="579056" y="158838"/>
                </a:lnTo>
                <a:lnTo>
                  <a:pt x="572706" y="152488"/>
                </a:lnTo>
                <a:lnTo>
                  <a:pt x="12700" y="152488"/>
                </a:lnTo>
                <a:lnTo>
                  <a:pt x="12700" y="146138"/>
                </a:lnTo>
                <a:lnTo>
                  <a:pt x="585406" y="146138"/>
                </a:lnTo>
                <a:lnTo>
                  <a:pt x="585406" y="158838"/>
                </a:lnTo>
                <a:close/>
              </a:path>
              <a:path w="680085" h="213995">
                <a:moveTo>
                  <a:pt x="572706" y="213550"/>
                </a:moveTo>
                <a:lnTo>
                  <a:pt x="572706" y="152488"/>
                </a:lnTo>
                <a:lnTo>
                  <a:pt x="579056" y="158838"/>
                </a:lnTo>
                <a:lnTo>
                  <a:pt x="585406" y="158838"/>
                </a:lnTo>
                <a:lnTo>
                  <a:pt x="585406" y="182880"/>
                </a:lnTo>
                <a:lnTo>
                  <a:pt x="574560" y="193725"/>
                </a:lnTo>
                <a:lnTo>
                  <a:pt x="585406" y="198208"/>
                </a:lnTo>
                <a:lnTo>
                  <a:pt x="588046" y="198208"/>
                </a:lnTo>
                <a:lnTo>
                  <a:pt x="572706" y="213550"/>
                </a:lnTo>
                <a:close/>
              </a:path>
              <a:path w="680085" h="213995">
                <a:moveTo>
                  <a:pt x="585406" y="198208"/>
                </a:moveTo>
                <a:lnTo>
                  <a:pt x="574560" y="193725"/>
                </a:lnTo>
                <a:lnTo>
                  <a:pt x="585406" y="182880"/>
                </a:lnTo>
                <a:lnTo>
                  <a:pt x="585406" y="198208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18047" y="5631179"/>
            <a:ext cx="1751330" cy="490855"/>
          </a:xfrm>
          <a:custGeom>
            <a:avLst/>
            <a:gdLst/>
            <a:ahLst/>
            <a:cxnLst/>
            <a:rect l="l" t="t" r="r" b="b"/>
            <a:pathLst>
              <a:path w="1751329" h="490854">
                <a:moveTo>
                  <a:pt x="1668779" y="490728"/>
                </a:moveTo>
                <a:lnTo>
                  <a:pt x="80772" y="490728"/>
                </a:lnTo>
                <a:lnTo>
                  <a:pt x="49168" y="484155"/>
                </a:lnTo>
                <a:lnTo>
                  <a:pt x="23350" y="466524"/>
                </a:lnTo>
                <a:lnTo>
                  <a:pt x="6050" y="440421"/>
                </a:lnTo>
                <a:lnTo>
                  <a:pt x="0" y="408432"/>
                </a:lnTo>
                <a:lnTo>
                  <a:pt x="0" y="80772"/>
                </a:lnTo>
                <a:lnTo>
                  <a:pt x="6050" y="49304"/>
                </a:lnTo>
                <a:lnTo>
                  <a:pt x="23350" y="23531"/>
                </a:lnTo>
                <a:lnTo>
                  <a:pt x="49168" y="6185"/>
                </a:lnTo>
                <a:lnTo>
                  <a:pt x="80772" y="0"/>
                </a:lnTo>
                <a:lnTo>
                  <a:pt x="1668779" y="0"/>
                </a:lnTo>
                <a:lnTo>
                  <a:pt x="1700948" y="6185"/>
                </a:lnTo>
                <a:lnTo>
                  <a:pt x="1727111" y="23531"/>
                </a:lnTo>
                <a:lnTo>
                  <a:pt x="1744682" y="49304"/>
                </a:lnTo>
                <a:lnTo>
                  <a:pt x="1751076" y="80772"/>
                </a:lnTo>
                <a:lnTo>
                  <a:pt x="1751076" y="408432"/>
                </a:lnTo>
                <a:lnTo>
                  <a:pt x="1744682" y="440421"/>
                </a:lnTo>
                <a:lnTo>
                  <a:pt x="1727111" y="466524"/>
                </a:lnTo>
                <a:lnTo>
                  <a:pt x="1700948" y="484155"/>
                </a:lnTo>
                <a:lnTo>
                  <a:pt x="1668779" y="490728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711164" y="5624423"/>
            <a:ext cx="1764664" cy="502920"/>
          </a:xfrm>
          <a:custGeom>
            <a:avLst/>
            <a:gdLst/>
            <a:ahLst/>
            <a:cxnLst/>
            <a:rect l="l" t="t" r="r" b="b"/>
            <a:pathLst>
              <a:path w="1764665" h="502920">
                <a:moveTo>
                  <a:pt x="1693989" y="501650"/>
                </a:moveTo>
                <a:lnTo>
                  <a:pt x="70294" y="501650"/>
                </a:lnTo>
                <a:lnTo>
                  <a:pt x="61836" y="499110"/>
                </a:lnTo>
                <a:lnTo>
                  <a:pt x="53733" y="496570"/>
                </a:lnTo>
                <a:lnTo>
                  <a:pt x="49834" y="494029"/>
                </a:lnTo>
                <a:lnTo>
                  <a:pt x="46024" y="492760"/>
                </a:lnTo>
                <a:lnTo>
                  <a:pt x="22796" y="473710"/>
                </a:lnTo>
                <a:lnTo>
                  <a:pt x="20027" y="471170"/>
                </a:lnTo>
                <a:lnTo>
                  <a:pt x="17411" y="467360"/>
                </a:lnTo>
                <a:lnTo>
                  <a:pt x="14947" y="463550"/>
                </a:lnTo>
                <a:lnTo>
                  <a:pt x="12661" y="461010"/>
                </a:lnTo>
                <a:lnTo>
                  <a:pt x="10528" y="457200"/>
                </a:lnTo>
                <a:lnTo>
                  <a:pt x="8585" y="453389"/>
                </a:lnTo>
                <a:lnTo>
                  <a:pt x="6819" y="449579"/>
                </a:lnTo>
                <a:lnTo>
                  <a:pt x="5245" y="444500"/>
                </a:lnTo>
                <a:lnTo>
                  <a:pt x="3848" y="440689"/>
                </a:lnTo>
                <a:lnTo>
                  <a:pt x="2667" y="436879"/>
                </a:lnTo>
                <a:lnTo>
                  <a:pt x="1676" y="433070"/>
                </a:lnTo>
                <a:lnTo>
                  <a:pt x="342" y="424179"/>
                </a:lnTo>
                <a:lnTo>
                  <a:pt x="0" y="419100"/>
                </a:lnTo>
                <a:lnTo>
                  <a:pt x="0" y="82550"/>
                </a:lnTo>
                <a:lnTo>
                  <a:pt x="342" y="78739"/>
                </a:lnTo>
                <a:lnTo>
                  <a:pt x="901" y="73660"/>
                </a:lnTo>
                <a:lnTo>
                  <a:pt x="1676" y="69850"/>
                </a:lnTo>
                <a:lnTo>
                  <a:pt x="2667" y="66039"/>
                </a:lnTo>
                <a:lnTo>
                  <a:pt x="3848" y="60960"/>
                </a:lnTo>
                <a:lnTo>
                  <a:pt x="20027" y="31750"/>
                </a:lnTo>
                <a:lnTo>
                  <a:pt x="22796" y="27939"/>
                </a:lnTo>
                <a:lnTo>
                  <a:pt x="25717" y="25400"/>
                </a:lnTo>
                <a:lnTo>
                  <a:pt x="28778" y="22860"/>
                </a:lnTo>
                <a:lnTo>
                  <a:pt x="31965" y="19050"/>
                </a:lnTo>
                <a:lnTo>
                  <a:pt x="35306" y="16510"/>
                </a:lnTo>
                <a:lnTo>
                  <a:pt x="38760" y="13970"/>
                </a:lnTo>
                <a:lnTo>
                  <a:pt x="42329" y="12700"/>
                </a:lnTo>
                <a:lnTo>
                  <a:pt x="46024" y="10160"/>
                </a:lnTo>
                <a:lnTo>
                  <a:pt x="49834" y="7620"/>
                </a:lnTo>
                <a:lnTo>
                  <a:pt x="53733" y="6350"/>
                </a:lnTo>
                <a:lnTo>
                  <a:pt x="61836" y="3810"/>
                </a:lnTo>
                <a:lnTo>
                  <a:pt x="74637" y="0"/>
                </a:lnTo>
                <a:lnTo>
                  <a:pt x="1689646" y="0"/>
                </a:lnTo>
                <a:lnTo>
                  <a:pt x="1721942" y="12700"/>
                </a:lnTo>
                <a:lnTo>
                  <a:pt x="76708" y="12700"/>
                </a:lnTo>
                <a:lnTo>
                  <a:pt x="72682" y="13970"/>
                </a:lnTo>
                <a:lnTo>
                  <a:pt x="69342" y="13970"/>
                </a:lnTo>
                <a:lnTo>
                  <a:pt x="65468" y="15239"/>
                </a:lnTo>
                <a:lnTo>
                  <a:pt x="65760" y="15239"/>
                </a:lnTo>
                <a:lnTo>
                  <a:pt x="61963" y="16510"/>
                </a:lnTo>
                <a:lnTo>
                  <a:pt x="62255" y="16510"/>
                </a:lnTo>
                <a:lnTo>
                  <a:pt x="58534" y="17779"/>
                </a:lnTo>
                <a:lnTo>
                  <a:pt x="58826" y="17779"/>
                </a:lnTo>
                <a:lnTo>
                  <a:pt x="55206" y="19050"/>
                </a:lnTo>
                <a:lnTo>
                  <a:pt x="55486" y="19050"/>
                </a:lnTo>
                <a:lnTo>
                  <a:pt x="51955" y="21589"/>
                </a:lnTo>
                <a:lnTo>
                  <a:pt x="52222" y="21589"/>
                </a:lnTo>
                <a:lnTo>
                  <a:pt x="48793" y="22860"/>
                </a:lnTo>
                <a:lnTo>
                  <a:pt x="49060" y="22860"/>
                </a:lnTo>
                <a:lnTo>
                  <a:pt x="45745" y="25400"/>
                </a:lnTo>
                <a:lnTo>
                  <a:pt x="45999" y="25400"/>
                </a:lnTo>
                <a:lnTo>
                  <a:pt x="42786" y="26670"/>
                </a:lnTo>
                <a:lnTo>
                  <a:pt x="43027" y="26670"/>
                </a:lnTo>
                <a:lnTo>
                  <a:pt x="39941" y="29210"/>
                </a:lnTo>
                <a:lnTo>
                  <a:pt x="40170" y="29210"/>
                </a:lnTo>
                <a:lnTo>
                  <a:pt x="37198" y="31750"/>
                </a:lnTo>
                <a:lnTo>
                  <a:pt x="37426" y="31750"/>
                </a:lnTo>
                <a:lnTo>
                  <a:pt x="34582" y="34289"/>
                </a:lnTo>
                <a:lnTo>
                  <a:pt x="34798" y="34289"/>
                </a:lnTo>
                <a:lnTo>
                  <a:pt x="32092" y="36829"/>
                </a:lnTo>
                <a:lnTo>
                  <a:pt x="32296" y="36829"/>
                </a:lnTo>
                <a:lnTo>
                  <a:pt x="29718" y="39370"/>
                </a:lnTo>
                <a:lnTo>
                  <a:pt x="29921" y="39370"/>
                </a:lnTo>
                <a:lnTo>
                  <a:pt x="27482" y="41910"/>
                </a:lnTo>
                <a:lnTo>
                  <a:pt x="27673" y="41910"/>
                </a:lnTo>
                <a:lnTo>
                  <a:pt x="25387" y="45720"/>
                </a:lnTo>
                <a:lnTo>
                  <a:pt x="25565" y="45720"/>
                </a:lnTo>
                <a:lnTo>
                  <a:pt x="23431" y="48260"/>
                </a:lnTo>
                <a:lnTo>
                  <a:pt x="23596" y="48260"/>
                </a:lnTo>
                <a:lnTo>
                  <a:pt x="21615" y="52070"/>
                </a:lnTo>
                <a:lnTo>
                  <a:pt x="21767" y="52070"/>
                </a:lnTo>
                <a:lnTo>
                  <a:pt x="19964" y="54610"/>
                </a:lnTo>
                <a:lnTo>
                  <a:pt x="18453" y="58420"/>
                </a:lnTo>
                <a:lnTo>
                  <a:pt x="17606" y="60960"/>
                </a:lnTo>
                <a:lnTo>
                  <a:pt x="17221" y="60960"/>
                </a:lnTo>
                <a:lnTo>
                  <a:pt x="15938" y="64770"/>
                </a:lnTo>
                <a:lnTo>
                  <a:pt x="14922" y="68579"/>
                </a:lnTo>
                <a:lnTo>
                  <a:pt x="14097" y="72389"/>
                </a:lnTo>
                <a:lnTo>
                  <a:pt x="13436" y="76200"/>
                </a:lnTo>
                <a:lnTo>
                  <a:pt x="12966" y="80010"/>
                </a:lnTo>
                <a:lnTo>
                  <a:pt x="12780" y="82550"/>
                </a:lnTo>
                <a:lnTo>
                  <a:pt x="12700" y="83820"/>
                </a:lnTo>
                <a:lnTo>
                  <a:pt x="12614" y="415289"/>
                </a:lnTo>
                <a:lnTo>
                  <a:pt x="12674" y="419100"/>
                </a:lnTo>
                <a:lnTo>
                  <a:pt x="12992" y="422910"/>
                </a:lnTo>
                <a:lnTo>
                  <a:pt x="13487" y="426720"/>
                </a:lnTo>
                <a:lnTo>
                  <a:pt x="14160" y="430529"/>
                </a:lnTo>
                <a:lnTo>
                  <a:pt x="14322" y="430529"/>
                </a:lnTo>
                <a:lnTo>
                  <a:pt x="14998" y="434339"/>
                </a:lnTo>
                <a:lnTo>
                  <a:pt x="15290" y="434339"/>
                </a:lnTo>
                <a:lnTo>
                  <a:pt x="16027" y="436879"/>
                </a:lnTo>
                <a:lnTo>
                  <a:pt x="17221" y="440689"/>
                </a:lnTo>
                <a:lnTo>
                  <a:pt x="18580" y="444500"/>
                </a:lnTo>
                <a:lnTo>
                  <a:pt x="20091" y="447039"/>
                </a:lnTo>
                <a:lnTo>
                  <a:pt x="21767" y="450850"/>
                </a:lnTo>
                <a:lnTo>
                  <a:pt x="21615" y="450850"/>
                </a:lnTo>
                <a:lnTo>
                  <a:pt x="23596" y="454660"/>
                </a:lnTo>
                <a:lnTo>
                  <a:pt x="24142" y="454660"/>
                </a:lnTo>
                <a:lnTo>
                  <a:pt x="25565" y="457200"/>
                </a:lnTo>
                <a:lnTo>
                  <a:pt x="25387" y="457200"/>
                </a:lnTo>
                <a:lnTo>
                  <a:pt x="27673" y="459739"/>
                </a:lnTo>
                <a:lnTo>
                  <a:pt x="27482" y="459739"/>
                </a:lnTo>
                <a:lnTo>
                  <a:pt x="29921" y="463550"/>
                </a:lnTo>
                <a:lnTo>
                  <a:pt x="30577" y="463550"/>
                </a:lnTo>
                <a:lnTo>
                  <a:pt x="32296" y="466089"/>
                </a:lnTo>
                <a:lnTo>
                  <a:pt x="32994" y="466089"/>
                </a:lnTo>
                <a:lnTo>
                  <a:pt x="34798" y="468629"/>
                </a:lnTo>
                <a:lnTo>
                  <a:pt x="34582" y="468629"/>
                </a:lnTo>
                <a:lnTo>
                  <a:pt x="37426" y="471170"/>
                </a:lnTo>
                <a:lnTo>
                  <a:pt x="37198" y="471170"/>
                </a:lnTo>
                <a:lnTo>
                  <a:pt x="40170" y="473710"/>
                </a:lnTo>
                <a:lnTo>
                  <a:pt x="41484" y="473710"/>
                </a:lnTo>
                <a:lnTo>
                  <a:pt x="43027" y="474979"/>
                </a:lnTo>
                <a:lnTo>
                  <a:pt x="42786" y="474979"/>
                </a:lnTo>
                <a:lnTo>
                  <a:pt x="45999" y="477520"/>
                </a:lnTo>
                <a:lnTo>
                  <a:pt x="45745" y="477520"/>
                </a:lnTo>
                <a:lnTo>
                  <a:pt x="49060" y="478789"/>
                </a:lnTo>
                <a:lnTo>
                  <a:pt x="48793" y="478789"/>
                </a:lnTo>
                <a:lnTo>
                  <a:pt x="52222" y="481329"/>
                </a:lnTo>
                <a:lnTo>
                  <a:pt x="51955" y="481329"/>
                </a:lnTo>
                <a:lnTo>
                  <a:pt x="55486" y="482600"/>
                </a:lnTo>
                <a:lnTo>
                  <a:pt x="55206" y="482600"/>
                </a:lnTo>
                <a:lnTo>
                  <a:pt x="58826" y="483870"/>
                </a:lnTo>
                <a:lnTo>
                  <a:pt x="58534" y="483870"/>
                </a:lnTo>
                <a:lnTo>
                  <a:pt x="62255" y="485139"/>
                </a:lnTo>
                <a:lnTo>
                  <a:pt x="61963" y="485139"/>
                </a:lnTo>
                <a:lnTo>
                  <a:pt x="65760" y="486410"/>
                </a:lnTo>
                <a:lnTo>
                  <a:pt x="65468" y="486410"/>
                </a:lnTo>
                <a:lnTo>
                  <a:pt x="69342" y="487679"/>
                </a:lnTo>
                <a:lnTo>
                  <a:pt x="69037" y="487679"/>
                </a:lnTo>
                <a:lnTo>
                  <a:pt x="72999" y="488950"/>
                </a:lnTo>
                <a:lnTo>
                  <a:pt x="76403" y="488950"/>
                </a:lnTo>
                <a:lnTo>
                  <a:pt x="80492" y="490220"/>
                </a:lnTo>
                <a:lnTo>
                  <a:pt x="1721942" y="490220"/>
                </a:lnTo>
                <a:lnTo>
                  <a:pt x="1718259" y="492760"/>
                </a:lnTo>
                <a:lnTo>
                  <a:pt x="1714449" y="494029"/>
                </a:lnTo>
                <a:lnTo>
                  <a:pt x="1710537" y="496570"/>
                </a:lnTo>
                <a:lnTo>
                  <a:pt x="1706537" y="497839"/>
                </a:lnTo>
                <a:lnTo>
                  <a:pt x="1693989" y="501650"/>
                </a:lnTo>
                <a:close/>
              </a:path>
              <a:path w="1764665" h="502920">
                <a:moveTo>
                  <a:pt x="1747164" y="62229"/>
                </a:moveTo>
                <a:lnTo>
                  <a:pt x="1745703" y="58420"/>
                </a:lnTo>
                <a:lnTo>
                  <a:pt x="1744179" y="54610"/>
                </a:lnTo>
                <a:lnTo>
                  <a:pt x="1744319" y="54610"/>
                </a:lnTo>
                <a:lnTo>
                  <a:pt x="1742516" y="52070"/>
                </a:lnTo>
                <a:lnTo>
                  <a:pt x="1742655" y="52070"/>
                </a:lnTo>
                <a:lnTo>
                  <a:pt x="1740687" y="48260"/>
                </a:lnTo>
                <a:lnTo>
                  <a:pt x="1740852" y="48260"/>
                </a:lnTo>
                <a:lnTo>
                  <a:pt x="1738718" y="45720"/>
                </a:lnTo>
                <a:lnTo>
                  <a:pt x="1738896" y="45720"/>
                </a:lnTo>
                <a:lnTo>
                  <a:pt x="1736610" y="41910"/>
                </a:lnTo>
                <a:lnTo>
                  <a:pt x="1736788" y="41910"/>
                </a:lnTo>
                <a:lnTo>
                  <a:pt x="1734362" y="39370"/>
                </a:lnTo>
                <a:lnTo>
                  <a:pt x="1734553" y="39370"/>
                </a:lnTo>
                <a:lnTo>
                  <a:pt x="1731987" y="36829"/>
                </a:lnTo>
                <a:lnTo>
                  <a:pt x="1732191" y="36829"/>
                </a:lnTo>
                <a:lnTo>
                  <a:pt x="1729486" y="34289"/>
                </a:lnTo>
                <a:lnTo>
                  <a:pt x="1729689" y="34289"/>
                </a:lnTo>
                <a:lnTo>
                  <a:pt x="1726857" y="31750"/>
                </a:lnTo>
                <a:lnTo>
                  <a:pt x="1727073" y="31750"/>
                </a:lnTo>
                <a:lnTo>
                  <a:pt x="1724113" y="29210"/>
                </a:lnTo>
                <a:lnTo>
                  <a:pt x="1724342" y="29210"/>
                </a:lnTo>
                <a:lnTo>
                  <a:pt x="1721256" y="26670"/>
                </a:lnTo>
                <a:lnTo>
                  <a:pt x="1721497" y="26670"/>
                </a:lnTo>
                <a:lnTo>
                  <a:pt x="1718284" y="25400"/>
                </a:lnTo>
                <a:lnTo>
                  <a:pt x="1718538" y="25400"/>
                </a:lnTo>
                <a:lnTo>
                  <a:pt x="1715223" y="22860"/>
                </a:lnTo>
                <a:lnTo>
                  <a:pt x="1715477" y="22860"/>
                </a:lnTo>
                <a:lnTo>
                  <a:pt x="1712061" y="21589"/>
                </a:lnTo>
                <a:lnTo>
                  <a:pt x="1712328" y="21589"/>
                </a:lnTo>
                <a:lnTo>
                  <a:pt x="1708797" y="19050"/>
                </a:lnTo>
                <a:lnTo>
                  <a:pt x="1709077" y="19050"/>
                </a:lnTo>
                <a:lnTo>
                  <a:pt x="1705457" y="17779"/>
                </a:lnTo>
                <a:lnTo>
                  <a:pt x="1705737" y="17779"/>
                </a:lnTo>
                <a:lnTo>
                  <a:pt x="1702028" y="16510"/>
                </a:lnTo>
                <a:lnTo>
                  <a:pt x="1702320" y="16510"/>
                </a:lnTo>
                <a:lnTo>
                  <a:pt x="1698523" y="15239"/>
                </a:lnTo>
                <a:lnTo>
                  <a:pt x="1698815" y="15239"/>
                </a:lnTo>
                <a:lnTo>
                  <a:pt x="1694929" y="13970"/>
                </a:lnTo>
                <a:lnTo>
                  <a:pt x="1691589" y="13970"/>
                </a:lnTo>
                <a:lnTo>
                  <a:pt x="1687563" y="12700"/>
                </a:lnTo>
                <a:lnTo>
                  <a:pt x="1721942" y="12700"/>
                </a:lnTo>
                <a:lnTo>
                  <a:pt x="1725523" y="13970"/>
                </a:lnTo>
                <a:lnTo>
                  <a:pt x="1728977" y="16510"/>
                </a:lnTo>
                <a:lnTo>
                  <a:pt x="1732305" y="19050"/>
                </a:lnTo>
                <a:lnTo>
                  <a:pt x="1735505" y="22860"/>
                </a:lnTo>
                <a:lnTo>
                  <a:pt x="1738566" y="25400"/>
                </a:lnTo>
                <a:lnTo>
                  <a:pt x="1741487" y="27939"/>
                </a:lnTo>
                <a:lnTo>
                  <a:pt x="1744256" y="31750"/>
                </a:lnTo>
                <a:lnTo>
                  <a:pt x="1746872" y="34289"/>
                </a:lnTo>
                <a:lnTo>
                  <a:pt x="1760423" y="60960"/>
                </a:lnTo>
                <a:lnTo>
                  <a:pt x="1747062" y="60960"/>
                </a:lnTo>
                <a:lnTo>
                  <a:pt x="1747164" y="62229"/>
                </a:lnTo>
                <a:close/>
              </a:path>
              <a:path w="1764665" h="502920">
                <a:moveTo>
                  <a:pt x="17119" y="62229"/>
                </a:moveTo>
                <a:lnTo>
                  <a:pt x="17221" y="60960"/>
                </a:lnTo>
                <a:lnTo>
                  <a:pt x="17606" y="60960"/>
                </a:lnTo>
                <a:lnTo>
                  <a:pt x="17119" y="62229"/>
                </a:lnTo>
                <a:close/>
              </a:path>
              <a:path w="1764665" h="502920">
                <a:moveTo>
                  <a:pt x="1764385" y="415289"/>
                </a:moveTo>
                <a:lnTo>
                  <a:pt x="1751685" y="415289"/>
                </a:lnTo>
                <a:lnTo>
                  <a:pt x="1751584" y="83820"/>
                </a:lnTo>
                <a:lnTo>
                  <a:pt x="1751279" y="80010"/>
                </a:lnTo>
                <a:lnTo>
                  <a:pt x="1750796" y="76200"/>
                </a:lnTo>
                <a:lnTo>
                  <a:pt x="1750123" y="72389"/>
                </a:lnTo>
                <a:lnTo>
                  <a:pt x="1749272" y="68579"/>
                </a:lnTo>
                <a:lnTo>
                  <a:pt x="1748256" y="64770"/>
                </a:lnTo>
                <a:lnTo>
                  <a:pt x="1747062" y="60960"/>
                </a:lnTo>
                <a:lnTo>
                  <a:pt x="1760423" y="60960"/>
                </a:lnTo>
                <a:lnTo>
                  <a:pt x="1761617" y="66039"/>
                </a:lnTo>
                <a:lnTo>
                  <a:pt x="1762594" y="69850"/>
                </a:lnTo>
                <a:lnTo>
                  <a:pt x="1763382" y="73660"/>
                </a:lnTo>
                <a:lnTo>
                  <a:pt x="1763941" y="78739"/>
                </a:lnTo>
                <a:lnTo>
                  <a:pt x="1764271" y="82550"/>
                </a:lnTo>
                <a:lnTo>
                  <a:pt x="1764385" y="415289"/>
                </a:lnTo>
                <a:close/>
              </a:path>
              <a:path w="1764665" h="502920">
                <a:moveTo>
                  <a:pt x="12614" y="415289"/>
                </a:moveTo>
                <a:lnTo>
                  <a:pt x="12585" y="414020"/>
                </a:lnTo>
                <a:lnTo>
                  <a:pt x="12614" y="415289"/>
                </a:lnTo>
                <a:close/>
              </a:path>
              <a:path w="1764665" h="502920">
                <a:moveTo>
                  <a:pt x="1762988" y="430529"/>
                </a:moveTo>
                <a:lnTo>
                  <a:pt x="1750123" y="430529"/>
                </a:lnTo>
                <a:lnTo>
                  <a:pt x="1750847" y="426720"/>
                </a:lnTo>
                <a:lnTo>
                  <a:pt x="1751317" y="422910"/>
                </a:lnTo>
                <a:lnTo>
                  <a:pt x="1751596" y="419100"/>
                </a:lnTo>
                <a:lnTo>
                  <a:pt x="1751685" y="414020"/>
                </a:lnTo>
                <a:lnTo>
                  <a:pt x="1751685" y="415289"/>
                </a:lnTo>
                <a:lnTo>
                  <a:pt x="1764385" y="415289"/>
                </a:lnTo>
                <a:lnTo>
                  <a:pt x="1764271" y="419100"/>
                </a:lnTo>
                <a:lnTo>
                  <a:pt x="1763941" y="424179"/>
                </a:lnTo>
                <a:lnTo>
                  <a:pt x="1762988" y="430529"/>
                </a:lnTo>
                <a:close/>
              </a:path>
              <a:path w="1764665" h="502920">
                <a:moveTo>
                  <a:pt x="14322" y="430529"/>
                </a:moveTo>
                <a:lnTo>
                  <a:pt x="14160" y="430529"/>
                </a:lnTo>
                <a:lnTo>
                  <a:pt x="14097" y="429260"/>
                </a:lnTo>
                <a:lnTo>
                  <a:pt x="14322" y="430529"/>
                </a:lnTo>
                <a:close/>
              </a:path>
              <a:path w="1764665" h="502920">
                <a:moveTo>
                  <a:pt x="1762268" y="434339"/>
                </a:moveTo>
                <a:lnTo>
                  <a:pt x="1749272" y="434339"/>
                </a:lnTo>
                <a:lnTo>
                  <a:pt x="1750187" y="429260"/>
                </a:lnTo>
                <a:lnTo>
                  <a:pt x="1750123" y="430529"/>
                </a:lnTo>
                <a:lnTo>
                  <a:pt x="1762988" y="430529"/>
                </a:lnTo>
                <a:lnTo>
                  <a:pt x="1762594" y="433070"/>
                </a:lnTo>
                <a:lnTo>
                  <a:pt x="1762268" y="434339"/>
                </a:lnTo>
                <a:close/>
              </a:path>
              <a:path w="1764665" h="502920">
                <a:moveTo>
                  <a:pt x="15290" y="434339"/>
                </a:moveTo>
                <a:lnTo>
                  <a:pt x="14998" y="434339"/>
                </a:lnTo>
                <a:lnTo>
                  <a:pt x="14922" y="433070"/>
                </a:lnTo>
                <a:lnTo>
                  <a:pt x="15290" y="434339"/>
                </a:lnTo>
                <a:close/>
              </a:path>
              <a:path w="1764665" h="502920">
                <a:moveTo>
                  <a:pt x="1755046" y="454660"/>
                </a:moveTo>
                <a:lnTo>
                  <a:pt x="1740687" y="454660"/>
                </a:lnTo>
                <a:lnTo>
                  <a:pt x="1742655" y="450850"/>
                </a:lnTo>
                <a:lnTo>
                  <a:pt x="1742516" y="450850"/>
                </a:lnTo>
                <a:lnTo>
                  <a:pt x="1744319" y="447039"/>
                </a:lnTo>
                <a:lnTo>
                  <a:pt x="1744179" y="447039"/>
                </a:lnTo>
                <a:lnTo>
                  <a:pt x="1745818" y="444500"/>
                </a:lnTo>
                <a:lnTo>
                  <a:pt x="1747164" y="440689"/>
                </a:lnTo>
                <a:lnTo>
                  <a:pt x="1748345" y="436879"/>
                </a:lnTo>
                <a:lnTo>
                  <a:pt x="1749361" y="433070"/>
                </a:lnTo>
                <a:lnTo>
                  <a:pt x="1749272" y="434339"/>
                </a:lnTo>
                <a:lnTo>
                  <a:pt x="1762268" y="434339"/>
                </a:lnTo>
                <a:lnTo>
                  <a:pt x="1761617" y="436879"/>
                </a:lnTo>
                <a:lnTo>
                  <a:pt x="1760423" y="440689"/>
                </a:lnTo>
                <a:lnTo>
                  <a:pt x="1759038" y="444500"/>
                </a:lnTo>
                <a:lnTo>
                  <a:pt x="1757464" y="449579"/>
                </a:lnTo>
                <a:lnTo>
                  <a:pt x="1755698" y="453389"/>
                </a:lnTo>
                <a:lnTo>
                  <a:pt x="1755046" y="454660"/>
                </a:lnTo>
                <a:close/>
              </a:path>
              <a:path w="1764665" h="502920">
                <a:moveTo>
                  <a:pt x="24142" y="454660"/>
                </a:moveTo>
                <a:lnTo>
                  <a:pt x="23596" y="454660"/>
                </a:lnTo>
                <a:lnTo>
                  <a:pt x="23431" y="453389"/>
                </a:lnTo>
                <a:lnTo>
                  <a:pt x="24142" y="454660"/>
                </a:lnTo>
                <a:close/>
              </a:path>
              <a:path w="1764665" h="502920">
                <a:moveTo>
                  <a:pt x="1749323" y="463550"/>
                </a:moveTo>
                <a:lnTo>
                  <a:pt x="1734362" y="463550"/>
                </a:lnTo>
                <a:lnTo>
                  <a:pt x="1736788" y="459739"/>
                </a:lnTo>
                <a:lnTo>
                  <a:pt x="1736610" y="459739"/>
                </a:lnTo>
                <a:lnTo>
                  <a:pt x="1738896" y="457200"/>
                </a:lnTo>
                <a:lnTo>
                  <a:pt x="1738718" y="457200"/>
                </a:lnTo>
                <a:lnTo>
                  <a:pt x="1740852" y="453389"/>
                </a:lnTo>
                <a:lnTo>
                  <a:pt x="1740687" y="454660"/>
                </a:lnTo>
                <a:lnTo>
                  <a:pt x="1755046" y="454660"/>
                </a:lnTo>
                <a:lnTo>
                  <a:pt x="1753743" y="457200"/>
                </a:lnTo>
                <a:lnTo>
                  <a:pt x="1751622" y="461010"/>
                </a:lnTo>
                <a:lnTo>
                  <a:pt x="1749323" y="463550"/>
                </a:lnTo>
                <a:close/>
              </a:path>
              <a:path w="1764665" h="502920">
                <a:moveTo>
                  <a:pt x="30577" y="463550"/>
                </a:moveTo>
                <a:lnTo>
                  <a:pt x="29921" y="463550"/>
                </a:lnTo>
                <a:lnTo>
                  <a:pt x="29718" y="462279"/>
                </a:lnTo>
                <a:lnTo>
                  <a:pt x="30577" y="463550"/>
                </a:lnTo>
                <a:close/>
              </a:path>
              <a:path w="1764665" h="502920">
                <a:moveTo>
                  <a:pt x="1747689" y="466089"/>
                </a:moveTo>
                <a:lnTo>
                  <a:pt x="1731987" y="466089"/>
                </a:lnTo>
                <a:lnTo>
                  <a:pt x="1734553" y="462279"/>
                </a:lnTo>
                <a:lnTo>
                  <a:pt x="1734362" y="463550"/>
                </a:lnTo>
                <a:lnTo>
                  <a:pt x="1749323" y="463550"/>
                </a:lnTo>
                <a:lnTo>
                  <a:pt x="1747689" y="466089"/>
                </a:lnTo>
                <a:close/>
              </a:path>
              <a:path w="1764665" h="502920">
                <a:moveTo>
                  <a:pt x="32994" y="466089"/>
                </a:moveTo>
                <a:lnTo>
                  <a:pt x="32296" y="466089"/>
                </a:lnTo>
                <a:lnTo>
                  <a:pt x="32092" y="464820"/>
                </a:lnTo>
                <a:lnTo>
                  <a:pt x="32994" y="466089"/>
                </a:lnTo>
                <a:close/>
              </a:path>
              <a:path w="1764665" h="502920">
                <a:moveTo>
                  <a:pt x="1741487" y="473710"/>
                </a:moveTo>
                <a:lnTo>
                  <a:pt x="1724113" y="473710"/>
                </a:lnTo>
                <a:lnTo>
                  <a:pt x="1727073" y="471170"/>
                </a:lnTo>
                <a:lnTo>
                  <a:pt x="1726857" y="471170"/>
                </a:lnTo>
                <a:lnTo>
                  <a:pt x="1729689" y="468629"/>
                </a:lnTo>
                <a:lnTo>
                  <a:pt x="1729486" y="468629"/>
                </a:lnTo>
                <a:lnTo>
                  <a:pt x="1732191" y="464820"/>
                </a:lnTo>
                <a:lnTo>
                  <a:pt x="1731987" y="466089"/>
                </a:lnTo>
                <a:lnTo>
                  <a:pt x="1747689" y="466089"/>
                </a:lnTo>
                <a:lnTo>
                  <a:pt x="1746872" y="467360"/>
                </a:lnTo>
                <a:lnTo>
                  <a:pt x="1744256" y="471170"/>
                </a:lnTo>
                <a:lnTo>
                  <a:pt x="1741487" y="473710"/>
                </a:lnTo>
                <a:close/>
              </a:path>
              <a:path w="1764665" h="502920">
                <a:moveTo>
                  <a:pt x="41484" y="473710"/>
                </a:moveTo>
                <a:lnTo>
                  <a:pt x="40170" y="473710"/>
                </a:lnTo>
                <a:lnTo>
                  <a:pt x="39941" y="472439"/>
                </a:lnTo>
                <a:lnTo>
                  <a:pt x="41484" y="473710"/>
                </a:lnTo>
                <a:close/>
              </a:path>
              <a:path w="1764665" h="502920">
                <a:moveTo>
                  <a:pt x="1721942" y="490220"/>
                </a:moveTo>
                <a:lnTo>
                  <a:pt x="1683791" y="490220"/>
                </a:lnTo>
                <a:lnTo>
                  <a:pt x="1687880" y="488950"/>
                </a:lnTo>
                <a:lnTo>
                  <a:pt x="1691284" y="488950"/>
                </a:lnTo>
                <a:lnTo>
                  <a:pt x="1695246" y="487679"/>
                </a:lnTo>
                <a:lnTo>
                  <a:pt x="1694929" y="487679"/>
                </a:lnTo>
                <a:lnTo>
                  <a:pt x="1698815" y="486410"/>
                </a:lnTo>
                <a:lnTo>
                  <a:pt x="1698523" y="486410"/>
                </a:lnTo>
                <a:lnTo>
                  <a:pt x="1702320" y="485139"/>
                </a:lnTo>
                <a:lnTo>
                  <a:pt x="1702028" y="485139"/>
                </a:lnTo>
                <a:lnTo>
                  <a:pt x="1705737" y="483870"/>
                </a:lnTo>
                <a:lnTo>
                  <a:pt x="1705457" y="483870"/>
                </a:lnTo>
                <a:lnTo>
                  <a:pt x="1709077" y="482600"/>
                </a:lnTo>
                <a:lnTo>
                  <a:pt x="1708797" y="482600"/>
                </a:lnTo>
                <a:lnTo>
                  <a:pt x="1712328" y="481329"/>
                </a:lnTo>
                <a:lnTo>
                  <a:pt x="1712061" y="481329"/>
                </a:lnTo>
                <a:lnTo>
                  <a:pt x="1715477" y="478789"/>
                </a:lnTo>
                <a:lnTo>
                  <a:pt x="1715223" y="478789"/>
                </a:lnTo>
                <a:lnTo>
                  <a:pt x="1718538" y="477520"/>
                </a:lnTo>
                <a:lnTo>
                  <a:pt x="1718284" y="477520"/>
                </a:lnTo>
                <a:lnTo>
                  <a:pt x="1721497" y="474979"/>
                </a:lnTo>
                <a:lnTo>
                  <a:pt x="1721256" y="474979"/>
                </a:lnTo>
                <a:lnTo>
                  <a:pt x="1724342" y="472439"/>
                </a:lnTo>
                <a:lnTo>
                  <a:pt x="1724113" y="473710"/>
                </a:lnTo>
                <a:lnTo>
                  <a:pt x="1741487" y="473710"/>
                </a:lnTo>
                <a:lnTo>
                  <a:pt x="1738566" y="477520"/>
                </a:lnTo>
                <a:lnTo>
                  <a:pt x="1735505" y="480060"/>
                </a:lnTo>
                <a:lnTo>
                  <a:pt x="1732305" y="482600"/>
                </a:lnTo>
                <a:lnTo>
                  <a:pt x="1728977" y="485139"/>
                </a:lnTo>
                <a:lnTo>
                  <a:pt x="1725523" y="487679"/>
                </a:lnTo>
                <a:lnTo>
                  <a:pt x="1721942" y="490220"/>
                </a:lnTo>
                <a:close/>
              </a:path>
              <a:path w="1764665" h="502920">
                <a:moveTo>
                  <a:pt x="1685226" y="502920"/>
                </a:moveTo>
                <a:lnTo>
                  <a:pt x="79057" y="502920"/>
                </a:lnTo>
                <a:lnTo>
                  <a:pt x="74637" y="501650"/>
                </a:lnTo>
                <a:lnTo>
                  <a:pt x="1689646" y="501650"/>
                </a:lnTo>
                <a:lnTo>
                  <a:pt x="1685226" y="502920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70600" y="5644578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体积减小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597" y="1768538"/>
            <a:ext cx="547890" cy="44366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8985" y="2116442"/>
            <a:ext cx="325907" cy="3091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1119" y="2494394"/>
            <a:ext cx="316750" cy="3085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4705" y="2865031"/>
            <a:ext cx="335051" cy="2811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1365" y="3214027"/>
            <a:ext cx="317372" cy="3079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5619" y="3570643"/>
            <a:ext cx="338391" cy="3158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7507" y="4091698"/>
            <a:ext cx="307911" cy="3289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8985" y="4459592"/>
            <a:ext cx="325907" cy="3091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3745" y="4816818"/>
            <a:ext cx="325589" cy="33901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9523" y="5200561"/>
            <a:ext cx="345414" cy="2923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3427" y="5547118"/>
            <a:ext cx="337184" cy="3411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22477" y="3248291"/>
            <a:ext cx="689610" cy="742950"/>
          </a:xfrm>
          <a:custGeom>
            <a:avLst/>
            <a:gdLst/>
            <a:ahLst/>
            <a:cxnLst/>
            <a:rect l="l" t="t" r="r" b="b"/>
            <a:pathLst>
              <a:path w="689610" h="742950">
                <a:moveTo>
                  <a:pt x="9321" y="742911"/>
                </a:moveTo>
                <a:lnTo>
                  <a:pt x="0" y="734275"/>
                </a:lnTo>
                <a:lnTo>
                  <a:pt x="679881" y="0"/>
                </a:lnTo>
                <a:lnTo>
                  <a:pt x="689203" y="8623"/>
                </a:lnTo>
                <a:lnTo>
                  <a:pt x="9321" y="74291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06296" y="2822448"/>
            <a:ext cx="1308100" cy="859790"/>
          </a:xfrm>
          <a:custGeom>
            <a:avLst/>
            <a:gdLst/>
            <a:ahLst/>
            <a:cxnLst/>
            <a:rect l="l" t="t" r="r" b="b"/>
            <a:pathLst>
              <a:path w="1308100" h="859789">
                <a:moveTo>
                  <a:pt x="1222248" y="859536"/>
                </a:moveTo>
                <a:lnTo>
                  <a:pt x="86867" y="859536"/>
                </a:lnTo>
                <a:lnTo>
                  <a:pt x="53294" y="853060"/>
                </a:lnTo>
                <a:lnTo>
                  <a:pt x="25836" y="834794"/>
                </a:lnTo>
                <a:lnTo>
                  <a:pt x="7177" y="807563"/>
                </a:lnTo>
                <a:lnTo>
                  <a:pt x="0" y="774191"/>
                </a:lnTo>
                <a:lnTo>
                  <a:pt x="0" y="86868"/>
                </a:lnTo>
                <a:lnTo>
                  <a:pt x="7177" y="53051"/>
                </a:lnTo>
                <a:lnTo>
                  <a:pt x="25836" y="25512"/>
                </a:lnTo>
                <a:lnTo>
                  <a:pt x="53294" y="6934"/>
                </a:lnTo>
                <a:lnTo>
                  <a:pt x="86867" y="0"/>
                </a:lnTo>
                <a:lnTo>
                  <a:pt x="1222248" y="0"/>
                </a:lnTo>
                <a:lnTo>
                  <a:pt x="1255340" y="6934"/>
                </a:lnTo>
                <a:lnTo>
                  <a:pt x="1282479" y="25512"/>
                </a:lnTo>
                <a:lnTo>
                  <a:pt x="1300838" y="53051"/>
                </a:lnTo>
                <a:lnTo>
                  <a:pt x="1307592" y="86868"/>
                </a:lnTo>
                <a:lnTo>
                  <a:pt x="1307592" y="774191"/>
                </a:lnTo>
                <a:lnTo>
                  <a:pt x="1300838" y="807563"/>
                </a:lnTo>
                <a:lnTo>
                  <a:pt x="1282479" y="834794"/>
                </a:lnTo>
                <a:lnTo>
                  <a:pt x="1255340" y="853060"/>
                </a:lnTo>
                <a:lnTo>
                  <a:pt x="1222248" y="85953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00784" y="2816390"/>
            <a:ext cx="1319530" cy="871219"/>
          </a:xfrm>
          <a:custGeom>
            <a:avLst/>
            <a:gdLst/>
            <a:ahLst/>
            <a:cxnLst/>
            <a:rect l="l" t="t" r="r" b="b"/>
            <a:pathLst>
              <a:path w="1319530" h="871220">
                <a:moveTo>
                  <a:pt x="1241171" y="871219"/>
                </a:moveTo>
                <a:lnTo>
                  <a:pt x="78155" y="871219"/>
                </a:lnTo>
                <a:lnTo>
                  <a:pt x="69138" y="868679"/>
                </a:lnTo>
                <a:lnTo>
                  <a:pt x="60464" y="866139"/>
                </a:lnTo>
                <a:lnTo>
                  <a:pt x="56273" y="864869"/>
                </a:lnTo>
                <a:lnTo>
                  <a:pt x="52184" y="862329"/>
                </a:lnTo>
                <a:lnTo>
                  <a:pt x="48196" y="861059"/>
                </a:lnTo>
                <a:lnTo>
                  <a:pt x="26923" y="844550"/>
                </a:lnTo>
                <a:lnTo>
                  <a:pt x="23875" y="842009"/>
                </a:lnTo>
                <a:lnTo>
                  <a:pt x="4038" y="806450"/>
                </a:lnTo>
                <a:lnTo>
                  <a:pt x="2793" y="802639"/>
                </a:lnTo>
                <a:lnTo>
                  <a:pt x="1765" y="797559"/>
                </a:lnTo>
                <a:lnTo>
                  <a:pt x="952" y="793750"/>
                </a:lnTo>
                <a:lnTo>
                  <a:pt x="355" y="788669"/>
                </a:lnTo>
                <a:lnTo>
                  <a:pt x="0" y="783589"/>
                </a:lnTo>
                <a:lnTo>
                  <a:pt x="0" y="86359"/>
                </a:lnTo>
                <a:lnTo>
                  <a:pt x="355" y="82549"/>
                </a:lnTo>
                <a:lnTo>
                  <a:pt x="952" y="77469"/>
                </a:lnTo>
                <a:lnTo>
                  <a:pt x="1765" y="73659"/>
                </a:lnTo>
                <a:lnTo>
                  <a:pt x="2793" y="68579"/>
                </a:lnTo>
                <a:lnTo>
                  <a:pt x="4038" y="64769"/>
                </a:lnTo>
                <a:lnTo>
                  <a:pt x="5486" y="59689"/>
                </a:lnTo>
                <a:lnTo>
                  <a:pt x="7137" y="55879"/>
                </a:lnTo>
                <a:lnTo>
                  <a:pt x="26923" y="26669"/>
                </a:lnTo>
                <a:lnTo>
                  <a:pt x="30137" y="22859"/>
                </a:lnTo>
                <a:lnTo>
                  <a:pt x="52184" y="8889"/>
                </a:lnTo>
                <a:lnTo>
                  <a:pt x="56273" y="6349"/>
                </a:lnTo>
                <a:lnTo>
                  <a:pt x="60464" y="5079"/>
                </a:lnTo>
                <a:lnTo>
                  <a:pt x="69138" y="2539"/>
                </a:lnTo>
                <a:lnTo>
                  <a:pt x="78155" y="0"/>
                </a:lnTo>
                <a:lnTo>
                  <a:pt x="1241171" y="0"/>
                </a:lnTo>
                <a:lnTo>
                  <a:pt x="1250187" y="2539"/>
                </a:lnTo>
                <a:lnTo>
                  <a:pt x="1258862" y="5079"/>
                </a:lnTo>
                <a:lnTo>
                  <a:pt x="1263053" y="6349"/>
                </a:lnTo>
                <a:lnTo>
                  <a:pt x="1267142" y="8889"/>
                </a:lnTo>
                <a:lnTo>
                  <a:pt x="1271130" y="10159"/>
                </a:lnTo>
                <a:lnTo>
                  <a:pt x="1274991" y="12699"/>
                </a:lnTo>
                <a:lnTo>
                  <a:pt x="80225" y="12699"/>
                </a:lnTo>
                <a:lnTo>
                  <a:pt x="75996" y="13969"/>
                </a:lnTo>
                <a:lnTo>
                  <a:pt x="72453" y="13969"/>
                </a:lnTo>
                <a:lnTo>
                  <a:pt x="68376" y="15239"/>
                </a:lnTo>
                <a:lnTo>
                  <a:pt x="68681" y="15239"/>
                </a:lnTo>
                <a:lnTo>
                  <a:pt x="64681" y="16509"/>
                </a:lnTo>
                <a:lnTo>
                  <a:pt x="64973" y="16509"/>
                </a:lnTo>
                <a:lnTo>
                  <a:pt x="61074" y="17779"/>
                </a:lnTo>
                <a:lnTo>
                  <a:pt x="61366" y="17779"/>
                </a:lnTo>
                <a:lnTo>
                  <a:pt x="57556" y="20319"/>
                </a:lnTo>
                <a:lnTo>
                  <a:pt x="57835" y="20319"/>
                </a:lnTo>
                <a:lnTo>
                  <a:pt x="54127" y="21589"/>
                </a:lnTo>
                <a:lnTo>
                  <a:pt x="54394" y="21589"/>
                </a:lnTo>
                <a:lnTo>
                  <a:pt x="50799" y="24129"/>
                </a:lnTo>
                <a:lnTo>
                  <a:pt x="51053" y="24129"/>
                </a:lnTo>
                <a:lnTo>
                  <a:pt x="47574" y="25399"/>
                </a:lnTo>
                <a:lnTo>
                  <a:pt x="47815" y="25399"/>
                </a:lnTo>
                <a:lnTo>
                  <a:pt x="44449" y="27939"/>
                </a:lnTo>
                <a:lnTo>
                  <a:pt x="44691" y="27939"/>
                </a:lnTo>
                <a:lnTo>
                  <a:pt x="41440" y="30479"/>
                </a:lnTo>
                <a:lnTo>
                  <a:pt x="41681" y="30479"/>
                </a:lnTo>
                <a:lnTo>
                  <a:pt x="38557" y="33019"/>
                </a:lnTo>
                <a:lnTo>
                  <a:pt x="38785" y="33019"/>
                </a:lnTo>
                <a:lnTo>
                  <a:pt x="35801" y="35559"/>
                </a:lnTo>
                <a:lnTo>
                  <a:pt x="36017" y="35559"/>
                </a:lnTo>
                <a:lnTo>
                  <a:pt x="33172" y="38099"/>
                </a:lnTo>
                <a:lnTo>
                  <a:pt x="33375" y="38099"/>
                </a:lnTo>
                <a:lnTo>
                  <a:pt x="30670" y="40639"/>
                </a:lnTo>
                <a:lnTo>
                  <a:pt x="30860" y="40639"/>
                </a:lnTo>
                <a:lnTo>
                  <a:pt x="28308" y="44449"/>
                </a:lnTo>
                <a:lnTo>
                  <a:pt x="28486" y="44449"/>
                </a:lnTo>
                <a:lnTo>
                  <a:pt x="26098" y="46989"/>
                </a:lnTo>
                <a:lnTo>
                  <a:pt x="26263" y="46989"/>
                </a:lnTo>
                <a:lnTo>
                  <a:pt x="24028" y="50799"/>
                </a:lnTo>
                <a:lnTo>
                  <a:pt x="24193" y="50799"/>
                </a:lnTo>
                <a:lnTo>
                  <a:pt x="22123" y="53339"/>
                </a:lnTo>
                <a:lnTo>
                  <a:pt x="22263" y="53339"/>
                </a:lnTo>
                <a:lnTo>
                  <a:pt x="20370" y="57149"/>
                </a:lnTo>
                <a:lnTo>
                  <a:pt x="18783" y="60959"/>
                </a:lnTo>
                <a:lnTo>
                  <a:pt x="17360" y="64769"/>
                </a:lnTo>
                <a:lnTo>
                  <a:pt x="16565" y="67309"/>
                </a:lnTo>
                <a:lnTo>
                  <a:pt x="16205" y="67309"/>
                </a:lnTo>
                <a:lnTo>
                  <a:pt x="15338" y="71119"/>
                </a:lnTo>
                <a:lnTo>
                  <a:pt x="15125" y="71119"/>
                </a:lnTo>
                <a:lnTo>
                  <a:pt x="14411" y="74929"/>
                </a:lnTo>
                <a:lnTo>
                  <a:pt x="14236" y="74929"/>
                </a:lnTo>
                <a:lnTo>
                  <a:pt x="13474" y="80009"/>
                </a:lnTo>
                <a:lnTo>
                  <a:pt x="12979" y="83819"/>
                </a:lnTo>
                <a:lnTo>
                  <a:pt x="12788" y="86359"/>
                </a:lnTo>
                <a:lnTo>
                  <a:pt x="12700" y="87629"/>
                </a:lnTo>
                <a:lnTo>
                  <a:pt x="12674" y="783589"/>
                </a:lnTo>
                <a:lnTo>
                  <a:pt x="13017" y="787400"/>
                </a:lnTo>
                <a:lnTo>
                  <a:pt x="13525" y="791209"/>
                </a:lnTo>
                <a:lnTo>
                  <a:pt x="14236" y="796289"/>
                </a:lnTo>
                <a:lnTo>
                  <a:pt x="14411" y="796289"/>
                </a:lnTo>
                <a:lnTo>
                  <a:pt x="15125" y="800100"/>
                </a:lnTo>
                <a:lnTo>
                  <a:pt x="15338" y="800100"/>
                </a:lnTo>
                <a:lnTo>
                  <a:pt x="16205" y="803909"/>
                </a:lnTo>
                <a:lnTo>
                  <a:pt x="16565" y="803909"/>
                </a:lnTo>
                <a:lnTo>
                  <a:pt x="17462" y="806450"/>
                </a:lnTo>
                <a:lnTo>
                  <a:pt x="18897" y="810259"/>
                </a:lnTo>
                <a:lnTo>
                  <a:pt x="20497" y="814069"/>
                </a:lnTo>
                <a:lnTo>
                  <a:pt x="22263" y="817879"/>
                </a:lnTo>
                <a:lnTo>
                  <a:pt x="22123" y="817879"/>
                </a:lnTo>
                <a:lnTo>
                  <a:pt x="24193" y="820419"/>
                </a:lnTo>
                <a:lnTo>
                  <a:pt x="24028" y="820419"/>
                </a:lnTo>
                <a:lnTo>
                  <a:pt x="26263" y="824229"/>
                </a:lnTo>
                <a:lnTo>
                  <a:pt x="26098" y="824229"/>
                </a:lnTo>
                <a:lnTo>
                  <a:pt x="28486" y="826769"/>
                </a:lnTo>
                <a:lnTo>
                  <a:pt x="28308" y="826769"/>
                </a:lnTo>
                <a:lnTo>
                  <a:pt x="30860" y="830579"/>
                </a:lnTo>
                <a:lnTo>
                  <a:pt x="30670" y="830579"/>
                </a:lnTo>
                <a:lnTo>
                  <a:pt x="33375" y="833119"/>
                </a:lnTo>
                <a:lnTo>
                  <a:pt x="33172" y="833119"/>
                </a:lnTo>
                <a:lnTo>
                  <a:pt x="36017" y="835659"/>
                </a:lnTo>
                <a:lnTo>
                  <a:pt x="35801" y="835659"/>
                </a:lnTo>
                <a:lnTo>
                  <a:pt x="38785" y="838200"/>
                </a:lnTo>
                <a:lnTo>
                  <a:pt x="38557" y="838200"/>
                </a:lnTo>
                <a:lnTo>
                  <a:pt x="41681" y="840739"/>
                </a:lnTo>
                <a:lnTo>
                  <a:pt x="41440" y="840739"/>
                </a:lnTo>
                <a:lnTo>
                  <a:pt x="44691" y="843279"/>
                </a:lnTo>
                <a:lnTo>
                  <a:pt x="44449" y="843279"/>
                </a:lnTo>
                <a:lnTo>
                  <a:pt x="47815" y="845819"/>
                </a:lnTo>
                <a:lnTo>
                  <a:pt x="47574" y="845819"/>
                </a:lnTo>
                <a:lnTo>
                  <a:pt x="51053" y="847089"/>
                </a:lnTo>
                <a:lnTo>
                  <a:pt x="50799" y="847089"/>
                </a:lnTo>
                <a:lnTo>
                  <a:pt x="54394" y="849629"/>
                </a:lnTo>
                <a:lnTo>
                  <a:pt x="54127" y="849629"/>
                </a:lnTo>
                <a:lnTo>
                  <a:pt x="57835" y="850900"/>
                </a:lnTo>
                <a:lnTo>
                  <a:pt x="57556" y="850900"/>
                </a:lnTo>
                <a:lnTo>
                  <a:pt x="61366" y="853439"/>
                </a:lnTo>
                <a:lnTo>
                  <a:pt x="63023" y="853439"/>
                </a:lnTo>
                <a:lnTo>
                  <a:pt x="64973" y="854709"/>
                </a:lnTo>
                <a:lnTo>
                  <a:pt x="64681" y="854709"/>
                </a:lnTo>
                <a:lnTo>
                  <a:pt x="68681" y="855979"/>
                </a:lnTo>
                <a:lnTo>
                  <a:pt x="68376" y="855979"/>
                </a:lnTo>
                <a:lnTo>
                  <a:pt x="72453" y="857250"/>
                </a:lnTo>
                <a:lnTo>
                  <a:pt x="75996" y="857250"/>
                </a:lnTo>
                <a:lnTo>
                  <a:pt x="80225" y="858519"/>
                </a:lnTo>
                <a:lnTo>
                  <a:pt x="1274991" y="858519"/>
                </a:lnTo>
                <a:lnTo>
                  <a:pt x="1271130" y="861059"/>
                </a:lnTo>
                <a:lnTo>
                  <a:pt x="1267142" y="862329"/>
                </a:lnTo>
                <a:lnTo>
                  <a:pt x="1263053" y="864869"/>
                </a:lnTo>
                <a:lnTo>
                  <a:pt x="1258862" y="866139"/>
                </a:lnTo>
                <a:lnTo>
                  <a:pt x="1250187" y="868679"/>
                </a:lnTo>
                <a:lnTo>
                  <a:pt x="1241171" y="871219"/>
                </a:lnTo>
                <a:close/>
              </a:path>
              <a:path w="1319530" h="871220">
                <a:moveTo>
                  <a:pt x="1303210" y="68579"/>
                </a:moveTo>
                <a:lnTo>
                  <a:pt x="1301851" y="64769"/>
                </a:lnTo>
                <a:lnTo>
                  <a:pt x="1300429" y="60959"/>
                </a:lnTo>
                <a:lnTo>
                  <a:pt x="1298829" y="57149"/>
                </a:lnTo>
                <a:lnTo>
                  <a:pt x="1297063" y="53339"/>
                </a:lnTo>
                <a:lnTo>
                  <a:pt x="1297203" y="53339"/>
                </a:lnTo>
                <a:lnTo>
                  <a:pt x="1295133" y="50799"/>
                </a:lnTo>
                <a:lnTo>
                  <a:pt x="1295298" y="50799"/>
                </a:lnTo>
                <a:lnTo>
                  <a:pt x="1293063" y="46989"/>
                </a:lnTo>
                <a:lnTo>
                  <a:pt x="1293228" y="46989"/>
                </a:lnTo>
                <a:lnTo>
                  <a:pt x="1290828" y="44449"/>
                </a:lnTo>
                <a:lnTo>
                  <a:pt x="1291018" y="44449"/>
                </a:lnTo>
                <a:lnTo>
                  <a:pt x="1288465" y="40639"/>
                </a:lnTo>
                <a:lnTo>
                  <a:pt x="1288656" y="40639"/>
                </a:lnTo>
                <a:lnTo>
                  <a:pt x="1285951" y="38099"/>
                </a:lnTo>
                <a:lnTo>
                  <a:pt x="1286154" y="38099"/>
                </a:lnTo>
                <a:lnTo>
                  <a:pt x="1283309" y="35559"/>
                </a:lnTo>
                <a:lnTo>
                  <a:pt x="1283525" y="35559"/>
                </a:lnTo>
                <a:lnTo>
                  <a:pt x="1280541" y="33019"/>
                </a:lnTo>
                <a:lnTo>
                  <a:pt x="1280769" y="33019"/>
                </a:lnTo>
                <a:lnTo>
                  <a:pt x="1277645" y="30479"/>
                </a:lnTo>
                <a:lnTo>
                  <a:pt x="1277873" y="30479"/>
                </a:lnTo>
                <a:lnTo>
                  <a:pt x="1274635" y="27939"/>
                </a:lnTo>
                <a:lnTo>
                  <a:pt x="1274876" y="27939"/>
                </a:lnTo>
                <a:lnTo>
                  <a:pt x="1271498" y="25399"/>
                </a:lnTo>
                <a:lnTo>
                  <a:pt x="1271752" y="25399"/>
                </a:lnTo>
                <a:lnTo>
                  <a:pt x="1268272" y="24129"/>
                </a:lnTo>
                <a:lnTo>
                  <a:pt x="1268526" y="24129"/>
                </a:lnTo>
                <a:lnTo>
                  <a:pt x="1264932" y="21589"/>
                </a:lnTo>
                <a:lnTo>
                  <a:pt x="1265199" y="21589"/>
                </a:lnTo>
                <a:lnTo>
                  <a:pt x="1261491" y="20319"/>
                </a:lnTo>
                <a:lnTo>
                  <a:pt x="1261770" y="20319"/>
                </a:lnTo>
                <a:lnTo>
                  <a:pt x="1257960" y="17779"/>
                </a:lnTo>
                <a:lnTo>
                  <a:pt x="1258252" y="17779"/>
                </a:lnTo>
                <a:lnTo>
                  <a:pt x="1254340" y="16509"/>
                </a:lnTo>
                <a:lnTo>
                  <a:pt x="1254645" y="16509"/>
                </a:lnTo>
                <a:lnTo>
                  <a:pt x="1250645" y="15239"/>
                </a:lnTo>
                <a:lnTo>
                  <a:pt x="1250949" y="15239"/>
                </a:lnTo>
                <a:lnTo>
                  <a:pt x="1246860" y="13969"/>
                </a:lnTo>
                <a:lnTo>
                  <a:pt x="1243330" y="13969"/>
                </a:lnTo>
                <a:lnTo>
                  <a:pt x="1239088" y="12699"/>
                </a:lnTo>
                <a:lnTo>
                  <a:pt x="1274991" y="12699"/>
                </a:lnTo>
                <a:lnTo>
                  <a:pt x="1278737" y="15239"/>
                </a:lnTo>
                <a:lnTo>
                  <a:pt x="1282357" y="17779"/>
                </a:lnTo>
                <a:lnTo>
                  <a:pt x="1285849" y="20319"/>
                </a:lnTo>
                <a:lnTo>
                  <a:pt x="1289189" y="22859"/>
                </a:lnTo>
                <a:lnTo>
                  <a:pt x="1292402" y="26669"/>
                </a:lnTo>
                <a:lnTo>
                  <a:pt x="1295450" y="29209"/>
                </a:lnTo>
                <a:lnTo>
                  <a:pt x="1315288" y="64769"/>
                </a:lnTo>
                <a:lnTo>
                  <a:pt x="1316117" y="67309"/>
                </a:lnTo>
                <a:lnTo>
                  <a:pt x="1303108" y="67309"/>
                </a:lnTo>
                <a:lnTo>
                  <a:pt x="1303210" y="68579"/>
                </a:lnTo>
                <a:close/>
              </a:path>
              <a:path w="1319530" h="871220">
                <a:moveTo>
                  <a:pt x="72148" y="15239"/>
                </a:moveTo>
                <a:lnTo>
                  <a:pt x="72453" y="13969"/>
                </a:lnTo>
                <a:lnTo>
                  <a:pt x="76314" y="13969"/>
                </a:lnTo>
                <a:lnTo>
                  <a:pt x="72148" y="15239"/>
                </a:lnTo>
                <a:close/>
              </a:path>
              <a:path w="1319530" h="871220">
                <a:moveTo>
                  <a:pt x="1247178" y="15239"/>
                </a:moveTo>
                <a:lnTo>
                  <a:pt x="1243012" y="13969"/>
                </a:lnTo>
                <a:lnTo>
                  <a:pt x="1246860" y="13969"/>
                </a:lnTo>
                <a:lnTo>
                  <a:pt x="1247178" y="15239"/>
                </a:lnTo>
                <a:close/>
              </a:path>
              <a:path w="1319530" h="871220">
                <a:moveTo>
                  <a:pt x="16116" y="68579"/>
                </a:moveTo>
                <a:lnTo>
                  <a:pt x="16205" y="67309"/>
                </a:lnTo>
                <a:lnTo>
                  <a:pt x="16565" y="67309"/>
                </a:lnTo>
                <a:lnTo>
                  <a:pt x="16116" y="68579"/>
                </a:lnTo>
                <a:close/>
              </a:path>
              <a:path w="1319530" h="871220">
                <a:moveTo>
                  <a:pt x="1304277" y="72389"/>
                </a:moveTo>
                <a:lnTo>
                  <a:pt x="1303108" y="67309"/>
                </a:lnTo>
                <a:lnTo>
                  <a:pt x="1316117" y="67309"/>
                </a:lnTo>
                <a:lnTo>
                  <a:pt x="1316532" y="68579"/>
                </a:lnTo>
                <a:lnTo>
                  <a:pt x="1317047" y="71119"/>
                </a:lnTo>
                <a:lnTo>
                  <a:pt x="1304188" y="71119"/>
                </a:lnTo>
                <a:lnTo>
                  <a:pt x="1304277" y="72389"/>
                </a:lnTo>
                <a:close/>
              </a:path>
              <a:path w="1319530" h="871220">
                <a:moveTo>
                  <a:pt x="15049" y="72389"/>
                </a:moveTo>
                <a:lnTo>
                  <a:pt x="15125" y="71119"/>
                </a:lnTo>
                <a:lnTo>
                  <a:pt x="15338" y="71119"/>
                </a:lnTo>
                <a:lnTo>
                  <a:pt x="15049" y="72389"/>
                </a:lnTo>
                <a:close/>
              </a:path>
              <a:path w="1319530" h="871220">
                <a:moveTo>
                  <a:pt x="1305153" y="76199"/>
                </a:moveTo>
                <a:lnTo>
                  <a:pt x="1304188" y="71119"/>
                </a:lnTo>
                <a:lnTo>
                  <a:pt x="1317047" y="71119"/>
                </a:lnTo>
                <a:lnTo>
                  <a:pt x="1317832" y="74929"/>
                </a:lnTo>
                <a:lnTo>
                  <a:pt x="1305090" y="74929"/>
                </a:lnTo>
                <a:lnTo>
                  <a:pt x="1305153" y="76199"/>
                </a:lnTo>
                <a:close/>
              </a:path>
              <a:path w="1319530" h="871220">
                <a:moveTo>
                  <a:pt x="14173" y="76199"/>
                </a:moveTo>
                <a:lnTo>
                  <a:pt x="14236" y="74929"/>
                </a:lnTo>
                <a:lnTo>
                  <a:pt x="14411" y="74929"/>
                </a:lnTo>
                <a:lnTo>
                  <a:pt x="14173" y="76199"/>
                </a:lnTo>
                <a:close/>
              </a:path>
              <a:path w="1319530" h="871220">
                <a:moveTo>
                  <a:pt x="1317832" y="796289"/>
                </a:moveTo>
                <a:lnTo>
                  <a:pt x="1305090" y="796289"/>
                </a:lnTo>
                <a:lnTo>
                  <a:pt x="1305839" y="791209"/>
                </a:lnTo>
                <a:lnTo>
                  <a:pt x="1306347" y="787400"/>
                </a:lnTo>
                <a:lnTo>
                  <a:pt x="1306639" y="783589"/>
                </a:lnTo>
                <a:lnTo>
                  <a:pt x="1306626" y="87629"/>
                </a:lnTo>
                <a:lnTo>
                  <a:pt x="1306309" y="83819"/>
                </a:lnTo>
                <a:lnTo>
                  <a:pt x="1305801" y="80009"/>
                </a:lnTo>
                <a:lnTo>
                  <a:pt x="1305090" y="74929"/>
                </a:lnTo>
                <a:lnTo>
                  <a:pt x="1317832" y="74929"/>
                </a:lnTo>
                <a:lnTo>
                  <a:pt x="1318374" y="77469"/>
                </a:lnTo>
                <a:lnTo>
                  <a:pt x="1318958" y="82549"/>
                </a:lnTo>
                <a:lnTo>
                  <a:pt x="1319314" y="86359"/>
                </a:lnTo>
                <a:lnTo>
                  <a:pt x="1319314" y="783589"/>
                </a:lnTo>
                <a:lnTo>
                  <a:pt x="1318958" y="788669"/>
                </a:lnTo>
                <a:lnTo>
                  <a:pt x="1318374" y="793750"/>
                </a:lnTo>
                <a:lnTo>
                  <a:pt x="1317832" y="796289"/>
                </a:lnTo>
                <a:close/>
              </a:path>
              <a:path w="1319530" h="871220">
                <a:moveTo>
                  <a:pt x="14411" y="796289"/>
                </a:moveTo>
                <a:lnTo>
                  <a:pt x="14236" y="796289"/>
                </a:lnTo>
                <a:lnTo>
                  <a:pt x="14173" y="795019"/>
                </a:lnTo>
                <a:lnTo>
                  <a:pt x="14411" y="796289"/>
                </a:lnTo>
                <a:close/>
              </a:path>
              <a:path w="1319530" h="871220">
                <a:moveTo>
                  <a:pt x="1317047" y="800100"/>
                </a:moveTo>
                <a:lnTo>
                  <a:pt x="1304188" y="800100"/>
                </a:lnTo>
                <a:lnTo>
                  <a:pt x="1305153" y="795019"/>
                </a:lnTo>
                <a:lnTo>
                  <a:pt x="1305090" y="796289"/>
                </a:lnTo>
                <a:lnTo>
                  <a:pt x="1317832" y="796289"/>
                </a:lnTo>
                <a:lnTo>
                  <a:pt x="1317047" y="800100"/>
                </a:lnTo>
                <a:close/>
              </a:path>
              <a:path w="1319530" h="871220">
                <a:moveTo>
                  <a:pt x="15338" y="800100"/>
                </a:moveTo>
                <a:lnTo>
                  <a:pt x="15125" y="800100"/>
                </a:lnTo>
                <a:lnTo>
                  <a:pt x="15049" y="798829"/>
                </a:lnTo>
                <a:lnTo>
                  <a:pt x="15338" y="800100"/>
                </a:lnTo>
                <a:close/>
              </a:path>
              <a:path w="1319530" h="871220">
                <a:moveTo>
                  <a:pt x="1316117" y="803909"/>
                </a:moveTo>
                <a:lnTo>
                  <a:pt x="1303108" y="803909"/>
                </a:lnTo>
                <a:lnTo>
                  <a:pt x="1304277" y="798829"/>
                </a:lnTo>
                <a:lnTo>
                  <a:pt x="1304188" y="800100"/>
                </a:lnTo>
                <a:lnTo>
                  <a:pt x="1317047" y="800100"/>
                </a:lnTo>
                <a:lnTo>
                  <a:pt x="1316532" y="802639"/>
                </a:lnTo>
                <a:lnTo>
                  <a:pt x="1316117" y="803909"/>
                </a:lnTo>
                <a:close/>
              </a:path>
              <a:path w="1319530" h="871220">
                <a:moveTo>
                  <a:pt x="16565" y="803909"/>
                </a:moveTo>
                <a:lnTo>
                  <a:pt x="16205" y="803909"/>
                </a:lnTo>
                <a:lnTo>
                  <a:pt x="16116" y="802639"/>
                </a:lnTo>
                <a:lnTo>
                  <a:pt x="16565" y="803909"/>
                </a:lnTo>
                <a:close/>
              </a:path>
              <a:path w="1319530" h="871220">
                <a:moveTo>
                  <a:pt x="1282357" y="853439"/>
                </a:moveTo>
                <a:lnTo>
                  <a:pt x="1257960" y="853439"/>
                </a:lnTo>
                <a:lnTo>
                  <a:pt x="1261770" y="850900"/>
                </a:lnTo>
                <a:lnTo>
                  <a:pt x="1261491" y="850900"/>
                </a:lnTo>
                <a:lnTo>
                  <a:pt x="1265199" y="849629"/>
                </a:lnTo>
                <a:lnTo>
                  <a:pt x="1264932" y="849629"/>
                </a:lnTo>
                <a:lnTo>
                  <a:pt x="1268526" y="847089"/>
                </a:lnTo>
                <a:lnTo>
                  <a:pt x="1268272" y="847089"/>
                </a:lnTo>
                <a:lnTo>
                  <a:pt x="1271752" y="845819"/>
                </a:lnTo>
                <a:lnTo>
                  <a:pt x="1271498" y="845819"/>
                </a:lnTo>
                <a:lnTo>
                  <a:pt x="1274876" y="843279"/>
                </a:lnTo>
                <a:lnTo>
                  <a:pt x="1274635" y="843279"/>
                </a:lnTo>
                <a:lnTo>
                  <a:pt x="1277873" y="840739"/>
                </a:lnTo>
                <a:lnTo>
                  <a:pt x="1277645" y="840739"/>
                </a:lnTo>
                <a:lnTo>
                  <a:pt x="1280769" y="838200"/>
                </a:lnTo>
                <a:lnTo>
                  <a:pt x="1280541" y="838200"/>
                </a:lnTo>
                <a:lnTo>
                  <a:pt x="1283525" y="835659"/>
                </a:lnTo>
                <a:lnTo>
                  <a:pt x="1283309" y="835659"/>
                </a:lnTo>
                <a:lnTo>
                  <a:pt x="1286154" y="833119"/>
                </a:lnTo>
                <a:lnTo>
                  <a:pt x="1285951" y="833119"/>
                </a:lnTo>
                <a:lnTo>
                  <a:pt x="1288656" y="830579"/>
                </a:lnTo>
                <a:lnTo>
                  <a:pt x="1288465" y="830579"/>
                </a:lnTo>
                <a:lnTo>
                  <a:pt x="1291018" y="826769"/>
                </a:lnTo>
                <a:lnTo>
                  <a:pt x="1290828" y="826769"/>
                </a:lnTo>
                <a:lnTo>
                  <a:pt x="1293228" y="824229"/>
                </a:lnTo>
                <a:lnTo>
                  <a:pt x="1293063" y="824229"/>
                </a:lnTo>
                <a:lnTo>
                  <a:pt x="1295298" y="820419"/>
                </a:lnTo>
                <a:lnTo>
                  <a:pt x="1295133" y="820419"/>
                </a:lnTo>
                <a:lnTo>
                  <a:pt x="1297203" y="817879"/>
                </a:lnTo>
                <a:lnTo>
                  <a:pt x="1297063" y="817879"/>
                </a:lnTo>
                <a:lnTo>
                  <a:pt x="1298955" y="814069"/>
                </a:lnTo>
                <a:lnTo>
                  <a:pt x="1300543" y="810259"/>
                </a:lnTo>
                <a:lnTo>
                  <a:pt x="1301965" y="806450"/>
                </a:lnTo>
                <a:lnTo>
                  <a:pt x="1303210" y="802639"/>
                </a:lnTo>
                <a:lnTo>
                  <a:pt x="1303108" y="803909"/>
                </a:lnTo>
                <a:lnTo>
                  <a:pt x="1316117" y="803909"/>
                </a:lnTo>
                <a:lnTo>
                  <a:pt x="1315288" y="806450"/>
                </a:lnTo>
                <a:lnTo>
                  <a:pt x="1295450" y="842009"/>
                </a:lnTo>
                <a:lnTo>
                  <a:pt x="1292402" y="844550"/>
                </a:lnTo>
                <a:lnTo>
                  <a:pt x="1289189" y="848359"/>
                </a:lnTo>
                <a:lnTo>
                  <a:pt x="1285849" y="850900"/>
                </a:lnTo>
                <a:lnTo>
                  <a:pt x="1282357" y="853439"/>
                </a:lnTo>
                <a:close/>
              </a:path>
              <a:path w="1319530" h="871220">
                <a:moveTo>
                  <a:pt x="63023" y="853439"/>
                </a:moveTo>
                <a:lnTo>
                  <a:pt x="61366" y="853439"/>
                </a:lnTo>
                <a:lnTo>
                  <a:pt x="61074" y="852169"/>
                </a:lnTo>
                <a:lnTo>
                  <a:pt x="63023" y="853439"/>
                </a:lnTo>
                <a:close/>
              </a:path>
              <a:path w="1319530" h="871220">
                <a:moveTo>
                  <a:pt x="1274991" y="858519"/>
                </a:moveTo>
                <a:lnTo>
                  <a:pt x="1239088" y="858519"/>
                </a:lnTo>
                <a:lnTo>
                  <a:pt x="1243330" y="857250"/>
                </a:lnTo>
                <a:lnTo>
                  <a:pt x="1246860" y="857250"/>
                </a:lnTo>
                <a:lnTo>
                  <a:pt x="1250949" y="855979"/>
                </a:lnTo>
                <a:lnTo>
                  <a:pt x="1250645" y="855979"/>
                </a:lnTo>
                <a:lnTo>
                  <a:pt x="1254645" y="854709"/>
                </a:lnTo>
                <a:lnTo>
                  <a:pt x="1254340" y="854709"/>
                </a:lnTo>
                <a:lnTo>
                  <a:pt x="1258252" y="852169"/>
                </a:lnTo>
                <a:lnTo>
                  <a:pt x="1257960" y="853439"/>
                </a:lnTo>
                <a:lnTo>
                  <a:pt x="1282357" y="853439"/>
                </a:lnTo>
                <a:lnTo>
                  <a:pt x="1278737" y="855979"/>
                </a:lnTo>
                <a:lnTo>
                  <a:pt x="1274991" y="858519"/>
                </a:lnTo>
                <a:close/>
              </a:path>
              <a:path w="1319530" h="871220">
                <a:moveTo>
                  <a:pt x="76314" y="857250"/>
                </a:moveTo>
                <a:lnTo>
                  <a:pt x="72453" y="857250"/>
                </a:lnTo>
                <a:lnTo>
                  <a:pt x="72148" y="855979"/>
                </a:lnTo>
                <a:lnTo>
                  <a:pt x="76314" y="857250"/>
                </a:lnTo>
                <a:close/>
              </a:path>
              <a:path w="1319530" h="871220">
                <a:moveTo>
                  <a:pt x="1246860" y="857250"/>
                </a:moveTo>
                <a:lnTo>
                  <a:pt x="1243012" y="857250"/>
                </a:lnTo>
                <a:lnTo>
                  <a:pt x="1247178" y="855979"/>
                </a:lnTo>
                <a:lnTo>
                  <a:pt x="124686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687004" y="2917367"/>
            <a:ext cx="1209903" cy="32316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57438" y="3276117"/>
            <a:ext cx="1235824" cy="3338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10738" y="1951405"/>
            <a:ext cx="2287905" cy="1306830"/>
          </a:xfrm>
          <a:custGeom>
            <a:avLst/>
            <a:gdLst/>
            <a:ahLst/>
            <a:cxnLst/>
            <a:rect l="l" t="t" r="r" b="b"/>
            <a:pathLst>
              <a:path w="2287904" h="1306829">
                <a:moveTo>
                  <a:pt x="6273" y="1306715"/>
                </a:moveTo>
                <a:lnTo>
                  <a:pt x="0" y="1295679"/>
                </a:lnTo>
                <a:lnTo>
                  <a:pt x="2281072" y="0"/>
                </a:lnTo>
                <a:lnTo>
                  <a:pt x="2287346" y="11049"/>
                </a:lnTo>
                <a:lnTo>
                  <a:pt x="6273" y="130671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195315" y="1658111"/>
            <a:ext cx="1943100" cy="599440"/>
          </a:xfrm>
          <a:custGeom>
            <a:avLst/>
            <a:gdLst/>
            <a:ahLst/>
            <a:cxnLst/>
            <a:rect l="l" t="t" r="r" b="b"/>
            <a:pathLst>
              <a:path w="1943100" h="599439">
                <a:moveTo>
                  <a:pt x="1883664" y="598932"/>
                </a:moveTo>
                <a:lnTo>
                  <a:pt x="59436" y="598932"/>
                </a:lnTo>
                <a:lnTo>
                  <a:pt x="36177" y="593795"/>
                </a:lnTo>
                <a:lnTo>
                  <a:pt x="17206" y="580705"/>
                </a:lnTo>
                <a:lnTo>
                  <a:pt x="4491" y="561489"/>
                </a:lnTo>
                <a:lnTo>
                  <a:pt x="0" y="537971"/>
                </a:lnTo>
                <a:lnTo>
                  <a:pt x="0" y="59436"/>
                </a:lnTo>
                <a:lnTo>
                  <a:pt x="4491" y="36070"/>
                </a:lnTo>
                <a:lnTo>
                  <a:pt x="17206" y="17064"/>
                </a:lnTo>
                <a:lnTo>
                  <a:pt x="36177" y="4384"/>
                </a:lnTo>
                <a:lnTo>
                  <a:pt x="59436" y="0"/>
                </a:lnTo>
                <a:lnTo>
                  <a:pt x="1883664" y="0"/>
                </a:lnTo>
                <a:lnTo>
                  <a:pt x="1907122" y="4384"/>
                </a:lnTo>
                <a:lnTo>
                  <a:pt x="1926159" y="17064"/>
                </a:lnTo>
                <a:lnTo>
                  <a:pt x="1938808" y="36070"/>
                </a:lnTo>
                <a:lnTo>
                  <a:pt x="1943100" y="59436"/>
                </a:lnTo>
                <a:lnTo>
                  <a:pt x="1943100" y="537971"/>
                </a:lnTo>
                <a:lnTo>
                  <a:pt x="1938808" y="561489"/>
                </a:lnTo>
                <a:lnTo>
                  <a:pt x="1926159" y="580705"/>
                </a:lnTo>
                <a:lnTo>
                  <a:pt x="1907122" y="593795"/>
                </a:lnTo>
                <a:lnTo>
                  <a:pt x="1883664" y="5989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88673" y="1651203"/>
            <a:ext cx="1957070" cy="610870"/>
          </a:xfrm>
          <a:custGeom>
            <a:avLst/>
            <a:gdLst/>
            <a:ahLst/>
            <a:cxnLst/>
            <a:rect l="l" t="t" r="r" b="b"/>
            <a:pathLst>
              <a:path w="1957070" h="610869">
                <a:moveTo>
                  <a:pt x="1903933" y="1270"/>
                </a:moveTo>
                <a:lnTo>
                  <a:pt x="52806" y="1270"/>
                </a:lnTo>
                <a:lnTo>
                  <a:pt x="56070" y="0"/>
                </a:lnTo>
                <a:lnTo>
                  <a:pt x="1900669" y="0"/>
                </a:lnTo>
                <a:lnTo>
                  <a:pt x="1903933" y="1270"/>
                </a:lnTo>
                <a:close/>
              </a:path>
              <a:path w="1957070" h="610869">
                <a:moveTo>
                  <a:pt x="1910359" y="608330"/>
                </a:moveTo>
                <a:lnTo>
                  <a:pt x="46380" y="608330"/>
                </a:lnTo>
                <a:lnTo>
                  <a:pt x="40360" y="605790"/>
                </a:lnTo>
                <a:lnTo>
                  <a:pt x="7912" y="576580"/>
                </a:lnTo>
                <a:lnTo>
                  <a:pt x="2920" y="563880"/>
                </a:lnTo>
                <a:lnTo>
                  <a:pt x="2006" y="561340"/>
                </a:lnTo>
                <a:lnTo>
                  <a:pt x="1269" y="557530"/>
                </a:lnTo>
                <a:lnTo>
                  <a:pt x="685" y="554990"/>
                </a:lnTo>
                <a:lnTo>
                  <a:pt x="253" y="551180"/>
                </a:lnTo>
                <a:lnTo>
                  <a:pt x="0" y="547370"/>
                </a:lnTo>
                <a:lnTo>
                  <a:pt x="0" y="62230"/>
                </a:lnTo>
                <a:lnTo>
                  <a:pt x="253" y="58420"/>
                </a:lnTo>
                <a:lnTo>
                  <a:pt x="685" y="55880"/>
                </a:lnTo>
                <a:lnTo>
                  <a:pt x="1269" y="52070"/>
                </a:lnTo>
                <a:lnTo>
                  <a:pt x="2006" y="49530"/>
                </a:lnTo>
                <a:lnTo>
                  <a:pt x="2920" y="45720"/>
                </a:lnTo>
                <a:lnTo>
                  <a:pt x="5118" y="39370"/>
                </a:lnTo>
                <a:lnTo>
                  <a:pt x="7912" y="34290"/>
                </a:lnTo>
                <a:lnTo>
                  <a:pt x="11226" y="27940"/>
                </a:lnTo>
                <a:lnTo>
                  <a:pt x="15036" y="22860"/>
                </a:lnTo>
                <a:lnTo>
                  <a:pt x="19316" y="19050"/>
                </a:lnTo>
                <a:lnTo>
                  <a:pt x="24015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80"/>
                </a:lnTo>
                <a:lnTo>
                  <a:pt x="46380" y="2540"/>
                </a:lnTo>
                <a:lnTo>
                  <a:pt x="49593" y="1270"/>
                </a:lnTo>
                <a:lnTo>
                  <a:pt x="1907133" y="1270"/>
                </a:lnTo>
                <a:lnTo>
                  <a:pt x="1931022" y="12700"/>
                </a:lnTo>
                <a:lnTo>
                  <a:pt x="55511" y="12700"/>
                </a:lnTo>
                <a:lnTo>
                  <a:pt x="52603" y="13970"/>
                </a:lnTo>
                <a:lnTo>
                  <a:pt x="50520" y="13970"/>
                </a:lnTo>
                <a:lnTo>
                  <a:pt x="45021" y="16510"/>
                </a:lnTo>
                <a:lnTo>
                  <a:pt x="45592" y="16510"/>
                </a:lnTo>
                <a:lnTo>
                  <a:pt x="42976" y="17780"/>
                </a:lnTo>
                <a:lnTo>
                  <a:pt x="40906" y="17780"/>
                </a:lnTo>
                <a:lnTo>
                  <a:pt x="35966" y="21590"/>
                </a:lnTo>
                <a:lnTo>
                  <a:pt x="36474" y="21590"/>
                </a:lnTo>
                <a:lnTo>
                  <a:pt x="31864" y="24130"/>
                </a:lnTo>
                <a:lnTo>
                  <a:pt x="32334" y="24130"/>
                </a:lnTo>
                <a:lnTo>
                  <a:pt x="28079" y="27940"/>
                </a:lnTo>
                <a:lnTo>
                  <a:pt x="28511" y="27940"/>
                </a:lnTo>
                <a:lnTo>
                  <a:pt x="24637" y="31750"/>
                </a:lnTo>
                <a:lnTo>
                  <a:pt x="25031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72" y="39370"/>
                </a:lnTo>
                <a:lnTo>
                  <a:pt x="19215" y="39370"/>
                </a:lnTo>
                <a:lnTo>
                  <a:pt x="16700" y="44450"/>
                </a:lnTo>
                <a:lnTo>
                  <a:pt x="16941" y="44450"/>
                </a:lnTo>
                <a:lnTo>
                  <a:pt x="14922" y="49530"/>
                </a:lnTo>
                <a:lnTo>
                  <a:pt x="15074" y="49530"/>
                </a:lnTo>
                <a:lnTo>
                  <a:pt x="14262" y="52070"/>
                </a:lnTo>
                <a:lnTo>
                  <a:pt x="13677" y="54610"/>
                </a:lnTo>
                <a:lnTo>
                  <a:pt x="13207" y="57150"/>
                </a:lnTo>
                <a:lnTo>
                  <a:pt x="12877" y="59690"/>
                </a:lnTo>
                <a:lnTo>
                  <a:pt x="12755" y="62230"/>
                </a:lnTo>
                <a:lnTo>
                  <a:pt x="12674" y="547370"/>
                </a:lnTo>
                <a:lnTo>
                  <a:pt x="12915" y="549910"/>
                </a:lnTo>
                <a:lnTo>
                  <a:pt x="13258" y="552450"/>
                </a:lnTo>
                <a:lnTo>
                  <a:pt x="13741" y="554990"/>
                </a:lnTo>
                <a:lnTo>
                  <a:pt x="14338" y="557530"/>
                </a:lnTo>
                <a:lnTo>
                  <a:pt x="15074" y="560070"/>
                </a:lnTo>
                <a:lnTo>
                  <a:pt x="14922" y="560070"/>
                </a:lnTo>
                <a:lnTo>
                  <a:pt x="16941" y="565150"/>
                </a:lnTo>
                <a:lnTo>
                  <a:pt x="16700" y="565150"/>
                </a:lnTo>
                <a:lnTo>
                  <a:pt x="19215" y="570230"/>
                </a:lnTo>
                <a:lnTo>
                  <a:pt x="18923" y="570230"/>
                </a:lnTo>
                <a:lnTo>
                  <a:pt x="21920" y="575310"/>
                </a:lnTo>
                <a:lnTo>
                  <a:pt x="22440" y="575310"/>
                </a:lnTo>
                <a:lnTo>
                  <a:pt x="25031" y="579120"/>
                </a:lnTo>
                <a:lnTo>
                  <a:pt x="25606" y="579120"/>
                </a:lnTo>
                <a:lnTo>
                  <a:pt x="28511" y="582930"/>
                </a:lnTo>
                <a:lnTo>
                  <a:pt x="29497" y="582930"/>
                </a:lnTo>
                <a:lnTo>
                  <a:pt x="32334" y="585470"/>
                </a:lnTo>
                <a:lnTo>
                  <a:pt x="31864" y="585470"/>
                </a:lnTo>
                <a:lnTo>
                  <a:pt x="36474" y="589280"/>
                </a:lnTo>
                <a:lnTo>
                  <a:pt x="35966" y="589280"/>
                </a:lnTo>
                <a:lnTo>
                  <a:pt x="40906" y="591820"/>
                </a:lnTo>
                <a:lnTo>
                  <a:pt x="40360" y="591820"/>
                </a:lnTo>
                <a:lnTo>
                  <a:pt x="45592" y="594360"/>
                </a:lnTo>
                <a:lnTo>
                  <a:pt x="45021" y="594360"/>
                </a:lnTo>
                <a:lnTo>
                  <a:pt x="50520" y="595630"/>
                </a:lnTo>
                <a:lnTo>
                  <a:pt x="50076" y="595630"/>
                </a:lnTo>
                <a:lnTo>
                  <a:pt x="52920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929320" y="598170"/>
                </a:lnTo>
                <a:lnTo>
                  <a:pt x="1927618" y="599440"/>
                </a:lnTo>
                <a:lnTo>
                  <a:pt x="1922157" y="603250"/>
                </a:lnTo>
                <a:lnTo>
                  <a:pt x="1916366" y="605790"/>
                </a:lnTo>
                <a:lnTo>
                  <a:pt x="1910359" y="608330"/>
                </a:lnTo>
                <a:close/>
              </a:path>
              <a:path w="1957070" h="610869">
                <a:moveTo>
                  <a:pt x="1916379" y="19050"/>
                </a:moveTo>
                <a:lnTo>
                  <a:pt x="1911134" y="16510"/>
                </a:lnTo>
                <a:lnTo>
                  <a:pt x="1911718" y="16510"/>
                </a:lnTo>
                <a:lnTo>
                  <a:pt x="1906206" y="13970"/>
                </a:lnTo>
                <a:lnTo>
                  <a:pt x="1904123" y="13970"/>
                </a:lnTo>
                <a:lnTo>
                  <a:pt x="1901228" y="12700"/>
                </a:lnTo>
                <a:lnTo>
                  <a:pt x="1931022" y="12700"/>
                </a:lnTo>
                <a:lnTo>
                  <a:pt x="1932724" y="13970"/>
                </a:lnTo>
                <a:lnTo>
                  <a:pt x="1936248" y="17780"/>
                </a:lnTo>
                <a:lnTo>
                  <a:pt x="1915833" y="17780"/>
                </a:lnTo>
                <a:lnTo>
                  <a:pt x="1916379" y="19050"/>
                </a:lnTo>
                <a:close/>
              </a:path>
              <a:path w="1957070" h="610869">
                <a:moveTo>
                  <a:pt x="40360" y="19050"/>
                </a:moveTo>
                <a:lnTo>
                  <a:pt x="40906" y="17780"/>
                </a:lnTo>
                <a:lnTo>
                  <a:pt x="42976" y="17780"/>
                </a:lnTo>
                <a:lnTo>
                  <a:pt x="40360" y="19050"/>
                </a:lnTo>
                <a:close/>
              </a:path>
              <a:path w="1957070" h="610869">
                <a:moveTo>
                  <a:pt x="1937816" y="40640"/>
                </a:moveTo>
                <a:lnTo>
                  <a:pt x="1934806" y="35560"/>
                </a:lnTo>
                <a:lnTo>
                  <a:pt x="1935149" y="35560"/>
                </a:lnTo>
                <a:lnTo>
                  <a:pt x="1931708" y="31750"/>
                </a:lnTo>
                <a:lnTo>
                  <a:pt x="1932089" y="31750"/>
                </a:lnTo>
                <a:lnTo>
                  <a:pt x="1928228" y="27940"/>
                </a:lnTo>
                <a:lnTo>
                  <a:pt x="1928660" y="27940"/>
                </a:lnTo>
                <a:lnTo>
                  <a:pt x="1924405" y="24130"/>
                </a:lnTo>
                <a:lnTo>
                  <a:pt x="1924875" y="24130"/>
                </a:lnTo>
                <a:lnTo>
                  <a:pt x="1920265" y="21590"/>
                </a:lnTo>
                <a:lnTo>
                  <a:pt x="1920773" y="21590"/>
                </a:lnTo>
                <a:lnTo>
                  <a:pt x="1915833" y="17780"/>
                </a:lnTo>
                <a:lnTo>
                  <a:pt x="1936248" y="17780"/>
                </a:lnTo>
                <a:lnTo>
                  <a:pt x="1937423" y="19050"/>
                </a:lnTo>
                <a:lnTo>
                  <a:pt x="1941690" y="22860"/>
                </a:lnTo>
                <a:lnTo>
                  <a:pt x="1945512" y="27940"/>
                </a:lnTo>
                <a:lnTo>
                  <a:pt x="1948827" y="34290"/>
                </a:lnTo>
                <a:lnTo>
                  <a:pt x="1951608" y="39370"/>
                </a:lnTo>
                <a:lnTo>
                  <a:pt x="1937511" y="39370"/>
                </a:lnTo>
                <a:lnTo>
                  <a:pt x="1937816" y="40640"/>
                </a:lnTo>
                <a:close/>
              </a:path>
              <a:path w="1957070" h="610869">
                <a:moveTo>
                  <a:pt x="18923" y="40640"/>
                </a:moveTo>
                <a:lnTo>
                  <a:pt x="19215" y="39370"/>
                </a:lnTo>
                <a:lnTo>
                  <a:pt x="19672" y="39370"/>
                </a:lnTo>
                <a:lnTo>
                  <a:pt x="18923" y="40640"/>
                </a:lnTo>
                <a:close/>
              </a:path>
              <a:path w="1957070" h="610869">
                <a:moveTo>
                  <a:pt x="1949383" y="575310"/>
                </a:moveTo>
                <a:lnTo>
                  <a:pt x="1934806" y="575310"/>
                </a:lnTo>
                <a:lnTo>
                  <a:pt x="1937816" y="570230"/>
                </a:lnTo>
                <a:lnTo>
                  <a:pt x="1937511" y="570230"/>
                </a:lnTo>
                <a:lnTo>
                  <a:pt x="1940039" y="565150"/>
                </a:lnTo>
                <a:lnTo>
                  <a:pt x="1939798" y="565150"/>
                </a:lnTo>
                <a:lnTo>
                  <a:pt x="1941804" y="560070"/>
                </a:lnTo>
                <a:lnTo>
                  <a:pt x="1941664" y="560070"/>
                </a:lnTo>
                <a:lnTo>
                  <a:pt x="1942464" y="557530"/>
                </a:lnTo>
                <a:lnTo>
                  <a:pt x="1943061" y="554990"/>
                </a:lnTo>
                <a:lnTo>
                  <a:pt x="1943519" y="552450"/>
                </a:lnTo>
                <a:lnTo>
                  <a:pt x="1943861" y="549910"/>
                </a:lnTo>
                <a:lnTo>
                  <a:pt x="1944052" y="547370"/>
                </a:lnTo>
                <a:lnTo>
                  <a:pt x="1944039" y="62230"/>
                </a:lnTo>
                <a:lnTo>
                  <a:pt x="1943823" y="59690"/>
                </a:lnTo>
                <a:lnTo>
                  <a:pt x="1943480" y="57150"/>
                </a:lnTo>
                <a:lnTo>
                  <a:pt x="1942998" y="54610"/>
                </a:lnTo>
                <a:lnTo>
                  <a:pt x="1942388" y="52070"/>
                </a:lnTo>
                <a:lnTo>
                  <a:pt x="1941664" y="49530"/>
                </a:lnTo>
                <a:lnTo>
                  <a:pt x="1941804" y="49530"/>
                </a:lnTo>
                <a:lnTo>
                  <a:pt x="1939798" y="44450"/>
                </a:lnTo>
                <a:lnTo>
                  <a:pt x="1940039" y="44450"/>
                </a:lnTo>
                <a:lnTo>
                  <a:pt x="1937511" y="39370"/>
                </a:lnTo>
                <a:lnTo>
                  <a:pt x="1951608" y="39370"/>
                </a:lnTo>
                <a:lnTo>
                  <a:pt x="1953818" y="45720"/>
                </a:lnTo>
                <a:lnTo>
                  <a:pt x="1954733" y="49530"/>
                </a:lnTo>
                <a:lnTo>
                  <a:pt x="1955469" y="52070"/>
                </a:lnTo>
                <a:lnTo>
                  <a:pt x="1956053" y="55880"/>
                </a:lnTo>
                <a:lnTo>
                  <a:pt x="1956473" y="58420"/>
                </a:lnTo>
                <a:lnTo>
                  <a:pt x="1956727" y="62230"/>
                </a:lnTo>
                <a:lnTo>
                  <a:pt x="1956727" y="547370"/>
                </a:lnTo>
                <a:lnTo>
                  <a:pt x="1956473" y="551180"/>
                </a:lnTo>
                <a:lnTo>
                  <a:pt x="1956053" y="554990"/>
                </a:lnTo>
                <a:lnTo>
                  <a:pt x="1955469" y="557530"/>
                </a:lnTo>
                <a:lnTo>
                  <a:pt x="1954733" y="561340"/>
                </a:lnTo>
                <a:lnTo>
                  <a:pt x="1953818" y="563880"/>
                </a:lnTo>
                <a:lnTo>
                  <a:pt x="1951608" y="570230"/>
                </a:lnTo>
                <a:lnTo>
                  <a:pt x="1949383" y="575310"/>
                </a:lnTo>
                <a:close/>
              </a:path>
              <a:path w="1957070" h="610869">
                <a:moveTo>
                  <a:pt x="12674" y="63500"/>
                </a:moveTo>
                <a:lnTo>
                  <a:pt x="12700" y="62230"/>
                </a:lnTo>
                <a:lnTo>
                  <a:pt x="12674" y="63500"/>
                </a:lnTo>
                <a:close/>
              </a:path>
              <a:path w="1957070" h="610869">
                <a:moveTo>
                  <a:pt x="1944052" y="63500"/>
                </a:moveTo>
                <a:lnTo>
                  <a:pt x="1943976" y="62230"/>
                </a:lnTo>
                <a:lnTo>
                  <a:pt x="1944052" y="63500"/>
                </a:lnTo>
                <a:close/>
              </a:path>
              <a:path w="1957070" h="610869">
                <a:moveTo>
                  <a:pt x="22440" y="575310"/>
                </a:moveTo>
                <a:lnTo>
                  <a:pt x="21920" y="575310"/>
                </a:lnTo>
                <a:lnTo>
                  <a:pt x="21577" y="574040"/>
                </a:lnTo>
                <a:lnTo>
                  <a:pt x="22440" y="575310"/>
                </a:lnTo>
                <a:close/>
              </a:path>
              <a:path w="1957070" h="610869">
                <a:moveTo>
                  <a:pt x="1947170" y="579120"/>
                </a:moveTo>
                <a:lnTo>
                  <a:pt x="1931708" y="579120"/>
                </a:lnTo>
                <a:lnTo>
                  <a:pt x="1935149" y="574040"/>
                </a:lnTo>
                <a:lnTo>
                  <a:pt x="1934806" y="575310"/>
                </a:lnTo>
                <a:lnTo>
                  <a:pt x="1949383" y="575310"/>
                </a:lnTo>
                <a:lnTo>
                  <a:pt x="1948827" y="576580"/>
                </a:lnTo>
                <a:lnTo>
                  <a:pt x="1947170" y="579120"/>
                </a:lnTo>
                <a:close/>
              </a:path>
              <a:path w="1957070" h="610869">
                <a:moveTo>
                  <a:pt x="25606" y="579120"/>
                </a:moveTo>
                <a:lnTo>
                  <a:pt x="25031" y="579120"/>
                </a:lnTo>
                <a:lnTo>
                  <a:pt x="24637" y="577850"/>
                </a:lnTo>
                <a:lnTo>
                  <a:pt x="25606" y="579120"/>
                </a:lnTo>
                <a:close/>
              </a:path>
              <a:path w="1957070" h="610869">
                <a:moveTo>
                  <a:pt x="1944557" y="582930"/>
                </a:moveTo>
                <a:lnTo>
                  <a:pt x="1928228" y="582930"/>
                </a:lnTo>
                <a:lnTo>
                  <a:pt x="1932089" y="577850"/>
                </a:lnTo>
                <a:lnTo>
                  <a:pt x="1931708" y="579120"/>
                </a:lnTo>
                <a:lnTo>
                  <a:pt x="1947170" y="579120"/>
                </a:lnTo>
                <a:lnTo>
                  <a:pt x="1945512" y="581660"/>
                </a:lnTo>
                <a:lnTo>
                  <a:pt x="1944557" y="582930"/>
                </a:lnTo>
                <a:close/>
              </a:path>
              <a:path w="1957070" h="610869">
                <a:moveTo>
                  <a:pt x="29497" y="582930"/>
                </a:moveTo>
                <a:lnTo>
                  <a:pt x="28511" y="582930"/>
                </a:lnTo>
                <a:lnTo>
                  <a:pt x="28079" y="581660"/>
                </a:lnTo>
                <a:lnTo>
                  <a:pt x="29497" y="582930"/>
                </a:lnTo>
                <a:close/>
              </a:path>
              <a:path w="1957070" h="610869">
                <a:moveTo>
                  <a:pt x="1929320" y="598170"/>
                </a:moveTo>
                <a:lnTo>
                  <a:pt x="1895906" y="598170"/>
                </a:lnTo>
                <a:lnTo>
                  <a:pt x="1898903" y="596900"/>
                </a:lnTo>
                <a:lnTo>
                  <a:pt x="1903818" y="596900"/>
                </a:lnTo>
                <a:lnTo>
                  <a:pt x="1906663" y="595630"/>
                </a:lnTo>
                <a:lnTo>
                  <a:pt x="1906206" y="595630"/>
                </a:lnTo>
                <a:lnTo>
                  <a:pt x="1911718" y="594360"/>
                </a:lnTo>
                <a:lnTo>
                  <a:pt x="1911134" y="594360"/>
                </a:lnTo>
                <a:lnTo>
                  <a:pt x="1916379" y="591820"/>
                </a:lnTo>
                <a:lnTo>
                  <a:pt x="1915833" y="591820"/>
                </a:lnTo>
                <a:lnTo>
                  <a:pt x="1920773" y="589280"/>
                </a:lnTo>
                <a:lnTo>
                  <a:pt x="1920265" y="589280"/>
                </a:lnTo>
                <a:lnTo>
                  <a:pt x="1924875" y="585470"/>
                </a:lnTo>
                <a:lnTo>
                  <a:pt x="1924405" y="585470"/>
                </a:lnTo>
                <a:lnTo>
                  <a:pt x="1928660" y="581660"/>
                </a:lnTo>
                <a:lnTo>
                  <a:pt x="1928228" y="582930"/>
                </a:lnTo>
                <a:lnTo>
                  <a:pt x="1944557" y="582930"/>
                </a:lnTo>
                <a:lnTo>
                  <a:pt x="1941690" y="586740"/>
                </a:lnTo>
                <a:lnTo>
                  <a:pt x="1937423" y="591820"/>
                </a:lnTo>
                <a:lnTo>
                  <a:pt x="1932724" y="595630"/>
                </a:lnTo>
                <a:lnTo>
                  <a:pt x="1929320" y="598170"/>
                </a:lnTo>
                <a:close/>
              </a:path>
              <a:path w="1957070" h="610869">
                <a:moveTo>
                  <a:pt x="1903933" y="609600"/>
                </a:moveTo>
                <a:lnTo>
                  <a:pt x="52806" y="609600"/>
                </a:lnTo>
                <a:lnTo>
                  <a:pt x="49593" y="608330"/>
                </a:lnTo>
                <a:lnTo>
                  <a:pt x="1907133" y="608330"/>
                </a:lnTo>
                <a:lnTo>
                  <a:pt x="1903933" y="609600"/>
                </a:lnTo>
                <a:close/>
              </a:path>
              <a:path w="1957070" h="610869">
                <a:moveTo>
                  <a:pt x="1897354" y="610870"/>
                </a:moveTo>
                <a:lnTo>
                  <a:pt x="59385" y="610870"/>
                </a:lnTo>
                <a:lnTo>
                  <a:pt x="56070" y="609600"/>
                </a:lnTo>
                <a:lnTo>
                  <a:pt x="1900669" y="609600"/>
                </a:lnTo>
                <a:lnTo>
                  <a:pt x="1897354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912541" y="2745282"/>
            <a:ext cx="2351405" cy="513715"/>
          </a:xfrm>
          <a:custGeom>
            <a:avLst/>
            <a:gdLst/>
            <a:ahLst/>
            <a:cxnLst/>
            <a:rect l="l" t="t" r="r" b="b"/>
            <a:pathLst>
              <a:path w="2351404" h="513714">
                <a:moveTo>
                  <a:pt x="2654" y="513524"/>
                </a:moveTo>
                <a:lnTo>
                  <a:pt x="0" y="501103"/>
                </a:lnTo>
                <a:lnTo>
                  <a:pt x="2348534" y="0"/>
                </a:lnTo>
                <a:lnTo>
                  <a:pt x="2351176" y="12420"/>
                </a:lnTo>
                <a:lnTo>
                  <a:pt x="2654" y="51352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262371" y="2452116"/>
            <a:ext cx="2022475" cy="599440"/>
          </a:xfrm>
          <a:custGeom>
            <a:avLst/>
            <a:gdLst/>
            <a:ahLst/>
            <a:cxnLst/>
            <a:rect l="l" t="t" r="r" b="b"/>
            <a:pathLst>
              <a:path w="2022475" h="599439">
                <a:moveTo>
                  <a:pt x="1962911" y="598931"/>
                </a:moveTo>
                <a:lnTo>
                  <a:pt x="59436" y="598931"/>
                </a:lnTo>
                <a:lnTo>
                  <a:pt x="36399" y="594133"/>
                </a:lnTo>
                <a:lnTo>
                  <a:pt x="17502" y="581315"/>
                </a:lnTo>
                <a:lnTo>
                  <a:pt x="4713" y="562447"/>
                </a:lnTo>
                <a:lnTo>
                  <a:pt x="0" y="539495"/>
                </a:lnTo>
                <a:lnTo>
                  <a:pt x="0" y="59435"/>
                </a:lnTo>
                <a:lnTo>
                  <a:pt x="4713" y="36392"/>
                </a:lnTo>
                <a:lnTo>
                  <a:pt x="17502" y="17492"/>
                </a:lnTo>
                <a:lnTo>
                  <a:pt x="36399" y="4705"/>
                </a:lnTo>
                <a:lnTo>
                  <a:pt x="59436" y="0"/>
                </a:lnTo>
                <a:lnTo>
                  <a:pt x="1962911" y="0"/>
                </a:lnTo>
                <a:lnTo>
                  <a:pt x="1986018" y="4705"/>
                </a:lnTo>
                <a:lnTo>
                  <a:pt x="2004936" y="17492"/>
                </a:lnTo>
                <a:lnTo>
                  <a:pt x="2017700" y="36392"/>
                </a:lnTo>
                <a:lnTo>
                  <a:pt x="2022348" y="59435"/>
                </a:lnTo>
                <a:lnTo>
                  <a:pt x="2022348" y="539495"/>
                </a:lnTo>
                <a:lnTo>
                  <a:pt x="2017700" y="562447"/>
                </a:lnTo>
                <a:lnTo>
                  <a:pt x="2004936" y="581315"/>
                </a:lnTo>
                <a:lnTo>
                  <a:pt x="1986018" y="594133"/>
                </a:lnTo>
                <a:lnTo>
                  <a:pt x="1962911" y="59893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256136" y="2445778"/>
            <a:ext cx="2035175" cy="610870"/>
          </a:xfrm>
          <a:custGeom>
            <a:avLst/>
            <a:gdLst/>
            <a:ahLst/>
            <a:cxnLst/>
            <a:rect l="l" t="t" r="r" b="b"/>
            <a:pathLst>
              <a:path w="2035175" h="610869">
                <a:moveTo>
                  <a:pt x="1982139" y="1269"/>
                </a:moveTo>
                <a:lnTo>
                  <a:pt x="52793" y="1269"/>
                </a:lnTo>
                <a:lnTo>
                  <a:pt x="56057" y="0"/>
                </a:lnTo>
                <a:lnTo>
                  <a:pt x="1978875" y="0"/>
                </a:lnTo>
                <a:lnTo>
                  <a:pt x="1982139" y="1269"/>
                </a:lnTo>
                <a:close/>
              </a:path>
              <a:path w="2035175" h="610869">
                <a:moveTo>
                  <a:pt x="1988565" y="608329"/>
                </a:moveTo>
                <a:lnTo>
                  <a:pt x="46367" y="608329"/>
                </a:lnTo>
                <a:lnTo>
                  <a:pt x="40360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3" y="551179"/>
                </a:lnTo>
                <a:lnTo>
                  <a:pt x="0" y="547369"/>
                </a:lnTo>
                <a:lnTo>
                  <a:pt x="0" y="62229"/>
                </a:lnTo>
                <a:lnTo>
                  <a:pt x="253" y="58419"/>
                </a:lnTo>
                <a:lnTo>
                  <a:pt x="673" y="55879"/>
                </a:lnTo>
                <a:lnTo>
                  <a:pt x="1257" y="52069"/>
                </a:lnTo>
                <a:lnTo>
                  <a:pt x="1993" y="49529"/>
                </a:lnTo>
                <a:lnTo>
                  <a:pt x="2908" y="45719"/>
                </a:lnTo>
                <a:lnTo>
                  <a:pt x="5118" y="39369"/>
                </a:lnTo>
                <a:lnTo>
                  <a:pt x="7899" y="34289"/>
                </a:lnTo>
                <a:lnTo>
                  <a:pt x="11226" y="27939"/>
                </a:lnTo>
                <a:lnTo>
                  <a:pt x="15036" y="22859"/>
                </a:lnTo>
                <a:lnTo>
                  <a:pt x="19303" y="19049"/>
                </a:lnTo>
                <a:lnTo>
                  <a:pt x="24002" y="13969"/>
                </a:lnTo>
                <a:lnTo>
                  <a:pt x="29108" y="10159"/>
                </a:lnTo>
                <a:lnTo>
                  <a:pt x="34569" y="7619"/>
                </a:lnTo>
                <a:lnTo>
                  <a:pt x="40360" y="5079"/>
                </a:lnTo>
                <a:lnTo>
                  <a:pt x="46367" y="2539"/>
                </a:lnTo>
                <a:lnTo>
                  <a:pt x="49593" y="1269"/>
                </a:lnTo>
                <a:lnTo>
                  <a:pt x="1985352" y="1269"/>
                </a:lnTo>
                <a:lnTo>
                  <a:pt x="2009233" y="12699"/>
                </a:lnTo>
                <a:lnTo>
                  <a:pt x="55498" y="12699"/>
                </a:lnTo>
                <a:lnTo>
                  <a:pt x="52603" y="13969"/>
                </a:lnTo>
                <a:lnTo>
                  <a:pt x="50520" y="13969"/>
                </a:lnTo>
                <a:lnTo>
                  <a:pt x="45008" y="16509"/>
                </a:lnTo>
                <a:lnTo>
                  <a:pt x="45592" y="16509"/>
                </a:lnTo>
                <a:lnTo>
                  <a:pt x="42970" y="17779"/>
                </a:lnTo>
                <a:lnTo>
                  <a:pt x="40893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6" y="27939"/>
                </a:lnTo>
                <a:lnTo>
                  <a:pt x="28498" y="27939"/>
                </a:lnTo>
                <a:lnTo>
                  <a:pt x="24637" y="31749"/>
                </a:lnTo>
                <a:lnTo>
                  <a:pt x="25018" y="31749"/>
                </a:lnTo>
                <a:lnTo>
                  <a:pt x="21577" y="35559"/>
                </a:lnTo>
                <a:lnTo>
                  <a:pt x="21920" y="35559"/>
                </a:lnTo>
                <a:lnTo>
                  <a:pt x="19662" y="39369"/>
                </a:lnTo>
                <a:lnTo>
                  <a:pt x="19215" y="39369"/>
                </a:lnTo>
                <a:lnTo>
                  <a:pt x="16687" y="44449"/>
                </a:lnTo>
                <a:lnTo>
                  <a:pt x="16929" y="44449"/>
                </a:lnTo>
                <a:lnTo>
                  <a:pt x="14922" y="49529"/>
                </a:lnTo>
                <a:lnTo>
                  <a:pt x="15062" y="49529"/>
                </a:lnTo>
                <a:lnTo>
                  <a:pt x="14262" y="52069"/>
                </a:lnTo>
                <a:lnTo>
                  <a:pt x="13665" y="54609"/>
                </a:lnTo>
                <a:lnTo>
                  <a:pt x="13207" y="57149"/>
                </a:lnTo>
                <a:lnTo>
                  <a:pt x="12877" y="59689"/>
                </a:lnTo>
                <a:lnTo>
                  <a:pt x="12750" y="62229"/>
                </a:lnTo>
                <a:lnTo>
                  <a:pt x="12674" y="547369"/>
                </a:lnTo>
                <a:lnTo>
                  <a:pt x="12903" y="549909"/>
                </a:lnTo>
                <a:lnTo>
                  <a:pt x="13246" y="552449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69"/>
                </a:lnTo>
                <a:lnTo>
                  <a:pt x="14922" y="560069"/>
                </a:lnTo>
                <a:lnTo>
                  <a:pt x="16929" y="565149"/>
                </a:lnTo>
                <a:lnTo>
                  <a:pt x="16687" y="565149"/>
                </a:lnTo>
                <a:lnTo>
                  <a:pt x="19215" y="570229"/>
                </a:lnTo>
                <a:lnTo>
                  <a:pt x="18910" y="570229"/>
                </a:lnTo>
                <a:lnTo>
                  <a:pt x="21920" y="575309"/>
                </a:lnTo>
                <a:lnTo>
                  <a:pt x="22437" y="575309"/>
                </a:lnTo>
                <a:lnTo>
                  <a:pt x="25018" y="579119"/>
                </a:lnTo>
                <a:lnTo>
                  <a:pt x="25603" y="579119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69"/>
                </a:lnTo>
                <a:lnTo>
                  <a:pt x="31851" y="585469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3" y="591819"/>
                </a:lnTo>
                <a:lnTo>
                  <a:pt x="40347" y="591819"/>
                </a:lnTo>
                <a:lnTo>
                  <a:pt x="45592" y="594359"/>
                </a:lnTo>
                <a:lnTo>
                  <a:pt x="45008" y="594359"/>
                </a:lnTo>
                <a:lnTo>
                  <a:pt x="50520" y="595629"/>
                </a:lnTo>
                <a:lnTo>
                  <a:pt x="50063" y="595629"/>
                </a:lnTo>
                <a:lnTo>
                  <a:pt x="52908" y="596899"/>
                </a:lnTo>
                <a:lnTo>
                  <a:pt x="57823" y="596899"/>
                </a:lnTo>
                <a:lnTo>
                  <a:pt x="60820" y="598169"/>
                </a:lnTo>
                <a:lnTo>
                  <a:pt x="2007535" y="598169"/>
                </a:lnTo>
                <a:lnTo>
                  <a:pt x="2005837" y="599439"/>
                </a:lnTo>
                <a:lnTo>
                  <a:pt x="2000377" y="603249"/>
                </a:lnTo>
                <a:lnTo>
                  <a:pt x="1994585" y="605789"/>
                </a:lnTo>
                <a:lnTo>
                  <a:pt x="1988565" y="608329"/>
                </a:lnTo>
                <a:close/>
              </a:path>
              <a:path w="2035175" h="610869">
                <a:moveTo>
                  <a:pt x="1994585" y="19049"/>
                </a:moveTo>
                <a:lnTo>
                  <a:pt x="1989353" y="16509"/>
                </a:lnTo>
                <a:lnTo>
                  <a:pt x="1989924" y="16509"/>
                </a:lnTo>
                <a:lnTo>
                  <a:pt x="1984425" y="13969"/>
                </a:lnTo>
                <a:lnTo>
                  <a:pt x="1982342" y="13969"/>
                </a:lnTo>
                <a:lnTo>
                  <a:pt x="1979434" y="12699"/>
                </a:lnTo>
                <a:lnTo>
                  <a:pt x="2009233" y="12699"/>
                </a:lnTo>
                <a:lnTo>
                  <a:pt x="2010930" y="13969"/>
                </a:lnTo>
                <a:lnTo>
                  <a:pt x="2014454" y="17779"/>
                </a:lnTo>
                <a:lnTo>
                  <a:pt x="1994039" y="17779"/>
                </a:lnTo>
                <a:lnTo>
                  <a:pt x="1994585" y="19049"/>
                </a:lnTo>
                <a:close/>
              </a:path>
              <a:path w="2035175" h="610869">
                <a:moveTo>
                  <a:pt x="40347" y="19049"/>
                </a:moveTo>
                <a:lnTo>
                  <a:pt x="40893" y="17779"/>
                </a:lnTo>
                <a:lnTo>
                  <a:pt x="42970" y="17779"/>
                </a:lnTo>
                <a:lnTo>
                  <a:pt x="40347" y="19049"/>
                </a:lnTo>
                <a:close/>
              </a:path>
              <a:path w="2035175" h="610869">
                <a:moveTo>
                  <a:pt x="2016023" y="40639"/>
                </a:moveTo>
                <a:lnTo>
                  <a:pt x="2013026" y="35559"/>
                </a:lnTo>
                <a:lnTo>
                  <a:pt x="2013369" y="35559"/>
                </a:lnTo>
                <a:lnTo>
                  <a:pt x="2009914" y="31749"/>
                </a:lnTo>
                <a:lnTo>
                  <a:pt x="2010308" y="31749"/>
                </a:lnTo>
                <a:lnTo>
                  <a:pt x="2006434" y="27939"/>
                </a:lnTo>
                <a:lnTo>
                  <a:pt x="2006866" y="27939"/>
                </a:lnTo>
                <a:lnTo>
                  <a:pt x="2002612" y="24129"/>
                </a:lnTo>
                <a:lnTo>
                  <a:pt x="2003082" y="24129"/>
                </a:lnTo>
                <a:lnTo>
                  <a:pt x="1998472" y="21589"/>
                </a:lnTo>
                <a:lnTo>
                  <a:pt x="1998979" y="21589"/>
                </a:lnTo>
                <a:lnTo>
                  <a:pt x="1994039" y="17779"/>
                </a:lnTo>
                <a:lnTo>
                  <a:pt x="2014454" y="17779"/>
                </a:lnTo>
                <a:lnTo>
                  <a:pt x="2015629" y="19049"/>
                </a:lnTo>
                <a:lnTo>
                  <a:pt x="2019909" y="22859"/>
                </a:lnTo>
                <a:lnTo>
                  <a:pt x="2023719" y="27939"/>
                </a:lnTo>
                <a:lnTo>
                  <a:pt x="2027034" y="34289"/>
                </a:lnTo>
                <a:lnTo>
                  <a:pt x="2029828" y="39369"/>
                </a:lnTo>
                <a:lnTo>
                  <a:pt x="2015731" y="39369"/>
                </a:lnTo>
                <a:lnTo>
                  <a:pt x="2016023" y="40639"/>
                </a:lnTo>
                <a:close/>
              </a:path>
              <a:path w="2035175" h="610869">
                <a:moveTo>
                  <a:pt x="18910" y="40639"/>
                </a:moveTo>
                <a:lnTo>
                  <a:pt x="19215" y="39369"/>
                </a:lnTo>
                <a:lnTo>
                  <a:pt x="19662" y="39369"/>
                </a:lnTo>
                <a:lnTo>
                  <a:pt x="18910" y="40639"/>
                </a:lnTo>
                <a:close/>
              </a:path>
              <a:path w="2035175" h="610869">
                <a:moveTo>
                  <a:pt x="2027593" y="575309"/>
                </a:moveTo>
                <a:lnTo>
                  <a:pt x="2013026" y="575309"/>
                </a:lnTo>
                <a:lnTo>
                  <a:pt x="2016023" y="570229"/>
                </a:lnTo>
                <a:lnTo>
                  <a:pt x="2015731" y="570229"/>
                </a:lnTo>
                <a:lnTo>
                  <a:pt x="2018245" y="565149"/>
                </a:lnTo>
                <a:lnTo>
                  <a:pt x="2018004" y="565149"/>
                </a:lnTo>
                <a:lnTo>
                  <a:pt x="2020023" y="560069"/>
                </a:lnTo>
                <a:lnTo>
                  <a:pt x="2019871" y="560069"/>
                </a:lnTo>
                <a:lnTo>
                  <a:pt x="2020684" y="557529"/>
                </a:lnTo>
                <a:lnTo>
                  <a:pt x="2021268" y="554989"/>
                </a:lnTo>
                <a:lnTo>
                  <a:pt x="2021738" y="552449"/>
                </a:lnTo>
                <a:lnTo>
                  <a:pt x="2022068" y="549909"/>
                </a:lnTo>
                <a:lnTo>
                  <a:pt x="2022271" y="547369"/>
                </a:lnTo>
                <a:lnTo>
                  <a:pt x="2022335" y="544829"/>
                </a:lnTo>
                <a:lnTo>
                  <a:pt x="2022322" y="66039"/>
                </a:lnTo>
                <a:lnTo>
                  <a:pt x="2022246" y="62229"/>
                </a:lnTo>
                <a:lnTo>
                  <a:pt x="2022030" y="59689"/>
                </a:lnTo>
                <a:lnTo>
                  <a:pt x="2021687" y="57149"/>
                </a:lnTo>
                <a:lnTo>
                  <a:pt x="2021204" y="54609"/>
                </a:lnTo>
                <a:lnTo>
                  <a:pt x="2020608" y="52069"/>
                </a:lnTo>
                <a:lnTo>
                  <a:pt x="2019871" y="49529"/>
                </a:lnTo>
                <a:lnTo>
                  <a:pt x="2020023" y="49529"/>
                </a:lnTo>
                <a:lnTo>
                  <a:pt x="2018004" y="44449"/>
                </a:lnTo>
                <a:lnTo>
                  <a:pt x="2018245" y="44449"/>
                </a:lnTo>
                <a:lnTo>
                  <a:pt x="2015731" y="39369"/>
                </a:lnTo>
                <a:lnTo>
                  <a:pt x="2029828" y="39369"/>
                </a:lnTo>
                <a:lnTo>
                  <a:pt x="2032025" y="45719"/>
                </a:lnTo>
                <a:lnTo>
                  <a:pt x="2032939" y="49529"/>
                </a:lnTo>
                <a:lnTo>
                  <a:pt x="2033689" y="52069"/>
                </a:lnTo>
                <a:lnTo>
                  <a:pt x="2034260" y="55879"/>
                </a:lnTo>
                <a:lnTo>
                  <a:pt x="2034692" y="58419"/>
                </a:lnTo>
                <a:lnTo>
                  <a:pt x="2034946" y="62229"/>
                </a:lnTo>
                <a:lnTo>
                  <a:pt x="2034946" y="547369"/>
                </a:lnTo>
                <a:lnTo>
                  <a:pt x="2034692" y="551179"/>
                </a:lnTo>
                <a:lnTo>
                  <a:pt x="2034260" y="554989"/>
                </a:lnTo>
                <a:lnTo>
                  <a:pt x="2033689" y="557529"/>
                </a:lnTo>
                <a:lnTo>
                  <a:pt x="2032939" y="561339"/>
                </a:lnTo>
                <a:lnTo>
                  <a:pt x="2032025" y="563879"/>
                </a:lnTo>
                <a:lnTo>
                  <a:pt x="2029828" y="570229"/>
                </a:lnTo>
                <a:lnTo>
                  <a:pt x="2027593" y="575309"/>
                </a:lnTo>
                <a:close/>
              </a:path>
              <a:path w="2035175" h="610869">
                <a:moveTo>
                  <a:pt x="12674" y="63499"/>
                </a:moveTo>
                <a:lnTo>
                  <a:pt x="12687" y="62229"/>
                </a:lnTo>
                <a:lnTo>
                  <a:pt x="12674" y="63499"/>
                </a:lnTo>
                <a:close/>
              </a:path>
              <a:path w="2035175" h="610869">
                <a:moveTo>
                  <a:pt x="2022271" y="63499"/>
                </a:moveTo>
                <a:lnTo>
                  <a:pt x="2022191" y="62229"/>
                </a:lnTo>
                <a:lnTo>
                  <a:pt x="2022271" y="63499"/>
                </a:lnTo>
                <a:close/>
              </a:path>
              <a:path w="2035175" h="610869">
                <a:moveTo>
                  <a:pt x="22437" y="575309"/>
                </a:moveTo>
                <a:lnTo>
                  <a:pt x="21920" y="575309"/>
                </a:lnTo>
                <a:lnTo>
                  <a:pt x="21577" y="574039"/>
                </a:lnTo>
                <a:lnTo>
                  <a:pt x="22437" y="575309"/>
                </a:lnTo>
                <a:close/>
              </a:path>
              <a:path w="2035175" h="610869">
                <a:moveTo>
                  <a:pt x="2025376" y="579119"/>
                </a:moveTo>
                <a:lnTo>
                  <a:pt x="2009914" y="579119"/>
                </a:lnTo>
                <a:lnTo>
                  <a:pt x="2013369" y="574039"/>
                </a:lnTo>
                <a:lnTo>
                  <a:pt x="2013026" y="575309"/>
                </a:lnTo>
                <a:lnTo>
                  <a:pt x="2027593" y="575309"/>
                </a:lnTo>
                <a:lnTo>
                  <a:pt x="2027034" y="576579"/>
                </a:lnTo>
                <a:lnTo>
                  <a:pt x="2025376" y="579119"/>
                </a:lnTo>
                <a:close/>
              </a:path>
              <a:path w="2035175" h="610869">
                <a:moveTo>
                  <a:pt x="25603" y="579119"/>
                </a:moveTo>
                <a:lnTo>
                  <a:pt x="25018" y="579119"/>
                </a:lnTo>
                <a:lnTo>
                  <a:pt x="24637" y="577849"/>
                </a:lnTo>
                <a:lnTo>
                  <a:pt x="25603" y="579119"/>
                </a:lnTo>
                <a:close/>
              </a:path>
              <a:path w="2035175" h="610869">
                <a:moveTo>
                  <a:pt x="2022767" y="582929"/>
                </a:moveTo>
                <a:lnTo>
                  <a:pt x="2006434" y="582929"/>
                </a:lnTo>
                <a:lnTo>
                  <a:pt x="2010308" y="577849"/>
                </a:lnTo>
                <a:lnTo>
                  <a:pt x="2009914" y="579119"/>
                </a:lnTo>
                <a:lnTo>
                  <a:pt x="2025376" y="579119"/>
                </a:lnTo>
                <a:lnTo>
                  <a:pt x="2023719" y="581659"/>
                </a:lnTo>
                <a:lnTo>
                  <a:pt x="2022767" y="582929"/>
                </a:lnTo>
                <a:close/>
              </a:path>
              <a:path w="2035175" h="610869">
                <a:moveTo>
                  <a:pt x="29485" y="582929"/>
                </a:moveTo>
                <a:lnTo>
                  <a:pt x="28498" y="582929"/>
                </a:lnTo>
                <a:lnTo>
                  <a:pt x="28066" y="581659"/>
                </a:lnTo>
                <a:lnTo>
                  <a:pt x="29485" y="582929"/>
                </a:lnTo>
                <a:close/>
              </a:path>
              <a:path w="2035175" h="610869">
                <a:moveTo>
                  <a:pt x="2007535" y="598169"/>
                </a:moveTo>
                <a:lnTo>
                  <a:pt x="1974126" y="598169"/>
                </a:lnTo>
                <a:lnTo>
                  <a:pt x="1977123" y="596899"/>
                </a:lnTo>
                <a:lnTo>
                  <a:pt x="1982025" y="596899"/>
                </a:lnTo>
                <a:lnTo>
                  <a:pt x="1984870" y="595629"/>
                </a:lnTo>
                <a:lnTo>
                  <a:pt x="1984425" y="595629"/>
                </a:lnTo>
                <a:lnTo>
                  <a:pt x="1989924" y="594359"/>
                </a:lnTo>
                <a:lnTo>
                  <a:pt x="1989353" y="594359"/>
                </a:lnTo>
                <a:lnTo>
                  <a:pt x="1994585" y="591819"/>
                </a:lnTo>
                <a:lnTo>
                  <a:pt x="1994039" y="591819"/>
                </a:lnTo>
                <a:lnTo>
                  <a:pt x="1998979" y="589279"/>
                </a:lnTo>
                <a:lnTo>
                  <a:pt x="1998472" y="589279"/>
                </a:lnTo>
                <a:lnTo>
                  <a:pt x="2003082" y="585469"/>
                </a:lnTo>
                <a:lnTo>
                  <a:pt x="2002612" y="585469"/>
                </a:lnTo>
                <a:lnTo>
                  <a:pt x="2006866" y="581659"/>
                </a:lnTo>
                <a:lnTo>
                  <a:pt x="2006434" y="582929"/>
                </a:lnTo>
                <a:lnTo>
                  <a:pt x="2022767" y="582929"/>
                </a:lnTo>
                <a:lnTo>
                  <a:pt x="2019909" y="586739"/>
                </a:lnTo>
                <a:lnTo>
                  <a:pt x="2015629" y="591819"/>
                </a:lnTo>
                <a:lnTo>
                  <a:pt x="2010930" y="595629"/>
                </a:lnTo>
                <a:lnTo>
                  <a:pt x="2007535" y="598169"/>
                </a:lnTo>
                <a:close/>
              </a:path>
              <a:path w="2035175" h="610869">
                <a:moveTo>
                  <a:pt x="1982139" y="609599"/>
                </a:moveTo>
                <a:lnTo>
                  <a:pt x="52793" y="609599"/>
                </a:lnTo>
                <a:lnTo>
                  <a:pt x="49593" y="608329"/>
                </a:lnTo>
                <a:lnTo>
                  <a:pt x="1985352" y="608329"/>
                </a:lnTo>
                <a:lnTo>
                  <a:pt x="1982139" y="609599"/>
                </a:lnTo>
                <a:close/>
              </a:path>
              <a:path w="2035175" h="610869">
                <a:moveTo>
                  <a:pt x="1975561" y="610869"/>
                </a:moveTo>
                <a:lnTo>
                  <a:pt x="59372" y="610869"/>
                </a:lnTo>
                <a:lnTo>
                  <a:pt x="56057" y="609599"/>
                </a:lnTo>
                <a:lnTo>
                  <a:pt x="1978875" y="609599"/>
                </a:lnTo>
                <a:lnTo>
                  <a:pt x="1975561" y="610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12897" y="3246323"/>
            <a:ext cx="1522095" cy="248285"/>
          </a:xfrm>
          <a:custGeom>
            <a:avLst/>
            <a:gdLst/>
            <a:ahLst/>
            <a:cxnLst/>
            <a:rect l="l" t="t" r="r" b="b"/>
            <a:pathLst>
              <a:path w="1522095" h="248285">
                <a:moveTo>
                  <a:pt x="1519796" y="248196"/>
                </a:moveTo>
                <a:lnTo>
                  <a:pt x="0" y="12560"/>
                </a:lnTo>
                <a:lnTo>
                  <a:pt x="1943" y="0"/>
                </a:lnTo>
                <a:lnTo>
                  <a:pt x="1521739" y="235648"/>
                </a:lnTo>
                <a:lnTo>
                  <a:pt x="1519796" y="24819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33315" y="3188207"/>
            <a:ext cx="3308985" cy="599440"/>
          </a:xfrm>
          <a:custGeom>
            <a:avLst/>
            <a:gdLst/>
            <a:ahLst/>
            <a:cxnLst/>
            <a:rect l="l" t="t" r="r" b="b"/>
            <a:pathLst>
              <a:path w="3308984" h="599439">
                <a:moveTo>
                  <a:pt x="3249167" y="598932"/>
                </a:moveTo>
                <a:lnTo>
                  <a:pt x="60960" y="598932"/>
                </a:lnTo>
                <a:lnTo>
                  <a:pt x="37220" y="594499"/>
                </a:lnTo>
                <a:lnTo>
                  <a:pt x="17930" y="581806"/>
                </a:lnTo>
                <a:lnTo>
                  <a:pt x="4915" y="562816"/>
                </a:lnTo>
                <a:lnTo>
                  <a:pt x="0" y="539496"/>
                </a:lnTo>
                <a:lnTo>
                  <a:pt x="0" y="60960"/>
                </a:lnTo>
                <a:lnTo>
                  <a:pt x="4915" y="37399"/>
                </a:lnTo>
                <a:lnTo>
                  <a:pt x="17930" y="18168"/>
                </a:lnTo>
                <a:lnTo>
                  <a:pt x="37220" y="5094"/>
                </a:lnTo>
                <a:lnTo>
                  <a:pt x="60960" y="0"/>
                </a:lnTo>
                <a:lnTo>
                  <a:pt x="3249167" y="0"/>
                </a:lnTo>
                <a:lnTo>
                  <a:pt x="3272545" y="5094"/>
                </a:lnTo>
                <a:lnTo>
                  <a:pt x="3291554" y="18168"/>
                </a:lnTo>
                <a:lnTo>
                  <a:pt x="3304228" y="37399"/>
                </a:lnTo>
                <a:lnTo>
                  <a:pt x="3308604" y="60960"/>
                </a:lnTo>
                <a:lnTo>
                  <a:pt x="3308604" y="539496"/>
                </a:lnTo>
                <a:lnTo>
                  <a:pt x="3304228" y="562816"/>
                </a:lnTo>
                <a:lnTo>
                  <a:pt x="3291554" y="581806"/>
                </a:lnTo>
                <a:lnTo>
                  <a:pt x="3272545" y="594499"/>
                </a:lnTo>
                <a:lnTo>
                  <a:pt x="3249167" y="5989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27397" y="3182518"/>
            <a:ext cx="3321685" cy="610870"/>
          </a:xfrm>
          <a:custGeom>
            <a:avLst/>
            <a:gdLst/>
            <a:ahLst/>
            <a:cxnLst/>
            <a:rect l="l" t="t" r="r" b="b"/>
            <a:pathLst>
              <a:path w="3321684" h="610870">
                <a:moveTo>
                  <a:pt x="3268560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3265297" y="0"/>
                </a:lnTo>
                <a:lnTo>
                  <a:pt x="3268560" y="1270"/>
                </a:lnTo>
                <a:close/>
              </a:path>
              <a:path w="3321684" h="610870">
                <a:moveTo>
                  <a:pt x="3274987" y="608330"/>
                </a:moveTo>
                <a:lnTo>
                  <a:pt x="46367" y="608330"/>
                </a:lnTo>
                <a:lnTo>
                  <a:pt x="40360" y="605790"/>
                </a:lnTo>
                <a:lnTo>
                  <a:pt x="7899" y="576580"/>
                </a:lnTo>
                <a:lnTo>
                  <a:pt x="2908" y="563880"/>
                </a:lnTo>
                <a:lnTo>
                  <a:pt x="1993" y="561340"/>
                </a:lnTo>
                <a:lnTo>
                  <a:pt x="1257" y="557530"/>
                </a:lnTo>
                <a:lnTo>
                  <a:pt x="673" y="554990"/>
                </a:lnTo>
                <a:lnTo>
                  <a:pt x="254" y="551180"/>
                </a:lnTo>
                <a:lnTo>
                  <a:pt x="0" y="547370"/>
                </a:lnTo>
                <a:lnTo>
                  <a:pt x="0" y="62230"/>
                </a:lnTo>
                <a:lnTo>
                  <a:pt x="254" y="58420"/>
                </a:lnTo>
                <a:lnTo>
                  <a:pt x="673" y="55880"/>
                </a:lnTo>
                <a:lnTo>
                  <a:pt x="1257" y="52070"/>
                </a:lnTo>
                <a:lnTo>
                  <a:pt x="1993" y="49530"/>
                </a:lnTo>
                <a:lnTo>
                  <a:pt x="2908" y="45720"/>
                </a:lnTo>
                <a:lnTo>
                  <a:pt x="5118" y="39370"/>
                </a:lnTo>
                <a:lnTo>
                  <a:pt x="7899" y="34290"/>
                </a:lnTo>
                <a:lnTo>
                  <a:pt x="11214" y="27940"/>
                </a:lnTo>
                <a:lnTo>
                  <a:pt x="15036" y="22860"/>
                </a:lnTo>
                <a:lnTo>
                  <a:pt x="19304" y="19050"/>
                </a:lnTo>
                <a:lnTo>
                  <a:pt x="24003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80"/>
                </a:lnTo>
                <a:lnTo>
                  <a:pt x="46367" y="2540"/>
                </a:lnTo>
                <a:lnTo>
                  <a:pt x="49593" y="1270"/>
                </a:lnTo>
                <a:lnTo>
                  <a:pt x="3271774" y="1270"/>
                </a:lnTo>
                <a:lnTo>
                  <a:pt x="3295654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20" y="13970"/>
                </a:lnTo>
                <a:lnTo>
                  <a:pt x="45008" y="16510"/>
                </a:lnTo>
                <a:lnTo>
                  <a:pt x="45593" y="16510"/>
                </a:lnTo>
                <a:lnTo>
                  <a:pt x="42970" y="17780"/>
                </a:lnTo>
                <a:lnTo>
                  <a:pt x="40894" y="17780"/>
                </a:lnTo>
                <a:lnTo>
                  <a:pt x="35953" y="21590"/>
                </a:lnTo>
                <a:lnTo>
                  <a:pt x="36461" y="21590"/>
                </a:lnTo>
                <a:lnTo>
                  <a:pt x="31851" y="24130"/>
                </a:lnTo>
                <a:lnTo>
                  <a:pt x="32321" y="24130"/>
                </a:lnTo>
                <a:lnTo>
                  <a:pt x="28067" y="27940"/>
                </a:lnTo>
                <a:lnTo>
                  <a:pt x="28498" y="27940"/>
                </a:lnTo>
                <a:lnTo>
                  <a:pt x="24637" y="31750"/>
                </a:lnTo>
                <a:lnTo>
                  <a:pt x="25019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62" y="39370"/>
                </a:lnTo>
                <a:lnTo>
                  <a:pt x="19215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22" y="49530"/>
                </a:lnTo>
                <a:lnTo>
                  <a:pt x="15062" y="49530"/>
                </a:lnTo>
                <a:lnTo>
                  <a:pt x="14262" y="52070"/>
                </a:lnTo>
                <a:lnTo>
                  <a:pt x="13665" y="54610"/>
                </a:lnTo>
                <a:lnTo>
                  <a:pt x="13208" y="57150"/>
                </a:lnTo>
                <a:lnTo>
                  <a:pt x="12877" y="59690"/>
                </a:lnTo>
                <a:lnTo>
                  <a:pt x="12750" y="62230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46" y="552450"/>
                </a:lnTo>
                <a:lnTo>
                  <a:pt x="13728" y="554990"/>
                </a:lnTo>
                <a:lnTo>
                  <a:pt x="14338" y="557530"/>
                </a:lnTo>
                <a:lnTo>
                  <a:pt x="15062" y="560070"/>
                </a:lnTo>
                <a:lnTo>
                  <a:pt x="14922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15" y="570230"/>
                </a:lnTo>
                <a:lnTo>
                  <a:pt x="18910" y="570230"/>
                </a:lnTo>
                <a:lnTo>
                  <a:pt x="21920" y="575310"/>
                </a:lnTo>
                <a:lnTo>
                  <a:pt x="22437" y="575310"/>
                </a:lnTo>
                <a:lnTo>
                  <a:pt x="25019" y="579120"/>
                </a:lnTo>
                <a:lnTo>
                  <a:pt x="25603" y="579120"/>
                </a:lnTo>
                <a:lnTo>
                  <a:pt x="28498" y="582930"/>
                </a:lnTo>
                <a:lnTo>
                  <a:pt x="29485" y="582930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80"/>
                </a:lnTo>
                <a:lnTo>
                  <a:pt x="35953" y="589280"/>
                </a:lnTo>
                <a:lnTo>
                  <a:pt x="40894" y="591820"/>
                </a:lnTo>
                <a:lnTo>
                  <a:pt x="40347" y="591820"/>
                </a:lnTo>
                <a:lnTo>
                  <a:pt x="45593" y="594360"/>
                </a:lnTo>
                <a:lnTo>
                  <a:pt x="45008" y="594360"/>
                </a:lnTo>
                <a:lnTo>
                  <a:pt x="50520" y="595630"/>
                </a:lnTo>
                <a:lnTo>
                  <a:pt x="50063" y="595630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3293956" y="598170"/>
                </a:lnTo>
                <a:lnTo>
                  <a:pt x="3292259" y="599440"/>
                </a:lnTo>
                <a:lnTo>
                  <a:pt x="3286798" y="603250"/>
                </a:lnTo>
                <a:lnTo>
                  <a:pt x="3281006" y="605790"/>
                </a:lnTo>
                <a:lnTo>
                  <a:pt x="3274987" y="608330"/>
                </a:lnTo>
                <a:close/>
              </a:path>
              <a:path w="3321684" h="610870">
                <a:moveTo>
                  <a:pt x="3281006" y="19050"/>
                </a:moveTo>
                <a:lnTo>
                  <a:pt x="3275774" y="16510"/>
                </a:lnTo>
                <a:lnTo>
                  <a:pt x="3276346" y="16510"/>
                </a:lnTo>
                <a:lnTo>
                  <a:pt x="3270846" y="13970"/>
                </a:lnTo>
                <a:lnTo>
                  <a:pt x="3268764" y="13970"/>
                </a:lnTo>
                <a:lnTo>
                  <a:pt x="3265868" y="12700"/>
                </a:lnTo>
                <a:lnTo>
                  <a:pt x="3295654" y="12700"/>
                </a:lnTo>
                <a:lnTo>
                  <a:pt x="3297351" y="13970"/>
                </a:lnTo>
                <a:lnTo>
                  <a:pt x="3300876" y="17780"/>
                </a:lnTo>
                <a:lnTo>
                  <a:pt x="3280460" y="17780"/>
                </a:lnTo>
                <a:lnTo>
                  <a:pt x="3281006" y="19050"/>
                </a:lnTo>
                <a:close/>
              </a:path>
              <a:path w="3321684" h="610870">
                <a:moveTo>
                  <a:pt x="40347" y="19050"/>
                </a:moveTo>
                <a:lnTo>
                  <a:pt x="40894" y="17780"/>
                </a:lnTo>
                <a:lnTo>
                  <a:pt x="42970" y="17780"/>
                </a:lnTo>
                <a:lnTo>
                  <a:pt x="40347" y="19050"/>
                </a:lnTo>
                <a:close/>
              </a:path>
              <a:path w="3321684" h="610870">
                <a:moveTo>
                  <a:pt x="3302444" y="40640"/>
                </a:moveTo>
                <a:lnTo>
                  <a:pt x="3299447" y="35560"/>
                </a:lnTo>
                <a:lnTo>
                  <a:pt x="3299790" y="35560"/>
                </a:lnTo>
                <a:lnTo>
                  <a:pt x="3296335" y="31750"/>
                </a:lnTo>
                <a:lnTo>
                  <a:pt x="3296729" y="31750"/>
                </a:lnTo>
                <a:lnTo>
                  <a:pt x="3292868" y="27940"/>
                </a:lnTo>
                <a:lnTo>
                  <a:pt x="3293287" y="27940"/>
                </a:lnTo>
                <a:lnTo>
                  <a:pt x="3289033" y="24130"/>
                </a:lnTo>
                <a:lnTo>
                  <a:pt x="3289503" y="24130"/>
                </a:lnTo>
                <a:lnTo>
                  <a:pt x="3284893" y="21590"/>
                </a:lnTo>
                <a:lnTo>
                  <a:pt x="3285401" y="21590"/>
                </a:lnTo>
                <a:lnTo>
                  <a:pt x="3280460" y="17780"/>
                </a:lnTo>
                <a:lnTo>
                  <a:pt x="3300876" y="17780"/>
                </a:lnTo>
                <a:lnTo>
                  <a:pt x="3302050" y="19050"/>
                </a:lnTo>
                <a:lnTo>
                  <a:pt x="3306330" y="22860"/>
                </a:lnTo>
                <a:lnTo>
                  <a:pt x="3310140" y="27940"/>
                </a:lnTo>
                <a:lnTo>
                  <a:pt x="3313455" y="34290"/>
                </a:lnTo>
                <a:lnTo>
                  <a:pt x="3316249" y="39370"/>
                </a:lnTo>
                <a:lnTo>
                  <a:pt x="3302152" y="39370"/>
                </a:lnTo>
                <a:lnTo>
                  <a:pt x="3302444" y="40640"/>
                </a:lnTo>
                <a:close/>
              </a:path>
              <a:path w="3321684" h="610870">
                <a:moveTo>
                  <a:pt x="18910" y="40640"/>
                </a:moveTo>
                <a:lnTo>
                  <a:pt x="19215" y="39370"/>
                </a:lnTo>
                <a:lnTo>
                  <a:pt x="19662" y="39370"/>
                </a:lnTo>
                <a:lnTo>
                  <a:pt x="18910" y="40640"/>
                </a:lnTo>
                <a:close/>
              </a:path>
              <a:path w="3321684" h="610870">
                <a:moveTo>
                  <a:pt x="3314014" y="575310"/>
                </a:moveTo>
                <a:lnTo>
                  <a:pt x="3299447" y="575310"/>
                </a:lnTo>
                <a:lnTo>
                  <a:pt x="3302444" y="570230"/>
                </a:lnTo>
                <a:lnTo>
                  <a:pt x="3302152" y="570230"/>
                </a:lnTo>
                <a:lnTo>
                  <a:pt x="3304666" y="565150"/>
                </a:lnTo>
                <a:lnTo>
                  <a:pt x="3304425" y="565150"/>
                </a:lnTo>
                <a:lnTo>
                  <a:pt x="3306445" y="560070"/>
                </a:lnTo>
                <a:lnTo>
                  <a:pt x="3306292" y="560070"/>
                </a:lnTo>
                <a:lnTo>
                  <a:pt x="3307105" y="557530"/>
                </a:lnTo>
                <a:lnTo>
                  <a:pt x="3307689" y="554990"/>
                </a:lnTo>
                <a:lnTo>
                  <a:pt x="3308159" y="552450"/>
                </a:lnTo>
                <a:lnTo>
                  <a:pt x="3308489" y="549910"/>
                </a:lnTo>
                <a:lnTo>
                  <a:pt x="3308692" y="547370"/>
                </a:lnTo>
                <a:lnTo>
                  <a:pt x="3308756" y="544830"/>
                </a:lnTo>
                <a:lnTo>
                  <a:pt x="3308743" y="66040"/>
                </a:lnTo>
                <a:lnTo>
                  <a:pt x="3308667" y="62230"/>
                </a:lnTo>
                <a:lnTo>
                  <a:pt x="3308451" y="59690"/>
                </a:lnTo>
                <a:lnTo>
                  <a:pt x="3308108" y="57150"/>
                </a:lnTo>
                <a:lnTo>
                  <a:pt x="3307626" y="54610"/>
                </a:lnTo>
                <a:lnTo>
                  <a:pt x="3307029" y="52070"/>
                </a:lnTo>
                <a:lnTo>
                  <a:pt x="3306292" y="49530"/>
                </a:lnTo>
                <a:lnTo>
                  <a:pt x="3306445" y="49530"/>
                </a:lnTo>
                <a:lnTo>
                  <a:pt x="3304425" y="44450"/>
                </a:lnTo>
                <a:lnTo>
                  <a:pt x="3304666" y="44450"/>
                </a:lnTo>
                <a:lnTo>
                  <a:pt x="3302152" y="39370"/>
                </a:lnTo>
                <a:lnTo>
                  <a:pt x="3316249" y="39370"/>
                </a:lnTo>
                <a:lnTo>
                  <a:pt x="3318446" y="45720"/>
                </a:lnTo>
                <a:lnTo>
                  <a:pt x="3319360" y="49530"/>
                </a:lnTo>
                <a:lnTo>
                  <a:pt x="3320110" y="52070"/>
                </a:lnTo>
                <a:lnTo>
                  <a:pt x="3320681" y="55880"/>
                </a:lnTo>
                <a:lnTo>
                  <a:pt x="3321113" y="58420"/>
                </a:lnTo>
                <a:lnTo>
                  <a:pt x="3321367" y="62230"/>
                </a:lnTo>
                <a:lnTo>
                  <a:pt x="3321367" y="547370"/>
                </a:lnTo>
                <a:lnTo>
                  <a:pt x="3321113" y="551180"/>
                </a:lnTo>
                <a:lnTo>
                  <a:pt x="3320681" y="554990"/>
                </a:lnTo>
                <a:lnTo>
                  <a:pt x="3320110" y="557530"/>
                </a:lnTo>
                <a:lnTo>
                  <a:pt x="3319360" y="561340"/>
                </a:lnTo>
                <a:lnTo>
                  <a:pt x="3318446" y="563880"/>
                </a:lnTo>
                <a:lnTo>
                  <a:pt x="3316249" y="570230"/>
                </a:lnTo>
                <a:lnTo>
                  <a:pt x="3314014" y="575310"/>
                </a:lnTo>
                <a:close/>
              </a:path>
              <a:path w="3321684" h="610870">
                <a:moveTo>
                  <a:pt x="12674" y="63500"/>
                </a:moveTo>
                <a:lnTo>
                  <a:pt x="12687" y="62230"/>
                </a:lnTo>
                <a:lnTo>
                  <a:pt x="12674" y="63500"/>
                </a:lnTo>
                <a:close/>
              </a:path>
              <a:path w="3321684" h="610870">
                <a:moveTo>
                  <a:pt x="3308692" y="63500"/>
                </a:moveTo>
                <a:lnTo>
                  <a:pt x="3308612" y="62230"/>
                </a:lnTo>
                <a:lnTo>
                  <a:pt x="3308692" y="63500"/>
                </a:lnTo>
                <a:close/>
              </a:path>
              <a:path w="3321684" h="610870">
                <a:moveTo>
                  <a:pt x="22437" y="575310"/>
                </a:moveTo>
                <a:lnTo>
                  <a:pt x="21920" y="575310"/>
                </a:lnTo>
                <a:lnTo>
                  <a:pt x="21577" y="574040"/>
                </a:lnTo>
                <a:lnTo>
                  <a:pt x="22437" y="575310"/>
                </a:lnTo>
                <a:close/>
              </a:path>
              <a:path w="3321684" h="610870">
                <a:moveTo>
                  <a:pt x="3311798" y="579120"/>
                </a:moveTo>
                <a:lnTo>
                  <a:pt x="3296335" y="579120"/>
                </a:lnTo>
                <a:lnTo>
                  <a:pt x="3299790" y="574040"/>
                </a:lnTo>
                <a:lnTo>
                  <a:pt x="3299447" y="575310"/>
                </a:lnTo>
                <a:lnTo>
                  <a:pt x="3314014" y="575310"/>
                </a:lnTo>
                <a:lnTo>
                  <a:pt x="3313455" y="576580"/>
                </a:lnTo>
                <a:lnTo>
                  <a:pt x="3311798" y="579120"/>
                </a:lnTo>
                <a:close/>
              </a:path>
              <a:path w="3321684" h="610870">
                <a:moveTo>
                  <a:pt x="25603" y="579120"/>
                </a:moveTo>
                <a:lnTo>
                  <a:pt x="25019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3321684" h="610870">
                <a:moveTo>
                  <a:pt x="3309188" y="582930"/>
                </a:moveTo>
                <a:lnTo>
                  <a:pt x="3292868" y="582930"/>
                </a:lnTo>
                <a:lnTo>
                  <a:pt x="3296729" y="577850"/>
                </a:lnTo>
                <a:lnTo>
                  <a:pt x="3296335" y="579120"/>
                </a:lnTo>
                <a:lnTo>
                  <a:pt x="3311798" y="579120"/>
                </a:lnTo>
                <a:lnTo>
                  <a:pt x="3310140" y="581660"/>
                </a:lnTo>
                <a:lnTo>
                  <a:pt x="3309188" y="582930"/>
                </a:lnTo>
                <a:close/>
              </a:path>
              <a:path w="3321684" h="610870">
                <a:moveTo>
                  <a:pt x="29485" y="582930"/>
                </a:moveTo>
                <a:lnTo>
                  <a:pt x="28498" y="582930"/>
                </a:lnTo>
                <a:lnTo>
                  <a:pt x="28067" y="581660"/>
                </a:lnTo>
                <a:lnTo>
                  <a:pt x="29485" y="582930"/>
                </a:lnTo>
                <a:close/>
              </a:path>
              <a:path w="3321684" h="610870">
                <a:moveTo>
                  <a:pt x="3293956" y="598170"/>
                </a:moveTo>
                <a:lnTo>
                  <a:pt x="3260547" y="598170"/>
                </a:lnTo>
                <a:lnTo>
                  <a:pt x="3263544" y="596900"/>
                </a:lnTo>
                <a:lnTo>
                  <a:pt x="3268446" y="596900"/>
                </a:lnTo>
                <a:lnTo>
                  <a:pt x="3271291" y="595630"/>
                </a:lnTo>
                <a:lnTo>
                  <a:pt x="3270846" y="595630"/>
                </a:lnTo>
                <a:lnTo>
                  <a:pt x="3276346" y="594360"/>
                </a:lnTo>
                <a:lnTo>
                  <a:pt x="3275774" y="594360"/>
                </a:lnTo>
                <a:lnTo>
                  <a:pt x="3281006" y="591820"/>
                </a:lnTo>
                <a:lnTo>
                  <a:pt x="3280460" y="591820"/>
                </a:lnTo>
                <a:lnTo>
                  <a:pt x="3285401" y="589280"/>
                </a:lnTo>
                <a:lnTo>
                  <a:pt x="3284893" y="589280"/>
                </a:lnTo>
                <a:lnTo>
                  <a:pt x="3289503" y="585470"/>
                </a:lnTo>
                <a:lnTo>
                  <a:pt x="3289033" y="585470"/>
                </a:lnTo>
                <a:lnTo>
                  <a:pt x="3293287" y="581660"/>
                </a:lnTo>
                <a:lnTo>
                  <a:pt x="3292868" y="582930"/>
                </a:lnTo>
                <a:lnTo>
                  <a:pt x="3309188" y="582930"/>
                </a:lnTo>
                <a:lnTo>
                  <a:pt x="3306330" y="586740"/>
                </a:lnTo>
                <a:lnTo>
                  <a:pt x="3302050" y="591820"/>
                </a:lnTo>
                <a:lnTo>
                  <a:pt x="3297351" y="595630"/>
                </a:lnTo>
                <a:lnTo>
                  <a:pt x="3293956" y="598170"/>
                </a:lnTo>
                <a:close/>
              </a:path>
              <a:path w="3321684" h="610870">
                <a:moveTo>
                  <a:pt x="3268560" y="609600"/>
                </a:moveTo>
                <a:lnTo>
                  <a:pt x="52793" y="609600"/>
                </a:lnTo>
                <a:lnTo>
                  <a:pt x="49593" y="608330"/>
                </a:lnTo>
                <a:lnTo>
                  <a:pt x="3271774" y="608330"/>
                </a:lnTo>
                <a:lnTo>
                  <a:pt x="3268560" y="609600"/>
                </a:lnTo>
                <a:close/>
              </a:path>
              <a:path w="3321684" h="610870">
                <a:moveTo>
                  <a:pt x="3261982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3265297" y="609600"/>
                </a:lnTo>
                <a:lnTo>
                  <a:pt x="3261982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24026" y="3981348"/>
            <a:ext cx="753745" cy="432434"/>
          </a:xfrm>
          <a:custGeom>
            <a:avLst/>
            <a:gdLst/>
            <a:ahLst/>
            <a:cxnLst/>
            <a:rect l="l" t="t" r="r" b="b"/>
            <a:pathLst>
              <a:path w="753744" h="432435">
                <a:moveTo>
                  <a:pt x="747344" y="432269"/>
                </a:moveTo>
                <a:lnTo>
                  <a:pt x="0" y="11061"/>
                </a:lnTo>
                <a:lnTo>
                  <a:pt x="6235" y="0"/>
                </a:lnTo>
                <a:lnTo>
                  <a:pt x="753579" y="421208"/>
                </a:lnTo>
                <a:lnTo>
                  <a:pt x="747344" y="432269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674876" y="3977640"/>
            <a:ext cx="1306195" cy="861060"/>
          </a:xfrm>
          <a:custGeom>
            <a:avLst/>
            <a:gdLst/>
            <a:ahLst/>
            <a:cxnLst/>
            <a:rect l="l" t="t" r="r" b="b"/>
            <a:pathLst>
              <a:path w="1306195" h="861060">
                <a:moveTo>
                  <a:pt x="1220724" y="861060"/>
                </a:moveTo>
                <a:lnTo>
                  <a:pt x="85343" y="861060"/>
                </a:lnTo>
                <a:lnTo>
                  <a:pt x="52022" y="853862"/>
                </a:lnTo>
                <a:lnTo>
                  <a:pt x="24807" y="835199"/>
                </a:lnTo>
                <a:lnTo>
                  <a:pt x="6525" y="807749"/>
                </a:lnTo>
                <a:lnTo>
                  <a:pt x="0" y="774192"/>
                </a:lnTo>
                <a:lnTo>
                  <a:pt x="0" y="86868"/>
                </a:lnTo>
                <a:lnTo>
                  <a:pt x="6525" y="53215"/>
                </a:lnTo>
                <a:lnTo>
                  <a:pt x="24807" y="25731"/>
                </a:lnTo>
                <a:lnTo>
                  <a:pt x="52022" y="7099"/>
                </a:lnTo>
                <a:lnTo>
                  <a:pt x="85343" y="0"/>
                </a:lnTo>
                <a:lnTo>
                  <a:pt x="1220724" y="0"/>
                </a:lnTo>
                <a:lnTo>
                  <a:pt x="1254045" y="7099"/>
                </a:lnTo>
                <a:lnTo>
                  <a:pt x="1281260" y="25731"/>
                </a:lnTo>
                <a:lnTo>
                  <a:pt x="1299542" y="53215"/>
                </a:lnTo>
                <a:lnTo>
                  <a:pt x="1306068" y="86868"/>
                </a:lnTo>
                <a:lnTo>
                  <a:pt x="1306068" y="774192"/>
                </a:lnTo>
                <a:lnTo>
                  <a:pt x="1299542" y="807749"/>
                </a:lnTo>
                <a:lnTo>
                  <a:pt x="1281260" y="835199"/>
                </a:lnTo>
                <a:lnTo>
                  <a:pt x="1254045" y="853862"/>
                </a:lnTo>
                <a:lnTo>
                  <a:pt x="1220724" y="86106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668227" y="3971874"/>
            <a:ext cx="1319530" cy="871219"/>
          </a:xfrm>
          <a:custGeom>
            <a:avLst/>
            <a:gdLst/>
            <a:ahLst/>
            <a:cxnLst/>
            <a:rect l="l" t="t" r="r" b="b"/>
            <a:pathLst>
              <a:path w="1319530" h="871220">
                <a:moveTo>
                  <a:pt x="1241190" y="871220"/>
                </a:moveTo>
                <a:lnTo>
                  <a:pt x="78174" y="871220"/>
                </a:lnTo>
                <a:lnTo>
                  <a:pt x="69157" y="868679"/>
                </a:lnTo>
                <a:lnTo>
                  <a:pt x="60483" y="866139"/>
                </a:lnTo>
                <a:lnTo>
                  <a:pt x="56292" y="864870"/>
                </a:lnTo>
                <a:lnTo>
                  <a:pt x="52203" y="862329"/>
                </a:lnTo>
                <a:lnTo>
                  <a:pt x="48215" y="861060"/>
                </a:lnTo>
                <a:lnTo>
                  <a:pt x="26955" y="844550"/>
                </a:lnTo>
                <a:lnTo>
                  <a:pt x="23895" y="842010"/>
                </a:lnTo>
                <a:lnTo>
                  <a:pt x="4057" y="806450"/>
                </a:lnTo>
                <a:lnTo>
                  <a:pt x="2813" y="802639"/>
                </a:lnTo>
                <a:lnTo>
                  <a:pt x="1784" y="797560"/>
                </a:lnTo>
                <a:lnTo>
                  <a:pt x="971" y="793750"/>
                </a:lnTo>
                <a:lnTo>
                  <a:pt x="387" y="788670"/>
                </a:lnTo>
                <a:lnTo>
                  <a:pt x="31" y="783589"/>
                </a:lnTo>
                <a:lnTo>
                  <a:pt x="0" y="87629"/>
                </a:lnTo>
                <a:lnTo>
                  <a:pt x="31" y="86360"/>
                </a:lnTo>
                <a:lnTo>
                  <a:pt x="387" y="82550"/>
                </a:lnTo>
                <a:lnTo>
                  <a:pt x="971" y="77470"/>
                </a:lnTo>
                <a:lnTo>
                  <a:pt x="1784" y="73660"/>
                </a:lnTo>
                <a:lnTo>
                  <a:pt x="2813" y="68579"/>
                </a:lnTo>
                <a:lnTo>
                  <a:pt x="4057" y="64770"/>
                </a:lnTo>
                <a:lnTo>
                  <a:pt x="5518" y="59689"/>
                </a:lnTo>
                <a:lnTo>
                  <a:pt x="7169" y="55879"/>
                </a:lnTo>
                <a:lnTo>
                  <a:pt x="26955" y="26670"/>
                </a:lnTo>
                <a:lnTo>
                  <a:pt x="30156" y="22860"/>
                </a:lnTo>
                <a:lnTo>
                  <a:pt x="52203" y="8889"/>
                </a:lnTo>
                <a:lnTo>
                  <a:pt x="56292" y="6350"/>
                </a:lnTo>
                <a:lnTo>
                  <a:pt x="60483" y="5079"/>
                </a:lnTo>
                <a:lnTo>
                  <a:pt x="69157" y="2539"/>
                </a:lnTo>
                <a:lnTo>
                  <a:pt x="78174" y="0"/>
                </a:lnTo>
                <a:lnTo>
                  <a:pt x="1241190" y="0"/>
                </a:lnTo>
                <a:lnTo>
                  <a:pt x="1250207" y="2539"/>
                </a:lnTo>
                <a:lnTo>
                  <a:pt x="1258881" y="5079"/>
                </a:lnTo>
                <a:lnTo>
                  <a:pt x="1263072" y="6350"/>
                </a:lnTo>
                <a:lnTo>
                  <a:pt x="1267174" y="8889"/>
                </a:lnTo>
                <a:lnTo>
                  <a:pt x="1271149" y="10160"/>
                </a:lnTo>
                <a:lnTo>
                  <a:pt x="1275022" y="12700"/>
                </a:lnTo>
                <a:lnTo>
                  <a:pt x="80257" y="12700"/>
                </a:lnTo>
                <a:lnTo>
                  <a:pt x="76015" y="13970"/>
                </a:lnTo>
                <a:lnTo>
                  <a:pt x="72485" y="13970"/>
                </a:lnTo>
                <a:lnTo>
                  <a:pt x="68395" y="15239"/>
                </a:lnTo>
                <a:lnTo>
                  <a:pt x="68700" y="15239"/>
                </a:lnTo>
                <a:lnTo>
                  <a:pt x="64712" y="16510"/>
                </a:lnTo>
                <a:lnTo>
                  <a:pt x="65004" y="16510"/>
                </a:lnTo>
                <a:lnTo>
                  <a:pt x="61093" y="17779"/>
                </a:lnTo>
                <a:lnTo>
                  <a:pt x="61385" y="17779"/>
                </a:lnTo>
                <a:lnTo>
                  <a:pt x="57575" y="20320"/>
                </a:lnTo>
                <a:lnTo>
                  <a:pt x="57854" y="20320"/>
                </a:lnTo>
                <a:lnTo>
                  <a:pt x="54146" y="21589"/>
                </a:lnTo>
                <a:lnTo>
                  <a:pt x="54413" y="21589"/>
                </a:lnTo>
                <a:lnTo>
                  <a:pt x="50819" y="24129"/>
                </a:lnTo>
                <a:lnTo>
                  <a:pt x="51085" y="24129"/>
                </a:lnTo>
                <a:lnTo>
                  <a:pt x="47593" y="25400"/>
                </a:lnTo>
                <a:lnTo>
                  <a:pt x="47847" y="25400"/>
                </a:lnTo>
                <a:lnTo>
                  <a:pt x="44469" y="27939"/>
                </a:lnTo>
                <a:lnTo>
                  <a:pt x="44723" y="27939"/>
                </a:lnTo>
                <a:lnTo>
                  <a:pt x="41471" y="30479"/>
                </a:lnTo>
                <a:lnTo>
                  <a:pt x="41700" y="30479"/>
                </a:lnTo>
                <a:lnTo>
                  <a:pt x="38588" y="33020"/>
                </a:lnTo>
                <a:lnTo>
                  <a:pt x="38804" y="33020"/>
                </a:lnTo>
                <a:lnTo>
                  <a:pt x="35820" y="35560"/>
                </a:lnTo>
                <a:lnTo>
                  <a:pt x="36036" y="35560"/>
                </a:lnTo>
                <a:lnTo>
                  <a:pt x="33191" y="38100"/>
                </a:lnTo>
                <a:lnTo>
                  <a:pt x="33394" y="38100"/>
                </a:lnTo>
                <a:lnTo>
                  <a:pt x="30689" y="40639"/>
                </a:lnTo>
                <a:lnTo>
                  <a:pt x="30880" y="40639"/>
                </a:lnTo>
                <a:lnTo>
                  <a:pt x="28327" y="44450"/>
                </a:lnTo>
                <a:lnTo>
                  <a:pt x="28517" y="44450"/>
                </a:lnTo>
                <a:lnTo>
                  <a:pt x="26117" y="46989"/>
                </a:lnTo>
                <a:lnTo>
                  <a:pt x="26282" y="46989"/>
                </a:lnTo>
                <a:lnTo>
                  <a:pt x="24047" y="50800"/>
                </a:lnTo>
                <a:lnTo>
                  <a:pt x="24212" y="50800"/>
                </a:lnTo>
                <a:lnTo>
                  <a:pt x="22142" y="53339"/>
                </a:lnTo>
                <a:lnTo>
                  <a:pt x="22282" y="53339"/>
                </a:lnTo>
                <a:lnTo>
                  <a:pt x="20389" y="57150"/>
                </a:lnTo>
                <a:lnTo>
                  <a:pt x="20529" y="57150"/>
                </a:lnTo>
                <a:lnTo>
                  <a:pt x="18802" y="60960"/>
                </a:lnTo>
                <a:lnTo>
                  <a:pt x="18929" y="60960"/>
                </a:lnTo>
                <a:lnTo>
                  <a:pt x="17379" y="64770"/>
                </a:lnTo>
                <a:lnTo>
                  <a:pt x="16588" y="67310"/>
                </a:lnTo>
                <a:lnTo>
                  <a:pt x="16236" y="67310"/>
                </a:lnTo>
                <a:lnTo>
                  <a:pt x="15370" y="71120"/>
                </a:lnTo>
                <a:lnTo>
                  <a:pt x="15157" y="71120"/>
                </a:lnTo>
                <a:lnTo>
                  <a:pt x="14433" y="74929"/>
                </a:lnTo>
                <a:lnTo>
                  <a:pt x="14255" y="74929"/>
                </a:lnTo>
                <a:lnTo>
                  <a:pt x="13506" y="80010"/>
                </a:lnTo>
                <a:lnTo>
                  <a:pt x="12998" y="83820"/>
                </a:lnTo>
                <a:lnTo>
                  <a:pt x="12719" y="87629"/>
                </a:lnTo>
                <a:lnTo>
                  <a:pt x="12706" y="783589"/>
                </a:lnTo>
                <a:lnTo>
                  <a:pt x="13036" y="787400"/>
                </a:lnTo>
                <a:lnTo>
                  <a:pt x="13544" y="791210"/>
                </a:lnTo>
                <a:lnTo>
                  <a:pt x="14255" y="796289"/>
                </a:lnTo>
                <a:lnTo>
                  <a:pt x="14433" y="796289"/>
                </a:lnTo>
                <a:lnTo>
                  <a:pt x="15157" y="800100"/>
                </a:lnTo>
                <a:lnTo>
                  <a:pt x="15370" y="800100"/>
                </a:lnTo>
                <a:lnTo>
                  <a:pt x="16236" y="803910"/>
                </a:lnTo>
                <a:lnTo>
                  <a:pt x="16588" y="803910"/>
                </a:lnTo>
                <a:lnTo>
                  <a:pt x="17494" y="806450"/>
                </a:lnTo>
                <a:lnTo>
                  <a:pt x="18929" y="810260"/>
                </a:lnTo>
                <a:lnTo>
                  <a:pt x="18802" y="810260"/>
                </a:lnTo>
                <a:lnTo>
                  <a:pt x="20529" y="814070"/>
                </a:lnTo>
                <a:lnTo>
                  <a:pt x="20389" y="814070"/>
                </a:lnTo>
                <a:lnTo>
                  <a:pt x="22282" y="817879"/>
                </a:lnTo>
                <a:lnTo>
                  <a:pt x="22142" y="817879"/>
                </a:lnTo>
                <a:lnTo>
                  <a:pt x="24212" y="820420"/>
                </a:lnTo>
                <a:lnTo>
                  <a:pt x="24047" y="820420"/>
                </a:lnTo>
                <a:lnTo>
                  <a:pt x="26282" y="824229"/>
                </a:lnTo>
                <a:lnTo>
                  <a:pt x="26117" y="824229"/>
                </a:lnTo>
                <a:lnTo>
                  <a:pt x="28517" y="826770"/>
                </a:lnTo>
                <a:lnTo>
                  <a:pt x="28327" y="826770"/>
                </a:lnTo>
                <a:lnTo>
                  <a:pt x="30880" y="830579"/>
                </a:lnTo>
                <a:lnTo>
                  <a:pt x="30689" y="830579"/>
                </a:lnTo>
                <a:lnTo>
                  <a:pt x="33394" y="833120"/>
                </a:lnTo>
                <a:lnTo>
                  <a:pt x="33191" y="833120"/>
                </a:lnTo>
                <a:lnTo>
                  <a:pt x="36036" y="835660"/>
                </a:lnTo>
                <a:lnTo>
                  <a:pt x="35820" y="835660"/>
                </a:lnTo>
                <a:lnTo>
                  <a:pt x="38804" y="838200"/>
                </a:lnTo>
                <a:lnTo>
                  <a:pt x="38588" y="838200"/>
                </a:lnTo>
                <a:lnTo>
                  <a:pt x="41700" y="840739"/>
                </a:lnTo>
                <a:lnTo>
                  <a:pt x="41471" y="840739"/>
                </a:lnTo>
                <a:lnTo>
                  <a:pt x="44723" y="843279"/>
                </a:lnTo>
                <a:lnTo>
                  <a:pt x="44469" y="843279"/>
                </a:lnTo>
                <a:lnTo>
                  <a:pt x="47847" y="845820"/>
                </a:lnTo>
                <a:lnTo>
                  <a:pt x="47593" y="845820"/>
                </a:lnTo>
                <a:lnTo>
                  <a:pt x="51085" y="847089"/>
                </a:lnTo>
                <a:lnTo>
                  <a:pt x="50819" y="847089"/>
                </a:lnTo>
                <a:lnTo>
                  <a:pt x="54413" y="849629"/>
                </a:lnTo>
                <a:lnTo>
                  <a:pt x="54146" y="849629"/>
                </a:lnTo>
                <a:lnTo>
                  <a:pt x="57854" y="850900"/>
                </a:lnTo>
                <a:lnTo>
                  <a:pt x="57575" y="850900"/>
                </a:lnTo>
                <a:lnTo>
                  <a:pt x="61385" y="853439"/>
                </a:lnTo>
                <a:lnTo>
                  <a:pt x="63049" y="853439"/>
                </a:lnTo>
                <a:lnTo>
                  <a:pt x="65004" y="854710"/>
                </a:lnTo>
                <a:lnTo>
                  <a:pt x="64712" y="854710"/>
                </a:lnTo>
                <a:lnTo>
                  <a:pt x="68700" y="855979"/>
                </a:lnTo>
                <a:lnTo>
                  <a:pt x="68395" y="855979"/>
                </a:lnTo>
                <a:lnTo>
                  <a:pt x="72485" y="857250"/>
                </a:lnTo>
                <a:lnTo>
                  <a:pt x="76015" y="857250"/>
                </a:lnTo>
                <a:lnTo>
                  <a:pt x="80257" y="858520"/>
                </a:lnTo>
                <a:lnTo>
                  <a:pt x="1275022" y="858520"/>
                </a:lnTo>
                <a:lnTo>
                  <a:pt x="1271149" y="861060"/>
                </a:lnTo>
                <a:lnTo>
                  <a:pt x="1267174" y="862329"/>
                </a:lnTo>
                <a:lnTo>
                  <a:pt x="1263072" y="864870"/>
                </a:lnTo>
                <a:lnTo>
                  <a:pt x="1258881" y="866139"/>
                </a:lnTo>
                <a:lnTo>
                  <a:pt x="1250207" y="868679"/>
                </a:lnTo>
                <a:lnTo>
                  <a:pt x="1241190" y="871220"/>
                </a:lnTo>
                <a:close/>
              </a:path>
              <a:path w="1319530" h="871220">
                <a:moveTo>
                  <a:pt x="1303229" y="68579"/>
                </a:moveTo>
                <a:lnTo>
                  <a:pt x="1301883" y="64770"/>
                </a:lnTo>
                <a:lnTo>
                  <a:pt x="1300448" y="60960"/>
                </a:lnTo>
                <a:lnTo>
                  <a:pt x="1298848" y="57150"/>
                </a:lnTo>
                <a:lnTo>
                  <a:pt x="1298975" y="57150"/>
                </a:lnTo>
                <a:lnTo>
                  <a:pt x="1297082" y="53339"/>
                </a:lnTo>
                <a:lnTo>
                  <a:pt x="1297235" y="53339"/>
                </a:lnTo>
                <a:lnTo>
                  <a:pt x="1295165" y="50800"/>
                </a:lnTo>
                <a:lnTo>
                  <a:pt x="1295317" y="50800"/>
                </a:lnTo>
                <a:lnTo>
                  <a:pt x="1293082" y="46989"/>
                </a:lnTo>
                <a:lnTo>
                  <a:pt x="1293247" y="46989"/>
                </a:lnTo>
                <a:lnTo>
                  <a:pt x="1290859" y="44450"/>
                </a:lnTo>
                <a:lnTo>
                  <a:pt x="1291037" y="44450"/>
                </a:lnTo>
                <a:lnTo>
                  <a:pt x="1288484" y="40639"/>
                </a:lnTo>
                <a:lnTo>
                  <a:pt x="1288675" y="40639"/>
                </a:lnTo>
                <a:lnTo>
                  <a:pt x="1285982" y="38100"/>
                </a:lnTo>
                <a:lnTo>
                  <a:pt x="1286186" y="38100"/>
                </a:lnTo>
                <a:lnTo>
                  <a:pt x="1283328" y="35560"/>
                </a:lnTo>
                <a:lnTo>
                  <a:pt x="1283544" y="35560"/>
                </a:lnTo>
                <a:lnTo>
                  <a:pt x="1280560" y="33020"/>
                </a:lnTo>
                <a:lnTo>
                  <a:pt x="1280788" y="33020"/>
                </a:lnTo>
                <a:lnTo>
                  <a:pt x="1277664" y="30479"/>
                </a:lnTo>
                <a:lnTo>
                  <a:pt x="1277905" y="30479"/>
                </a:lnTo>
                <a:lnTo>
                  <a:pt x="1274654" y="27939"/>
                </a:lnTo>
                <a:lnTo>
                  <a:pt x="1274895" y="27939"/>
                </a:lnTo>
                <a:lnTo>
                  <a:pt x="1271530" y="25400"/>
                </a:lnTo>
                <a:lnTo>
                  <a:pt x="1271784" y="25400"/>
                </a:lnTo>
                <a:lnTo>
                  <a:pt x="1268291" y="24129"/>
                </a:lnTo>
                <a:lnTo>
                  <a:pt x="1268558" y="24129"/>
                </a:lnTo>
                <a:lnTo>
                  <a:pt x="1264951" y="21589"/>
                </a:lnTo>
                <a:lnTo>
                  <a:pt x="1265218" y="21589"/>
                </a:lnTo>
                <a:lnTo>
                  <a:pt x="1261522" y="20320"/>
                </a:lnTo>
                <a:lnTo>
                  <a:pt x="1261789" y="20320"/>
                </a:lnTo>
                <a:lnTo>
                  <a:pt x="1257992" y="17779"/>
                </a:lnTo>
                <a:lnTo>
                  <a:pt x="1258271" y="17779"/>
                </a:lnTo>
                <a:lnTo>
                  <a:pt x="1254372" y="16510"/>
                </a:lnTo>
                <a:lnTo>
                  <a:pt x="1254664" y="16510"/>
                </a:lnTo>
                <a:lnTo>
                  <a:pt x="1250664" y="15239"/>
                </a:lnTo>
                <a:lnTo>
                  <a:pt x="1250969" y="15239"/>
                </a:lnTo>
                <a:lnTo>
                  <a:pt x="1246892" y="13970"/>
                </a:lnTo>
                <a:lnTo>
                  <a:pt x="1243349" y="13970"/>
                </a:lnTo>
                <a:lnTo>
                  <a:pt x="1239119" y="12700"/>
                </a:lnTo>
                <a:lnTo>
                  <a:pt x="1275022" y="12700"/>
                </a:lnTo>
                <a:lnTo>
                  <a:pt x="1278756" y="15239"/>
                </a:lnTo>
                <a:lnTo>
                  <a:pt x="1282376" y="17779"/>
                </a:lnTo>
                <a:lnTo>
                  <a:pt x="1285868" y="20320"/>
                </a:lnTo>
                <a:lnTo>
                  <a:pt x="1289221" y="22860"/>
                </a:lnTo>
                <a:lnTo>
                  <a:pt x="1292421" y="26670"/>
                </a:lnTo>
                <a:lnTo>
                  <a:pt x="1295482" y="29210"/>
                </a:lnTo>
                <a:lnTo>
                  <a:pt x="1315307" y="64770"/>
                </a:lnTo>
                <a:lnTo>
                  <a:pt x="1316136" y="67310"/>
                </a:lnTo>
                <a:lnTo>
                  <a:pt x="1303140" y="67310"/>
                </a:lnTo>
                <a:lnTo>
                  <a:pt x="1303229" y="68579"/>
                </a:lnTo>
                <a:close/>
              </a:path>
              <a:path w="1319530" h="871220">
                <a:moveTo>
                  <a:pt x="72180" y="15239"/>
                </a:moveTo>
                <a:lnTo>
                  <a:pt x="72485" y="13970"/>
                </a:lnTo>
                <a:lnTo>
                  <a:pt x="76333" y="13970"/>
                </a:lnTo>
                <a:lnTo>
                  <a:pt x="72180" y="15239"/>
                </a:lnTo>
                <a:close/>
              </a:path>
              <a:path w="1319530" h="871220">
                <a:moveTo>
                  <a:pt x="1247197" y="15239"/>
                </a:moveTo>
                <a:lnTo>
                  <a:pt x="1243031" y="13970"/>
                </a:lnTo>
                <a:lnTo>
                  <a:pt x="1246892" y="13970"/>
                </a:lnTo>
                <a:lnTo>
                  <a:pt x="1247197" y="15239"/>
                </a:lnTo>
                <a:close/>
              </a:path>
              <a:path w="1319530" h="871220">
                <a:moveTo>
                  <a:pt x="16135" y="68579"/>
                </a:moveTo>
                <a:lnTo>
                  <a:pt x="16236" y="67310"/>
                </a:lnTo>
                <a:lnTo>
                  <a:pt x="16588" y="67310"/>
                </a:lnTo>
                <a:lnTo>
                  <a:pt x="16135" y="68579"/>
                </a:lnTo>
                <a:close/>
              </a:path>
              <a:path w="1319530" h="871220">
                <a:moveTo>
                  <a:pt x="1304296" y="72389"/>
                </a:moveTo>
                <a:lnTo>
                  <a:pt x="1303140" y="67310"/>
                </a:lnTo>
                <a:lnTo>
                  <a:pt x="1316136" y="67310"/>
                </a:lnTo>
                <a:lnTo>
                  <a:pt x="1316551" y="68579"/>
                </a:lnTo>
                <a:lnTo>
                  <a:pt x="1317077" y="71120"/>
                </a:lnTo>
                <a:lnTo>
                  <a:pt x="1304220" y="71120"/>
                </a:lnTo>
                <a:lnTo>
                  <a:pt x="1304296" y="72389"/>
                </a:lnTo>
                <a:close/>
              </a:path>
              <a:path w="1319530" h="871220">
                <a:moveTo>
                  <a:pt x="15081" y="72389"/>
                </a:moveTo>
                <a:lnTo>
                  <a:pt x="15157" y="71120"/>
                </a:lnTo>
                <a:lnTo>
                  <a:pt x="15370" y="71120"/>
                </a:lnTo>
                <a:lnTo>
                  <a:pt x="15081" y="72389"/>
                </a:lnTo>
                <a:close/>
              </a:path>
              <a:path w="1319530" h="871220">
                <a:moveTo>
                  <a:pt x="1305172" y="76200"/>
                </a:moveTo>
                <a:lnTo>
                  <a:pt x="1304220" y="71120"/>
                </a:lnTo>
                <a:lnTo>
                  <a:pt x="1317077" y="71120"/>
                </a:lnTo>
                <a:lnTo>
                  <a:pt x="1317867" y="74929"/>
                </a:lnTo>
                <a:lnTo>
                  <a:pt x="1305109" y="74929"/>
                </a:lnTo>
                <a:lnTo>
                  <a:pt x="1305172" y="76200"/>
                </a:lnTo>
                <a:close/>
              </a:path>
              <a:path w="1319530" h="871220">
                <a:moveTo>
                  <a:pt x="14192" y="76200"/>
                </a:moveTo>
                <a:lnTo>
                  <a:pt x="14255" y="74929"/>
                </a:lnTo>
                <a:lnTo>
                  <a:pt x="14433" y="74929"/>
                </a:lnTo>
                <a:lnTo>
                  <a:pt x="14192" y="76200"/>
                </a:lnTo>
                <a:close/>
              </a:path>
              <a:path w="1319530" h="871220">
                <a:moveTo>
                  <a:pt x="1317867" y="796289"/>
                </a:moveTo>
                <a:lnTo>
                  <a:pt x="1305109" y="796289"/>
                </a:lnTo>
                <a:lnTo>
                  <a:pt x="1305871" y="791210"/>
                </a:lnTo>
                <a:lnTo>
                  <a:pt x="1306366" y="787400"/>
                </a:lnTo>
                <a:lnTo>
                  <a:pt x="1306671" y="783589"/>
                </a:lnTo>
                <a:lnTo>
                  <a:pt x="1306645" y="87629"/>
                </a:lnTo>
                <a:lnTo>
                  <a:pt x="1306561" y="86360"/>
                </a:lnTo>
                <a:lnTo>
                  <a:pt x="1306341" y="83820"/>
                </a:lnTo>
                <a:lnTo>
                  <a:pt x="1305820" y="80010"/>
                </a:lnTo>
                <a:lnTo>
                  <a:pt x="1305109" y="74929"/>
                </a:lnTo>
                <a:lnTo>
                  <a:pt x="1317867" y="74929"/>
                </a:lnTo>
                <a:lnTo>
                  <a:pt x="1318393" y="77470"/>
                </a:lnTo>
                <a:lnTo>
                  <a:pt x="1318990" y="82550"/>
                </a:lnTo>
                <a:lnTo>
                  <a:pt x="1319345" y="86360"/>
                </a:lnTo>
                <a:lnTo>
                  <a:pt x="1319345" y="783589"/>
                </a:lnTo>
                <a:lnTo>
                  <a:pt x="1318990" y="788670"/>
                </a:lnTo>
                <a:lnTo>
                  <a:pt x="1318393" y="793750"/>
                </a:lnTo>
                <a:lnTo>
                  <a:pt x="1317867" y="796289"/>
                </a:lnTo>
                <a:close/>
              </a:path>
              <a:path w="1319530" h="871220">
                <a:moveTo>
                  <a:pt x="14433" y="796289"/>
                </a:moveTo>
                <a:lnTo>
                  <a:pt x="14255" y="796289"/>
                </a:lnTo>
                <a:lnTo>
                  <a:pt x="14192" y="795020"/>
                </a:lnTo>
                <a:lnTo>
                  <a:pt x="14433" y="796289"/>
                </a:lnTo>
                <a:close/>
              </a:path>
              <a:path w="1319530" h="871220">
                <a:moveTo>
                  <a:pt x="1317077" y="800100"/>
                </a:moveTo>
                <a:lnTo>
                  <a:pt x="1304220" y="800100"/>
                </a:lnTo>
                <a:lnTo>
                  <a:pt x="1305172" y="795020"/>
                </a:lnTo>
                <a:lnTo>
                  <a:pt x="1305109" y="796289"/>
                </a:lnTo>
                <a:lnTo>
                  <a:pt x="1317867" y="796289"/>
                </a:lnTo>
                <a:lnTo>
                  <a:pt x="1317077" y="800100"/>
                </a:lnTo>
                <a:close/>
              </a:path>
              <a:path w="1319530" h="871220">
                <a:moveTo>
                  <a:pt x="15370" y="800100"/>
                </a:moveTo>
                <a:lnTo>
                  <a:pt x="15157" y="800100"/>
                </a:lnTo>
                <a:lnTo>
                  <a:pt x="15081" y="798829"/>
                </a:lnTo>
                <a:lnTo>
                  <a:pt x="15370" y="800100"/>
                </a:lnTo>
                <a:close/>
              </a:path>
              <a:path w="1319530" h="871220">
                <a:moveTo>
                  <a:pt x="1316136" y="803910"/>
                </a:moveTo>
                <a:lnTo>
                  <a:pt x="1303140" y="803910"/>
                </a:lnTo>
                <a:lnTo>
                  <a:pt x="1304296" y="798829"/>
                </a:lnTo>
                <a:lnTo>
                  <a:pt x="1304220" y="800100"/>
                </a:lnTo>
                <a:lnTo>
                  <a:pt x="1317077" y="800100"/>
                </a:lnTo>
                <a:lnTo>
                  <a:pt x="1316551" y="802639"/>
                </a:lnTo>
                <a:lnTo>
                  <a:pt x="1316136" y="803910"/>
                </a:lnTo>
                <a:close/>
              </a:path>
              <a:path w="1319530" h="871220">
                <a:moveTo>
                  <a:pt x="16588" y="803910"/>
                </a:moveTo>
                <a:lnTo>
                  <a:pt x="16236" y="803910"/>
                </a:lnTo>
                <a:lnTo>
                  <a:pt x="16135" y="802639"/>
                </a:lnTo>
                <a:lnTo>
                  <a:pt x="16588" y="803910"/>
                </a:lnTo>
                <a:close/>
              </a:path>
              <a:path w="1319530" h="871220">
                <a:moveTo>
                  <a:pt x="1282376" y="853439"/>
                </a:moveTo>
                <a:lnTo>
                  <a:pt x="1257992" y="853439"/>
                </a:lnTo>
                <a:lnTo>
                  <a:pt x="1261789" y="850900"/>
                </a:lnTo>
                <a:lnTo>
                  <a:pt x="1261522" y="850900"/>
                </a:lnTo>
                <a:lnTo>
                  <a:pt x="1265218" y="849629"/>
                </a:lnTo>
                <a:lnTo>
                  <a:pt x="1264951" y="849629"/>
                </a:lnTo>
                <a:lnTo>
                  <a:pt x="1268558" y="847089"/>
                </a:lnTo>
                <a:lnTo>
                  <a:pt x="1268291" y="847089"/>
                </a:lnTo>
                <a:lnTo>
                  <a:pt x="1271784" y="845820"/>
                </a:lnTo>
                <a:lnTo>
                  <a:pt x="1271530" y="845820"/>
                </a:lnTo>
                <a:lnTo>
                  <a:pt x="1274895" y="843279"/>
                </a:lnTo>
                <a:lnTo>
                  <a:pt x="1274654" y="843279"/>
                </a:lnTo>
                <a:lnTo>
                  <a:pt x="1277905" y="840739"/>
                </a:lnTo>
                <a:lnTo>
                  <a:pt x="1277664" y="840739"/>
                </a:lnTo>
                <a:lnTo>
                  <a:pt x="1280788" y="838200"/>
                </a:lnTo>
                <a:lnTo>
                  <a:pt x="1280560" y="838200"/>
                </a:lnTo>
                <a:lnTo>
                  <a:pt x="1283544" y="835660"/>
                </a:lnTo>
                <a:lnTo>
                  <a:pt x="1283328" y="835660"/>
                </a:lnTo>
                <a:lnTo>
                  <a:pt x="1286186" y="833120"/>
                </a:lnTo>
                <a:lnTo>
                  <a:pt x="1285982" y="833120"/>
                </a:lnTo>
                <a:lnTo>
                  <a:pt x="1288675" y="830579"/>
                </a:lnTo>
                <a:lnTo>
                  <a:pt x="1288484" y="830579"/>
                </a:lnTo>
                <a:lnTo>
                  <a:pt x="1291037" y="826770"/>
                </a:lnTo>
                <a:lnTo>
                  <a:pt x="1290859" y="826770"/>
                </a:lnTo>
                <a:lnTo>
                  <a:pt x="1293247" y="824229"/>
                </a:lnTo>
                <a:lnTo>
                  <a:pt x="1293082" y="824229"/>
                </a:lnTo>
                <a:lnTo>
                  <a:pt x="1295317" y="820420"/>
                </a:lnTo>
                <a:lnTo>
                  <a:pt x="1295165" y="820420"/>
                </a:lnTo>
                <a:lnTo>
                  <a:pt x="1297235" y="817879"/>
                </a:lnTo>
                <a:lnTo>
                  <a:pt x="1297082" y="817879"/>
                </a:lnTo>
                <a:lnTo>
                  <a:pt x="1298975" y="814070"/>
                </a:lnTo>
                <a:lnTo>
                  <a:pt x="1298848" y="814070"/>
                </a:lnTo>
                <a:lnTo>
                  <a:pt x="1300562" y="810260"/>
                </a:lnTo>
                <a:lnTo>
                  <a:pt x="1301984" y="806450"/>
                </a:lnTo>
                <a:lnTo>
                  <a:pt x="1303229" y="802639"/>
                </a:lnTo>
                <a:lnTo>
                  <a:pt x="1303140" y="803910"/>
                </a:lnTo>
                <a:lnTo>
                  <a:pt x="1316136" y="803910"/>
                </a:lnTo>
                <a:lnTo>
                  <a:pt x="1315307" y="806450"/>
                </a:lnTo>
                <a:lnTo>
                  <a:pt x="1295482" y="842010"/>
                </a:lnTo>
                <a:lnTo>
                  <a:pt x="1292421" y="844550"/>
                </a:lnTo>
                <a:lnTo>
                  <a:pt x="1289221" y="848360"/>
                </a:lnTo>
                <a:lnTo>
                  <a:pt x="1285868" y="850900"/>
                </a:lnTo>
                <a:lnTo>
                  <a:pt x="1282376" y="853439"/>
                </a:lnTo>
                <a:close/>
              </a:path>
              <a:path w="1319530" h="871220">
                <a:moveTo>
                  <a:pt x="63049" y="853439"/>
                </a:moveTo>
                <a:lnTo>
                  <a:pt x="61385" y="853439"/>
                </a:lnTo>
                <a:lnTo>
                  <a:pt x="61093" y="852170"/>
                </a:lnTo>
                <a:lnTo>
                  <a:pt x="63049" y="853439"/>
                </a:lnTo>
                <a:close/>
              </a:path>
              <a:path w="1319530" h="871220">
                <a:moveTo>
                  <a:pt x="1275022" y="858520"/>
                </a:moveTo>
                <a:lnTo>
                  <a:pt x="1239119" y="858520"/>
                </a:lnTo>
                <a:lnTo>
                  <a:pt x="1243349" y="857250"/>
                </a:lnTo>
                <a:lnTo>
                  <a:pt x="1246892" y="857250"/>
                </a:lnTo>
                <a:lnTo>
                  <a:pt x="1250969" y="855979"/>
                </a:lnTo>
                <a:lnTo>
                  <a:pt x="1250664" y="855979"/>
                </a:lnTo>
                <a:lnTo>
                  <a:pt x="1254664" y="854710"/>
                </a:lnTo>
                <a:lnTo>
                  <a:pt x="1254372" y="854710"/>
                </a:lnTo>
                <a:lnTo>
                  <a:pt x="1258271" y="852170"/>
                </a:lnTo>
                <a:lnTo>
                  <a:pt x="1257992" y="853439"/>
                </a:lnTo>
                <a:lnTo>
                  <a:pt x="1282376" y="853439"/>
                </a:lnTo>
                <a:lnTo>
                  <a:pt x="1278756" y="855979"/>
                </a:lnTo>
                <a:lnTo>
                  <a:pt x="1275022" y="858520"/>
                </a:lnTo>
                <a:close/>
              </a:path>
              <a:path w="1319530" h="871220">
                <a:moveTo>
                  <a:pt x="76333" y="857250"/>
                </a:moveTo>
                <a:lnTo>
                  <a:pt x="72485" y="857250"/>
                </a:lnTo>
                <a:lnTo>
                  <a:pt x="72180" y="855979"/>
                </a:lnTo>
                <a:lnTo>
                  <a:pt x="76333" y="857250"/>
                </a:lnTo>
                <a:close/>
              </a:path>
              <a:path w="1319530" h="871220">
                <a:moveTo>
                  <a:pt x="1246892" y="857250"/>
                </a:moveTo>
                <a:lnTo>
                  <a:pt x="1243031" y="857250"/>
                </a:lnTo>
                <a:lnTo>
                  <a:pt x="1247197" y="855979"/>
                </a:lnTo>
                <a:lnTo>
                  <a:pt x="1246892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29181" y="4066438"/>
            <a:ext cx="1232750" cy="33566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729181" y="4432503"/>
            <a:ext cx="1240675" cy="33901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977730" y="4171581"/>
            <a:ext cx="342265" cy="241935"/>
          </a:xfrm>
          <a:custGeom>
            <a:avLst/>
            <a:gdLst/>
            <a:ahLst/>
            <a:cxnLst/>
            <a:rect l="l" t="t" r="r" b="b"/>
            <a:pathLst>
              <a:path w="342264" h="241935">
                <a:moveTo>
                  <a:pt x="7213" y="241731"/>
                </a:moveTo>
                <a:lnTo>
                  <a:pt x="0" y="231279"/>
                </a:lnTo>
                <a:lnTo>
                  <a:pt x="334441" y="0"/>
                </a:lnTo>
                <a:lnTo>
                  <a:pt x="341668" y="10439"/>
                </a:lnTo>
                <a:lnTo>
                  <a:pt x="7213" y="24173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316223" y="3877055"/>
            <a:ext cx="2174875" cy="599440"/>
          </a:xfrm>
          <a:custGeom>
            <a:avLst/>
            <a:gdLst/>
            <a:ahLst/>
            <a:cxnLst/>
            <a:rect l="l" t="t" r="r" b="b"/>
            <a:pathLst>
              <a:path w="2174875" h="599439">
                <a:moveTo>
                  <a:pt x="2115312" y="598932"/>
                </a:moveTo>
                <a:lnTo>
                  <a:pt x="59436" y="598932"/>
                </a:lnTo>
                <a:lnTo>
                  <a:pt x="36136" y="594340"/>
                </a:lnTo>
                <a:lnTo>
                  <a:pt x="17154" y="581591"/>
                </a:lnTo>
                <a:lnTo>
                  <a:pt x="4454" y="562654"/>
                </a:lnTo>
                <a:lnTo>
                  <a:pt x="0" y="539496"/>
                </a:lnTo>
                <a:lnTo>
                  <a:pt x="0" y="60960"/>
                </a:lnTo>
                <a:lnTo>
                  <a:pt x="4454" y="37235"/>
                </a:lnTo>
                <a:lnTo>
                  <a:pt x="17154" y="17949"/>
                </a:lnTo>
                <a:lnTo>
                  <a:pt x="36136" y="4929"/>
                </a:lnTo>
                <a:lnTo>
                  <a:pt x="59436" y="0"/>
                </a:lnTo>
                <a:lnTo>
                  <a:pt x="2115312" y="0"/>
                </a:lnTo>
                <a:lnTo>
                  <a:pt x="2138748" y="4929"/>
                </a:lnTo>
                <a:lnTo>
                  <a:pt x="2157779" y="17949"/>
                </a:lnTo>
                <a:lnTo>
                  <a:pt x="2170434" y="37235"/>
                </a:lnTo>
                <a:lnTo>
                  <a:pt x="2174748" y="60960"/>
                </a:lnTo>
                <a:lnTo>
                  <a:pt x="2174748" y="539496"/>
                </a:lnTo>
                <a:lnTo>
                  <a:pt x="2170434" y="562654"/>
                </a:lnTo>
                <a:lnTo>
                  <a:pt x="2157779" y="581591"/>
                </a:lnTo>
                <a:lnTo>
                  <a:pt x="2138748" y="594340"/>
                </a:lnTo>
                <a:lnTo>
                  <a:pt x="2115312" y="5989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309518" y="3871074"/>
            <a:ext cx="2188845" cy="610870"/>
          </a:xfrm>
          <a:custGeom>
            <a:avLst/>
            <a:gdLst/>
            <a:ahLst/>
            <a:cxnLst/>
            <a:rect l="l" t="t" r="r" b="b"/>
            <a:pathLst>
              <a:path w="2188845" h="610870">
                <a:moveTo>
                  <a:pt x="2135606" y="1270"/>
                </a:moveTo>
                <a:lnTo>
                  <a:pt x="52806" y="1270"/>
                </a:lnTo>
                <a:lnTo>
                  <a:pt x="56070" y="0"/>
                </a:lnTo>
                <a:lnTo>
                  <a:pt x="2132342" y="0"/>
                </a:lnTo>
                <a:lnTo>
                  <a:pt x="2135606" y="1270"/>
                </a:lnTo>
                <a:close/>
              </a:path>
              <a:path w="2188845" h="610870">
                <a:moveTo>
                  <a:pt x="2142032" y="608329"/>
                </a:moveTo>
                <a:lnTo>
                  <a:pt x="46380" y="608329"/>
                </a:lnTo>
                <a:lnTo>
                  <a:pt x="40360" y="605789"/>
                </a:lnTo>
                <a:lnTo>
                  <a:pt x="7912" y="576579"/>
                </a:lnTo>
                <a:lnTo>
                  <a:pt x="2921" y="563879"/>
                </a:lnTo>
                <a:lnTo>
                  <a:pt x="2006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4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4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2006" y="49529"/>
                </a:lnTo>
                <a:lnTo>
                  <a:pt x="2921" y="45720"/>
                </a:lnTo>
                <a:lnTo>
                  <a:pt x="5118" y="39370"/>
                </a:lnTo>
                <a:lnTo>
                  <a:pt x="7912" y="34289"/>
                </a:lnTo>
                <a:lnTo>
                  <a:pt x="11226" y="27939"/>
                </a:lnTo>
                <a:lnTo>
                  <a:pt x="15036" y="22860"/>
                </a:lnTo>
                <a:lnTo>
                  <a:pt x="19304" y="19050"/>
                </a:lnTo>
                <a:lnTo>
                  <a:pt x="24015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79"/>
                </a:lnTo>
                <a:lnTo>
                  <a:pt x="46380" y="2539"/>
                </a:lnTo>
                <a:lnTo>
                  <a:pt x="49593" y="1270"/>
                </a:lnTo>
                <a:lnTo>
                  <a:pt x="2138807" y="1270"/>
                </a:lnTo>
                <a:lnTo>
                  <a:pt x="2162699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20" y="13970"/>
                </a:lnTo>
                <a:lnTo>
                  <a:pt x="45021" y="16510"/>
                </a:lnTo>
                <a:lnTo>
                  <a:pt x="45593" y="16510"/>
                </a:lnTo>
                <a:lnTo>
                  <a:pt x="42976" y="17779"/>
                </a:lnTo>
                <a:lnTo>
                  <a:pt x="40894" y="17779"/>
                </a:lnTo>
                <a:lnTo>
                  <a:pt x="35966" y="21589"/>
                </a:lnTo>
                <a:lnTo>
                  <a:pt x="36474" y="21589"/>
                </a:lnTo>
                <a:lnTo>
                  <a:pt x="31864" y="24129"/>
                </a:lnTo>
                <a:lnTo>
                  <a:pt x="32334" y="24129"/>
                </a:lnTo>
                <a:lnTo>
                  <a:pt x="28079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31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72" y="39370"/>
                </a:lnTo>
                <a:lnTo>
                  <a:pt x="19215" y="39370"/>
                </a:lnTo>
                <a:lnTo>
                  <a:pt x="16700" y="44450"/>
                </a:lnTo>
                <a:lnTo>
                  <a:pt x="16941" y="44450"/>
                </a:lnTo>
                <a:lnTo>
                  <a:pt x="14922" y="49529"/>
                </a:lnTo>
                <a:lnTo>
                  <a:pt x="15074" y="49529"/>
                </a:lnTo>
                <a:lnTo>
                  <a:pt x="14262" y="52070"/>
                </a:lnTo>
                <a:lnTo>
                  <a:pt x="13677" y="54610"/>
                </a:lnTo>
                <a:lnTo>
                  <a:pt x="13208" y="57150"/>
                </a:lnTo>
                <a:lnTo>
                  <a:pt x="12877" y="59689"/>
                </a:lnTo>
                <a:lnTo>
                  <a:pt x="12750" y="62229"/>
                </a:lnTo>
                <a:lnTo>
                  <a:pt x="12623" y="66039"/>
                </a:lnTo>
                <a:lnTo>
                  <a:pt x="12611" y="5448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58" y="552450"/>
                </a:lnTo>
                <a:lnTo>
                  <a:pt x="13741" y="554989"/>
                </a:lnTo>
                <a:lnTo>
                  <a:pt x="14338" y="557529"/>
                </a:lnTo>
                <a:lnTo>
                  <a:pt x="15074" y="560070"/>
                </a:lnTo>
                <a:lnTo>
                  <a:pt x="14922" y="560070"/>
                </a:lnTo>
                <a:lnTo>
                  <a:pt x="16941" y="565150"/>
                </a:lnTo>
                <a:lnTo>
                  <a:pt x="16700" y="565150"/>
                </a:lnTo>
                <a:lnTo>
                  <a:pt x="19215" y="570229"/>
                </a:lnTo>
                <a:lnTo>
                  <a:pt x="18923" y="570229"/>
                </a:lnTo>
                <a:lnTo>
                  <a:pt x="21920" y="575310"/>
                </a:lnTo>
                <a:lnTo>
                  <a:pt x="22440" y="575310"/>
                </a:lnTo>
                <a:lnTo>
                  <a:pt x="25031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97" y="582929"/>
                </a:lnTo>
                <a:lnTo>
                  <a:pt x="32334" y="585470"/>
                </a:lnTo>
                <a:lnTo>
                  <a:pt x="31864" y="585470"/>
                </a:lnTo>
                <a:lnTo>
                  <a:pt x="36474" y="589279"/>
                </a:lnTo>
                <a:lnTo>
                  <a:pt x="35966" y="589279"/>
                </a:lnTo>
                <a:lnTo>
                  <a:pt x="40894" y="591820"/>
                </a:lnTo>
                <a:lnTo>
                  <a:pt x="40360" y="591820"/>
                </a:lnTo>
                <a:lnTo>
                  <a:pt x="45593" y="594360"/>
                </a:lnTo>
                <a:lnTo>
                  <a:pt x="45021" y="594360"/>
                </a:lnTo>
                <a:lnTo>
                  <a:pt x="50520" y="595629"/>
                </a:lnTo>
                <a:lnTo>
                  <a:pt x="50076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2161002" y="598170"/>
                </a:lnTo>
                <a:lnTo>
                  <a:pt x="2159304" y="599439"/>
                </a:lnTo>
                <a:lnTo>
                  <a:pt x="2153843" y="603250"/>
                </a:lnTo>
                <a:lnTo>
                  <a:pt x="2148052" y="605789"/>
                </a:lnTo>
                <a:lnTo>
                  <a:pt x="2142032" y="608329"/>
                </a:lnTo>
                <a:close/>
              </a:path>
              <a:path w="2188845" h="610870">
                <a:moveTo>
                  <a:pt x="2148052" y="19050"/>
                </a:moveTo>
                <a:lnTo>
                  <a:pt x="2142820" y="16510"/>
                </a:lnTo>
                <a:lnTo>
                  <a:pt x="2143391" y="16510"/>
                </a:lnTo>
                <a:lnTo>
                  <a:pt x="2137892" y="13970"/>
                </a:lnTo>
                <a:lnTo>
                  <a:pt x="2135797" y="13970"/>
                </a:lnTo>
                <a:lnTo>
                  <a:pt x="2132901" y="12700"/>
                </a:lnTo>
                <a:lnTo>
                  <a:pt x="2162699" y="12700"/>
                </a:lnTo>
                <a:lnTo>
                  <a:pt x="2164397" y="13970"/>
                </a:lnTo>
                <a:lnTo>
                  <a:pt x="2167921" y="17779"/>
                </a:lnTo>
                <a:lnTo>
                  <a:pt x="2147506" y="17779"/>
                </a:lnTo>
                <a:lnTo>
                  <a:pt x="2148052" y="19050"/>
                </a:lnTo>
                <a:close/>
              </a:path>
              <a:path w="2188845" h="610870">
                <a:moveTo>
                  <a:pt x="40360" y="19050"/>
                </a:moveTo>
                <a:lnTo>
                  <a:pt x="40894" y="17779"/>
                </a:lnTo>
                <a:lnTo>
                  <a:pt x="42976" y="17779"/>
                </a:lnTo>
                <a:lnTo>
                  <a:pt x="40360" y="19050"/>
                </a:lnTo>
                <a:close/>
              </a:path>
              <a:path w="2188845" h="610870">
                <a:moveTo>
                  <a:pt x="2169490" y="40639"/>
                </a:moveTo>
                <a:lnTo>
                  <a:pt x="2166493" y="35560"/>
                </a:lnTo>
                <a:lnTo>
                  <a:pt x="2166835" y="35560"/>
                </a:lnTo>
                <a:lnTo>
                  <a:pt x="2163381" y="31750"/>
                </a:lnTo>
                <a:lnTo>
                  <a:pt x="2163775" y="31750"/>
                </a:lnTo>
                <a:lnTo>
                  <a:pt x="2159901" y="27939"/>
                </a:lnTo>
                <a:lnTo>
                  <a:pt x="2160333" y="27939"/>
                </a:lnTo>
                <a:lnTo>
                  <a:pt x="2156079" y="24129"/>
                </a:lnTo>
                <a:lnTo>
                  <a:pt x="2156548" y="24129"/>
                </a:lnTo>
                <a:lnTo>
                  <a:pt x="2151938" y="21589"/>
                </a:lnTo>
                <a:lnTo>
                  <a:pt x="2152446" y="21589"/>
                </a:lnTo>
                <a:lnTo>
                  <a:pt x="2147506" y="17779"/>
                </a:lnTo>
                <a:lnTo>
                  <a:pt x="2167921" y="17779"/>
                </a:lnTo>
                <a:lnTo>
                  <a:pt x="2169096" y="19050"/>
                </a:lnTo>
                <a:lnTo>
                  <a:pt x="2173376" y="22860"/>
                </a:lnTo>
                <a:lnTo>
                  <a:pt x="2177186" y="27939"/>
                </a:lnTo>
                <a:lnTo>
                  <a:pt x="2180501" y="34289"/>
                </a:lnTo>
                <a:lnTo>
                  <a:pt x="2183295" y="39370"/>
                </a:lnTo>
                <a:lnTo>
                  <a:pt x="2169198" y="39370"/>
                </a:lnTo>
                <a:lnTo>
                  <a:pt x="2169490" y="40639"/>
                </a:lnTo>
                <a:close/>
              </a:path>
              <a:path w="2188845" h="610870">
                <a:moveTo>
                  <a:pt x="18923" y="40639"/>
                </a:moveTo>
                <a:lnTo>
                  <a:pt x="19215" y="39370"/>
                </a:lnTo>
                <a:lnTo>
                  <a:pt x="19672" y="39370"/>
                </a:lnTo>
                <a:lnTo>
                  <a:pt x="18923" y="40639"/>
                </a:lnTo>
                <a:close/>
              </a:path>
              <a:path w="2188845" h="610870">
                <a:moveTo>
                  <a:pt x="2181059" y="575310"/>
                </a:moveTo>
                <a:lnTo>
                  <a:pt x="2166493" y="575310"/>
                </a:lnTo>
                <a:lnTo>
                  <a:pt x="2169490" y="570229"/>
                </a:lnTo>
                <a:lnTo>
                  <a:pt x="2169198" y="570229"/>
                </a:lnTo>
                <a:lnTo>
                  <a:pt x="2171712" y="565150"/>
                </a:lnTo>
                <a:lnTo>
                  <a:pt x="2171471" y="565150"/>
                </a:lnTo>
                <a:lnTo>
                  <a:pt x="2173490" y="560070"/>
                </a:lnTo>
                <a:lnTo>
                  <a:pt x="2173338" y="560070"/>
                </a:lnTo>
                <a:lnTo>
                  <a:pt x="2174151" y="557529"/>
                </a:lnTo>
                <a:lnTo>
                  <a:pt x="2174735" y="554989"/>
                </a:lnTo>
                <a:lnTo>
                  <a:pt x="2175205" y="552450"/>
                </a:lnTo>
                <a:lnTo>
                  <a:pt x="2175535" y="549910"/>
                </a:lnTo>
                <a:lnTo>
                  <a:pt x="2175725" y="547370"/>
                </a:lnTo>
                <a:lnTo>
                  <a:pt x="2175713" y="62229"/>
                </a:lnTo>
                <a:lnTo>
                  <a:pt x="2175497" y="59689"/>
                </a:lnTo>
                <a:lnTo>
                  <a:pt x="2175154" y="57150"/>
                </a:lnTo>
                <a:lnTo>
                  <a:pt x="2174671" y="54610"/>
                </a:lnTo>
                <a:lnTo>
                  <a:pt x="2174074" y="52070"/>
                </a:lnTo>
                <a:lnTo>
                  <a:pt x="2173338" y="49529"/>
                </a:lnTo>
                <a:lnTo>
                  <a:pt x="2173490" y="49529"/>
                </a:lnTo>
                <a:lnTo>
                  <a:pt x="2171471" y="44450"/>
                </a:lnTo>
                <a:lnTo>
                  <a:pt x="2171712" y="44450"/>
                </a:lnTo>
                <a:lnTo>
                  <a:pt x="2169198" y="39370"/>
                </a:lnTo>
                <a:lnTo>
                  <a:pt x="2183295" y="39370"/>
                </a:lnTo>
                <a:lnTo>
                  <a:pt x="2185492" y="45720"/>
                </a:lnTo>
                <a:lnTo>
                  <a:pt x="2186406" y="49529"/>
                </a:lnTo>
                <a:lnTo>
                  <a:pt x="2187143" y="52070"/>
                </a:lnTo>
                <a:lnTo>
                  <a:pt x="2187727" y="55879"/>
                </a:lnTo>
                <a:lnTo>
                  <a:pt x="2188146" y="58420"/>
                </a:lnTo>
                <a:lnTo>
                  <a:pt x="2188413" y="62229"/>
                </a:lnTo>
                <a:lnTo>
                  <a:pt x="2188413" y="547370"/>
                </a:lnTo>
                <a:lnTo>
                  <a:pt x="2188146" y="551179"/>
                </a:lnTo>
                <a:lnTo>
                  <a:pt x="2187727" y="554989"/>
                </a:lnTo>
                <a:lnTo>
                  <a:pt x="2187143" y="557529"/>
                </a:lnTo>
                <a:lnTo>
                  <a:pt x="2186406" y="561339"/>
                </a:lnTo>
                <a:lnTo>
                  <a:pt x="2185492" y="563879"/>
                </a:lnTo>
                <a:lnTo>
                  <a:pt x="2183295" y="570229"/>
                </a:lnTo>
                <a:lnTo>
                  <a:pt x="2181059" y="575310"/>
                </a:lnTo>
                <a:close/>
              </a:path>
              <a:path w="2188845" h="610870">
                <a:moveTo>
                  <a:pt x="12674" y="63500"/>
                </a:moveTo>
                <a:lnTo>
                  <a:pt x="12700" y="62229"/>
                </a:lnTo>
                <a:lnTo>
                  <a:pt x="12674" y="63500"/>
                </a:lnTo>
                <a:close/>
              </a:path>
              <a:path w="2188845" h="610870">
                <a:moveTo>
                  <a:pt x="2175725" y="63500"/>
                </a:moveTo>
                <a:lnTo>
                  <a:pt x="2175649" y="62229"/>
                </a:lnTo>
                <a:lnTo>
                  <a:pt x="2175725" y="63500"/>
                </a:lnTo>
                <a:close/>
              </a:path>
              <a:path w="2188845" h="610870">
                <a:moveTo>
                  <a:pt x="22440" y="575310"/>
                </a:moveTo>
                <a:lnTo>
                  <a:pt x="21920" y="575310"/>
                </a:lnTo>
                <a:lnTo>
                  <a:pt x="21577" y="574039"/>
                </a:lnTo>
                <a:lnTo>
                  <a:pt x="22440" y="575310"/>
                </a:lnTo>
                <a:close/>
              </a:path>
              <a:path w="2188845" h="610870">
                <a:moveTo>
                  <a:pt x="2178843" y="579120"/>
                </a:moveTo>
                <a:lnTo>
                  <a:pt x="2163381" y="579120"/>
                </a:lnTo>
                <a:lnTo>
                  <a:pt x="2166835" y="574039"/>
                </a:lnTo>
                <a:lnTo>
                  <a:pt x="2166493" y="575310"/>
                </a:lnTo>
                <a:lnTo>
                  <a:pt x="2181059" y="575310"/>
                </a:lnTo>
                <a:lnTo>
                  <a:pt x="2180501" y="576579"/>
                </a:lnTo>
                <a:lnTo>
                  <a:pt x="2178843" y="579120"/>
                </a:lnTo>
                <a:close/>
              </a:path>
              <a:path w="2188845" h="610870">
                <a:moveTo>
                  <a:pt x="25603" y="579120"/>
                </a:moveTo>
                <a:lnTo>
                  <a:pt x="25031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2188845" h="610870">
                <a:moveTo>
                  <a:pt x="2176233" y="582929"/>
                </a:moveTo>
                <a:lnTo>
                  <a:pt x="2159901" y="582929"/>
                </a:lnTo>
                <a:lnTo>
                  <a:pt x="2163775" y="577850"/>
                </a:lnTo>
                <a:lnTo>
                  <a:pt x="2163381" y="579120"/>
                </a:lnTo>
                <a:lnTo>
                  <a:pt x="2178843" y="579120"/>
                </a:lnTo>
                <a:lnTo>
                  <a:pt x="2177186" y="581660"/>
                </a:lnTo>
                <a:lnTo>
                  <a:pt x="2176233" y="582929"/>
                </a:lnTo>
                <a:close/>
              </a:path>
              <a:path w="2188845" h="610870">
                <a:moveTo>
                  <a:pt x="29497" y="582929"/>
                </a:moveTo>
                <a:lnTo>
                  <a:pt x="28498" y="582929"/>
                </a:lnTo>
                <a:lnTo>
                  <a:pt x="28079" y="581660"/>
                </a:lnTo>
                <a:lnTo>
                  <a:pt x="29497" y="582929"/>
                </a:lnTo>
                <a:close/>
              </a:path>
              <a:path w="2188845" h="610870">
                <a:moveTo>
                  <a:pt x="2161002" y="598170"/>
                </a:moveTo>
                <a:lnTo>
                  <a:pt x="2127592" y="598170"/>
                </a:lnTo>
                <a:lnTo>
                  <a:pt x="2130590" y="596900"/>
                </a:lnTo>
                <a:lnTo>
                  <a:pt x="2135492" y="596900"/>
                </a:lnTo>
                <a:lnTo>
                  <a:pt x="2138337" y="595629"/>
                </a:lnTo>
                <a:lnTo>
                  <a:pt x="2137892" y="595629"/>
                </a:lnTo>
                <a:lnTo>
                  <a:pt x="2143391" y="594360"/>
                </a:lnTo>
                <a:lnTo>
                  <a:pt x="2142820" y="594360"/>
                </a:lnTo>
                <a:lnTo>
                  <a:pt x="2148052" y="591820"/>
                </a:lnTo>
                <a:lnTo>
                  <a:pt x="2147506" y="591820"/>
                </a:lnTo>
                <a:lnTo>
                  <a:pt x="2152446" y="589279"/>
                </a:lnTo>
                <a:lnTo>
                  <a:pt x="2151938" y="589279"/>
                </a:lnTo>
                <a:lnTo>
                  <a:pt x="2156548" y="585470"/>
                </a:lnTo>
                <a:lnTo>
                  <a:pt x="2156079" y="585470"/>
                </a:lnTo>
                <a:lnTo>
                  <a:pt x="2160333" y="581660"/>
                </a:lnTo>
                <a:lnTo>
                  <a:pt x="2159901" y="582929"/>
                </a:lnTo>
                <a:lnTo>
                  <a:pt x="2176233" y="582929"/>
                </a:lnTo>
                <a:lnTo>
                  <a:pt x="2173376" y="586739"/>
                </a:lnTo>
                <a:lnTo>
                  <a:pt x="2169096" y="591820"/>
                </a:lnTo>
                <a:lnTo>
                  <a:pt x="2164397" y="595629"/>
                </a:lnTo>
                <a:lnTo>
                  <a:pt x="2161002" y="598170"/>
                </a:lnTo>
                <a:close/>
              </a:path>
              <a:path w="2188845" h="610870">
                <a:moveTo>
                  <a:pt x="2135606" y="609600"/>
                </a:moveTo>
                <a:lnTo>
                  <a:pt x="52806" y="609600"/>
                </a:lnTo>
                <a:lnTo>
                  <a:pt x="49593" y="608329"/>
                </a:lnTo>
                <a:lnTo>
                  <a:pt x="2138807" y="608329"/>
                </a:lnTo>
                <a:lnTo>
                  <a:pt x="2135606" y="609600"/>
                </a:lnTo>
                <a:close/>
              </a:path>
              <a:path w="2188845" h="610870">
                <a:moveTo>
                  <a:pt x="2129028" y="610870"/>
                </a:moveTo>
                <a:lnTo>
                  <a:pt x="59385" y="610870"/>
                </a:lnTo>
                <a:lnTo>
                  <a:pt x="56070" y="609600"/>
                </a:lnTo>
                <a:lnTo>
                  <a:pt x="2132342" y="609600"/>
                </a:lnTo>
                <a:lnTo>
                  <a:pt x="2129028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21435" y="3984104"/>
            <a:ext cx="749300" cy="1522095"/>
          </a:xfrm>
          <a:custGeom>
            <a:avLst/>
            <a:gdLst/>
            <a:ahLst/>
            <a:cxnLst/>
            <a:rect l="l" t="t" r="r" b="b"/>
            <a:pathLst>
              <a:path w="749300" h="1522095">
                <a:moveTo>
                  <a:pt x="737717" y="1521764"/>
                </a:moveTo>
                <a:lnTo>
                  <a:pt x="0" y="5562"/>
                </a:lnTo>
                <a:lnTo>
                  <a:pt x="11417" y="0"/>
                </a:lnTo>
                <a:lnTo>
                  <a:pt x="749134" y="1516214"/>
                </a:lnTo>
                <a:lnTo>
                  <a:pt x="737717" y="152176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664207" y="5073396"/>
            <a:ext cx="1308100" cy="859790"/>
          </a:xfrm>
          <a:custGeom>
            <a:avLst/>
            <a:gdLst/>
            <a:ahLst/>
            <a:cxnLst/>
            <a:rect l="l" t="t" r="r" b="b"/>
            <a:pathLst>
              <a:path w="1308100" h="859789">
                <a:moveTo>
                  <a:pt x="1222248" y="859536"/>
                </a:moveTo>
                <a:lnTo>
                  <a:pt x="86868" y="859536"/>
                </a:lnTo>
                <a:lnTo>
                  <a:pt x="53251" y="852803"/>
                </a:lnTo>
                <a:lnTo>
                  <a:pt x="25779" y="834451"/>
                </a:lnTo>
                <a:lnTo>
                  <a:pt x="7134" y="807306"/>
                </a:lnTo>
                <a:lnTo>
                  <a:pt x="0" y="774191"/>
                </a:lnTo>
                <a:lnTo>
                  <a:pt x="0" y="85343"/>
                </a:lnTo>
                <a:lnTo>
                  <a:pt x="7134" y="52151"/>
                </a:lnTo>
                <a:lnTo>
                  <a:pt x="25779" y="24979"/>
                </a:lnTo>
                <a:lnTo>
                  <a:pt x="53251" y="6653"/>
                </a:lnTo>
                <a:lnTo>
                  <a:pt x="86868" y="0"/>
                </a:lnTo>
                <a:lnTo>
                  <a:pt x="1222248" y="0"/>
                </a:lnTo>
                <a:lnTo>
                  <a:pt x="1255297" y="6653"/>
                </a:lnTo>
                <a:lnTo>
                  <a:pt x="1282422" y="24979"/>
                </a:lnTo>
                <a:lnTo>
                  <a:pt x="1300795" y="52151"/>
                </a:lnTo>
                <a:lnTo>
                  <a:pt x="1307592" y="85343"/>
                </a:lnTo>
                <a:lnTo>
                  <a:pt x="1307592" y="774191"/>
                </a:lnTo>
                <a:lnTo>
                  <a:pt x="1300795" y="807306"/>
                </a:lnTo>
                <a:lnTo>
                  <a:pt x="1282422" y="834451"/>
                </a:lnTo>
                <a:lnTo>
                  <a:pt x="1255297" y="852803"/>
                </a:lnTo>
                <a:lnTo>
                  <a:pt x="1222248" y="859536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658632" y="5066881"/>
            <a:ext cx="1319530" cy="871219"/>
          </a:xfrm>
          <a:custGeom>
            <a:avLst/>
            <a:gdLst/>
            <a:ahLst/>
            <a:cxnLst/>
            <a:rect l="l" t="t" r="r" b="b"/>
            <a:pathLst>
              <a:path w="1319530" h="871220">
                <a:moveTo>
                  <a:pt x="1241158" y="871220"/>
                </a:moveTo>
                <a:lnTo>
                  <a:pt x="78143" y="871220"/>
                </a:lnTo>
                <a:lnTo>
                  <a:pt x="69126" y="868679"/>
                </a:lnTo>
                <a:lnTo>
                  <a:pt x="60451" y="866139"/>
                </a:lnTo>
                <a:lnTo>
                  <a:pt x="56261" y="864870"/>
                </a:lnTo>
                <a:lnTo>
                  <a:pt x="52171" y="862329"/>
                </a:lnTo>
                <a:lnTo>
                  <a:pt x="48183" y="861060"/>
                </a:lnTo>
                <a:lnTo>
                  <a:pt x="26911" y="844550"/>
                </a:lnTo>
                <a:lnTo>
                  <a:pt x="23863" y="842010"/>
                </a:lnTo>
                <a:lnTo>
                  <a:pt x="4025" y="806450"/>
                </a:lnTo>
                <a:lnTo>
                  <a:pt x="2781" y="802639"/>
                </a:lnTo>
                <a:lnTo>
                  <a:pt x="1752" y="797560"/>
                </a:lnTo>
                <a:lnTo>
                  <a:pt x="939" y="793750"/>
                </a:lnTo>
                <a:lnTo>
                  <a:pt x="355" y="788670"/>
                </a:lnTo>
                <a:lnTo>
                  <a:pt x="0" y="783589"/>
                </a:lnTo>
                <a:lnTo>
                  <a:pt x="0" y="86360"/>
                </a:lnTo>
                <a:lnTo>
                  <a:pt x="355" y="82550"/>
                </a:lnTo>
                <a:lnTo>
                  <a:pt x="939" y="77470"/>
                </a:lnTo>
                <a:lnTo>
                  <a:pt x="1752" y="73660"/>
                </a:lnTo>
                <a:lnTo>
                  <a:pt x="2781" y="68579"/>
                </a:lnTo>
                <a:lnTo>
                  <a:pt x="4025" y="64770"/>
                </a:lnTo>
                <a:lnTo>
                  <a:pt x="5473" y="59689"/>
                </a:lnTo>
                <a:lnTo>
                  <a:pt x="7137" y="55879"/>
                </a:lnTo>
                <a:lnTo>
                  <a:pt x="26911" y="26670"/>
                </a:lnTo>
                <a:lnTo>
                  <a:pt x="30124" y="22860"/>
                </a:lnTo>
                <a:lnTo>
                  <a:pt x="52171" y="8889"/>
                </a:lnTo>
                <a:lnTo>
                  <a:pt x="56261" y="6350"/>
                </a:lnTo>
                <a:lnTo>
                  <a:pt x="60451" y="5079"/>
                </a:lnTo>
                <a:lnTo>
                  <a:pt x="69126" y="2539"/>
                </a:lnTo>
                <a:lnTo>
                  <a:pt x="78143" y="0"/>
                </a:lnTo>
                <a:lnTo>
                  <a:pt x="1241158" y="0"/>
                </a:lnTo>
                <a:lnTo>
                  <a:pt x="1250175" y="2539"/>
                </a:lnTo>
                <a:lnTo>
                  <a:pt x="1258849" y="5079"/>
                </a:lnTo>
                <a:lnTo>
                  <a:pt x="1263040" y="6350"/>
                </a:lnTo>
                <a:lnTo>
                  <a:pt x="1267129" y="8889"/>
                </a:lnTo>
                <a:lnTo>
                  <a:pt x="1271117" y="10160"/>
                </a:lnTo>
                <a:lnTo>
                  <a:pt x="1274978" y="12700"/>
                </a:lnTo>
                <a:lnTo>
                  <a:pt x="80225" y="12700"/>
                </a:lnTo>
                <a:lnTo>
                  <a:pt x="75984" y="13970"/>
                </a:lnTo>
                <a:lnTo>
                  <a:pt x="72453" y="13970"/>
                </a:lnTo>
                <a:lnTo>
                  <a:pt x="68364" y="15239"/>
                </a:lnTo>
                <a:lnTo>
                  <a:pt x="68668" y="15239"/>
                </a:lnTo>
                <a:lnTo>
                  <a:pt x="64668" y="16510"/>
                </a:lnTo>
                <a:lnTo>
                  <a:pt x="64973" y="16510"/>
                </a:lnTo>
                <a:lnTo>
                  <a:pt x="61061" y="17779"/>
                </a:lnTo>
                <a:lnTo>
                  <a:pt x="61353" y="17779"/>
                </a:lnTo>
                <a:lnTo>
                  <a:pt x="57543" y="20320"/>
                </a:lnTo>
                <a:lnTo>
                  <a:pt x="57823" y="20320"/>
                </a:lnTo>
                <a:lnTo>
                  <a:pt x="54114" y="21589"/>
                </a:lnTo>
                <a:lnTo>
                  <a:pt x="54381" y="21589"/>
                </a:lnTo>
                <a:lnTo>
                  <a:pt x="50787" y="24129"/>
                </a:lnTo>
                <a:lnTo>
                  <a:pt x="51041" y="24129"/>
                </a:lnTo>
                <a:lnTo>
                  <a:pt x="47561" y="25400"/>
                </a:lnTo>
                <a:lnTo>
                  <a:pt x="47815" y="25400"/>
                </a:lnTo>
                <a:lnTo>
                  <a:pt x="44437" y="27939"/>
                </a:lnTo>
                <a:lnTo>
                  <a:pt x="44678" y="27939"/>
                </a:lnTo>
                <a:lnTo>
                  <a:pt x="41440" y="30479"/>
                </a:lnTo>
                <a:lnTo>
                  <a:pt x="41668" y="30479"/>
                </a:lnTo>
                <a:lnTo>
                  <a:pt x="38557" y="33020"/>
                </a:lnTo>
                <a:lnTo>
                  <a:pt x="38773" y="33020"/>
                </a:lnTo>
                <a:lnTo>
                  <a:pt x="35788" y="35560"/>
                </a:lnTo>
                <a:lnTo>
                  <a:pt x="36004" y="35560"/>
                </a:lnTo>
                <a:lnTo>
                  <a:pt x="33159" y="38100"/>
                </a:lnTo>
                <a:lnTo>
                  <a:pt x="33362" y="38100"/>
                </a:lnTo>
                <a:lnTo>
                  <a:pt x="30657" y="40639"/>
                </a:lnTo>
                <a:lnTo>
                  <a:pt x="30848" y="40639"/>
                </a:lnTo>
                <a:lnTo>
                  <a:pt x="28295" y="44450"/>
                </a:lnTo>
                <a:lnTo>
                  <a:pt x="28486" y="44450"/>
                </a:lnTo>
                <a:lnTo>
                  <a:pt x="26085" y="46989"/>
                </a:lnTo>
                <a:lnTo>
                  <a:pt x="26250" y="46989"/>
                </a:lnTo>
                <a:lnTo>
                  <a:pt x="24015" y="50800"/>
                </a:lnTo>
                <a:lnTo>
                  <a:pt x="24180" y="50800"/>
                </a:lnTo>
                <a:lnTo>
                  <a:pt x="22110" y="53339"/>
                </a:lnTo>
                <a:lnTo>
                  <a:pt x="22250" y="53339"/>
                </a:lnTo>
                <a:lnTo>
                  <a:pt x="20358" y="57150"/>
                </a:lnTo>
                <a:lnTo>
                  <a:pt x="18770" y="60960"/>
                </a:lnTo>
                <a:lnTo>
                  <a:pt x="17348" y="64770"/>
                </a:lnTo>
                <a:lnTo>
                  <a:pt x="16556" y="67310"/>
                </a:lnTo>
                <a:lnTo>
                  <a:pt x="16205" y="67310"/>
                </a:lnTo>
                <a:lnTo>
                  <a:pt x="15328" y="71120"/>
                </a:lnTo>
                <a:lnTo>
                  <a:pt x="15125" y="71120"/>
                </a:lnTo>
                <a:lnTo>
                  <a:pt x="14401" y="74929"/>
                </a:lnTo>
                <a:lnTo>
                  <a:pt x="14224" y="74929"/>
                </a:lnTo>
                <a:lnTo>
                  <a:pt x="13474" y="80010"/>
                </a:lnTo>
                <a:lnTo>
                  <a:pt x="12966" y="83820"/>
                </a:lnTo>
                <a:lnTo>
                  <a:pt x="12687" y="87629"/>
                </a:lnTo>
                <a:lnTo>
                  <a:pt x="12674" y="783589"/>
                </a:lnTo>
                <a:lnTo>
                  <a:pt x="13004" y="787400"/>
                </a:lnTo>
                <a:lnTo>
                  <a:pt x="13512" y="791210"/>
                </a:lnTo>
                <a:lnTo>
                  <a:pt x="14224" y="796289"/>
                </a:lnTo>
                <a:lnTo>
                  <a:pt x="14401" y="796289"/>
                </a:lnTo>
                <a:lnTo>
                  <a:pt x="15125" y="800100"/>
                </a:lnTo>
                <a:lnTo>
                  <a:pt x="15328" y="800100"/>
                </a:lnTo>
                <a:lnTo>
                  <a:pt x="16205" y="803910"/>
                </a:lnTo>
                <a:lnTo>
                  <a:pt x="16556" y="803910"/>
                </a:lnTo>
                <a:lnTo>
                  <a:pt x="17462" y="806450"/>
                </a:lnTo>
                <a:lnTo>
                  <a:pt x="18884" y="810260"/>
                </a:lnTo>
                <a:lnTo>
                  <a:pt x="20485" y="814070"/>
                </a:lnTo>
                <a:lnTo>
                  <a:pt x="22250" y="817879"/>
                </a:lnTo>
                <a:lnTo>
                  <a:pt x="22110" y="817879"/>
                </a:lnTo>
                <a:lnTo>
                  <a:pt x="24180" y="820420"/>
                </a:lnTo>
                <a:lnTo>
                  <a:pt x="24015" y="820420"/>
                </a:lnTo>
                <a:lnTo>
                  <a:pt x="26250" y="824229"/>
                </a:lnTo>
                <a:lnTo>
                  <a:pt x="26085" y="824229"/>
                </a:lnTo>
                <a:lnTo>
                  <a:pt x="28486" y="826770"/>
                </a:lnTo>
                <a:lnTo>
                  <a:pt x="28295" y="826770"/>
                </a:lnTo>
                <a:lnTo>
                  <a:pt x="30848" y="830579"/>
                </a:lnTo>
                <a:lnTo>
                  <a:pt x="30657" y="830579"/>
                </a:lnTo>
                <a:lnTo>
                  <a:pt x="33362" y="833120"/>
                </a:lnTo>
                <a:lnTo>
                  <a:pt x="33159" y="833120"/>
                </a:lnTo>
                <a:lnTo>
                  <a:pt x="36004" y="835660"/>
                </a:lnTo>
                <a:lnTo>
                  <a:pt x="35788" y="835660"/>
                </a:lnTo>
                <a:lnTo>
                  <a:pt x="38773" y="838200"/>
                </a:lnTo>
                <a:lnTo>
                  <a:pt x="38557" y="838200"/>
                </a:lnTo>
                <a:lnTo>
                  <a:pt x="41668" y="840739"/>
                </a:lnTo>
                <a:lnTo>
                  <a:pt x="41440" y="840739"/>
                </a:lnTo>
                <a:lnTo>
                  <a:pt x="44678" y="843279"/>
                </a:lnTo>
                <a:lnTo>
                  <a:pt x="44437" y="843279"/>
                </a:lnTo>
                <a:lnTo>
                  <a:pt x="47815" y="845820"/>
                </a:lnTo>
                <a:lnTo>
                  <a:pt x="47561" y="845820"/>
                </a:lnTo>
                <a:lnTo>
                  <a:pt x="51041" y="847089"/>
                </a:lnTo>
                <a:lnTo>
                  <a:pt x="50787" y="847089"/>
                </a:lnTo>
                <a:lnTo>
                  <a:pt x="54381" y="849629"/>
                </a:lnTo>
                <a:lnTo>
                  <a:pt x="54114" y="849629"/>
                </a:lnTo>
                <a:lnTo>
                  <a:pt x="57823" y="850900"/>
                </a:lnTo>
                <a:lnTo>
                  <a:pt x="57543" y="850900"/>
                </a:lnTo>
                <a:lnTo>
                  <a:pt x="61353" y="853439"/>
                </a:lnTo>
                <a:lnTo>
                  <a:pt x="63017" y="853439"/>
                </a:lnTo>
                <a:lnTo>
                  <a:pt x="64973" y="854710"/>
                </a:lnTo>
                <a:lnTo>
                  <a:pt x="64668" y="854710"/>
                </a:lnTo>
                <a:lnTo>
                  <a:pt x="68668" y="855979"/>
                </a:lnTo>
                <a:lnTo>
                  <a:pt x="68364" y="855979"/>
                </a:lnTo>
                <a:lnTo>
                  <a:pt x="72453" y="857250"/>
                </a:lnTo>
                <a:lnTo>
                  <a:pt x="75984" y="857250"/>
                </a:lnTo>
                <a:lnTo>
                  <a:pt x="80225" y="858520"/>
                </a:lnTo>
                <a:lnTo>
                  <a:pt x="1274978" y="858520"/>
                </a:lnTo>
                <a:lnTo>
                  <a:pt x="1271117" y="861060"/>
                </a:lnTo>
                <a:lnTo>
                  <a:pt x="1267129" y="862329"/>
                </a:lnTo>
                <a:lnTo>
                  <a:pt x="1263040" y="864870"/>
                </a:lnTo>
                <a:lnTo>
                  <a:pt x="1258849" y="866139"/>
                </a:lnTo>
                <a:lnTo>
                  <a:pt x="1250175" y="868679"/>
                </a:lnTo>
                <a:lnTo>
                  <a:pt x="1241158" y="871220"/>
                </a:lnTo>
                <a:close/>
              </a:path>
              <a:path w="1319530" h="871220">
                <a:moveTo>
                  <a:pt x="1303197" y="68579"/>
                </a:moveTo>
                <a:lnTo>
                  <a:pt x="1301851" y="64770"/>
                </a:lnTo>
                <a:lnTo>
                  <a:pt x="1300416" y="60960"/>
                </a:lnTo>
                <a:lnTo>
                  <a:pt x="1298816" y="57150"/>
                </a:lnTo>
                <a:lnTo>
                  <a:pt x="1297051" y="53339"/>
                </a:lnTo>
                <a:lnTo>
                  <a:pt x="1297190" y="53339"/>
                </a:lnTo>
                <a:lnTo>
                  <a:pt x="1295120" y="50800"/>
                </a:lnTo>
                <a:lnTo>
                  <a:pt x="1295285" y="50800"/>
                </a:lnTo>
                <a:lnTo>
                  <a:pt x="1293050" y="46989"/>
                </a:lnTo>
                <a:lnTo>
                  <a:pt x="1293215" y="46989"/>
                </a:lnTo>
                <a:lnTo>
                  <a:pt x="1290828" y="44450"/>
                </a:lnTo>
                <a:lnTo>
                  <a:pt x="1291005" y="44450"/>
                </a:lnTo>
                <a:lnTo>
                  <a:pt x="1288453" y="40639"/>
                </a:lnTo>
                <a:lnTo>
                  <a:pt x="1288643" y="40639"/>
                </a:lnTo>
                <a:lnTo>
                  <a:pt x="1285938" y="38100"/>
                </a:lnTo>
                <a:lnTo>
                  <a:pt x="1286141" y="38100"/>
                </a:lnTo>
                <a:lnTo>
                  <a:pt x="1283296" y="35560"/>
                </a:lnTo>
                <a:lnTo>
                  <a:pt x="1283512" y="35560"/>
                </a:lnTo>
                <a:lnTo>
                  <a:pt x="1280528" y="33020"/>
                </a:lnTo>
                <a:lnTo>
                  <a:pt x="1280756" y="33020"/>
                </a:lnTo>
                <a:lnTo>
                  <a:pt x="1277632" y="30479"/>
                </a:lnTo>
                <a:lnTo>
                  <a:pt x="1277874" y="30479"/>
                </a:lnTo>
                <a:lnTo>
                  <a:pt x="1274622" y="27939"/>
                </a:lnTo>
                <a:lnTo>
                  <a:pt x="1274864" y="27939"/>
                </a:lnTo>
                <a:lnTo>
                  <a:pt x="1271498" y="25400"/>
                </a:lnTo>
                <a:lnTo>
                  <a:pt x="1271752" y="25400"/>
                </a:lnTo>
                <a:lnTo>
                  <a:pt x="1268260" y="24129"/>
                </a:lnTo>
                <a:lnTo>
                  <a:pt x="1268514" y="24129"/>
                </a:lnTo>
                <a:lnTo>
                  <a:pt x="1264920" y="21589"/>
                </a:lnTo>
                <a:lnTo>
                  <a:pt x="1265186" y="21589"/>
                </a:lnTo>
                <a:lnTo>
                  <a:pt x="1261478" y="20320"/>
                </a:lnTo>
                <a:lnTo>
                  <a:pt x="1261757" y="20320"/>
                </a:lnTo>
                <a:lnTo>
                  <a:pt x="1257960" y="17779"/>
                </a:lnTo>
                <a:lnTo>
                  <a:pt x="1258239" y="17779"/>
                </a:lnTo>
                <a:lnTo>
                  <a:pt x="1254340" y="16510"/>
                </a:lnTo>
                <a:lnTo>
                  <a:pt x="1254633" y="16510"/>
                </a:lnTo>
                <a:lnTo>
                  <a:pt x="1250632" y="15239"/>
                </a:lnTo>
                <a:lnTo>
                  <a:pt x="1250937" y="15239"/>
                </a:lnTo>
                <a:lnTo>
                  <a:pt x="1246860" y="13970"/>
                </a:lnTo>
                <a:lnTo>
                  <a:pt x="1243317" y="13970"/>
                </a:lnTo>
                <a:lnTo>
                  <a:pt x="1239088" y="12700"/>
                </a:lnTo>
                <a:lnTo>
                  <a:pt x="1274978" y="12700"/>
                </a:lnTo>
                <a:lnTo>
                  <a:pt x="1278724" y="15239"/>
                </a:lnTo>
                <a:lnTo>
                  <a:pt x="1282344" y="17779"/>
                </a:lnTo>
                <a:lnTo>
                  <a:pt x="1285836" y="20320"/>
                </a:lnTo>
                <a:lnTo>
                  <a:pt x="1289189" y="22860"/>
                </a:lnTo>
                <a:lnTo>
                  <a:pt x="1292390" y="26670"/>
                </a:lnTo>
                <a:lnTo>
                  <a:pt x="1295438" y="29210"/>
                </a:lnTo>
                <a:lnTo>
                  <a:pt x="1315275" y="64770"/>
                </a:lnTo>
                <a:lnTo>
                  <a:pt x="1316105" y="67310"/>
                </a:lnTo>
                <a:lnTo>
                  <a:pt x="1303108" y="67310"/>
                </a:lnTo>
                <a:lnTo>
                  <a:pt x="1303197" y="68579"/>
                </a:lnTo>
                <a:close/>
              </a:path>
              <a:path w="1319530" h="871220">
                <a:moveTo>
                  <a:pt x="72136" y="15239"/>
                </a:moveTo>
                <a:lnTo>
                  <a:pt x="72453" y="13970"/>
                </a:lnTo>
                <a:lnTo>
                  <a:pt x="76301" y="13970"/>
                </a:lnTo>
                <a:lnTo>
                  <a:pt x="72136" y="15239"/>
                </a:lnTo>
                <a:close/>
              </a:path>
              <a:path w="1319530" h="871220">
                <a:moveTo>
                  <a:pt x="1247165" y="15239"/>
                </a:moveTo>
                <a:lnTo>
                  <a:pt x="1242999" y="13970"/>
                </a:lnTo>
                <a:lnTo>
                  <a:pt x="1246860" y="13970"/>
                </a:lnTo>
                <a:lnTo>
                  <a:pt x="1247165" y="15239"/>
                </a:lnTo>
                <a:close/>
              </a:path>
              <a:path w="1319530" h="871220">
                <a:moveTo>
                  <a:pt x="16103" y="68579"/>
                </a:moveTo>
                <a:lnTo>
                  <a:pt x="16205" y="67310"/>
                </a:lnTo>
                <a:lnTo>
                  <a:pt x="16556" y="67310"/>
                </a:lnTo>
                <a:lnTo>
                  <a:pt x="16103" y="68579"/>
                </a:lnTo>
                <a:close/>
              </a:path>
              <a:path w="1319530" h="871220">
                <a:moveTo>
                  <a:pt x="1304264" y="72389"/>
                </a:moveTo>
                <a:lnTo>
                  <a:pt x="1303108" y="67310"/>
                </a:lnTo>
                <a:lnTo>
                  <a:pt x="1316105" y="67310"/>
                </a:lnTo>
                <a:lnTo>
                  <a:pt x="1316520" y="68579"/>
                </a:lnTo>
                <a:lnTo>
                  <a:pt x="1317034" y="71120"/>
                </a:lnTo>
                <a:lnTo>
                  <a:pt x="1304188" y="71120"/>
                </a:lnTo>
                <a:lnTo>
                  <a:pt x="1304264" y="72389"/>
                </a:lnTo>
                <a:close/>
              </a:path>
              <a:path w="1319530" h="871220">
                <a:moveTo>
                  <a:pt x="15036" y="72389"/>
                </a:moveTo>
                <a:lnTo>
                  <a:pt x="15125" y="71120"/>
                </a:lnTo>
                <a:lnTo>
                  <a:pt x="15328" y="71120"/>
                </a:lnTo>
                <a:lnTo>
                  <a:pt x="15036" y="72389"/>
                </a:lnTo>
                <a:close/>
              </a:path>
              <a:path w="1319530" h="871220">
                <a:moveTo>
                  <a:pt x="1305140" y="76200"/>
                </a:moveTo>
                <a:lnTo>
                  <a:pt x="1304188" y="71120"/>
                </a:lnTo>
                <a:lnTo>
                  <a:pt x="1317034" y="71120"/>
                </a:lnTo>
                <a:lnTo>
                  <a:pt x="1317819" y="74929"/>
                </a:lnTo>
                <a:lnTo>
                  <a:pt x="1305077" y="74929"/>
                </a:lnTo>
                <a:lnTo>
                  <a:pt x="1305140" y="76200"/>
                </a:lnTo>
                <a:close/>
              </a:path>
              <a:path w="1319530" h="871220">
                <a:moveTo>
                  <a:pt x="14160" y="76200"/>
                </a:moveTo>
                <a:lnTo>
                  <a:pt x="14224" y="74929"/>
                </a:lnTo>
                <a:lnTo>
                  <a:pt x="14401" y="74929"/>
                </a:lnTo>
                <a:lnTo>
                  <a:pt x="14160" y="76200"/>
                </a:lnTo>
                <a:close/>
              </a:path>
              <a:path w="1319530" h="871220">
                <a:moveTo>
                  <a:pt x="1317819" y="796289"/>
                </a:moveTo>
                <a:lnTo>
                  <a:pt x="1305077" y="796289"/>
                </a:lnTo>
                <a:lnTo>
                  <a:pt x="1305839" y="791210"/>
                </a:lnTo>
                <a:lnTo>
                  <a:pt x="1306334" y="787400"/>
                </a:lnTo>
                <a:lnTo>
                  <a:pt x="1306639" y="783589"/>
                </a:lnTo>
                <a:lnTo>
                  <a:pt x="1306614" y="87629"/>
                </a:lnTo>
                <a:lnTo>
                  <a:pt x="1306525" y="86360"/>
                </a:lnTo>
                <a:lnTo>
                  <a:pt x="1306296" y="83820"/>
                </a:lnTo>
                <a:lnTo>
                  <a:pt x="1305788" y="80010"/>
                </a:lnTo>
                <a:lnTo>
                  <a:pt x="1305077" y="74929"/>
                </a:lnTo>
                <a:lnTo>
                  <a:pt x="1317819" y="74929"/>
                </a:lnTo>
                <a:lnTo>
                  <a:pt x="1318361" y="77470"/>
                </a:lnTo>
                <a:lnTo>
                  <a:pt x="1318958" y="82550"/>
                </a:lnTo>
                <a:lnTo>
                  <a:pt x="1319314" y="86360"/>
                </a:lnTo>
                <a:lnTo>
                  <a:pt x="1319314" y="783589"/>
                </a:lnTo>
                <a:lnTo>
                  <a:pt x="1318958" y="788670"/>
                </a:lnTo>
                <a:lnTo>
                  <a:pt x="1318361" y="793750"/>
                </a:lnTo>
                <a:lnTo>
                  <a:pt x="1317819" y="796289"/>
                </a:lnTo>
                <a:close/>
              </a:path>
              <a:path w="1319530" h="871220">
                <a:moveTo>
                  <a:pt x="14401" y="796289"/>
                </a:moveTo>
                <a:lnTo>
                  <a:pt x="14224" y="796289"/>
                </a:lnTo>
                <a:lnTo>
                  <a:pt x="14160" y="795020"/>
                </a:lnTo>
                <a:lnTo>
                  <a:pt x="14401" y="796289"/>
                </a:lnTo>
                <a:close/>
              </a:path>
              <a:path w="1319530" h="871220">
                <a:moveTo>
                  <a:pt x="1317034" y="800100"/>
                </a:moveTo>
                <a:lnTo>
                  <a:pt x="1304188" y="800100"/>
                </a:lnTo>
                <a:lnTo>
                  <a:pt x="1305140" y="795020"/>
                </a:lnTo>
                <a:lnTo>
                  <a:pt x="1305077" y="796289"/>
                </a:lnTo>
                <a:lnTo>
                  <a:pt x="1317819" y="796289"/>
                </a:lnTo>
                <a:lnTo>
                  <a:pt x="1317034" y="800100"/>
                </a:lnTo>
                <a:close/>
              </a:path>
              <a:path w="1319530" h="871220">
                <a:moveTo>
                  <a:pt x="15328" y="800100"/>
                </a:moveTo>
                <a:lnTo>
                  <a:pt x="15125" y="800100"/>
                </a:lnTo>
                <a:lnTo>
                  <a:pt x="15036" y="798829"/>
                </a:lnTo>
                <a:lnTo>
                  <a:pt x="15328" y="800100"/>
                </a:lnTo>
                <a:close/>
              </a:path>
              <a:path w="1319530" h="871220">
                <a:moveTo>
                  <a:pt x="1316105" y="803910"/>
                </a:moveTo>
                <a:lnTo>
                  <a:pt x="1303108" y="803910"/>
                </a:lnTo>
                <a:lnTo>
                  <a:pt x="1304264" y="798829"/>
                </a:lnTo>
                <a:lnTo>
                  <a:pt x="1304188" y="800100"/>
                </a:lnTo>
                <a:lnTo>
                  <a:pt x="1317034" y="800100"/>
                </a:lnTo>
                <a:lnTo>
                  <a:pt x="1316520" y="802639"/>
                </a:lnTo>
                <a:lnTo>
                  <a:pt x="1316105" y="803910"/>
                </a:lnTo>
                <a:close/>
              </a:path>
              <a:path w="1319530" h="871220">
                <a:moveTo>
                  <a:pt x="16556" y="803910"/>
                </a:moveTo>
                <a:lnTo>
                  <a:pt x="16205" y="803910"/>
                </a:lnTo>
                <a:lnTo>
                  <a:pt x="16103" y="802639"/>
                </a:lnTo>
                <a:lnTo>
                  <a:pt x="16556" y="803910"/>
                </a:lnTo>
                <a:close/>
              </a:path>
              <a:path w="1319530" h="871220">
                <a:moveTo>
                  <a:pt x="1282344" y="853439"/>
                </a:moveTo>
                <a:lnTo>
                  <a:pt x="1257960" y="853439"/>
                </a:lnTo>
                <a:lnTo>
                  <a:pt x="1261757" y="850900"/>
                </a:lnTo>
                <a:lnTo>
                  <a:pt x="1261478" y="850900"/>
                </a:lnTo>
                <a:lnTo>
                  <a:pt x="1265186" y="849629"/>
                </a:lnTo>
                <a:lnTo>
                  <a:pt x="1264920" y="849629"/>
                </a:lnTo>
                <a:lnTo>
                  <a:pt x="1268514" y="847089"/>
                </a:lnTo>
                <a:lnTo>
                  <a:pt x="1268260" y="847089"/>
                </a:lnTo>
                <a:lnTo>
                  <a:pt x="1271752" y="845820"/>
                </a:lnTo>
                <a:lnTo>
                  <a:pt x="1271498" y="845820"/>
                </a:lnTo>
                <a:lnTo>
                  <a:pt x="1274864" y="843279"/>
                </a:lnTo>
                <a:lnTo>
                  <a:pt x="1274622" y="843279"/>
                </a:lnTo>
                <a:lnTo>
                  <a:pt x="1277874" y="840739"/>
                </a:lnTo>
                <a:lnTo>
                  <a:pt x="1277632" y="840739"/>
                </a:lnTo>
                <a:lnTo>
                  <a:pt x="1280756" y="838200"/>
                </a:lnTo>
                <a:lnTo>
                  <a:pt x="1280528" y="838200"/>
                </a:lnTo>
                <a:lnTo>
                  <a:pt x="1283512" y="835660"/>
                </a:lnTo>
                <a:lnTo>
                  <a:pt x="1283296" y="835660"/>
                </a:lnTo>
                <a:lnTo>
                  <a:pt x="1286141" y="833120"/>
                </a:lnTo>
                <a:lnTo>
                  <a:pt x="1285938" y="833120"/>
                </a:lnTo>
                <a:lnTo>
                  <a:pt x="1288643" y="830579"/>
                </a:lnTo>
                <a:lnTo>
                  <a:pt x="1288453" y="830579"/>
                </a:lnTo>
                <a:lnTo>
                  <a:pt x="1291005" y="826770"/>
                </a:lnTo>
                <a:lnTo>
                  <a:pt x="1290828" y="826770"/>
                </a:lnTo>
                <a:lnTo>
                  <a:pt x="1293215" y="824229"/>
                </a:lnTo>
                <a:lnTo>
                  <a:pt x="1293050" y="824229"/>
                </a:lnTo>
                <a:lnTo>
                  <a:pt x="1295285" y="820420"/>
                </a:lnTo>
                <a:lnTo>
                  <a:pt x="1295120" y="820420"/>
                </a:lnTo>
                <a:lnTo>
                  <a:pt x="1297190" y="817879"/>
                </a:lnTo>
                <a:lnTo>
                  <a:pt x="1297051" y="817879"/>
                </a:lnTo>
                <a:lnTo>
                  <a:pt x="1298943" y="814070"/>
                </a:lnTo>
                <a:lnTo>
                  <a:pt x="1300530" y="810260"/>
                </a:lnTo>
                <a:lnTo>
                  <a:pt x="1301953" y="806450"/>
                </a:lnTo>
                <a:lnTo>
                  <a:pt x="1303197" y="802639"/>
                </a:lnTo>
                <a:lnTo>
                  <a:pt x="1303108" y="803910"/>
                </a:lnTo>
                <a:lnTo>
                  <a:pt x="1316105" y="803910"/>
                </a:lnTo>
                <a:lnTo>
                  <a:pt x="1315275" y="806450"/>
                </a:lnTo>
                <a:lnTo>
                  <a:pt x="1295438" y="842010"/>
                </a:lnTo>
                <a:lnTo>
                  <a:pt x="1292390" y="844550"/>
                </a:lnTo>
                <a:lnTo>
                  <a:pt x="1289189" y="848360"/>
                </a:lnTo>
                <a:lnTo>
                  <a:pt x="1285836" y="850900"/>
                </a:lnTo>
                <a:lnTo>
                  <a:pt x="1282344" y="853439"/>
                </a:lnTo>
                <a:close/>
              </a:path>
              <a:path w="1319530" h="871220">
                <a:moveTo>
                  <a:pt x="63017" y="853439"/>
                </a:moveTo>
                <a:lnTo>
                  <a:pt x="61353" y="853439"/>
                </a:lnTo>
                <a:lnTo>
                  <a:pt x="61061" y="852170"/>
                </a:lnTo>
                <a:lnTo>
                  <a:pt x="63017" y="853439"/>
                </a:lnTo>
                <a:close/>
              </a:path>
              <a:path w="1319530" h="871220">
                <a:moveTo>
                  <a:pt x="1274978" y="858520"/>
                </a:moveTo>
                <a:lnTo>
                  <a:pt x="1239088" y="858520"/>
                </a:lnTo>
                <a:lnTo>
                  <a:pt x="1243317" y="857250"/>
                </a:lnTo>
                <a:lnTo>
                  <a:pt x="1246860" y="857250"/>
                </a:lnTo>
                <a:lnTo>
                  <a:pt x="1250937" y="855979"/>
                </a:lnTo>
                <a:lnTo>
                  <a:pt x="1250632" y="855979"/>
                </a:lnTo>
                <a:lnTo>
                  <a:pt x="1254633" y="854710"/>
                </a:lnTo>
                <a:lnTo>
                  <a:pt x="1254340" y="854710"/>
                </a:lnTo>
                <a:lnTo>
                  <a:pt x="1258239" y="852170"/>
                </a:lnTo>
                <a:lnTo>
                  <a:pt x="1257960" y="853439"/>
                </a:lnTo>
                <a:lnTo>
                  <a:pt x="1282344" y="853439"/>
                </a:lnTo>
                <a:lnTo>
                  <a:pt x="1278724" y="855979"/>
                </a:lnTo>
                <a:lnTo>
                  <a:pt x="1274978" y="858520"/>
                </a:lnTo>
                <a:close/>
              </a:path>
              <a:path w="1319530" h="871220">
                <a:moveTo>
                  <a:pt x="76301" y="857250"/>
                </a:moveTo>
                <a:lnTo>
                  <a:pt x="72453" y="857250"/>
                </a:lnTo>
                <a:lnTo>
                  <a:pt x="72136" y="855979"/>
                </a:lnTo>
                <a:lnTo>
                  <a:pt x="76301" y="857250"/>
                </a:lnTo>
                <a:close/>
              </a:path>
              <a:path w="1319530" h="871220">
                <a:moveTo>
                  <a:pt x="1246860" y="857250"/>
                </a:moveTo>
                <a:lnTo>
                  <a:pt x="1242999" y="857250"/>
                </a:lnTo>
                <a:lnTo>
                  <a:pt x="1247165" y="855979"/>
                </a:lnTo>
                <a:lnTo>
                  <a:pt x="1246860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744840" y="5167858"/>
            <a:ext cx="1193444" cy="31462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700034" y="5534520"/>
            <a:ext cx="1272692" cy="33474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969260" y="5184508"/>
            <a:ext cx="753745" cy="324485"/>
          </a:xfrm>
          <a:custGeom>
            <a:avLst/>
            <a:gdLst/>
            <a:ahLst/>
            <a:cxnLst/>
            <a:rect l="l" t="t" r="r" b="b"/>
            <a:pathLst>
              <a:path w="753745" h="324485">
                <a:moveTo>
                  <a:pt x="4902" y="324446"/>
                </a:moveTo>
                <a:lnTo>
                  <a:pt x="0" y="312724"/>
                </a:lnTo>
                <a:lnTo>
                  <a:pt x="748817" y="0"/>
                </a:lnTo>
                <a:lnTo>
                  <a:pt x="753719" y="11722"/>
                </a:lnTo>
                <a:lnTo>
                  <a:pt x="4902" y="32444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720084" y="4890515"/>
            <a:ext cx="1457325" cy="599440"/>
          </a:xfrm>
          <a:custGeom>
            <a:avLst/>
            <a:gdLst/>
            <a:ahLst/>
            <a:cxnLst/>
            <a:rect l="l" t="t" r="r" b="b"/>
            <a:pathLst>
              <a:path w="1457325" h="599439">
                <a:moveTo>
                  <a:pt x="1397507" y="598932"/>
                </a:moveTo>
                <a:lnTo>
                  <a:pt x="60960" y="598932"/>
                </a:lnTo>
                <a:lnTo>
                  <a:pt x="37277" y="594399"/>
                </a:lnTo>
                <a:lnTo>
                  <a:pt x="18007" y="581672"/>
                </a:lnTo>
                <a:lnTo>
                  <a:pt x="4972" y="562716"/>
                </a:lnTo>
                <a:lnTo>
                  <a:pt x="0" y="539496"/>
                </a:lnTo>
                <a:lnTo>
                  <a:pt x="0" y="60960"/>
                </a:lnTo>
                <a:lnTo>
                  <a:pt x="4972" y="37299"/>
                </a:lnTo>
                <a:lnTo>
                  <a:pt x="18007" y="18035"/>
                </a:lnTo>
                <a:lnTo>
                  <a:pt x="37277" y="4994"/>
                </a:lnTo>
                <a:lnTo>
                  <a:pt x="60960" y="0"/>
                </a:lnTo>
                <a:lnTo>
                  <a:pt x="1397507" y="0"/>
                </a:lnTo>
                <a:lnTo>
                  <a:pt x="1420830" y="4994"/>
                </a:lnTo>
                <a:lnTo>
                  <a:pt x="1439822" y="18035"/>
                </a:lnTo>
                <a:lnTo>
                  <a:pt x="1452516" y="37299"/>
                </a:lnTo>
                <a:lnTo>
                  <a:pt x="1456943" y="60960"/>
                </a:lnTo>
                <a:lnTo>
                  <a:pt x="1456943" y="539496"/>
                </a:lnTo>
                <a:lnTo>
                  <a:pt x="1452516" y="562716"/>
                </a:lnTo>
                <a:lnTo>
                  <a:pt x="1439822" y="581672"/>
                </a:lnTo>
                <a:lnTo>
                  <a:pt x="1420830" y="594399"/>
                </a:lnTo>
                <a:lnTo>
                  <a:pt x="1397507" y="598932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14267" y="4884648"/>
            <a:ext cx="1470025" cy="610870"/>
          </a:xfrm>
          <a:custGeom>
            <a:avLst/>
            <a:gdLst/>
            <a:ahLst/>
            <a:cxnLst/>
            <a:rect l="l" t="t" r="r" b="b"/>
            <a:pathLst>
              <a:path w="1470025" h="610870">
                <a:moveTo>
                  <a:pt x="1416710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1413446" y="0"/>
                </a:lnTo>
                <a:lnTo>
                  <a:pt x="1416710" y="1270"/>
                </a:lnTo>
                <a:close/>
              </a:path>
              <a:path w="1470025" h="610870">
                <a:moveTo>
                  <a:pt x="1423136" y="608329"/>
                </a:moveTo>
                <a:lnTo>
                  <a:pt x="46367" y="608329"/>
                </a:lnTo>
                <a:lnTo>
                  <a:pt x="40360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4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4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1993" y="49529"/>
                </a:lnTo>
                <a:lnTo>
                  <a:pt x="2908" y="45720"/>
                </a:lnTo>
                <a:lnTo>
                  <a:pt x="5105" y="39370"/>
                </a:lnTo>
                <a:lnTo>
                  <a:pt x="7899" y="34289"/>
                </a:lnTo>
                <a:lnTo>
                  <a:pt x="11214" y="27939"/>
                </a:lnTo>
                <a:lnTo>
                  <a:pt x="15024" y="22860"/>
                </a:lnTo>
                <a:lnTo>
                  <a:pt x="19304" y="19050"/>
                </a:lnTo>
                <a:lnTo>
                  <a:pt x="24002" y="13970"/>
                </a:lnTo>
                <a:lnTo>
                  <a:pt x="29095" y="10160"/>
                </a:lnTo>
                <a:lnTo>
                  <a:pt x="34556" y="7620"/>
                </a:lnTo>
                <a:lnTo>
                  <a:pt x="40360" y="5079"/>
                </a:lnTo>
                <a:lnTo>
                  <a:pt x="46367" y="2539"/>
                </a:lnTo>
                <a:lnTo>
                  <a:pt x="49593" y="1270"/>
                </a:lnTo>
                <a:lnTo>
                  <a:pt x="1419910" y="1270"/>
                </a:lnTo>
                <a:lnTo>
                  <a:pt x="1443799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07" y="13970"/>
                </a:lnTo>
                <a:lnTo>
                  <a:pt x="45008" y="16510"/>
                </a:lnTo>
                <a:lnTo>
                  <a:pt x="45580" y="16510"/>
                </a:lnTo>
                <a:lnTo>
                  <a:pt x="42964" y="17779"/>
                </a:lnTo>
                <a:lnTo>
                  <a:pt x="40894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7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19" y="31750"/>
                </a:lnTo>
                <a:lnTo>
                  <a:pt x="21577" y="35560"/>
                </a:lnTo>
                <a:lnTo>
                  <a:pt x="21907" y="35560"/>
                </a:lnTo>
                <a:lnTo>
                  <a:pt x="19659" y="39370"/>
                </a:lnTo>
                <a:lnTo>
                  <a:pt x="19202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09" y="49529"/>
                </a:lnTo>
                <a:lnTo>
                  <a:pt x="15062" y="49529"/>
                </a:lnTo>
                <a:lnTo>
                  <a:pt x="14249" y="52070"/>
                </a:lnTo>
                <a:lnTo>
                  <a:pt x="13665" y="54610"/>
                </a:lnTo>
                <a:lnTo>
                  <a:pt x="13208" y="57150"/>
                </a:lnTo>
                <a:lnTo>
                  <a:pt x="12865" y="59689"/>
                </a:lnTo>
                <a:lnTo>
                  <a:pt x="12750" y="622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46" y="552450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70"/>
                </a:lnTo>
                <a:lnTo>
                  <a:pt x="14909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02" y="570229"/>
                </a:lnTo>
                <a:lnTo>
                  <a:pt x="18910" y="570229"/>
                </a:lnTo>
                <a:lnTo>
                  <a:pt x="21907" y="575310"/>
                </a:lnTo>
                <a:lnTo>
                  <a:pt x="22437" y="575310"/>
                </a:lnTo>
                <a:lnTo>
                  <a:pt x="25019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4" y="591820"/>
                </a:lnTo>
                <a:lnTo>
                  <a:pt x="40347" y="591820"/>
                </a:lnTo>
                <a:lnTo>
                  <a:pt x="45580" y="594360"/>
                </a:lnTo>
                <a:lnTo>
                  <a:pt x="45008" y="594360"/>
                </a:lnTo>
                <a:lnTo>
                  <a:pt x="50507" y="595629"/>
                </a:lnTo>
                <a:lnTo>
                  <a:pt x="50063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442097" y="598170"/>
                </a:lnTo>
                <a:lnTo>
                  <a:pt x="1440395" y="599439"/>
                </a:lnTo>
                <a:lnTo>
                  <a:pt x="1434934" y="603250"/>
                </a:lnTo>
                <a:lnTo>
                  <a:pt x="1429143" y="605789"/>
                </a:lnTo>
                <a:lnTo>
                  <a:pt x="1423136" y="608329"/>
                </a:lnTo>
                <a:close/>
              </a:path>
              <a:path w="1470025" h="610870">
                <a:moveTo>
                  <a:pt x="1429156" y="19050"/>
                </a:moveTo>
                <a:lnTo>
                  <a:pt x="1423911" y="16510"/>
                </a:lnTo>
                <a:lnTo>
                  <a:pt x="1424495" y="16510"/>
                </a:lnTo>
                <a:lnTo>
                  <a:pt x="1418983" y="13970"/>
                </a:lnTo>
                <a:lnTo>
                  <a:pt x="1416900" y="13970"/>
                </a:lnTo>
                <a:lnTo>
                  <a:pt x="1414005" y="12700"/>
                </a:lnTo>
                <a:lnTo>
                  <a:pt x="1443799" y="12700"/>
                </a:lnTo>
                <a:lnTo>
                  <a:pt x="1445501" y="13970"/>
                </a:lnTo>
                <a:lnTo>
                  <a:pt x="1449025" y="17779"/>
                </a:lnTo>
                <a:lnTo>
                  <a:pt x="1428610" y="17779"/>
                </a:lnTo>
                <a:lnTo>
                  <a:pt x="1429156" y="19050"/>
                </a:lnTo>
                <a:close/>
              </a:path>
              <a:path w="1470025" h="610870">
                <a:moveTo>
                  <a:pt x="40347" y="19050"/>
                </a:moveTo>
                <a:lnTo>
                  <a:pt x="40894" y="17779"/>
                </a:lnTo>
                <a:lnTo>
                  <a:pt x="42964" y="17779"/>
                </a:lnTo>
                <a:lnTo>
                  <a:pt x="40347" y="19050"/>
                </a:lnTo>
                <a:close/>
              </a:path>
              <a:path w="1470025" h="610870">
                <a:moveTo>
                  <a:pt x="1450594" y="40639"/>
                </a:moveTo>
                <a:lnTo>
                  <a:pt x="1447584" y="35560"/>
                </a:lnTo>
                <a:lnTo>
                  <a:pt x="1447927" y="35560"/>
                </a:lnTo>
                <a:lnTo>
                  <a:pt x="1444485" y="31750"/>
                </a:lnTo>
                <a:lnTo>
                  <a:pt x="1444866" y="31750"/>
                </a:lnTo>
                <a:lnTo>
                  <a:pt x="1441005" y="27939"/>
                </a:lnTo>
                <a:lnTo>
                  <a:pt x="1441437" y="27939"/>
                </a:lnTo>
                <a:lnTo>
                  <a:pt x="1437182" y="24129"/>
                </a:lnTo>
                <a:lnTo>
                  <a:pt x="1437652" y="24129"/>
                </a:lnTo>
                <a:lnTo>
                  <a:pt x="1433042" y="21589"/>
                </a:lnTo>
                <a:lnTo>
                  <a:pt x="1433550" y="21589"/>
                </a:lnTo>
                <a:lnTo>
                  <a:pt x="1428610" y="17779"/>
                </a:lnTo>
                <a:lnTo>
                  <a:pt x="1449025" y="17779"/>
                </a:lnTo>
                <a:lnTo>
                  <a:pt x="1450200" y="19050"/>
                </a:lnTo>
                <a:lnTo>
                  <a:pt x="1454467" y="22860"/>
                </a:lnTo>
                <a:lnTo>
                  <a:pt x="1458290" y="27939"/>
                </a:lnTo>
                <a:lnTo>
                  <a:pt x="1461604" y="34289"/>
                </a:lnTo>
                <a:lnTo>
                  <a:pt x="1464386" y="39370"/>
                </a:lnTo>
                <a:lnTo>
                  <a:pt x="1450289" y="39370"/>
                </a:lnTo>
                <a:lnTo>
                  <a:pt x="1450594" y="40639"/>
                </a:lnTo>
                <a:close/>
              </a:path>
              <a:path w="1470025" h="610870">
                <a:moveTo>
                  <a:pt x="18910" y="40639"/>
                </a:moveTo>
                <a:lnTo>
                  <a:pt x="19202" y="39370"/>
                </a:lnTo>
                <a:lnTo>
                  <a:pt x="19659" y="39370"/>
                </a:lnTo>
                <a:lnTo>
                  <a:pt x="18910" y="40639"/>
                </a:lnTo>
                <a:close/>
              </a:path>
              <a:path w="1470025" h="610870">
                <a:moveTo>
                  <a:pt x="1462161" y="575310"/>
                </a:moveTo>
                <a:lnTo>
                  <a:pt x="1447584" y="575310"/>
                </a:lnTo>
                <a:lnTo>
                  <a:pt x="1450594" y="570229"/>
                </a:lnTo>
                <a:lnTo>
                  <a:pt x="1450289" y="570229"/>
                </a:lnTo>
                <a:lnTo>
                  <a:pt x="1452816" y="565150"/>
                </a:lnTo>
                <a:lnTo>
                  <a:pt x="1452575" y="565150"/>
                </a:lnTo>
                <a:lnTo>
                  <a:pt x="1454581" y="560070"/>
                </a:lnTo>
                <a:lnTo>
                  <a:pt x="1454442" y="560070"/>
                </a:lnTo>
                <a:lnTo>
                  <a:pt x="1455242" y="557529"/>
                </a:lnTo>
                <a:lnTo>
                  <a:pt x="1455839" y="554989"/>
                </a:lnTo>
                <a:lnTo>
                  <a:pt x="1456296" y="552450"/>
                </a:lnTo>
                <a:lnTo>
                  <a:pt x="1456639" y="549910"/>
                </a:lnTo>
                <a:lnTo>
                  <a:pt x="1456829" y="547370"/>
                </a:lnTo>
                <a:lnTo>
                  <a:pt x="1456817" y="62229"/>
                </a:lnTo>
                <a:lnTo>
                  <a:pt x="1456601" y="59689"/>
                </a:lnTo>
                <a:lnTo>
                  <a:pt x="1456258" y="57150"/>
                </a:lnTo>
                <a:lnTo>
                  <a:pt x="1455775" y="54610"/>
                </a:lnTo>
                <a:lnTo>
                  <a:pt x="1455165" y="52070"/>
                </a:lnTo>
                <a:lnTo>
                  <a:pt x="1454442" y="49529"/>
                </a:lnTo>
                <a:lnTo>
                  <a:pt x="1454581" y="49529"/>
                </a:lnTo>
                <a:lnTo>
                  <a:pt x="1452575" y="44450"/>
                </a:lnTo>
                <a:lnTo>
                  <a:pt x="1452816" y="44450"/>
                </a:lnTo>
                <a:lnTo>
                  <a:pt x="1450289" y="39370"/>
                </a:lnTo>
                <a:lnTo>
                  <a:pt x="1464386" y="39370"/>
                </a:lnTo>
                <a:lnTo>
                  <a:pt x="1466596" y="45720"/>
                </a:lnTo>
                <a:lnTo>
                  <a:pt x="1467510" y="49529"/>
                </a:lnTo>
                <a:lnTo>
                  <a:pt x="1468247" y="52070"/>
                </a:lnTo>
                <a:lnTo>
                  <a:pt x="1468831" y="55879"/>
                </a:lnTo>
                <a:lnTo>
                  <a:pt x="1469250" y="58420"/>
                </a:lnTo>
                <a:lnTo>
                  <a:pt x="1469504" y="62229"/>
                </a:lnTo>
                <a:lnTo>
                  <a:pt x="1469504" y="547370"/>
                </a:lnTo>
                <a:lnTo>
                  <a:pt x="1469250" y="551179"/>
                </a:lnTo>
                <a:lnTo>
                  <a:pt x="1468831" y="554989"/>
                </a:lnTo>
                <a:lnTo>
                  <a:pt x="1468247" y="557529"/>
                </a:lnTo>
                <a:lnTo>
                  <a:pt x="1467510" y="561339"/>
                </a:lnTo>
                <a:lnTo>
                  <a:pt x="1466596" y="563879"/>
                </a:lnTo>
                <a:lnTo>
                  <a:pt x="1464386" y="570229"/>
                </a:lnTo>
                <a:lnTo>
                  <a:pt x="1462161" y="575310"/>
                </a:lnTo>
                <a:close/>
              </a:path>
              <a:path w="1470025" h="610870">
                <a:moveTo>
                  <a:pt x="12674" y="63500"/>
                </a:moveTo>
                <a:lnTo>
                  <a:pt x="12687" y="62229"/>
                </a:lnTo>
                <a:lnTo>
                  <a:pt x="12674" y="63500"/>
                </a:lnTo>
                <a:close/>
              </a:path>
              <a:path w="1470025" h="610870">
                <a:moveTo>
                  <a:pt x="1456829" y="63500"/>
                </a:moveTo>
                <a:lnTo>
                  <a:pt x="1456753" y="62229"/>
                </a:lnTo>
                <a:lnTo>
                  <a:pt x="1456829" y="63500"/>
                </a:lnTo>
                <a:close/>
              </a:path>
              <a:path w="1470025" h="610870">
                <a:moveTo>
                  <a:pt x="22437" y="575310"/>
                </a:moveTo>
                <a:lnTo>
                  <a:pt x="21907" y="575310"/>
                </a:lnTo>
                <a:lnTo>
                  <a:pt x="21577" y="574039"/>
                </a:lnTo>
                <a:lnTo>
                  <a:pt x="22437" y="575310"/>
                </a:lnTo>
                <a:close/>
              </a:path>
              <a:path w="1470025" h="610870">
                <a:moveTo>
                  <a:pt x="1459947" y="579120"/>
                </a:moveTo>
                <a:lnTo>
                  <a:pt x="1444485" y="579120"/>
                </a:lnTo>
                <a:lnTo>
                  <a:pt x="1447927" y="574039"/>
                </a:lnTo>
                <a:lnTo>
                  <a:pt x="1447584" y="575310"/>
                </a:lnTo>
                <a:lnTo>
                  <a:pt x="1462161" y="575310"/>
                </a:lnTo>
                <a:lnTo>
                  <a:pt x="1461604" y="576579"/>
                </a:lnTo>
                <a:lnTo>
                  <a:pt x="1459947" y="579120"/>
                </a:lnTo>
                <a:close/>
              </a:path>
              <a:path w="1470025" h="610870">
                <a:moveTo>
                  <a:pt x="25603" y="579120"/>
                </a:moveTo>
                <a:lnTo>
                  <a:pt x="25019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1470025" h="610870">
                <a:moveTo>
                  <a:pt x="1457334" y="582929"/>
                </a:moveTo>
                <a:lnTo>
                  <a:pt x="1441005" y="582929"/>
                </a:lnTo>
                <a:lnTo>
                  <a:pt x="1444866" y="577850"/>
                </a:lnTo>
                <a:lnTo>
                  <a:pt x="1444485" y="579120"/>
                </a:lnTo>
                <a:lnTo>
                  <a:pt x="1459947" y="579120"/>
                </a:lnTo>
                <a:lnTo>
                  <a:pt x="1458290" y="581660"/>
                </a:lnTo>
                <a:lnTo>
                  <a:pt x="1457334" y="582929"/>
                </a:lnTo>
                <a:close/>
              </a:path>
              <a:path w="1470025" h="610870">
                <a:moveTo>
                  <a:pt x="29485" y="582929"/>
                </a:moveTo>
                <a:lnTo>
                  <a:pt x="28498" y="582929"/>
                </a:lnTo>
                <a:lnTo>
                  <a:pt x="28067" y="581660"/>
                </a:lnTo>
                <a:lnTo>
                  <a:pt x="29485" y="582929"/>
                </a:lnTo>
                <a:close/>
              </a:path>
              <a:path w="1470025" h="610870">
                <a:moveTo>
                  <a:pt x="1442097" y="598170"/>
                </a:moveTo>
                <a:lnTo>
                  <a:pt x="1408684" y="598170"/>
                </a:lnTo>
                <a:lnTo>
                  <a:pt x="1411681" y="596900"/>
                </a:lnTo>
                <a:lnTo>
                  <a:pt x="1416596" y="596900"/>
                </a:lnTo>
                <a:lnTo>
                  <a:pt x="1419440" y="595629"/>
                </a:lnTo>
                <a:lnTo>
                  <a:pt x="1418983" y="595629"/>
                </a:lnTo>
                <a:lnTo>
                  <a:pt x="1424495" y="594360"/>
                </a:lnTo>
                <a:lnTo>
                  <a:pt x="1423911" y="594360"/>
                </a:lnTo>
                <a:lnTo>
                  <a:pt x="1429156" y="591820"/>
                </a:lnTo>
                <a:lnTo>
                  <a:pt x="1428610" y="591820"/>
                </a:lnTo>
                <a:lnTo>
                  <a:pt x="1433550" y="589279"/>
                </a:lnTo>
                <a:lnTo>
                  <a:pt x="1433042" y="589279"/>
                </a:lnTo>
                <a:lnTo>
                  <a:pt x="1437652" y="585470"/>
                </a:lnTo>
                <a:lnTo>
                  <a:pt x="1437182" y="585470"/>
                </a:lnTo>
                <a:lnTo>
                  <a:pt x="1441437" y="581660"/>
                </a:lnTo>
                <a:lnTo>
                  <a:pt x="1441005" y="582929"/>
                </a:lnTo>
                <a:lnTo>
                  <a:pt x="1457334" y="582929"/>
                </a:lnTo>
                <a:lnTo>
                  <a:pt x="1454467" y="586739"/>
                </a:lnTo>
                <a:lnTo>
                  <a:pt x="1450200" y="591820"/>
                </a:lnTo>
                <a:lnTo>
                  <a:pt x="1445501" y="595629"/>
                </a:lnTo>
                <a:lnTo>
                  <a:pt x="1442097" y="598170"/>
                </a:lnTo>
                <a:close/>
              </a:path>
              <a:path w="1470025" h="610870">
                <a:moveTo>
                  <a:pt x="1416710" y="609600"/>
                </a:moveTo>
                <a:lnTo>
                  <a:pt x="52793" y="609600"/>
                </a:lnTo>
                <a:lnTo>
                  <a:pt x="49593" y="608329"/>
                </a:lnTo>
                <a:lnTo>
                  <a:pt x="1419910" y="608329"/>
                </a:lnTo>
                <a:lnTo>
                  <a:pt x="1416710" y="609600"/>
                </a:lnTo>
                <a:close/>
              </a:path>
              <a:path w="1470025" h="610870">
                <a:moveTo>
                  <a:pt x="1410131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1413446" y="609600"/>
                </a:lnTo>
                <a:lnTo>
                  <a:pt x="1410131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171935" y="4698491"/>
            <a:ext cx="278765" cy="495300"/>
          </a:xfrm>
          <a:custGeom>
            <a:avLst/>
            <a:gdLst/>
            <a:ahLst/>
            <a:cxnLst/>
            <a:rect l="l" t="t" r="r" b="b"/>
            <a:pathLst>
              <a:path w="278764" h="495300">
                <a:moveTo>
                  <a:pt x="11150" y="494919"/>
                </a:moveTo>
                <a:lnTo>
                  <a:pt x="0" y="488835"/>
                </a:lnTo>
                <a:lnTo>
                  <a:pt x="266992" y="0"/>
                </a:lnTo>
                <a:lnTo>
                  <a:pt x="278142" y="6083"/>
                </a:lnTo>
                <a:lnTo>
                  <a:pt x="11150" y="494919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445252" y="4402835"/>
            <a:ext cx="1256030" cy="597535"/>
          </a:xfrm>
          <a:custGeom>
            <a:avLst/>
            <a:gdLst/>
            <a:ahLst/>
            <a:cxnLst/>
            <a:rect l="l" t="t" r="r" b="b"/>
            <a:pathLst>
              <a:path w="1256029" h="597535">
                <a:moveTo>
                  <a:pt x="1194816" y="597408"/>
                </a:moveTo>
                <a:lnTo>
                  <a:pt x="59436" y="597408"/>
                </a:lnTo>
                <a:lnTo>
                  <a:pt x="35963" y="593082"/>
                </a:lnTo>
                <a:lnTo>
                  <a:pt x="16921" y="580424"/>
                </a:lnTo>
                <a:lnTo>
                  <a:pt x="4277" y="561399"/>
                </a:lnTo>
                <a:lnTo>
                  <a:pt x="0" y="537972"/>
                </a:lnTo>
                <a:lnTo>
                  <a:pt x="0" y="59436"/>
                </a:lnTo>
                <a:lnTo>
                  <a:pt x="4277" y="36006"/>
                </a:lnTo>
                <a:lnTo>
                  <a:pt x="16921" y="16978"/>
                </a:lnTo>
                <a:lnTo>
                  <a:pt x="35963" y="4320"/>
                </a:lnTo>
                <a:lnTo>
                  <a:pt x="59436" y="0"/>
                </a:lnTo>
                <a:lnTo>
                  <a:pt x="1194816" y="0"/>
                </a:lnTo>
                <a:lnTo>
                  <a:pt x="1218403" y="4320"/>
                </a:lnTo>
                <a:lnTo>
                  <a:pt x="1237640" y="16978"/>
                </a:lnTo>
                <a:lnTo>
                  <a:pt x="1250705" y="36006"/>
                </a:lnTo>
                <a:lnTo>
                  <a:pt x="1255776" y="59436"/>
                </a:lnTo>
                <a:lnTo>
                  <a:pt x="1255776" y="537972"/>
                </a:lnTo>
                <a:lnTo>
                  <a:pt x="1250705" y="561399"/>
                </a:lnTo>
                <a:lnTo>
                  <a:pt x="1237640" y="580424"/>
                </a:lnTo>
                <a:lnTo>
                  <a:pt x="1218403" y="593082"/>
                </a:lnTo>
                <a:lnTo>
                  <a:pt x="1194816" y="597408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438241" y="4395813"/>
            <a:ext cx="1268730" cy="610870"/>
          </a:xfrm>
          <a:custGeom>
            <a:avLst/>
            <a:gdLst/>
            <a:ahLst/>
            <a:cxnLst/>
            <a:rect l="l" t="t" r="r" b="b"/>
            <a:pathLst>
              <a:path w="1268729" h="610870">
                <a:moveTo>
                  <a:pt x="1215631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1212367" y="0"/>
                </a:lnTo>
                <a:lnTo>
                  <a:pt x="1215631" y="1270"/>
                </a:lnTo>
                <a:close/>
              </a:path>
              <a:path w="1268729" h="610870">
                <a:moveTo>
                  <a:pt x="1222057" y="608329"/>
                </a:moveTo>
                <a:lnTo>
                  <a:pt x="46367" y="608329"/>
                </a:lnTo>
                <a:lnTo>
                  <a:pt x="40360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3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3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1993" y="49529"/>
                </a:lnTo>
                <a:lnTo>
                  <a:pt x="2908" y="45720"/>
                </a:lnTo>
                <a:lnTo>
                  <a:pt x="5105" y="39370"/>
                </a:lnTo>
                <a:lnTo>
                  <a:pt x="7899" y="34289"/>
                </a:lnTo>
                <a:lnTo>
                  <a:pt x="11214" y="27939"/>
                </a:lnTo>
                <a:lnTo>
                  <a:pt x="15024" y="22860"/>
                </a:lnTo>
                <a:lnTo>
                  <a:pt x="19303" y="19050"/>
                </a:lnTo>
                <a:lnTo>
                  <a:pt x="24002" y="13970"/>
                </a:lnTo>
                <a:lnTo>
                  <a:pt x="29095" y="10160"/>
                </a:lnTo>
                <a:lnTo>
                  <a:pt x="34556" y="7620"/>
                </a:lnTo>
                <a:lnTo>
                  <a:pt x="40360" y="5079"/>
                </a:lnTo>
                <a:lnTo>
                  <a:pt x="46367" y="2539"/>
                </a:lnTo>
                <a:lnTo>
                  <a:pt x="49593" y="1270"/>
                </a:lnTo>
                <a:lnTo>
                  <a:pt x="1218844" y="1270"/>
                </a:lnTo>
                <a:lnTo>
                  <a:pt x="1242724" y="12700"/>
                </a:lnTo>
                <a:lnTo>
                  <a:pt x="55498" y="12700"/>
                </a:lnTo>
                <a:lnTo>
                  <a:pt x="52603" y="13970"/>
                </a:lnTo>
                <a:lnTo>
                  <a:pt x="50507" y="13970"/>
                </a:lnTo>
                <a:lnTo>
                  <a:pt x="45008" y="16510"/>
                </a:lnTo>
                <a:lnTo>
                  <a:pt x="45580" y="16510"/>
                </a:lnTo>
                <a:lnTo>
                  <a:pt x="42964" y="17779"/>
                </a:lnTo>
                <a:lnTo>
                  <a:pt x="40893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6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18" y="31750"/>
                </a:lnTo>
                <a:lnTo>
                  <a:pt x="21577" y="35560"/>
                </a:lnTo>
                <a:lnTo>
                  <a:pt x="21907" y="35560"/>
                </a:lnTo>
                <a:lnTo>
                  <a:pt x="19659" y="39370"/>
                </a:lnTo>
                <a:lnTo>
                  <a:pt x="19202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09" y="49529"/>
                </a:lnTo>
                <a:lnTo>
                  <a:pt x="15062" y="49529"/>
                </a:lnTo>
                <a:lnTo>
                  <a:pt x="14249" y="52070"/>
                </a:lnTo>
                <a:lnTo>
                  <a:pt x="13665" y="54610"/>
                </a:lnTo>
                <a:lnTo>
                  <a:pt x="13207" y="57150"/>
                </a:lnTo>
                <a:lnTo>
                  <a:pt x="12865" y="59689"/>
                </a:lnTo>
                <a:lnTo>
                  <a:pt x="12750" y="622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46" y="552450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70"/>
                </a:lnTo>
                <a:lnTo>
                  <a:pt x="14909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02" y="570229"/>
                </a:lnTo>
                <a:lnTo>
                  <a:pt x="18910" y="570229"/>
                </a:lnTo>
                <a:lnTo>
                  <a:pt x="21907" y="575310"/>
                </a:lnTo>
                <a:lnTo>
                  <a:pt x="22437" y="575310"/>
                </a:lnTo>
                <a:lnTo>
                  <a:pt x="25018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3" y="591820"/>
                </a:lnTo>
                <a:lnTo>
                  <a:pt x="40347" y="591820"/>
                </a:lnTo>
                <a:lnTo>
                  <a:pt x="45580" y="594360"/>
                </a:lnTo>
                <a:lnTo>
                  <a:pt x="45008" y="594360"/>
                </a:lnTo>
                <a:lnTo>
                  <a:pt x="50507" y="595629"/>
                </a:lnTo>
                <a:lnTo>
                  <a:pt x="50063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241027" y="598170"/>
                </a:lnTo>
                <a:lnTo>
                  <a:pt x="1239329" y="599439"/>
                </a:lnTo>
                <a:lnTo>
                  <a:pt x="1233868" y="603250"/>
                </a:lnTo>
                <a:lnTo>
                  <a:pt x="1228077" y="605789"/>
                </a:lnTo>
                <a:lnTo>
                  <a:pt x="1222057" y="608329"/>
                </a:lnTo>
                <a:close/>
              </a:path>
              <a:path w="1268729" h="610870">
                <a:moveTo>
                  <a:pt x="1228077" y="19050"/>
                </a:moveTo>
                <a:lnTo>
                  <a:pt x="1222844" y="16510"/>
                </a:lnTo>
                <a:lnTo>
                  <a:pt x="1223416" y="16510"/>
                </a:lnTo>
                <a:lnTo>
                  <a:pt x="1217917" y="13970"/>
                </a:lnTo>
                <a:lnTo>
                  <a:pt x="1215834" y="13970"/>
                </a:lnTo>
                <a:lnTo>
                  <a:pt x="1212938" y="12700"/>
                </a:lnTo>
                <a:lnTo>
                  <a:pt x="1242724" y="12700"/>
                </a:lnTo>
                <a:lnTo>
                  <a:pt x="1244422" y="13970"/>
                </a:lnTo>
                <a:lnTo>
                  <a:pt x="1247955" y="17779"/>
                </a:lnTo>
                <a:lnTo>
                  <a:pt x="1227543" y="17779"/>
                </a:lnTo>
                <a:lnTo>
                  <a:pt x="1228077" y="19050"/>
                </a:lnTo>
                <a:close/>
              </a:path>
              <a:path w="1268729" h="610870">
                <a:moveTo>
                  <a:pt x="40347" y="19050"/>
                </a:moveTo>
                <a:lnTo>
                  <a:pt x="40893" y="17779"/>
                </a:lnTo>
                <a:lnTo>
                  <a:pt x="42964" y="17779"/>
                </a:lnTo>
                <a:lnTo>
                  <a:pt x="40347" y="19050"/>
                </a:lnTo>
                <a:close/>
              </a:path>
              <a:path w="1268729" h="610870">
                <a:moveTo>
                  <a:pt x="1249514" y="40639"/>
                </a:moveTo>
                <a:lnTo>
                  <a:pt x="1246517" y="35560"/>
                </a:lnTo>
                <a:lnTo>
                  <a:pt x="1246860" y="35560"/>
                </a:lnTo>
                <a:lnTo>
                  <a:pt x="1243418" y="31750"/>
                </a:lnTo>
                <a:lnTo>
                  <a:pt x="1243799" y="31750"/>
                </a:lnTo>
                <a:lnTo>
                  <a:pt x="1239939" y="27939"/>
                </a:lnTo>
                <a:lnTo>
                  <a:pt x="1240358" y="27939"/>
                </a:lnTo>
                <a:lnTo>
                  <a:pt x="1236116" y="24129"/>
                </a:lnTo>
                <a:lnTo>
                  <a:pt x="1236573" y="24129"/>
                </a:lnTo>
                <a:lnTo>
                  <a:pt x="1231963" y="21589"/>
                </a:lnTo>
                <a:lnTo>
                  <a:pt x="1232471" y="21589"/>
                </a:lnTo>
                <a:lnTo>
                  <a:pt x="1227543" y="17779"/>
                </a:lnTo>
                <a:lnTo>
                  <a:pt x="1247955" y="17779"/>
                </a:lnTo>
                <a:lnTo>
                  <a:pt x="1249133" y="19050"/>
                </a:lnTo>
                <a:lnTo>
                  <a:pt x="1253401" y="22860"/>
                </a:lnTo>
                <a:lnTo>
                  <a:pt x="1257211" y="27939"/>
                </a:lnTo>
                <a:lnTo>
                  <a:pt x="1260525" y="34289"/>
                </a:lnTo>
                <a:lnTo>
                  <a:pt x="1263319" y="39370"/>
                </a:lnTo>
                <a:lnTo>
                  <a:pt x="1249222" y="39370"/>
                </a:lnTo>
                <a:lnTo>
                  <a:pt x="1249514" y="40639"/>
                </a:lnTo>
                <a:close/>
              </a:path>
              <a:path w="1268729" h="610870">
                <a:moveTo>
                  <a:pt x="18910" y="40639"/>
                </a:moveTo>
                <a:lnTo>
                  <a:pt x="19202" y="39370"/>
                </a:lnTo>
                <a:lnTo>
                  <a:pt x="19659" y="39370"/>
                </a:lnTo>
                <a:lnTo>
                  <a:pt x="18910" y="40639"/>
                </a:lnTo>
                <a:close/>
              </a:path>
              <a:path w="1268729" h="610870">
                <a:moveTo>
                  <a:pt x="1261084" y="575310"/>
                </a:moveTo>
                <a:lnTo>
                  <a:pt x="1246517" y="575310"/>
                </a:lnTo>
                <a:lnTo>
                  <a:pt x="1249514" y="570229"/>
                </a:lnTo>
                <a:lnTo>
                  <a:pt x="1249222" y="570229"/>
                </a:lnTo>
                <a:lnTo>
                  <a:pt x="1251750" y="565150"/>
                </a:lnTo>
                <a:lnTo>
                  <a:pt x="1251496" y="565150"/>
                </a:lnTo>
                <a:lnTo>
                  <a:pt x="1253515" y="560070"/>
                </a:lnTo>
                <a:lnTo>
                  <a:pt x="1253375" y="560070"/>
                </a:lnTo>
                <a:lnTo>
                  <a:pt x="1254175" y="557529"/>
                </a:lnTo>
                <a:lnTo>
                  <a:pt x="1254760" y="554989"/>
                </a:lnTo>
                <a:lnTo>
                  <a:pt x="1255229" y="552450"/>
                </a:lnTo>
                <a:lnTo>
                  <a:pt x="1255560" y="549910"/>
                </a:lnTo>
                <a:lnTo>
                  <a:pt x="1255763" y="547370"/>
                </a:lnTo>
                <a:lnTo>
                  <a:pt x="1255826" y="544829"/>
                </a:lnTo>
                <a:lnTo>
                  <a:pt x="1255814" y="66039"/>
                </a:lnTo>
                <a:lnTo>
                  <a:pt x="1255750" y="62229"/>
                </a:lnTo>
                <a:lnTo>
                  <a:pt x="1255534" y="59689"/>
                </a:lnTo>
                <a:lnTo>
                  <a:pt x="1255179" y="57150"/>
                </a:lnTo>
                <a:lnTo>
                  <a:pt x="1254696" y="54610"/>
                </a:lnTo>
                <a:lnTo>
                  <a:pt x="1254099" y="52070"/>
                </a:lnTo>
                <a:lnTo>
                  <a:pt x="1253375" y="49529"/>
                </a:lnTo>
                <a:lnTo>
                  <a:pt x="1253515" y="49529"/>
                </a:lnTo>
                <a:lnTo>
                  <a:pt x="1251496" y="44450"/>
                </a:lnTo>
                <a:lnTo>
                  <a:pt x="1251750" y="44450"/>
                </a:lnTo>
                <a:lnTo>
                  <a:pt x="1249222" y="39370"/>
                </a:lnTo>
                <a:lnTo>
                  <a:pt x="1263319" y="39370"/>
                </a:lnTo>
                <a:lnTo>
                  <a:pt x="1265516" y="45720"/>
                </a:lnTo>
                <a:lnTo>
                  <a:pt x="1266431" y="49529"/>
                </a:lnTo>
                <a:lnTo>
                  <a:pt x="1267180" y="52070"/>
                </a:lnTo>
                <a:lnTo>
                  <a:pt x="1267764" y="55879"/>
                </a:lnTo>
                <a:lnTo>
                  <a:pt x="1268183" y="58420"/>
                </a:lnTo>
                <a:lnTo>
                  <a:pt x="1268437" y="62229"/>
                </a:lnTo>
                <a:lnTo>
                  <a:pt x="1268437" y="547370"/>
                </a:lnTo>
                <a:lnTo>
                  <a:pt x="1268183" y="551179"/>
                </a:lnTo>
                <a:lnTo>
                  <a:pt x="1267764" y="554989"/>
                </a:lnTo>
                <a:lnTo>
                  <a:pt x="1267180" y="557529"/>
                </a:lnTo>
                <a:lnTo>
                  <a:pt x="1266431" y="561339"/>
                </a:lnTo>
                <a:lnTo>
                  <a:pt x="1265516" y="563879"/>
                </a:lnTo>
                <a:lnTo>
                  <a:pt x="1263319" y="570229"/>
                </a:lnTo>
                <a:lnTo>
                  <a:pt x="1261084" y="575310"/>
                </a:lnTo>
                <a:close/>
              </a:path>
              <a:path w="1268729" h="610870">
                <a:moveTo>
                  <a:pt x="12674" y="63500"/>
                </a:moveTo>
                <a:lnTo>
                  <a:pt x="12687" y="62229"/>
                </a:lnTo>
                <a:lnTo>
                  <a:pt x="12674" y="63500"/>
                </a:lnTo>
                <a:close/>
              </a:path>
              <a:path w="1268729" h="610870">
                <a:moveTo>
                  <a:pt x="1255763" y="63500"/>
                </a:moveTo>
                <a:lnTo>
                  <a:pt x="1255687" y="62229"/>
                </a:lnTo>
                <a:lnTo>
                  <a:pt x="1255763" y="63500"/>
                </a:lnTo>
                <a:close/>
              </a:path>
              <a:path w="1268729" h="610870">
                <a:moveTo>
                  <a:pt x="22437" y="575310"/>
                </a:moveTo>
                <a:lnTo>
                  <a:pt x="21907" y="575310"/>
                </a:lnTo>
                <a:lnTo>
                  <a:pt x="21577" y="574039"/>
                </a:lnTo>
                <a:lnTo>
                  <a:pt x="22437" y="575310"/>
                </a:lnTo>
                <a:close/>
              </a:path>
              <a:path w="1268729" h="610870">
                <a:moveTo>
                  <a:pt x="1258868" y="579120"/>
                </a:moveTo>
                <a:lnTo>
                  <a:pt x="1243418" y="579120"/>
                </a:lnTo>
                <a:lnTo>
                  <a:pt x="1246860" y="574039"/>
                </a:lnTo>
                <a:lnTo>
                  <a:pt x="1246517" y="575310"/>
                </a:lnTo>
                <a:lnTo>
                  <a:pt x="1261084" y="575310"/>
                </a:lnTo>
                <a:lnTo>
                  <a:pt x="1260525" y="576579"/>
                </a:lnTo>
                <a:lnTo>
                  <a:pt x="1258868" y="579120"/>
                </a:lnTo>
                <a:close/>
              </a:path>
              <a:path w="1268729" h="610870">
                <a:moveTo>
                  <a:pt x="25603" y="579120"/>
                </a:moveTo>
                <a:lnTo>
                  <a:pt x="25018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1268729" h="610870">
                <a:moveTo>
                  <a:pt x="1256258" y="582929"/>
                </a:moveTo>
                <a:lnTo>
                  <a:pt x="1239939" y="582929"/>
                </a:lnTo>
                <a:lnTo>
                  <a:pt x="1243799" y="577850"/>
                </a:lnTo>
                <a:lnTo>
                  <a:pt x="1243418" y="579120"/>
                </a:lnTo>
                <a:lnTo>
                  <a:pt x="1258868" y="579120"/>
                </a:lnTo>
                <a:lnTo>
                  <a:pt x="1257211" y="581660"/>
                </a:lnTo>
                <a:lnTo>
                  <a:pt x="1256258" y="582929"/>
                </a:lnTo>
                <a:close/>
              </a:path>
              <a:path w="1268729" h="610870">
                <a:moveTo>
                  <a:pt x="29485" y="582929"/>
                </a:moveTo>
                <a:lnTo>
                  <a:pt x="28498" y="582929"/>
                </a:lnTo>
                <a:lnTo>
                  <a:pt x="28066" y="581660"/>
                </a:lnTo>
                <a:lnTo>
                  <a:pt x="29485" y="582929"/>
                </a:lnTo>
                <a:close/>
              </a:path>
              <a:path w="1268729" h="610870">
                <a:moveTo>
                  <a:pt x="1241027" y="598170"/>
                </a:moveTo>
                <a:lnTo>
                  <a:pt x="1207617" y="598170"/>
                </a:lnTo>
                <a:lnTo>
                  <a:pt x="1210614" y="596900"/>
                </a:lnTo>
                <a:lnTo>
                  <a:pt x="1215529" y="596900"/>
                </a:lnTo>
                <a:lnTo>
                  <a:pt x="1218361" y="595629"/>
                </a:lnTo>
                <a:lnTo>
                  <a:pt x="1217917" y="595629"/>
                </a:lnTo>
                <a:lnTo>
                  <a:pt x="1223416" y="594360"/>
                </a:lnTo>
                <a:lnTo>
                  <a:pt x="1222844" y="594360"/>
                </a:lnTo>
                <a:lnTo>
                  <a:pt x="1228077" y="591820"/>
                </a:lnTo>
                <a:lnTo>
                  <a:pt x="1227543" y="591820"/>
                </a:lnTo>
                <a:lnTo>
                  <a:pt x="1232471" y="589279"/>
                </a:lnTo>
                <a:lnTo>
                  <a:pt x="1231963" y="589279"/>
                </a:lnTo>
                <a:lnTo>
                  <a:pt x="1236573" y="585470"/>
                </a:lnTo>
                <a:lnTo>
                  <a:pt x="1236116" y="585470"/>
                </a:lnTo>
                <a:lnTo>
                  <a:pt x="1240358" y="581660"/>
                </a:lnTo>
                <a:lnTo>
                  <a:pt x="1239939" y="582929"/>
                </a:lnTo>
                <a:lnTo>
                  <a:pt x="1256258" y="582929"/>
                </a:lnTo>
                <a:lnTo>
                  <a:pt x="1253401" y="586739"/>
                </a:lnTo>
                <a:lnTo>
                  <a:pt x="1249133" y="591820"/>
                </a:lnTo>
                <a:lnTo>
                  <a:pt x="1244422" y="595629"/>
                </a:lnTo>
                <a:lnTo>
                  <a:pt x="1241027" y="598170"/>
                </a:lnTo>
                <a:close/>
              </a:path>
              <a:path w="1268729" h="610870">
                <a:moveTo>
                  <a:pt x="1215631" y="609600"/>
                </a:moveTo>
                <a:lnTo>
                  <a:pt x="52793" y="609600"/>
                </a:lnTo>
                <a:lnTo>
                  <a:pt x="49593" y="608329"/>
                </a:lnTo>
                <a:lnTo>
                  <a:pt x="1218844" y="608329"/>
                </a:lnTo>
                <a:lnTo>
                  <a:pt x="1215631" y="609600"/>
                </a:lnTo>
                <a:close/>
              </a:path>
              <a:path w="1268729" h="610870">
                <a:moveTo>
                  <a:pt x="1209052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1212367" y="609600"/>
                </a:lnTo>
                <a:lnTo>
                  <a:pt x="1209052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23458" y="4538154"/>
            <a:ext cx="949566" cy="3271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177154" y="5085016"/>
            <a:ext cx="1761489" cy="111760"/>
          </a:xfrm>
          <a:custGeom>
            <a:avLst/>
            <a:gdLst/>
            <a:ahLst/>
            <a:cxnLst/>
            <a:rect l="l" t="t" r="r" b="b"/>
            <a:pathLst>
              <a:path w="1761490" h="111760">
                <a:moveTo>
                  <a:pt x="711" y="111696"/>
                </a:moveTo>
                <a:lnTo>
                  <a:pt x="0" y="99021"/>
                </a:lnTo>
                <a:lnTo>
                  <a:pt x="1760677" y="0"/>
                </a:lnTo>
                <a:lnTo>
                  <a:pt x="1761388" y="12674"/>
                </a:lnTo>
                <a:lnTo>
                  <a:pt x="711" y="111696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938771" y="4791455"/>
            <a:ext cx="1371600" cy="599440"/>
          </a:xfrm>
          <a:custGeom>
            <a:avLst/>
            <a:gdLst/>
            <a:ahLst/>
            <a:cxnLst/>
            <a:rect l="l" t="t" r="r" b="b"/>
            <a:pathLst>
              <a:path w="1371600" h="599439">
                <a:moveTo>
                  <a:pt x="1310639" y="598932"/>
                </a:moveTo>
                <a:lnTo>
                  <a:pt x="59435" y="598932"/>
                </a:lnTo>
                <a:lnTo>
                  <a:pt x="36056" y="594426"/>
                </a:lnTo>
                <a:lnTo>
                  <a:pt x="17044" y="581706"/>
                </a:lnTo>
                <a:lnTo>
                  <a:pt x="4370" y="562739"/>
                </a:lnTo>
                <a:lnTo>
                  <a:pt x="0" y="539496"/>
                </a:lnTo>
                <a:lnTo>
                  <a:pt x="0" y="60960"/>
                </a:lnTo>
                <a:lnTo>
                  <a:pt x="4370" y="37320"/>
                </a:lnTo>
                <a:lnTo>
                  <a:pt x="17044" y="18064"/>
                </a:lnTo>
                <a:lnTo>
                  <a:pt x="36056" y="5015"/>
                </a:lnTo>
                <a:lnTo>
                  <a:pt x="59435" y="0"/>
                </a:lnTo>
                <a:lnTo>
                  <a:pt x="1310639" y="0"/>
                </a:lnTo>
                <a:lnTo>
                  <a:pt x="1334229" y="5015"/>
                </a:lnTo>
                <a:lnTo>
                  <a:pt x="1353469" y="18064"/>
                </a:lnTo>
                <a:lnTo>
                  <a:pt x="1366534" y="37320"/>
                </a:lnTo>
                <a:lnTo>
                  <a:pt x="1371600" y="60960"/>
                </a:lnTo>
                <a:lnTo>
                  <a:pt x="1371600" y="539496"/>
                </a:lnTo>
                <a:lnTo>
                  <a:pt x="1366534" y="562739"/>
                </a:lnTo>
                <a:lnTo>
                  <a:pt x="1353469" y="581706"/>
                </a:lnTo>
                <a:lnTo>
                  <a:pt x="1334229" y="594426"/>
                </a:lnTo>
                <a:lnTo>
                  <a:pt x="1310639" y="59893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931914" y="4785626"/>
            <a:ext cx="1384300" cy="610870"/>
          </a:xfrm>
          <a:custGeom>
            <a:avLst/>
            <a:gdLst/>
            <a:ahLst/>
            <a:cxnLst/>
            <a:rect l="l" t="t" r="r" b="b"/>
            <a:pathLst>
              <a:path w="1384300" h="610870">
                <a:moveTo>
                  <a:pt x="1331315" y="1270"/>
                </a:moveTo>
                <a:lnTo>
                  <a:pt x="52806" y="1270"/>
                </a:lnTo>
                <a:lnTo>
                  <a:pt x="56070" y="0"/>
                </a:lnTo>
                <a:lnTo>
                  <a:pt x="1328051" y="0"/>
                </a:lnTo>
                <a:lnTo>
                  <a:pt x="1331315" y="1270"/>
                </a:lnTo>
                <a:close/>
              </a:path>
              <a:path w="1384300" h="610870">
                <a:moveTo>
                  <a:pt x="1337741" y="608329"/>
                </a:moveTo>
                <a:lnTo>
                  <a:pt x="46380" y="608329"/>
                </a:lnTo>
                <a:lnTo>
                  <a:pt x="40360" y="605789"/>
                </a:lnTo>
                <a:lnTo>
                  <a:pt x="7912" y="576579"/>
                </a:lnTo>
                <a:lnTo>
                  <a:pt x="2920" y="563879"/>
                </a:lnTo>
                <a:lnTo>
                  <a:pt x="2006" y="561339"/>
                </a:lnTo>
                <a:lnTo>
                  <a:pt x="1269" y="557529"/>
                </a:lnTo>
                <a:lnTo>
                  <a:pt x="685" y="554989"/>
                </a:lnTo>
                <a:lnTo>
                  <a:pt x="266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66" y="58420"/>
                </a:lnTo>
                <a:lnTo>
                  <a:pt x="685" y="55879"/>
                </a:lnTo>
                <a:lnTo>
                  <a:pt x="1269" y="52070"/>
                </a:lnTo>
                <a:lnTo>
                  <a:pt x="2006" y="49529"/>
                </a:lnTo>
                <a:lnTo>
                  <a:pt x="2920" y="45720"/>
                </a:lnTo>
                <a:lnTo>
                  <a:pt x="5118" y="39370"/>
                </a:lnTo>
                <a:lnTo>
                  <a:pt x="7912" y="34289"/>
                </a:lnTo>
                <a:lnTo>
                  <a:pt x="11226" y="27939"/>
                </a:lnTo>
                <a:lnTo>
                  <a:pt x="15036" y="22860"/>
                </a:lnTo>
                <a:lnTo>
                  <a:pt x="19316" y="19050"/>
                </a:lnTo>
                <a:lnTo>
                  <a:pt x="24015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79"/>
                </a:lnTo>
                <a:lnTo>
                  <a:pt x="46380" y="2539"/>
                </a:lnTo>
                <a:lnTo>
                  <a:pt x="49606" y="1270"/>
                </a:lnTo>
                <a:lnTo>
                  <a:pt x="1334515" y="1270"/>
                </a:lnTo>
                <a:lnTo>
                  <a:pt x="1358408" y="12700"/>
                </a:lnTo>
                <a:lnTo>
                  <a:pt x="55511" y="12700"/>
                </a:lnTo>
                <a:lnTo>
                  <a:pt x="52616" y="13970"/>
                </a:lnTo>
                <a:lnTo>
                  <a:pt x="50520" y="13970"/>
                </a:lnTo>
                <a:lnTo>
                  <a:pt x="45021" y="16510"/>
                </a:lnTo>
                <a:lnTo>
                  <a:pt x="45592" y="16510"/>
                </a:lnTo>
                <a:lnTo>
                  <a:pt x="42976" y="17779"/>
                </a:lnTo>
                <a:lnTo>
                  <a:pt x="40906" y="17779"/>
                </a:lnTo>
                <a:lnTo>
                  <a:pt x="35966" y="21589"/>
                </a:lnTo>
                <a:lnTo>
                  <a:pt x="36474" y="21589"/>
                </a:lnTo>
                <a:lnTo>
                  <a:pt x="31864" y="24129"/>
                </a:lnTo>
                <a:lnTo>
                  <a:pt x="32334" y="24129"/>
                </a:lnTo>
                <a:lnTo>
                  <a:pt x="28079" y="27939"/>
                </a:lnTo>
                <a:lnTo>
                  <a:pt x="28511" y="27939"/>
                </a:lnTo>
                <a:lnTo>
                  <a:pt x="24637" y="31750"/>
                </a:lnTo>
                <a:lnTo>
                  <a:pt x="25031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72" y="39370"/>
                </a:lnTo>
                <a:lnTo>
                  <a:pt x="19215" y="39370"/>
                </a:lnTo>
                <a:lnTo>
                  <a:pt x="16700" y="44450"/>
                </a:lnTo>
                <a:lnTo>
                  <a:pt x="16941" y="44450"/>
                </a:lnTo>
                <a:lnTo>
                  <a:pt x="14922" y="49529"/>
                </a:lnTo>
                <a:lnTo>
                  <a:pt x="15074" y="49529"/>
                </a:lnTo>
                <a:lnTo>
                  <a:pt x="14262" y="52070"/>
                </a:lnTo>
                <a:lnTo>
                  <a:pt x="13677" y="54610"/>
                </a:lnTo>
                <a:lnTo>
                  <a:pt x="13207" y="57150"/>
                </a:lnTo>
                <a:lnTo>
                  <a:pt x="12877" y="59689"/>
                </a:lnTo>
                <a:lnTo>
                  <a:pt x="12763" y="62229"/>
                </a:lnTo>
                <a:lnTo>
                  <a:pt x="12687" y="547370"/>
                </a:lnTo>
                <a:lnTo>
                  <a:pt x="12915" y="549910"/>
                </a:lnTo>
                <a:lnTo>
                  <a:pt x="13258" y="552450"/>
                </a:lnTo>
                <a:lnTo>
                  <a:pt x="13741" y="554989"/>
                </a:lnTo>
                <a:lnTo>
                  <a:pt x="14350" y="557529"/>
                </a:lnTo>
                <a:lnTo>
                  <a:pt x="15074" y="560070"/>
                </a:lnTo>
                <a:lnTo>
                  <a:pt x="14922" y="560070"/>
                </a:lnTo>
                <a:lnTo>
                  <a:pt x="16941" y="565150"/>
                </a:lnTo>
                <a:lnTo>
                  <a:pt x="16700" y="565150"/>
                </a:lnTo>
                <a:lnTo>
                  <a:pt x="19215" y="570229"/>
                </a:lnTo>
                <a:lnTo>
                  <a:pt x="18922" y="570229"/>
                </a:lnTo>
                <a:lnTo>
                  <a:pt x="21920" y="575310"/>
                </a:lnTo>
                <a:lnTo>
                  <a:pt x="22440" y="575310"/>
                </a:lnTo>
                <a:lnTo>
                  <a:pt x="25031" y="579120"/>
                </a:lnTo>
                <a:lnTo>
                  <a:pt x="25606" y="579120"/>
                </a:lnTo>
                <a:lnTo>
                  <a:pt x="28511" y="582929"/>
                </a:lnTo>
                <a:lnTo>
                  <a:pt x="29497" y="582929"/>
                </a:lnTo>
                <a:lnTo>
                  <a:pt x="32334" y="585470"/>
                </a:lnTo>
                <a:lnTo>
                  <a:pt x="31864" y="585470"/>
                </a:lnTo>
                <a:lnTo>
                  <a:pt x="36474" y="589279"/>
                </a:lnTo>
                <a:lnTo>
                  <a:pt x="35966" y="589279"/>
                </a:lnTo>
                <a:lnTo>
                  <a:pt x="40906" y="591820"/>
                </a:lnTo>
                <a:lnTo>
                  <a:pt x="40360" y="591820"/>
                </a:lnTo>
                <a:lnTo>
                  <a:pt x="45592" y="594360"/>
                </a:lnTo>
                <a:lnTo>
                  <a:pt x="45021" y="594360"/>
                </a:lnTo>
                <a:lnTo>
                  <a:pt x="50520" y="595629"/>
                </a:lnTo>
                <a:lnTo>
                  <a:pt x="50076" y="595629"/>
                </a:lnTo>
                <a:lnTo>
                  <a:pt x="52920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356711" y="598170"/>
                </a:lnTo>
                <a:lnTo>
                  <a:pt x="1355013" y="599439"/>
                </a:lnTo>
                <a:lnTo>
                  <a:pt x="1349540" y="603250"/>
                </a:lnTo>
                <a:lnTo>
                  <a:pt x="1343748" y="605789"/>
                </a:lnTo>
                <a:lnTo>
                  <a:pt x="1337741" y="608329"/>
                </a:lnTo>
                <a:close/>
              </a:path>
              <a:path w="1384300" h="610870">
                <a:moveTo>
                  <a:pt x="1343761" y="19050"/>
                </a:moveTo>
                <a:lnTo>
                  <a:pt x="1338529" y="16510"/>
                </a:lnTo>
                <a:lnTo>
                  <a:pt x="1339100" y="16510"/>
                </a:lnTo>
                <a:lnTo>
                  <a:pt x="1333601" y="13970"/>
                </a:lnTo>
                <a:lnTo>
                  <a:pt x="1331506" y="13970"/>
                </a:lnTo>
                <a:lnTo>
                  <a:pt x="1328610" y="12700"/>
                </a:lnTo>
                <a:lnTo>
                  <a:pt x="1358408" y="12700"/>
                </a:lnTo>
                <a:lnTo>
                  <a:pt x="1360106" y="13970"/>
                </a:lnTo>
                <a:lnTo>
                  <a:pt x="1363630" y="17779"/>
                </a:lnTo>
                <a:lnTo>
                  <a:pt x="1343215" y="17779"/>
                </a:lnTo>
                <a:lnTo>
                  <a:pt x="1343761" y="19050"/>
                </a:lnTo>
                <a:close/>
              </a:path>
              <a:path w="1384300" h="610870">
                <a:moveTo>
                  <a:pt x="40360" y="19050"/>
                </a:moveTo>
                <a:lnTo>
                  <a:pt x="40906" y="17779"/>
                </a:lnTo>
                <a:lnTo>
                  <a:pt x="42976" y="17779"/>
                </a:lnTo>
                <a:lnTo>
                  <a:pt x="40360" y="19050"/>
                </a:lnTo>
                <a:close/>
              </a:path>
              <a:path w="1384300" h="610870">
                <a:moveTo>
                  <a:pt x="1365199" y="40639"/>
                </a:moveTo>
                <a:lnTo>
                  <a:pt x="1362189" y="35560"/>
                </a:lnTo>
                <a:lnTo>
                  <a:pt x="1362532" y="35560"/>
                </a:lnTo>
                <a:lnTo>
                  <a:pt x="1359090" y="31750"/>
                </a:lnTo>
                <a:lnTo>
                  <a:pt x="1359471" y="31750"/>
                </a:lnTo>
                <a:lnTo>
                  <a:pt x="1355610" y="27939"/>
                </a:lnTo>
                <a:lnTo>
                  <a:pt x="1356042" y="27939"/>
                </a:lnTo>
                <a:lnTo>
                  <a:pt x="1351787" y="24129"/>
                </a:lnTo>
                <a:lnTo>
                  <a:pt x="1352257" y="24129"/>
                </a:lnTo>
                <a:lnTo>
                  <a:pt x="1347647" y="21589"/>
                </a:lnTo>
                <a:lnTo>
                  <a:pt x="1348155" y="21589"/>
                </a:lnTo>
                <a:lnTo>
                  <a:pt x="1343215" y="17779"/>
                </a:lnTo>
                <a:lnTo>
                  <a:pt x="1363630" y="17779"/>
                </a:lnTo>
                <a:lnTo>
                  <a:pt x="1364805" y="19050"/>
                </a:lnTo>
                <a:lnTo>
                  <a:pt x="1369072" y="22860"/>
                </a:lnTo>
                <a:lnTo>
                  <a:pt x="1372895" y="27939"/>
                </a:lnTo>
                <a:lnTo>
                  <a:pt x="1376210" y="34289"/>
                </a:lnTo>
                <a:lnTo>
                  <a:pt x="1379004" y="39370"/>
                </a:lnTo>
                <a:lnTo>
                  <a:pt x="1364894" y="39370"/>
                </a:lnTo>
                <a:lnTo>
                  <a:pt x="1365199" y="40639"/>
                </a:lnTo>
                <a:close/>
              </a:path>
              <a:path w="1384300" h="610870">
                <a:moveTo>
                  <a:pt x="18922" y="40639"/>
                </a:moveTo>
                <a:lnTo>
                  <a:pt x="19215" y="39370"/>
                </a:lnTo>
                <a:lnTo>
                  <a:pt x="19672" y="39370"/>
                </a:lnTo>
                <a:lnTo>
                  <a:pt x="18922" y="40639"/>
                </a:lnTo>
                <a:close/>
              </a:path>
              <a:path w="1384300" h="610870">
                <a:moveTo>
                  <a:pt x="1376768" y="575310"/>
                </a:moveTo>
                <a:lnTo>
                  <a:pt x="1362189" y="575310"/>
                </a:lnTo>
                <a:lnTo>
                  <a:pt x="1365199" y="570229"/>
                </a:lnTo>
                <a:lnTo>
                  <a:pt x="1364894" y="570229"/>
                </a:lnTo>
                <a:lnTo>
                  <a:pt x="1367421" y="565150"/>
                </a:lnTo>
                <a:lnTo>
                  <a:pt x="1367180" y="565150"/>
                </a:lnTo>
                <a:lnTo>
                  <a:pt x="1369186" y="560070"/>
                </a:lnTo>
                <a:lnTo>
                  <a:pt x="1369047" y="560070"/>
                </a:lnTo>
                <a:lnTo>
                  <a:pt x="1369860" y="557529"/>
                </a:lnTo>
                <a:lnTo>
                  <a:pt x="1370444" y="554989"/>
                </a:lnTo>
                <a:lnTo>
                  <a:pt x="1370901" y="552450"/>
                </a:lnTo>
                <a:lnTo>
                  <a:pt x="1371244" y="549910"/>
                </a:lnTo>
                <a:lnTo>
                  <a:pt x="1371434" y="547370"/>
                </a:lnTo>
                <a:lnTo>
                  <a:pt x="1371422" y="62229"/>
                </a:lnTo>
                <a:lnTo>
                  <a:pt x="1371206" y="59689"/>
                </a:lnTo>
                <a:lnTo>
                  <a:pt x="1370863" y="57150"/>
                </a:lnTo>
                <a:lnTo>
                  <a:pt x="1370380" y="54610"/>
                </a:lnTo>
                <a:lnTo>
                  <a:pt x="1369771" y="52070"/>
                </a:lnTo>
                <a:lnTo>
                  <a:pt x="1369047" y="49529"/>
                </a:lnTo>
                <a:lnTo>
                  <a:pt x="1369186" y="49529"/>
                </a:lnTo>
                <a:lnTo>
                  <a:pt x="1367180" y="44450"/>
                </a:lnTo>
                <a:lnTo>
                  <a:pt x="1367421" y="44450"/>
                </a:lnTo>
                <a:lnTo>
                  <a:pt x="1364894" y="39370"/>
                </a:lnTo>
                <a:lnTo>
                  <a:pt x="1379004" y="39370"/>
                </a:lnTo>
                <a:lnTo>
                  <a:pt x="1381201" y="45720"/>
                </a:lnTo>
                <a:lnTo>
                  <a:pt x="1382115" y="49529"/>
                </a:lnTo>
                <a:lnTo>
                  <a:pt x="1382852" y="52070"/>
                </a:lnTo>
                <a:lnTo>
                  <a:pt x="1383436" y="55879"/>
                </a:lnTo>
                <a:lnTo>
                  <a:pt x="1383855" y="58420"/>
                </a:lnTo>
                <a:lnTo>
                  <a:pt x="1384109" y="62229"/>
                </a:lnTo>
                <a:lnTo>
                  <a:pt x="1384109" y="547370"/>
                </a:lnTo>
                <a:lnTo>
                  <a:pt x="1383855" y="551179"/>
                </a:lnTo>
                <a:lnTo>
                  <a:pt x="1383436" y="554989"/>
                </a:lnTo>
                <a:lnTo>
                  <a:pt x="1382852" y="557529"/>
                </a:lnTo>
                <a:lnTo>
                  <a:pt x="1382115" y="561339"/>
                </a:lnTo>
                <a:lnTo>
                  <a:pt x="1381201" y="563879"/>
                </a:lnTo>
                <a:lnTo>
                  <a:pt x="1379004" y="570229"/>
                </a:lnTo>
                <a:lnTo>
                  <a:pt x="1376768" y="575310"/>
                </a:lnTo>
                <a:close/>
              </a:path>
              <a:path w="1384300" h="610870">
                <a:moveTo>
                  <a:pt x="12687" y="63500"/>
                </a:moveTo>
                <a:lnTo>
                  <a:pt x="12700" y="62229"/>
                </a:lnTo>
                <a:lnTo>
                  <a:pt x="12687" y="63500"/>
                </a:lnTo>
                <a:close/>
              </a:path>
              <a:path w="1384300" h="610870">
                <a:moveTo>
                  <a:pt x="1371434" y="63500"/>
                </a:moveTo>
                <a:lnTo>
                  <a:pt x="1371358" y="62229"/>
                </a:lnTo>
                <a:lnTo>
                  <a:pt x="1371434" y="63500"/>
                </a:lnTo>
                <a:close/>
              </a:path>
              <a:path w="1384300" h="610870">
                <a:moveTo>
                  <a:pt x="22440" y="575310"/>
                </a:moveTo>
                <a:lnTo>
                  <a:pt x="21920" y="575310"/>
                </a:lnTo>
                <a:lnTo>
                  <a:pt x="21577" y="574039"/>
                </a:lnTo>
                <a:lnTo>
                  <a:pt x="22440" y="575310"/>
                </a:lnTo>
                <a:close/>
              </a:path>
              <a:path w="1384300" h="610870">
                <a:moveTo>
                  <a:pt x="1374552" y="579120"/>
                </a:moveTo>
                <a:lnTo>
                  <a:pt x="1359090" y="579120"/>
                </a:lnTo>
                <a:lnTo>
                  <a:pt x="1362532" y="574039"/>
                </a:lnTo>
                <a:lnTo>
                  <a:pt x="1362189" y="575310"/>
                </a:lnTo>
                <a:lnTo>
                  <a:pt x="1376768" y="575310"/>
                </a:lnTo>
                <a:lnTo>
                  <a:pt x="1376210" y="576579"/>
                </a:lnTo>
                <a:lnTo>
                  <a:pt x="1374552" y="579120"/>
                </a:lnTo>
                <a:close/>
              </a:path>
              <a:path w="1384300" h="610870">
                <a:moveTo>
                  <a:pt x="25606" y="579120"/>
                </a:moveTo>
                <a:lnTo>
                  <a:pt x="25031" y="579120"/>
                </a:lnTo>
                <a:lnTo>
                  <a:pt x="24637" y="577850"/>
                </a:lnTo>
                <a:lnTo>
                  <a:pt x="25606" y="579120"/>
                </a:lnTo>
                <a:close/>
              </a:path>
              <a:path w="1384300" h="610870">
                <a:moveTo>
                  <a:pt x="1371939" y="582929"/>
                </a:moveTo>
                <a:lnTo>
                  <a:pt x="1355610" y="582929"/>
                </a:lnTo>
                <a:lnTo>
                  <a:pt x="1359471" y="577850"/>
                </a:lnTo>
                <a:lnTo>
                  <a:pt x="1359090" y="579120"/>
                </a:lnTo>
                <a:lnTo>
                  <a:pt x="1374552" y="579120"/>
                </a:lnTo>
                <a:lnTo>
                  <a:pt x="1372895" y="581660"/>
                </a:lnTo>
                <a:lnTo>
                  <a:pt x="1371939" y="582929"/>
                </a:lnTo>
                <a:close/>
              </a:path>
              <a:path w="1384300" h="610870">
                <a:moveTo>
                  <a:pt x="29497" y="582929"/>
                </a:moveTo>
                <a:lnTo>
                  <a:pt x="28511" y="582929"/>
                </a:lnTo>
                <a:lnTo>
                  <a:pt x="28079" y="581660"/>
                </a:lnTo>
                <a:lnTo>
                  <a:pt x="29497" y="582929"/>
                </a:lnTo>
                <a:close/>
              </a:path>
              <a:path w="1384300" h="610870">
                <a:moveTo>
                  <a:pt x="1356711" y="598170"/>
                </a:moveTo>
                <a:lnTo>
                  <a:pt x="1323289" y="598170"/>
                </a:lnTo>
                <a:lnTo>
                  <a:pt x="1326286" y="596900"/>
                </a:lnTo>
                <a:lnTo>
                  <a:pt x="1331201" y="596900"/>
                </a:lnTo>
                <a:lnTo>
                  <a:pt x="1334046" y="595629"/>
                </a:lnTo>
                <a:lnTo>
                  <a:pt x="1333601" y="595629"/>
                </a:lnTo>
                <a:lnTo>
                  <a:pt x="1339100" y="594360"/>
                </a:lnTo>
                <a:lnTo>
                  <a:pt x="1338529" y="594360"/>
                </a:lnTo>
                <a:lnTo>
                  <a:pt x="1343761" y="591820"/>
                </a:lnTo>
                <a:lnTo>
                  <a:pt x="1343215" y="591820"/>
                </a:lnTo>
                <a:lnTo>
                  <a:pt x="1348155" y="589279"/>
                </a:lnTo>
                <a:lnTo>
                  <a:pt x="1347647" y="589279"/>
                </a:lnTo>
                <a:lnTo>
                  <a:pt x="1352257" y="585470"/>
                </a:lnTo>
                <a:lnTo>
                  <a:pt x="1351787" y="585470"/>
                </a:lnTo>
                <a:lnTo>
                  <a:pt x="1356042" y="581660"/>
                </a:lnTo>
                <a:lnTo>
                  <a:pt x="1355610" y="582929"/>
                </a:lnTo>
                <a:lnTo>
                  <a:pt x="1371939" y="582929"/>
                </a:lnTo>
                <a:lnTo>
                  <a:pt x="1369072" y="586739"/>
                </a:lnTo>
                <a:lnTo>
                  <a:pt x="1364805" y="591820"/>
                </a:lnTo>
                <a:lnTo>
                  <a:pt x="1360106" y="595629"/>
                </a:lnTo>
                <a:lnTo>
                  <a:pt x="1356711" y="598170"/>
                </a:lnTo>
                <a:close/>
              </a:path>
              <a:path w="1384300" h="610870">
                <a:moveTo>
                  <a:pt x="1331315" y="609600"/>
                </a:moveTo>
                <a:lnTo>
                  <a:pt x="52806" y="609600"/>
                </a:lnTo>
                <a:lnTo>
                  <a:pt x="49606" y="608329"/>
                </a:lnTo>
                <a:lnTo>
                  <a:pt x="1334515" y="608329"/>
                </a:lnTo>
                <a:lnTo>
                  <a:pt x="1331315" y="609600"/>
                </a:lnTo>
                <a:close/>
              </a:path>
              <a:path w="1384300" h="610870">
                <a:moveTo>
                  <a:pt x="1324736" y="610870"/>
                </a:moveTo>
                <a:lnTo>
                  <a:pt x="59385" y="610870"/>
                </a:lnTo>
                <a:lnTo>
                  <a:pt x="56070" y="609600"/>
                </a:lnTo>
                <a:lnTo>
                  <a:pt x="1328051" y="609600"/>
                </a:lnTo>
                <a:lnTo>
                  <a:pt x="1324736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024623" y="4936210"/>
            <a:ext cx="1223314" cy="33352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968586" y="5497563"/>
            <a:ext cx="745490" cy="429895"/>
          </a:xfrm>
          <a:custGeom>
            <a:avLst/>
            <a:gdLst/>
            <a:ahLst/>
            <a:cxnLst/>
            <a:rect l="l" t="t" r="r" b="b"/>
            <a:pathLst>
              <a:path w="745489" h="429895">
                <a:moveTo>
                  <a:pt x="739165" y="429793"/>
                </a:moveTo>
                <a:lnTo>
                  <a:pt x="0" y="11049"/>
                </a:lnTo>
                <a:lnTo>
                  <a:pt x="6248" y="0"/>
                </a:lnTo>
                <a:lnTo>
                  <a:pt x="745426" y="418744"/>
                </a:lnTo>
                <a:lnTo>
                  <a:pt x="739165" y="42979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710940" y="5622035"/>
            <a:ext cx="1458595" cy="599440"/>
          </a:xfrm>
          <a:custGeom>
            <a:avLst/>
            <a:gdLst/>
            <a:ahLst/>
            <a:cxnLst/>
            <a:rect l="l" t="t" r="r" b="b"/>
            <a:pathLst>
              <a:path w="1458595" h="599439">
                <a:moveTo>
                  <a:pt x="1399032" y="598931"/>
                </a:moveTo>
                <a:lnTo>
                  <a:pt x="59436" y="598931"/>
                </a:lnTo>
                <a:lnTo>
                  <a:pt x="36356" y="594363"/>
                </a:lnTo>
                <a:lnTo>
                  <a:pt x="17445" y="581625"/>
                </a:lnTo>
                <a:lnTo>
                  <a:pt x="4670" y="562681"/>
                </a:lnTo>
                <a:lnTo>
                  <a:pt x="0" y="539496"/>
                </a:lnTo>
                <a:lnTo>
                  <a:pt x="0" y="60960"/>
                </a:lnTo>
                <a:lnTo>
                  <a:pt x="4670" y="37263"/>
                </a:lnTo>
                <a:lnTo>
                  <a:pt x="17445" y="17987"/>
                </a:lnTo>
                <a:lnTo>
                  <a:pt x="36356" y="4958"/>
                </a:lnTo>
                <a:lnTo>
                  <a:pt x="59436" y="0"/>
                </a:lnTo>
                <a:lnTo>
                  <a:pt x="1399032" y="0"/>
                </a:lnTo>
                <a:lnTo>
                  <a:pt x="1422283" y="4958"/>
                </a:lnTo>
                <a:lnTo>
                  <a:pt x="1441251" y="17987"/>
                </a:lnTo>
                <a:lnTo>
                  <a:pt x="1453969" y="37263"/>
                </a:lnTo>
                <a:lnTo>
                  <a:pt x="1458468" y="60960"/>
                </a:lnTo>
                <a:lnTo>
                  <a:pt x="1458468" y="539496"/>
                </a:lnTo>
                <a:lnTo>
                  <a:pt x="1453969" y="562681"/>
                </a:lnTo>
                <a:lnTo>
                  <a:pt x="1441251" y="581625"/>
                </a:lnTo>
                <a:lnTo>
                  <a:pt x="1422283" y="594363"/>
                </a:lnTo>
                <a:lnTo>
                  <a:pt x="1399032" y="598931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04628" y="5616105"/>
            <a:ext cx="1471930" cy="610870"/>
          </a:xfrm>
          <a:custGeom>
            <a:avLst/>
            <a:gdLst/>
            <a:ahLst/>
            <a:cxnLst/>
            <a:rect l="l" t="t" r="r" b="b"/>
            <a:pathLst>
              <a:path w="1471929" h="610870">
                <a:moveTo>
                  <a:pt x="1418602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1415338" y="0"/>
                </a:lnTo>
                <a:lnTo>
                  <a:pt x="1418602" y="1270"/>
                </a:lnTo>
                <a:close/>
              </a:path>
              <a:path w="1471929" h="610870">
                <a:moveTo>
                  <a:pt x="1425028" y="608329"/>
                </a:moveTo>
                <a:lnTo>
                  <a:pt x="46367" y="608329"/>
                </a:lnTo>
                <a:lnTo>
                  <a:pt x="40347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4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4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1993" y="49529"/>
                </a:lnTo>
                <a:lnTo>
                  <a:pt x="2908" y="45720"/>
                </a:lnTo>
                <a:lnTo>
                  <a:pt x="5105" y="39370"/>
                </a:lnTo>
                <a:lnTo>
                  <a:pt x="7899" y="34289"/>
                </a:lnTo>
                <a:lnTo>
                  <a:pt x="11214" y="27939"/>
                </a:lnTo>
                <a:lnTo>
                  <a:pt x="15024" y="22860"/>
                </a:lnTo>
                <a:lnTo>
                  <a:pt x="19304" y="19050"/>
                </a:lnTo>
                <a:lnTo>
                  <a:pt x="24003" y="13970"/>
                </a:lnTo>
                <a:lnTo>
                  <a:pt x="29095" y="10160"/>
                </a:lnTo>
                <a:lnTo>
                  <a:pt x="34556" y="7620"/>
                </a:lnTo>
                <a:lnTo>
                  <a:pt x="40347" y="5079"/>
                </a:lnTo>
                <a:lnTo>
                  <a:pt x="46367" y="2539"/>
                </a:lnTo>
                <a:lnTo>
                  <a:pt x="49593" y="1270"/>
                </a:lnTo>
                <a:lnTo>
                  <a:pt x="1421803" y="1270"/>
                </a:lnTo>
                <a:lnTo>
                  <a:pt x="1445691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07" y="13970"/>
                </a:lnTo>
                <a:lnTo>
                  <a:pt x="45008" y="16510"/>
                </a:lnTo>
                <a:lnTo>
                  <a:pt x="45580" y="16510"/>
                </a:lnTo>
                <a:lnTo>
                  <a:pt x="42964" y="17779"/>
                </a:lnTo>
                <a:lnTo>
                  <a:pt x="40894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7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19" y="31750"/>
                </a:lnTo>
                <a:lnTo>
                  <a:pt x="21577" y="35560"/>
                </a:lnTo>
                <a:lnTo>
                  <a:pt x="21907" y="35560"/>
                </a:lnTo>
                <a:lnTo>
                  <a:pt x="19659" y="39370"/>
                </a:lnTo>
                <a:lnTo>
                  <a:pt x="19202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09" y="49529"/>
                </a:lnTo>
                <a:lnTo>
                  <a:pt x="15062" y="49529"/>
                </a:lnTo>
                <a:lnTo>
                  <a:pt x="14249" y="52070"/>
                </a:lnTo>
                <a:lnTo>
                  <a:pt x="13665" y="54610"/>
                </a:lnTo>
                <a:lnTo>
                  <a:pt x="13195" y="57150"/>
                </a:lnTo>
                <a:lnTo>
                  <a:pt x="12865" y="59689"/>
                </a:lnTo>
                <a:lnTo>
                  <a:pt x="12750" y="622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46" y="552450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70"/>
                </a:lnTo>
                <a:lnTo>
                  <a:pt x="14909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02" y="570229"/>
                </a:lnTo>
                <a:lnTo>
                  <a:pt x="18910" y="570229"/>
                </a:lnTo>
                <a:lnTo>
                  <a:pt x="21907" y="575310"/>
                </a:lnTo>
                <a:lnTo>
                  <a:pt x="22437" y="575310"/>
                </a:lnTo>
                <a:lnTo>
                  <a:pt x="25019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4" y="591820"/>
                </a:lnTo>
                <a:lnTo>
                  <a:pt x="40347" y="591820"/>
                </a:lnTo>
                <a:lnTo>
                  <a:pt x="45580" y="594360"/>
                </a:lnTo>
                <a:lnTo>
                  <a:pt x="45008" y="594360"/>
                </a:lnTo>
                <a:lnTo>
                  <a:pt x="50507" y="595629"/>
                </a:lnTo>
                <a:lnTo>
                  <a:pt x="50063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07" y="598170"/>
                </a:lnTo>
                <a:lnTo>
                  <a:pt x="1443989" y="598170"/>
                </a:lnTo>
                <a:lnTo>
                  <a:pt x="1442288" y="599439"/>
                </a:lnTo>
                <a:lnTo>
                  <a:pt x="1436827" y="603250"/>
                </a:lnTo>
                <a:lnTo>
                  <a:pt x="1431036" y="605789"/>
                </a:lnTo>
                <a:lnTo>
                  <a:pt x="1425028" y="608329"/>
                </a:lnTo>
                <a:close/>
              </a:path>
              <a:path w="1471929" h="610870">
                <a:moveTo>
                  <a:pt x="1431048" y="19050"/>
                </a:moveTo>
                <a:lnTo>
                  <a:pt x="1425803" y="16510"/>
                </a:lnTo>
                <a:lnTo>
                  <a:pt x="1426387" y="16510"/>
                </a:lnTo>
                <a:lnTo>
                  <a:pt x="1420876" y="13970"/>
                </a:lnTo>
                <a:lnTo>
                  <a:pt x="1418793" y="13970"/>
                </a:lnTo>
                <a:lnTo>
                  <a:pt x="1415897" y="12700"/>
                </a:lnTo>
                <a:lnTo>
                  <a:pt x="1445691" y="12700"/>
                </a:lnTo>
                <a:lnTo>
                  <a:pt x="1447393" y="13970"/>
                </a:lnTo>
                <a:lnTo>
                  <a:pt x="1450917" y="17779"/>
                </a:lnTo>
                <a:lnTo>
                  <a:pt x="1430502" y="17779"/>
                </a:lnTo>
                <a:lnTo>
                  <a:pt x="1431048" y="19050"/>
                </a:lnTo>
                <a:close/>
              </a:path>
              <a:path w="1471929" h="610870">
                <a:moveTo>
                  <a:pt x="40347" y="19050"/>
                </a:moveTo>
                <a:lnTo>
                  <a:pt x="40894" y="17779"/>
                </a:lnTo>
                <a:lnTo>
                  <a:pt x="42964" y="17779"/>
                </a:lnTo>
                <a:lnTo>
                  <a:pt x="40347" y="19050"/>
                </a:lnTo>
                <a:close/>
              </a:path>
              <a:path w="1471929" h="610870">
                <a:moveTo>
                  <a:pt x="1452473" y="40639"/>
                </a:moveTo>
                <a:lnTo>
                  <a:pt x="1449476" y="35560"/>
                </a:lnTo>
                <a:lnTo>
                  <a:pt x="1449819" y="35560"/>
                </a:lnTo>
                <a:lnTo>
                  <a:pt x="1446377" y="31750"/>
                </a:lnTo>
                <a:lnTo>
                  <a:pt x="1446758" y="31750"/>
                </a:lnTo>
                <a:lnTo>
                  <a:pt x="1442897" y="27939"/>
                </a:lnTo>
                <a:lnTo>
                  <a:pt x="1443329" y="27939"/>
                </a:lnTo>
                <a:lnTo>
                  <a:pt x="1439075" y="24129"/>
                </a:lnTo>
                <a:lnTo>
                  <a:pt x="1439545" y="24129"/>
                </a:lnTo>
                <a:lnTo>
                  <a:pt x="1434934" y="21589"/>
                </a:lnTo>
                <a:lnTo>
                  <a:pt x="1435442" y="21589"/>
                </a:lnTo>
                <a:lnTo>
                  <a:pt x="1430502" y="17779"/>
                </a:lnTo>
                <a:lnTo>
                  <a:pt x="1450917" y="17779"/>
                </a:lnTo>
                <a:lnTo>
                  <a:pt x="1452092" y="19050"/>
                </a:lnTo>
                <a:lnTo>
                  <a:pt x="1456359" y="22860"/>
                </a:lnTo>
                <a:lnTo>
                  <a:pt x="1460169" y="27939"/>
                </a:lnTo>
                <a:lnTo>
                  <a:pt x="1463497" y="34289"/>
                </a:lnTo>
                <a:lnTo>
                  <a:pt x="1466278" y="39370"/>
                </a:lnTo>
                <a:lnTo>
                  <a:pt x="1452181" y="39370"/>
                </a:lnTo>
                <a:lnTo>
                  <a:pt x="1452473" y="40639"/>
                </a:lnTo>
                <a:close/>
              </a:path>
              <a:path w="1471929" h="610870">
                <a:moveTo>
                  <a:pt x="18910" y="40639"/>
                </a:moveTo>
                <a:lnTo>
                  <a:pt x="19202" y="39370"/>
                </a:lnTo>
                <a:lnTo>
                  <a:pt x="19659" y="39370"/>
                </a:lnTo>
                <a:lnTo>
                  <a:pt x="18910" y="40639"/>
                </a:lnTo>
                <a:close/>
              </a:path>
              <a:path w="1471929" h="610870">
                <a:moveTo>
                  <a:pt x="1464053" y="575310"/>
                </a:moveTo>
                <a:lnTo>
                  <a:pt x="1449476" y="575310"/>
                </a:lnTo>
                <a:lnTo>
                  <a:pt x="1452473" y="570229"/>
                </a:lnTo>
                <a:lnTo>
                  <a:pt x="1452181" y="570229"/>
                </a:lnTo>
                <a:lnTo>
                  <a:pt x="1454708" y="565150"/>
                </a:lnTo>
                <a:lnTo>
                  <a:pt x="1454467" y="565150"/>
                </a:lnTo>
                <a:lnTo>
                  <a:pt x="1456474" y="560070"/>
                </a:lnTo>
                <a:lnTo>
                  <a:pt x="1456334" y="560070"/>
                </a:lnTo>
                <a:lnTo>
                  <a:pt x="1457134" y="557529"/>
                </a:lnTo>
                <a:lnTo>
                  <a:pt x="1457731" y="554989"/>
                </a:lnTo>
                <a:lnTo>
                  <a:pt x="1458188" y="552450"/>
                </a:lnTo>
                <a:lnTo>
                  <a:pt x="1458518" y="549910"/>
                </a:lnTo>
                <a:lnTo>
                  <a:pt x="1458722" y="547370"/>
                </a:lnTo>
                <a:lnTo>
                  <a:pt x="1458709" y="62229"/>
                </a:lnTo>
                <a:lnTo>
                  <a:pt x="1458493" y="59689"/>
                </a:lnTo>
                <a:lnTo>
                  <a:pt x="1458137" y="57150"/>
                </a:lnTo>
                <a:lnTo>
                  <a:pt x="1457667" y="54610"/>
                </a:lnTo>
                <a:lnTo>
                  <a:pt x="1457058" y="52070"/>
                </a:lnTo>
                <a:lnTo>
                  <a:pt x="1456334" y="49529"/>
                </a:lnTo>
                <a:lnTo>
                  <a:pt x="1456474" y="49529"/>
                </a:lnTo>
                <a:lnTo>
                  <a:pt x="1454467" y="44450"/>
                </a:lnTo>
                <a:lnTo>
                  <a:pt x="1454708" y="44450"/>
                </a:lnTo>
                <a:lnTo>
                  <a:pt x="1452181" y="39370"/>
                </a:lnTo>
                <a:lnTo>
                  <a:pt x="1466278" y="39370"/>
                </a:lnTo>
                <a:lnTo>
                  <a:pt x="1468488" y="45720"/>
                </a:lnTo>
                <a:lnTo>
                  <a:pt x="1469402" y="49529"/>
                </a:lnTo>
                <a:lnTo>
                  <a:pt x="1470139" y="52070"/>
                </a:lnTo>
                <a:lnTo>
                  <a:pt x="1470723" y="55879"/>
                </a:lnTo>
                <a:lnTo>
                  <a:pt x="1471142" y="58420"/>
                </a:lnTo>
                <a:lnTo>
                  <a:pt x="1471396" y="62229"/>
                </a:lnTo>
                <a:lnTo>
                  <a:pt x="1471396" y="547370"/>
                </a:lnTo>
                <a:lnTo>
                  <a:pt x="1471142" y="551179"/>
                </a:lnTo>
                <a:lnTo>
                  <a:pt x="1470723" y="554989"/>
                </a:lnTo>
                <a:lnTo>
                  <a:pt x="1470139" y="557529"/>
                </a:lnTo>
                <a:lnTo>
                  <a:pt x="1469402" y="561339"/>
                </a:lnTo>
                <a:lnTo>
                  <a:pt x="1468488" y="563879"/>
                </a:lnTo>
                <a:lnTo>
                  <a:pt x="1466278" y="570229"/>
                </a:lnTo>
                <a:lnTo>
                  <a:pt x="1464053" y="575310"/>
                </a:lnTo>
                <a:close/>
              </a:path>
              <a:path w="1471929" h="610870">
                <a:moveTo>
                  <a:pt x="12674" y="63500"/>
                </a:moveTo>
                <a:lnTo>
                  <a:pt x="12687" y="62229"/>
                </a:lnTo>
                <a:lnTo>
                  <a:pt x="12674" y="63500"/>
                </a:lnTo>
                <a:close/>
              </a:path>
              <a:path w="1471929" h="610870">
                <a:moveTo>
                  <a:pt x="1458722" y="63500"/>
                </a:moveTo>
                <a:lnTo>
                  <a:pt x="1458645" y="62229"/>
                </a:lnTo>
                <a:lnTo>
                  <a:pt x="1458722" y="63500"/>
                </a:lnTo>
                <a:close/>
              </a:path>
              <a:path w="1471929" h="610870">
                <a:moveTo>
                  <a:pt x="22437" y="575310"/>
                </a:moveTo>
                <a:lnTo>
                  <a:pt x="21907" y="575310"/>
                </a:lnTo>
                <a:lnTo>
                  <a:pt x="21577" y="574039"/>
                </a:lnTo>
                <a:lnTo>
                  <a:pt x="22437" y="575310"/>
                </a:lnTo>
                <a:close/>
              </a:path>
              <a:path w="1471929" h="610870">
                <a:moveTo>
                  <a:pt x="1461833" y="579120"/>
                </a:moveTo>
                <a:lnTo>
                  <a:pt x="1446377" y="579120"/>
                </a:lnTo>
                <a:lnTo>
                  <a:pt x="1449819" y="574039"/>
                </a:lnTo>
                <a:lnTo>
                  <a:pt x="1449476" y="575310"/>
                </a:lnTo>
                <a:lnTo>
                  <a:pt x="1464053" y="575310"/>
                </a:lnTo>
                <a:lnTo>
                  <a:pt x="1463497" y="576579"/>
                </a:lnTo>
                <a:lnTo>
                  <a:pt x="1461833" y="579120"/>
                </a:lnTo>
                <a:close/>
              </a:path>
              <a:path w="1471929" h="610870">
                <a:moveTo>
                  <a:pt x="25603" y="579120"/>
                </a:moveTo>
                <a:lnTo>
                  <a:pt x="25019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1471929" h="610870">
                <a:moveTo>
                  <a:pt x="1459217" y="582929"/>
                </a:moveTo>
                <a:lnTo>
                  <a:pt x="1442897" y="582929"/>
                </a:lnTo>
                <a:lnTo>
                  <a:pt x="1446758" y="577850"/>
                </a:lnTo>
                <a:lnTo>
                  <a:pt x="1446377" y="579120"/>
                </a:lnTo>
                <a:lnTo>
                  <a:pt x="1461833" y="579120"/>
                </a:lnTo>
                <a:lnTo>
                  <a:pt x="1460169" y="581660"/>
                </a:lnTo>
                <a:lnTo>
                  <a:pt x="1459217" y="582929"/>
                </a:lnTo>
                <a:close/>
              </a:path>
              <a:path w="1471929" h="610870">
                <a:moveTo>
                  <a:pt x="29485" y="582929"/>
                </a:moveTo>
                <a:lnTo>
                  <a:pt x="28498" y="582929"/>
                </a:lnTo>
                <a:lnTo>
                  <a:pt x="28067" y="581660"/>
                </a:lnTo>
                <a:lnTo>
                  <a:pt x="29485" y="582929"/>
                </a:lnTo>
                <a:close/>
              </a:path>
              <a:path w="1471929" h="610870">
                <a:moveTo>
                  <a:pt x="1443989" y="598170"/>
                </a:moveTo>
                <a:lnTo>
                  <a:pt x="1410576" y="598170"/>
                </a:lnTo>
                <a:lnTo>
                  <a:pt x="1413573" y="596900"/>
                </a:lnTo>
                <a:lnTo>
                  <a:pt x="1418488" y="596900"/>
                </a:lnTo>
                <a:lnTo>
                  <a:pt x="1421333" y="595629"/>
                </a:lnTo>
                <a:lnTo>
                  <a:pt x="1420876" y="595629"/>
                </a:lnTo>
                <a:lnTo>
                  <a:pt x="1426387" y="594360"/>
                </a:lnTo>
                <a:lnTo>
                  <a:pt x="1425803" y="594360"/>
                </a:lnTo>
                <a:lnTo>
                  <a:pt x="1431048" y="591820"/>
                </a:lnTo>
                <a:lnTo>
                  <a:pt x="1430502" y="591820"/>
                </a:lnTo>
                <a:lnTo>
                  <a:pt x="1435442" y="589279"/>
                </a:lnTo>
                <a:lnTo>
                  <a:pt x="1434934" y="589279"/>
                </a:lnTo>
                <a:lnTo>
                  <a:pt x="1439545" y="585470"/>
                </a:lnTo>
                <a:lnTo>
                  <a:pt x="1439075" y="585470"/>
                </a:lnTo>
                <a:lnTo>
                  <a:pt x="1443329" y="581660"/>
                </a:lnTo>
                <a:lnTo>
                  <a:pt x="1442897" y="582929"/>
                </a:lnTo>
                <a:lnTo>
                  <a:pt x="1459217" y="582929"/>
                </a:lnTo>
                <a:lnTo>
                  <a:pt x="1456359" y="586739"/>
                </a:lnTo>
                <a:lnTo>
                  <a:pt x="1452092" y="591820"/>
                </a:lnTo>
                <a:lnTo>
                  <a:pt x="1447393" y="595629"/>
                </a:lnTo>
                <a:lnTo>
                  <a:pt x="1443989" y="598170"/>
                </a:lnTo>
                <a:close/>
              </a:path>
              <a:path w="1471929" h="610870">
                <a:moveTo>
                  <a:pt x="1418602" y="609600"/>
                </a:moveTo>
                <a:lnTo>
                  <a:pt x="52793" y="609600"/>
                </a:lnTo>
                <a:lnTo>
                  <a:pt x="49593" y="608329"/>
                </a:lnTo>
                <a:lnTo>
                  <a:pt x="1421803" y="608329"/>
                </a:lnTo>
                <a:lnTo>
                  <a:pt x="1418602" y="609600"/>
                </a:lnTo>
                <a:close/>
              </a:path>
              <a:path w="1471929" h="610870">
                <a:moveTo>
                  <a:pt x="1412024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1415338" y="609600"/>
                </a:lnTo>
                <a:lnTo>
                  <a:pt x="1412024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3474288" y="1724621"/>
            <a:ext cx="4153535" cy="4356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609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华文楷体"/>
                <a:cs typeface="华文楷体"/>
              </a:rPr>
              <a:t>运动的自由</a:t>
            </a:r>
            <a:r>
              <a:rPr dirty="0" sz="2400" spc="-5" b="1">
                <a:latin typeface="华文楷体"/>
                <a:cs typeface="华文楷体"/>
              </a:rPr>
              <a:t>性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00">
              <a:latin typeface="Times New Roman"/>
              <a:cs typeface="Times New Roman"/>
            </a:endParaRPr>
          </a:p>
          <a:p>
            <a:pPr marL="1882775">
              <a:lnSpc>
                <a:spcPct val="100000"/>
              </a:lnSpc>
            </a:pPr>
            <a:r>
              <a:rPr dirty="0" sz="2400" b="1">
                <a:latin typeface="华文楷体"/>
                <a:cs typeface="华文楷体"/>
              </a:rPr>
              <a:t>运动的无序</a:t>
            </a:r>
            <a:r>
              <a:rPr dirty="0" sz="2400" spc="-5" b="1">
                <a:latin typeface="华文楷体"/>
                <a:cs typeface="华文楷体"/>
              </a:rPr>
              <a:t>性</a:t>
            </a:r>
            <a:endParaRPr sz="2400">
              <a:latin typeface="华文楷体"/>
              <a:cs typeface="华文楷体"/>
            </a:endParaRPr>
          </a:p>
          <a:p>
            <a:pPr marL="12700" marR="5080" indent="1073785">
              <a:lnSpc>
                <a:spcPct val="188300"/>
              </a:lnSpc>
              <a:spcBef>
                <a:spcPts val="380"/>
              </a:spcBef>
            </a:pPr>
            <a:r>
              <a:rPr dirty="0" sz="2400" b="1">
                <a:latin typeface="华文楷体"/>
                <a:cs typeface="华文楷体"/>
              </a:rPr>
              <a:t>大量分子运动的规律</a:t>
            </a:r>
            <a:r>
              <a:rPr dirty="0" sz="2400" spc="-5" b="1">
                <a:latin typeface="华文楷体"/>
                <a:cs typeface="华文楷体"/>
              </a:rPr>
              <a:t>性 </a:t>
            </a:r>
            <a:r>
              <a:rPr dirty="0" sz="2400" b="1">
                <a:latin typeface="华文楷体"/>
                <a:cs typeface="华文楷体"/>
              </a:rPr>
              <a:t>中间多两头</a:t>
            </a:r>
            <a:r>
              <a:rPr dirty="0" sz="2400" spc="-5" b="1">
                <a:latin typeface="华文楷体"/>
                <a:cs typeface="华文楷体"/>
              </a:rPr>
              <a:t>少</a:t>
            </a:r>
            <a:endParaRPr sz="2400">
              <a:latin typeface="华文楷体"/>
              <a:cs typeface="华文楷体"/>
            </a:endParaRPr>
          </a:p>
          <a:p>
            <a:pPr marL="354965" marR="2560955" indent="8255">
              <a:lnSpc>
                <a:spcPct val="200000"/>
              </a:lnSpc>
              <a:spcBef>
                <a:spcPts val="2220"/>
              </a:spcBef>
            </a:pPr>
            <a:r>
              <a:rPr dirty="0" sz="2400" b="1">
                <a:latin typeface="华文楷体"/>
                <a:cs typeface="华文楷体"/>
              </a:rPr>
              <a:t>微观角</a:t>
            </a:r>
            <a:r>
              <a:rPr dirty="0" sz="2400" spc="-5" b="1">
                <a:latin typeface="华文楷体"/>
                <a:cs typeface="华文楷体"/>
              </a:rPr>
              <a:t>度 </a:t>
            </a:r>
            <a:r>
              <a:rPr dirty="0" sz="2400" b="1">
                <a:latin typeface="华文楷体"/>
                <a:cs typeface="华文楷体"/>
              </a:rPr>
              <a:t>宏观角</a:t>
            </a:r>
            <a:r>
              <a:rPr dirty="0" sz="2400" spc="-5" b="1">
                <a:latin typeface="华文楷体"/>
                <a:cs typeface="华文楷体"/>
              </a:rPr>
              <a:t>度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165077" y="5563615"/>
            <a:ext cx="334645" cy="362585"/>
          </a:xfrm>
          <a:custGeom>
            <a:avLst/>
            <a:gdLst/>
            <a:ahLst/>
            <a:cxnLst/>
            <a:rect l="l" t="t" r="r" b="b"/>
            <a:pathLst>
              <a:path w="334645" h="362585">
                <a:moveTo>
                  <a:pt x="9359" y="362508"/>
                </a:moveTo>
                <a:lnTo>
                  <a:pt x="0" y="353910"/>
                </a:lnTo>
                <a:lnTo>
                  <a:pt x="324815" y="0"/>
                </a:lnTo>
                <a:lnTo>
                  <a:pt x="334175" y="8585"/>
                </a:lnTo>
                <a:lnTo>
                  <a:pt x="9359" y="362508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494020" y="5268467"/>
            <a:ext cx="1198245" cy="599440"/>
          </a:xfrm>
          <a:custGeom>
            <a:avLst/>
            <a:gdLst/>
            <a:ahLst/>
            <a:cxnLst/>
            <a:rect l="l" t="t" r="r" b="b"/>
            <a:pathLst>
              <a:path w="1198245" h="599439">
                <a:moveTo>
                  <a:pt x="1138427" y="598932"/>
                </a:moveTo>
                <a:lnTo>
                  <a:pt x="60959" y="598932"/>
                </a:lnTo>
                <a:lnTo>
                  <a:pt x="37335" y="594168"/>
                </a:lnTo>
                <a:lnTo>
                  <a:pt x="18083" y="581363"/>
                </a:lnTo>
                <a:lnTo>
                  <a:pt x="5029" y="562482"/>
                </a:lnTo>
                <a:lnTo>
                  <a:pt x="0" y="539496"/>
                </a:lnTo>
                <a:lnTo>
                  <a:pt x="0" y="59436"/>
                </a:lnTo>
                <a:lnTo>
                  <a:pt x="5029" y="36420"/>
                </a:lnTo>
                <a:lnTo>
                  <a:pt x="18083" y="17530"/>
                </a:lnTo>
                <a:lnTo>
                  <a:pt x="37335" y="4734"/>
                </a:lnTo>
                <a:lnTo>
                  <a:pt x="60959" y="0"/>
                </a:lnTo>
                <a:lnTo>
                  <a:pt x="1138427" y="0"/>
                </a:lnTo>
                <a:lnTo>
                  <a:pt x="1161579" y="4734"/>
                </a:lnTo>
                <a:lnTo>
                  <a:pt x="1180514" y="17530"/>
                </a:lnTo>
                <a:lnTo>
                  <a:pt x="1193265" y="36420"/>
                </a:lnTo>
                <a:lnTo>
                  <a:pt x="1197863" y="59436"/>
                </a:lnTo>
                <a:lnTo>
                  <a:pt x="1197863" y="539496"/>
                </a:lnTo>
                <a:lnTo>
                  <a:pt x="1193265" y="562482"/>
                </a:lnTo>
                <a:lnTo>
                  <a:pt x="1180514" y="581363"/>
                </a:lnTo>
                <a:lnTo>
                  <a:pt x="1161579" y="594168"/>
                </a:lnTo>
                <a:lnTo>
                  <a:pt x="1138427" y="59893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488304" y="5262181"/>
            <a:ext cx="1210310" cy="610870"/>
          </a:xfrm>
          <a:custGeom>
            <a:avLst/>
            <a:gdLst/>
            <a:ahLst/>
            <a:cxnLst/>
            <a:rect l="l" t="t" r="r" b="b"/>
            <a:pathLst>
              <a:path w="1210309" h="610870">
                <a:moveTo>
                  <a:pt x="1157224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1153960" y="0"/>
                </a:lnTo>
                <a:lnTo>
                  <a:pt x="1157224" y="1270"/>
                </a:lnTo>
                <a:close/>
              </a:path>
              <a:path w="1210309" h="610870">
                <a:moveTo>
                  <a:pt x="1163650" y="608329"/>
                </a:moveTo>
                <a:lnTo>
                  <a:pt x="46367" y="608329"/>
                </a:lnTo>
                <a:lnTo>
                  <a:pt x="40360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4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4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1993" y="49529"/>
                </a:lnTo>
                <a:lnTo>
                  <a:pt x="2908" y="45720"/>
                </a:lnTo>
                <a:lnTo>
                  <a:pt x="5118" y="39370"/>
                </a:lnTo>
                <a:lnTo>
                  <a:pt x="7899" y="34289"/>
                </a:lnTo>
                <a:lnTo>
                  <a:pt x="11226" y="27939"/>
                </a:lnTo>
                <a:lnTo>
                  <a:pt x="15036" y="22860"/>
                </a:lnTo>
                <a:lnTo>
                  <a:pt x="19304" y="19050"/>
                </a:lnTo>
                <a:lnTo>
                  <a:pt x="24003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79"/>
                </a:lnTo>
                <a:lnTo>
                  <a:pt x="46367" y="2539"/>
                </a:lnTo>
                <a:lnTo>
                  <a:pt x="49593" y="1270"/>
                </a:lnTo>
                <a:lnTo>
                  <a:pt x="1160437" y="1270"/>
                </a:lnTo>
                <a:lnTo>
                  <a:pt x="1184317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20" y="13970"/>
                </a:lnTo>
                <a:lnTo>
                  <a:pt x="45021" y="16510"/>
                </a:lnTo>
                <a:lnTo>
                  <a:pt x="45593" y="16510"/>
                </a:lnTo>
                <a:lnTo>
                  <a:pt x="42976" y="17779"/>
                </a:lnTo>
                <a:lnTo>
                  <a:pt x="40894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7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19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72" y="39370"/>
                </a:lnTo>
                <a:lnTo>
                  <a:pt x="19215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22" y="49529"/>
                </a:lnTo>
                <a:lnTo>
                  <a:pt x="15062" y="49529"/>
                </a:lnTo>
                <a:lnTo>
                  <a:pt x="14262" y="52070"/>
                </a:lnTo>
                <a:lnTo>
                  <a:pt x="13665" y="54610"/>
                </a:lnTo>
                <a:lnTo>
                  <a:pt x="13208" y="57150"/>
                </a:lnTo>
                <a:lnTo>
                  <a:pt x="12877" y="59689"/>
                </a:lnTo>
                <a:lnTo>
                  <a:pt x="12750" y="622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58" y="552450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70"/>
                </a:lnTo>
                <a:lnTo>
                  <a:pt x="14922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15" y="570229"/>
                </a:lnTo>
                <a:lnTo>
                  <a:pt x="18923" y="570229"/>
                </a:lnTo>
                <a:lnTo>
                  <a:pt x="21920" y="575310"/>
                </a:lnTo>
                <a:lnTo>
                  <a:pt x="22437" y="575310"/>
                </a:lnTo>
                <a:lnTo>
                  <a:pt x="25019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4" y="591820"/>
                </a:lnTo>
                <a:lnTo>
                  <a:pt x="40360" y="591820"/>
                </a:lnTo>
                <a:lnTo>
                  <a:pt x="45593" y="594360"/>
                </a:lnTo>
                <a:lnTo>
                  <a:pt x="45021" y="594360"/>
                </a:lnTo>
                <a:lnTo>
                  <a:pt x="50520" y="595629"/>
                </a:lnTo>
                <a:lnTo>
                  <a:pt x="50063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182619" y="598170"/>
                </a:lnTo>
                <a:lnTo>
                  <a:pt x="1180922" y="599439"/>
                </a:lnTo>
                <a:lnTo>
                  <a:pt x="1175461" y="603250"/>
                </a:lnTo>
                <a:lnTo>
                  <a:pt x="1169670" y="605789"/>
                </a:lnTo>
                <a:lnTo>
                  <a:pt x="1163650" y="608329"/>
                </a:lnTo>
                <a:close/>
              </a:path>
              <a:path w="1210309" h="610870">
                <a:moveTo>
                  <a:pt x="1169670" y="19050"/>
                </a:moveTo>
                <a:lnTo>
                  <a:pt x="1164437" y="16510"/>
                </a:lnTo>
                <a:lnTo>
                  <a:pt x="1165009" y="16510"/>
                </a:lnTo>
                <a:lnTo>
                  <a:pt x="1159510" y="13970"/>
                </a:lnTo>
                <a:lnTo>
                  <a:pt x="1157427" y="13970"/>
                </a:lnTo>
                <a:lnTo>
                  <a:pt x="1154518" y="12700"/>
                </a:lnTo>
                <a:lnTo>
                  <a:pt x="1184317" y="12700"/>
                </a:lnTo>
                <a:lnTo>
                  <a:pt x="1186014" y="13970"/>
                </a:lnTo>
                <a:lnTo>
                  <a:pt x="1189539" y="17779"/>
                </a:lnTo>
                <a:lnTo>
                  <a:pt x="1169123" y="17779"/>
                </a:lnTo>
                <a:lnTo>
                  <a:pt x="1169670" y="19050"/>
                </a:lnTo>
                <a:close/>
              </a:path>
              <a:path w="1210309" h="610870">
                <a:moveTo>
                  <a:pt x="40360" y="19050"/>
                </a:moveTo>
                <a:lnTo>
                  <a:pt x="40894" y="17779"/>
                </a:lnTo>
                <a:lnTo>
                  <a:pt x="42976" y="17779"/>
                </a:lnTo>
                <a:lnTo>
                  <a:pt x="40360" y="19050"/>
                </a:lnTo>
                <a:close/>
              </a:path>
              <a:path w="1210309" h="610870">
                <a:moveTo>
                  <a:pt x="1191107" y="40639"/>
                </a:moveTo>
                <a:lnTo>
                  <a:pt x="1188110" y="35560"/>
                </a:lnTo>
                <a:lnTo>
                  <a:pt x="1188453" y="35560"/>
                </a:lnTo>
                <a:lnTo>
                  <a:pt x="1184998" y="31750"/>
                </a:lnTo>
                <a:lnTo>
                  <a:pt x="1185392" y="31750"/>
                </a:lnTo>
                <a:lnTo>
                  <a:pt x="1181519" y="27939"/>
                </a:lnTo>
                <a:lnTo>
                  <a:pt x="1181950" y="27939"/>
                </a:lnTo>
                <a:lnTo>
                  <a:pt x="1177696" y="24129"/>
                </a:lnTo>
                <a:lnTo>
                  <a:pt x="1178166" y="24129"/>
                </a:lnTo>
                <a:lnTo>
                  <a:pt x="1173556" y="21589"/>
                </a:lnTo>
                <a:lnTo>
                  <a:pt x="1174064" y="21589"/>
                </a:lnTo>
                <a:lnTo>
                  <a:pt x="1169123" y="17779"/>
                </a:lnTo>
                <a:lnTo>
                  <a:pt x="1189539" y="17779"/>
                </a:lnTo>
                <a:lnTo>
                  <a:pt x="1190713" y="19050"/>
                </a:lnTo>
                <a:lnTo>
                  <a:pt x="1194993" y="22860"/>
                </a:lnTo>
                <a:lnTo>
                  <a:pt x="1198803" y="27939"/>
                </a:lnTo>
                <a:lnTo>
                  <a:pt x="1202118" y="34289"/>
                </a:lnTo>
                <a:lnTo>
                  <a:pt x="1204912" y="39370"/>
                </a:lnTo>
                <a:lnTo>
                  <a:pt x="1190815" y="39370"/>
                </a:lnTo>
                <a:lnTo>
                  <a:pt x="1191107" y="40639"/>
                </a:lnTo>
                <a:close/>
              </a:path>
              <a:path w="1210309" h="610870">
                <a:moveTo>
                  <a:pt x="18923" y="40639"/>
                </a:moveTo>
                <a:lnTo>
                  <a:pt x="19215" y="39370"/>
                </a:lnTo>
                <a:lnTo>
                  <a:pt x="19672" y="39370"/>
                </a:lnTo>
                <a:lnTo>
                  <a:pt x="18923" y="40639"/>
                </a:lnTo>
                <a:close/>
              </a:path>
              <a:path w="1210309" h="610870">
                <a:moveTo>
                  <a:pt x="1202677" y="575310"/>
                </a:moveTo>
                <a:lnTo>
                  <a:pt x="1188110" y="575310"/>
                </a:lnTo>
                <a:lnTo>
                  <a:pt x="1191107" y="570229"/>
                </a:lnTo>
                <a:lnTo>
                  <a:pt x="1190815" y="570229"/>
                </a:lnTo>
                <a:lnTo>
                  <a:pt x="1193330" y="565150"/>
                </a:lnTo>
                <a:lnTo>
                  <a:pt x="1193088" y="565150"/>
                </a:lnTo>
                <a:lnTo>
                  <a:pt x="1195108" y="560070"/>
                </a:lnTo>
                <a:lnTo>
                  <a:pt x="1194955" y="560070"/>
                </a:lnTo>
                <a:lnTo>
                  <a:pt x="1195768" y="557529"/>
                </a:lnTo>
                <a:lnTo>
                  <a:pt x="1196352" y="554989"/>
                </a:lnTo>
                <a:lnTo>
                  <a:pt x="1196822" y="552450"/>
                </a:lnTo>
                <a:lnTo>
                  <a:pt x="1197152" y="549910"/>
                </a:lnTo>
                <a:lnTo>
                  <a:pt x="1197355" y="547370"/>
                </a:lnTo>
                <a:lnTo>
                  <a:pt x="1197330" y="62229"/>
                </a:lnTo>
                <a:lnTo>
                  <a:pt x="1197114" y="59689"/>
                </a:lnTo>
                <a:lnTo>
                  <a:pt x="1196771" y="57150"/>
                </a:lnTo>
                <a:lnTo>
                  <a:pt x="1196289" y="54610"/>
                </a:lnTo>
                <a:lnTo>
                  <a:pt x="1195692" y="52070"/>
                </a:lnTo>
                <a:lnTo>
                  <a:pt x="1194955" y="49529"/>
                </a:lnTo>
                <a:lnTo>
                  <a:pt x="1195108" y="49529"/>
                </a:lnTo>
                <a:lnTo>
                  <a:pt x="1193088" y="44450"/>
                </a:lnTo>
                <a:lnTo>
                  <a:pt x="1193330" y="44450"/>
                </a:lnTo>
                <a:lnTo>
                  <a:pt x="1190815" y="39370"/>
                </a:lnTo>
                <a:lnTo>
                  <a:pt x="1204912" y="39370"/>
                </a:lnTo>
                <a:lnTo>
                  <a:pt x="1207109" y="45720"/>
                </a:lnTo>
                <a:lnTo>
                  <a:pt x="1208024" y="49529"/>
                </a:lnTo>
                <a:lnTo>
                  <a:pt x="1208760" y="52070"/>
                </a:lnTo>
                <a:lnTo>
                  <a:pt x="1209344" y="55879"/>
                </a:lnTo>
                <a:lnTo>
                  <a:pt x="1209776" y="58420"/>
                </a:lnTo>
                <a:lnTo>
                  <a:pt x="1210030" y="62229"/>
                </a:lnTo>
                <a:lnTo>
                  <a:pt x="1210030" y="547370"/>
                </a:lnTo>
                <a:lnTo>
                  <a:pt x="1209776" y="551179"/>
                </a:lnTo>
                <a:lnTo>
                  <a:pt x="1209344" y="554989"/>
                </a:lnTo>
                <a:lnTo>
                  <a:pt x="1208760" y="557529"/>
                </a:lnTo>
                <a:lnTo>
                  <a:pt x="1208024" y="561339"/>
                </a:lnTo>
                <a:lnTo>
                  <a:pt x="1207109" y="563879"/>
                </a:lnTo>
                <a:lnTo>
                  <a:pt x="1204912" y="570229"/>
                </a:lnTo>
                <a:lnTo>
                  <a:pt x="1202677" y="575310"/>
                </a:lnTo>
                <a:close/>
              </a:path>
              <a:path w="1210309" h="610870">
                <a:moveTo>
                  <a:pt x="12674" y="63500"/>
                </a:moveTo>
                <a:lnTo>
                  <a:pt x="12687" y="62229"/>
                </a:lnTo>
                <a:lnTo>
                  <a:pt x="12674" y="63500"/>
                </a:lnTo>
                <a:close/>
              </a:path>
              <a:path w="1210309" h="610870">
                <a:moveTo>
                  <a:pt x="1197355" y="63500"/>
                </a:moveTo>
                <a:lnTo>
                  <a:pt x="1197275" y="62229"/>
                </a:lnTo>
                <a:lnTo>
                  <a:pt x="1197355" y="63500"/>
                </a:lnTo>
                <a:close/>
              </a:path>
              <a:path w="1210309" h="610870">
                <a:moveTo>
                  <a:pt x="22437" y="575310"/>
                </a:moveTo>
                <a:lnTo>
                  <a:pt x="21920" y="575310"/>
                </a:lnTo>
                <a:lnTo>
                  <a:pt x="21577" y="574039"/>
                </a:lnTo>
                <a:lnTo>
                  <a:pt x="22437" y="575310"/>
                </a:lnTo>
                <a:close/>
              </a:path>
              <a:path w="1210309" h="610870">
                <a:moveTo>
                  <a:pt x="1200461" y="579120"/>
                </a:moveTo>
                <a:lnTo>
                  <a:pt x="1184998" y="579120"/>
                </a:lnTo>
                <a:lnTo>
                  <a:pt x="1188453" y="574039"/>
                </a:lnTo>
                <a:lnTo>
                  <a:pt x="1188110" y="575310"/>
                </a:lnTo>
                <a:lnTo>
                  <a:pt x="1202677" y="575310"/>
                </a:lnTo>
                <a:lnTo>
                  <a:pt x="1202118" y="576579"/>
                </a:lnTo>
                <a:lnTo>
                  <a:pt x="1200461" y="579120"/>
                </a:lnTo>
                <a:close/>
              </a:path>
              <a:path w="1210309" h="610870">
                <a:moveTo>
                  <a:pt x="25603" y="579120"/>
                </a:moveTo>
                <a:lnTo>
                  <a:pt x="25019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1210309" h="610870">
                <a:moveTo>
                  <a:pt x="1197851" y="582929"/>
                </a:moveTo>
                <a:lnTo>
                  <a:pt x="1181519" y="582929"/>
                </a:lnTo>
                <a:lnTo>
                  <a:pt x="1185392" y="577850"/>
                </a:lnTo>
                <a:lnTo>
                  <a:pt x="1184998" y="579120"/>
                </a:lnTo>
                <a:lnTo>
                  <a:pt x="1200461" y="579120"/>
                </a:lnTo>
                <a:lnTo>
                  <a:pt x="1198803" y="581660"/>
                </a:lnTo>
                <a:lnTo>
                  <a:pt x="1197851" y="582929"/>
                </a:lnTo>
                <a:close/>
              </a:path>
              <a:path w="1210309" h="610870">
                <a:moveTo>
                  <a:pt x="29485" y="582929"/>
                </a:moveTo>
                <a:lnTo>
                  <a:pt x="28498" y="582929"/>
                </a:lnTo>
                <a:lnTo>
                  <a:pt x="28067" y="581660"/>
                </a:lnTo>
                <a:lnTo>
                  <a:pt x="29485" y="582929"/>
                </a:lnTo>
                <a:close/>
              </a:path>
              <a:path w="1210309" h="610870">
                <a:moveTo>
                  <a:pt x="1182619" y="598170"/>
                </a:moveTo>
                <a:lnTo>
                  <a:pt x="1149210" y="598170"/>
                </a:lnTo>
                <a:lnTo>
                  <a:pt x="1152207" y="596900"/>
                </a:lnTo>
                <a:lnTo>
                  <a:pt x="1157109" y="596900"/>
                </a:lnTo>
                <a:lnTo>
                  <a:pt x="1159954" y="595629"/>
                </a:lnTo>
                <a:lnTo>
                  <a:pt x="1159510" y="595629"/>
                </a:lnTo>
                <a:lnTo>
                  <a:pt x="1165009" y="594360"/>
                </a:lnTo>
                <a:lnTo>
                  <a:pt x="1164437" y="594360"/>
                </a:lnTo>
                <a:lnTo>
                  <a:pt x="1169670" y="591820"/>
                </a:lnTo>
                <a:lnTo>
                  <a:pt x="1169123" y="591820"/>
                </a:lnTo>
                <a:lnTo>
                  <a:pt x="1174064" y="589279"/>
                </a:lnTo>
                <a:lnTo>
                  <a:pt x="1173556" y="589279"/>
                </a:lnTo>
                <a:lnTo>
                  <a:pt x="1178166" y="585470"/>
                </a:lnTo>
                <a:lnTo>
                  <a:pt x="1177696" y="585470"/>
                </a:lnTo>
                <a:lnTo>
                  <a:pt x="1181950" y="581660"/>
                </a:lnTo>
                <a:lnTo>
                  <a:pt x="1181519" y="582929"/>
                </a:lnTo>
                <a:lnTo>
                  <a:pt x="1197851" y="582929"/>
                </a:lnTo>
                <a:lnTo>
                  <a:pt x="1194993" y="586739"/>
                </a:lnTo>
                <a:lnTo>
                  <a:pt x="1190713" y="591820"/>
                </a:lnTo>
                <a:lnTo>
                  <a:pt x="1186014" y="595629"/>
                </a:lnTo>
                <a:lnTo>
                  <a:pt x="1182619" y="598170"/>
                </a:lnTo>
                <a:close/>
              </a:path>
              <a:path w="1210309" h="610870">
                <a:moveTo>
                  <a:pt x="1157224" y="609600"/>
                </a:moveTo>
                <a:lnTo>
                  <a:pt x="52793" y="609600"/>
                </a:lnTo>
                <a:lnTo>
                  <a:pt x="49593" y="608329"/>
                </a:lnTo>
                <a:lnTo>
                  <a:pt x="1160437" y="608329"/>
                </a:lnTo>
                <a:lnTo>
                  <a:pt x="1157224" y="609600"/>
                </a:lnTo>
                <a:close/>
              </a:path>
              <a:path w="1210309" h="610870">
                <a:moveTo>
                  <a:pt x="1150645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1153960" y="609600"/>
                </a:lnTo>
                <a:lnTo>
                  <a:pt x="1150645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786348" y="5415203"/>
            <a:ext cx="633476" cy="31462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169585" y="5915482"/>
            <a:ext cx="2002155" cy="67945"/>
          </a:xfrm>
          <a:custGeom>
            <a:avLst/>
            <a:gdLst/>
            <a:ahLst/>
            <a:cxnLst/>
            <a:rect l="l" t="t" r="r" b="b"/>
            <a:pathLst>
              <a:path w="2002154" h="67945">
                <a:moveTo>
                  <a:pt x="2001608" y="67868"/>
                </a:moveTo>
                <a:lnTo>
                  <a:pt x="0" y="12687"/>
                </a:lnTo>
                <a:lnTo>
                  <a:pt x="355" y="0"/>
                </a:lnTo>
                <a:lnTo>
                  <a:pt x="2001964" y="55181"/>
                </a:lnTo>
                <a:lnTo>
                  <a:pt x="2001608" y="67868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171943" y="5676900"/>
            <a:ext cx="1196340" cy="599440"/>
          </a:xfrm>
          <a:custGeom>
            <a:avLst/>
            <a:gdLst/>
            <a:ahLst/>
            <a:cxnLst/>
            <a:rect l="l" t="t" r="r" b="b"/>
            <a:pathLst>
              <a:path w="1196340" h="599439">
                <a:moveTo>
                  <a:pt x="1136903" y="598932"/>
                </a:moveTo>
                <a:lnTo>
                  <a:pt x="59435" y="598932"/>
                </a:lnTo>
                <a:lnTo>
                  <a:pt x="36063" y="594540"/>
                </a:lnTo>
                <a:lnTo>
                  <a:pt x="17054" y="581858"/>
                </a:lnTo>
                <a:lnTo>
                  <a:pt x="4377" y="562854"/>
                </a:lnTo>
                <a:lnTo>
                  <a:pt x="0" y="539496"/>
                </a:lnTo>
                <a:lnTo>
                  <a:pt x="0" y="60960"/>
                </a:lnTo>
                <a:lnTo>
                  <a:pt x="4377" y="37442"/>
                </a:lnTo>
                <a:lnTo>
                  <a:pt x="17054" y="18226"/>
                </a:lnTo>
                <a:lnTo>
                  <a:pt x="36063" y="5136"/>
                </a:lnTo>
                <a:lnTo>
                  <a:pt x="59435" y="0"/>
                </a:lnTo>
                <a:lnTo>
                  <a:pt x="1136903" y="0"/>
                </a:lnTo>
                <a:lnTo>
                  <a:pt x="1160283" y="5136"/>
                </a:lnTo>
                <a:lnTo>
                  <a:pt x="1179295" y="18226"/>
                </a:lnTo>
                <a:lnTo>
                  <a:pt x="1191969" y="37442"/>
                </a:lnTo>
                <a:lnTo>
                  <a:pt x="1196339" y="60960"/>
                </a:lnTo>
                <a:lnTo>
                  <a:pt x="1196339" y="539496"/>
                </a:lnTo>
                <a:lnTo>
                  <a:pt x="1191969" y="562854"/>
                </a:lnTo>
                <a:lnTo>
                  <a:pt x="1179295" y="581858"/>
                </a:lnTo>
                <a:lnTo>
                  <a:pt x="1160283" y="594540"/>
                </a:lnTo>
                <a:lnTo>
                  <a:pt x="1136903" y="598932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165111" y="5671286"/>
            <a:ext cx="1210310" cy="610870"/>
          </a:xfrm>
          <a:custGeom>
            <a:avLst/>
            <a:gdLst/>
            <a:ahLst/>
            <a:cxnLst/>
            <a:rect l="l" t="t" r="r" b="b"/>
            <a:pathLst>
              <a:path w="1210309" h="610870">
                <a:moveTo>
                  <a:pt x="1157224" y="1270"/>
                </a:moveTo>
                <a:lnTo>
                  <a:pt x="52793" y="1270"/>
                </a:lnTo>
                <a:lnTo>
                  <a:pt x="56057" y="0"/>
                </a:lnTo>
                <a:lnTo>
                  <a:pt x="1153960" y="0"/>
                </a:lnTo>
                <a:lnTo>
                  <a:pt x="1157224" y="1270"/>
                </a:lnTo>
                <a:close/>
              </a:path>
              <a:path w="1210309" h="610870">
                <a:moveTo>
                  <a:pt x="1163650" y="608329"/>
                </a:moveTo>
                <a:lnTo>
                  <a:pt x="46367" y="608329"/>
                </a:lnTo>
                <a:lnTo>
                  <a:pt x="40360" y="605789"/>
                </a:lnTo>
                <a:lnTo>
                  <a:pt x="7899" y="576579"/>
                </a:lnTo>
                <a:lnTo>
                  <a:pt x="2908" y="563879"/>
                </a:lnTo>
                <a:lnTo>
                  <a:pt x="1993" y="561339"/>
                </a:lnTo>
                <a:lnTo>
                  <a:pt x="1257" y="557529"/>
                </a:lnTo>
                <a:lnTo>
                  <a:pt x="673" y="554989"/>
                </a:lnTo>
                <a:lnTo>
                  <a:pt x="253" y="551179"/>
                </a:lnTo>
                <a:lnTo>
                  <a:pt x="0" y="547370"/>
                </a:lnTo>
                <a:lnTo>
                  <a:pt x="0" y="62229"/>
                </a:lnTo>
                <a:lnTo>
                  <a:pt x="253" y="58420"/>
                </a:lnTo>
                <a:lnTo>
                  <a:pt x="673" y="55879"/>
                </a:lnTo>
                <a:lnTo>
                  <a:pt x="1257" y="52070"/>
                </a:lnTo>
                <a:lnTo>
                  <a:pt x="1993" y="49529"/>
                </a:lnTo>
                <a:lnTo>
                  <a:pt x="2908" y="45720"/>
                </a:lnTo>
                <a:lnTo>
                  <a:pt x="5118" y="39370"/>
                </a:lnTo>
                <a:lnTo>
                  <a:pt x="7899" y="34289"/>
                </a:lnTo>
                <a:lnTo>
                  <a:pt x="11214" y="27939"/>
                </a:lnTo>
                <a:lnTo>
                  <a:pt x="15036" y="22860"/>
                </a:lnTo>
                <a:lnTo>
                  <a:pt x="19303" y="19050"/>
                </a:lnTo>
                <a:lnTo>
                  <a:pt x="24002" y="13970"/>
                </a:lnTo>
                <a:lnTo>
                  <a:pt x="29108" y="10160"/>
                </a:lnTo>
                <a:lnTo>
                  <a:pt x="34569" y="7620"/>
                </a:lnTo>
                <a:lnTo>
                  <a:pt x="40360" y="5079"/>
                </a:lnTo>
                <a:lnTo>
                  <a:pt x="46367" y="2539"/>
                </a:lnTo>
                <a:lnTo>
                  <a:pt x="49593" y="1270"/>
                </a:lnTo>
                <a:lnTo>
                  <a:pt x="1160424" y="1270"/>
                </a:lnTo>
                <a:lnTo>
                  <a:pt x="1184317" y="12700"/>
                </a:lnTo>
                <a:lnTo>
                  <a:pt x="55499" y="12700"/>
                </a:lnTo>
                <a:lnTo>
                  <a:pt x="52603" y="13970"/>
                </a:lnTo>
                <a:lnTo>
                  <a:pt x="50520" y="13970"/>
                </a:lnTo>
                <a:lnTo>
                  <a:pt x="45008" y="16510"/>
                </a:lnTo>
                <a:lnTo>
                  <a:pt x="45593" y="16510"/>
                </a:lnTo>
                <a:lnTo>
                  <a:pt x="42970" y="17779"/>
                </a:lnTo>
                <a:lnTo>
                  <a:pt x="40894" y="17779"/>
                </a:lnTo>
                <a:lnTo>
                  <a:pt x="35953" y="21589"/>
                </a:lnTo>
                <a:lnTo>
                  <a:pt x="36461" y="21589"/>
                </a:lnTo>
                <a:lnTo>
                  <a:pt x="31851" y="24129"/>
                </a:lnTo>
                <a:lnTo>
                  <a:pt x="32321" y="24129"/>
                </a:lnTo>
                <a:lnTo>
                  <a:pt x="28067" y="27939"/>
                </a:lnTo>
                <a:lnTo>
                  <a:pt x="28498" y="27939"/>
                </a:lnTo>
                <a:lnTo>
                  <a:pt x="24637" y="31750"/>
                </a:lnTo>
                <a:lnTo>
                  <a:pt x="25019" y="31750"/>
                </a:lnTo>
                <a:lnTo>
                  <a:pt x="21577" y="35560"/>
                </a:lnTo>
                <a:lnTo>
                  <a:pt x="21920" y="35560"/>
                </a:lnTo>
                <a:lnTo>
                  <a:pt x="19672" y="39370"/>
                </a:lnTo>
                <a:lnTo>
                  <a:pt x="19215" y="39370"/>
                </a:lnTo>
                <a:lnTo>
                  <a:pt x="16687" y="44450"/>
                </a:lnTo>
                <a:lnTo>
                  <a:pt x="16929" y="44450"/>
                </a:lnTo>
                <a:lnTo>
                  <a:pt x="14922" y="49529"/>
                </a:lnTo>
                <a:lnTo>
                  <a:pt x="15062" y="49529"/>
                </a:lnTo>
                <a:lnTo>
                  <a:pt x="14262" y="52070"/>
                </a:lnTo>
                <a:lnTo>
                  <a:pt x="13665" y="54610"/>
                </a:lnTo>
                <a:lnTo>
                  <a:pt x="13207" y="57150"/>
                </a:lnTo>
                <a:lnTo>
                  <a:pt x="12865" y="59689"/>
                </a:lnTo>
                <a:lnTo>
                  <a:pt x="12750" y="62229"/>
                </a:lnTo>
                <a:lnTo>
                  <a:pt x="12674" y="547370"/>
                </a:lnTo>
                <a:lnTo>
                  <a:pt x="12903" y="549910"/>
                </a:lnTo>
                <a:lnTo>
                  <a:pt x="13258" y="552450"/>
                </a:lnTo>
                <a:lnTo>
                  <a:pt x="13728" y="554989"/>
                </a:lnTo>
                <a:lnTo>
                  <a:pt x="14338" y="557529"/>
                </a:lnTo>
                <a:lnTo>
                  <a:pt x="15062" y="560070"/>
                </a:lnTo>
                <a:lnTo>
                  <a:pt x="14922" y="560070"/>
                </a:lnTo>
                <a:lnTo>
                  <a:pt x="16929" y="565150"/>
                </a:lnTo>
                <a:lnTo>
                  <a:pt x="16687" y="565150"/>
                </a:lnTo>
                <a:lnTo>
                  <a:pt x="19215" y="570229"/>
                </a:lnTo>
                <a:lnTo>
                  <a:pt x="18923" y="570229"/>
                </a:lnTo>
                <a:lnTo>
                  <a:pt x="21920" y="575310"/>
                </a:lnTo>
                <a:lnTo>
                  <a:pt x="22437" y="575310"/>
                </a:lnTo>
                <a:lnTo>
                  <a:pt x="25019" y="579120"/>
                </a:lnTo>
                <a:lnTo>
                  <a:pt x="25603" y="579120"/>
                </a:lnTo>
                <a:lnTo>
                  <a:pt x="28498" y="582929"/>
                </a:lnTo>
                <a:lnTo>
                  <a:pt x="29485" y="582929"/>
                </a:lnTo>
                <a:lnTo>
                  <a:pt x="32321" y="585470"/>
                </a:lnTo>
                <a:lnTo>
                  <a:pt x="31851" y="585470"/>
                </a:lnTo>
                <a:lnTo>
                  <a:pt x="36461" y="589279"/>
                </a:lnTo>
                <a:lnTo>
                  <a:pt x="35953" y="589279"/>
                </a:lnTo>
                <a:lnTo>
                  <a:pt x="40894" y="591820"/>
                </a:lnTo>
                <a:lnTo>
                  <a:pt x="40347" y="591820"/>
                </a:lnTo>
                <a:lnTo>
                  <a:pt x="45593" y="594360"/>
                </a:lnTo>
                <a:lnTo>
                  <a:pt x="45008" y="594360"/>
                </a:lnTo>
                <a:lnTo>
                  <a:pt x="50520" y="595629"/>
                </a:lnTo>
                <a:lnTo>
                  <a:pt x="50063" y="595629"/>
                </a:lnTo>
                <a:lnTo>
                  <a:pt x="52908" y="596900"/>
                </a:lnTo>
                <a:lnTo>
                  <a:pt x="57823" y="596900"/>
                </a:lnTo>
                <a:lnTo>
                  <a:pt x="60820" y="598170"/>
                </a:lnTo>
                <a:lnTo>
                  <a:pt x="1182619" y="598170"/>
                </a:lnTo>
                <a:lnTo>
                  <a:pt x="1180922" y="599439"/>
                </a:lnTo>
                <a:lnTo>
                  <a:pt x="1175461" y="603250"/>
                </a:lnTo>
                <a:lnTo>
                  <a:pt x="1169670" y="605789"/>
                </a:lnTo>
                <a:lnTo>
                  <a:pt x="1163650" y="608329"/>
                </a:lnTo>
                <a:close/>
              </a:path>
              <a:path w="1210309" h="610870">
                <a:moveTo>
                  <a:pt x="1169670" y="19050"/>
                </a:moveTo>
                <a:lnTo>
                  <a:pt x="1164437" y="16510"/>
                </a:lnTo>
                <a:lnTo>
                  <a:pt x="1165009" y="16510"/>
                </a:lnTo>
                <a:lnTo>
                  <a:pt x="1159509" y="13970"/>
                </a:lnTo>
                <a:lnTo>
                  <a:pt x="1157414" y="13970"/>
                </a:lnTo>
                <a:lnTo>
                  <a:pt x="1154518" y="12700"/>
                </a:lnTo>
                <a:lnTo>
                  <a:pt x="1184317" y="12700"/>
                </a:lnTo>
                <a:lnTo>
                  <a:pt x="1186014" y="13970"/>
                </a:lnTo>
                <a:lnTo>
                  <a:pt x="1189539" y="17779"/>
                </a:lnTo>
                <a:lnTo>
                  <a:pt x="1169123" y="17779"/>
                </a:lnTo>
                <a:lnTo>
                  <a:pt x="1169670" y="19050"/>
                </a:lnTo>
                <a:close/>
              </a:path>
              <a:path w="1210309" h="610870">
                <a:moveTo>
                  <a:pt x="40347" y="19050"/>
                </a:moveTo>
                <a:lnTo>
                  <a:pt x="40894" y="17779"/>
                </a:lnTo>
                <a:lnTo>
                  <a:pt x="42970" y="17779"/>
                </a:lnTo>
                <a:lnTo>
                  <a:pt x="40347" y="19050"/>
                </a:lnTo>
                <a:close/>
              </a:path>
              <a:path w="1210309" h="610870">
                <a:moveTo>
                  <a:pt x="1191107" y="40639"/>
                </a:moveTo>
                <a:lnTo>
                  <a:pt x="1188110" y="35560"/>
                </a:lnTo>
                <a:lnTo>
                  <a:pt x="1188453" y="35560"/>
                </a:lnTo>
                <a:lnTo>
                  <a:pt x="1184998" y="31750"/>
                </a:lnTo>
                <a:lnTo>
                  <a:pt x="1185392" y="31750"/>
                </a:lnTo>
                <a:lnTo>
                  <a:pt x="1181519" y="27939"/>
                </a:lnTo>
                <a:lnTo>
                  <a:pt x="1181950" y="27939"/>
                </a:lnTo>
                <a:lnTo>
                  <a:pt x="1177696" y="24129"/>
                </a:lnTo>
                <a:lnTo>
                  <a:pt x="1178166" y="24129"/>
                </a:lnTo>
                <a:lnTo>
                  <a:pt x="1173556" y="21589"/>
                </a:lnTo>
                <a:lnTo>
                  <a:pt x="1174064" y="21589"/>
                </a:lnTo>
                <a:lnTo>
                  <a:pt x="1169123" y="17779"/>
                </a:lnTo>
                <a:lnTo>
                  <a:pt x="1189539" y="17779"/>
                </a:lnTo>
                <a:lnTo>
                  <a:pt x="1190713" y="19050"/>
                </a:lnTo>
                <a:lnTo>
                  <a:pt x="1194993" y="22860"/>
                </a:lnTo>
                <a:lnTo>
                  <a:pt x="1198803" y="27939"/>
                </a:lnTo>
                <a:lnTo>
                  <a:pt x="1202118" y="34289"/>
                </a:lnTo>
                <a:lnTo>
                  <a:pt x="1204912" y="39370"/>
                </a:lnTo>
                <a:lnTo>
                  <a:pt x="1190815" y="39370"/>
                </a:lnTo>
                <a:lnTo>
                  <a:pt x="1191107" y="40639"/>
                </a:lnTo>
                <a:close/>
              </a:path>
              <a:path w="1210309" h="610870">
                <a:moveTo>
                  <a:pt x="18923" y="40639"/>
                </a:moveTo>
                <a:lnTo>
                  <a:pt x="19215" y="39370"/>
                </a:lnTo>
                <a:lnTo>
                  <a:pt x="19672" y="39370"/>
                </a:lnTo>
                <a:lnTo>
                  <a:pt x="18923" y="40639"/>
                </a:lnTo>
                <a:close/>
              </a:path>
              <a:path w="1210309" h="610870">
                <a:moveTo>
                  <a:pt x="1202677" y="575310"/>
                </a:moveTo>
                <a:lnTo>
                  <a:pt x="1188110" y="575310"/>
                </a:lnTo>
                <a:lnTo>
                  <a:pt x="1191107" y="570229"/>
                </a:lnTo>
                <a:lnTo>
                  <a:pt x="1190815" y="570229"/>
                </a:lnTo>
                <a:lnTo>
                  <a:pt x="1193330" y="565150"/>
                </a:lnTo>
                <a:lnTo>
                  <a:pt x="1193088" y="565150"/>
                </a:lnTo>
                <a:lnTo>
                  <a:pt x="1195108" y="560070"/>
                </a:lnTo>
                <a:lnTo>
                  <a:pt x="1194955" y="560070"/>
                </a:lnTo>
                <a:lnTo>
                  <a:pt x="1195768" y="557529"/>
                </a:lnTo>
                <a:lnTo>
                  <a:pt x="1196352" y="554989"/>
                </a:lnTo>
                <a:lnTo>
                  <a:pt x="1196822" y="552450"/>
                </a:lnTo>
                <a:lnTo>
                  <a:pt x="1197152" y="549910"/>
                </a:lnTo>
                <a:lnTo>
                  <a:pt x="1197343" y="547370"/>
                </a:lnTo>
                <a:lnTo>
                  <a:pt x="1197330" y="62229"/>
                </a:lnTo>
                <a:lnTo>
                  <a:pt x="1197114" y="59689"/>
                </a:lnTo>
                <a:lnTo>
                  <a:pt x="1196771" y="57150"/>
                </a:lnTo>
                <a:lnTo>
                  <a:pt x="1196289" y="54610"/>
                </a:lnTo>
                <a:lnTo>
                  <a:pt x="1195692" y="52070"/>
                </a:lnTo>
                <a:lnTo>
                  <a:pt x="1194955" y="49529"/>
                </a:lnTo>
                <a:lnTo>
                  <a:pt x="1195108" y="49529"/>
                </a:lnTo>
                <a:lnTo>
                  <a:pt x="1193088" y="44450"/>
                </a:lnTo>
                <a:lnTo>
                  <a:pt x="1193330" y="44450"/>
                </a:lnTo>
                <a:lnTo>
                  <a:pt x="1190815" y="39370"/>
                </a:lnTo>
                <a:lnTo>
                  <a:pt x="1204912" y="39370"/>
                </a:lnTo>
                <a:lnTo>
                  <a:pt x="1207109" y="45720"/>
                </a:lnTo>
                <a:lnTo>
                  <a:pt x="1208024" y="49529"/>
                </a:lnTo>
                <a:lnTo>
                  <a:pt x="1208760" y="52070"/>
                </a:lnTo>
                <a:lnTo>
                  <a:pt x="1209344" y="55879"/>
                </a:lnTo>
                <a:lnTo>
                  <a:pt x="1209763" y="58420"/>
                </a:lnTo>
                <a:lnTo>
                  <a:pt x="1210030" y="62229"/>
                </a:lnTo>
                <a:lnTo>
                  <a:pt x="1210030" y="547370"/>
                </a:lnTo>
                <a:lnTo>
                  <a:pt x="1209763" y="551179"/>
                </a:lnTo>
                <a:lnTo>
                  <a:pt x="1209344" y="554989"/>
                </a:lnTo>
                <a:lnTo>
                  <a:pt x="1208760" y="557529"/>
                </a:lnTo>
                <a:lnTo>
                  <a:pt x="1208024" y="561339"/>
                </a:lnTo>
                <a:lnTo>
                  <a:pt x="1207109" y="563879"/>
                </a:lnTo>
                <a:lnTo>
                  <a:pt x="1204912" y="570229"/>
                </a:lnTo>
                <a:lnTo>
                  <a:pt x="1202677" y="575310"/>
                </a:lnTo>
                <a:close/>
              </a:path>
              <a:path w="1210309" h="610870">
                <a:moveTo>
                  <a:pt x="12674" y="63500"/>
                </a:moveTo>
                <a:lnTo>
                  <a:pt x="12687" y="62229"/>
                </a:lnTo>
                <a:lnTo>
                  <a:pt x="12674" y="63500"/>
                </a:lnTo>
                <a:close/>
              </a:path>
              <a:path w="1210309" h="610870">
                <a:moveTo>
                  <a:pt x="1197343" y="63500"/>
                </a:moveTo>
                <a:lnTo>
                  <a:pt x="1197267" y="62229"/>
                </a:lnTo>
                <a:lnTo>
                  <a:pt x="1197343" y="63500"/>
                </a:lnTo>
                <a:close/>
              </a:path>
              <a:path w="1210309" h="610870">
                <a:moveTo>
                  <a:pt x="22437" y="575310"/>
                </a:moveTo>
                <a:lnTo>
                  <a:pt x="21920" y="575310"/>
                </a:lnTo>
                <a:lnTo>
                  <a:pt x="21577" y="574039"/>
                </a:lnTo>
                <a:lnTo>
                  <a:pt x="22437" y="575310"/>
                </a:lnTo>
                <a:close/>
              </a:path>
              <a:path w="1210309" h="610870">
                <a:moveTo>
                  <a:pt x="1200461" y="579120"/>
                </a:moveTo>
                <a:lnTo>
                  <a:pt x="1184998" y="579120"/>
                </a:lnTo>
                <a:lnTo>
                  <a:pt x="1188453" y="574039"/>
                </a:lnTo>
                <a:lnTo>
                  <a:pt x="1188110" y="575310"/>
                </a:lnTo>
                <a:lnTo>
                  <a:pt x="1202677" y="575310"/>
                </a:lnTo>
                <a:lnTo>
                  <a:pt x="1202118" y="576579"/>
                </a:lnTo>
                <a:lnTo>
                  <a:pt x="1200461" y="579120"/>
                </a:lnTo>
                <a:close/>
              </a:path>
              <a:path w="1210309" h="610870">
                <a:moveTo>
                  <a:pt x="25603" y="579120"/>
                </a:moveTo>
                <a:lnTo>
                  <a:pt x="25019" y="579120"/>
                </a:lnTo>
                <a:lnTo>
                  <a:pt x="24637" y="577850"/>
                </a:lnTo>
                <a:lnTo>
                  <a:pt x="25603" y="579120"/>
                </a:lnTo>
                <a:close/>
              </a:path>
              <a:path w="1210309" h="610870">
                <a:moveTo>
                  <a:pt x="1197851" y="582929"/>
                </a:moveTo>
                <a:lnTo>
                  <a:pt x="1181519" y="582929"/>
                </a:lnTo>
                <a:lnTo>
                  <a:pt x="1185392" y="577850"/>
                </a:lnTo>
                <a:lnTo>
                  <a:pt x="1184998" y="579120"/>
                </a:lnTo>
                <a:lnTo>
                  <a:pt x="1200461" y="579120"/>
                </a:lnTo>
                <a:lnTo>
                  <a:pt x="1198803" y="581660"/>
                </a:lnTo>
                <a:lnTo>
                  <a:pt x="1197851" y="582929"/>
                </a:lnTo>
                <a:close/>
              </a:path>
              <a:path w="1210309" h="610870">
                <a:moveTo>
                  <a:pt x="29485" y="582929"/>
                </a:moveTo>
                <a:lnTo>
                  <a:pt x="28498" y="582929"/>
                </a:lnTo>
                <a:lnTo>
                  <a:pt x="28067" y="581660"/>
                </a:lnTo>
                <a:lnTo>
                  <a:pt x="29485" y="582929"/>
                </a:lnTo>
                <a:close/>
              </a:path>
              <a:path w="1210309" h="610870">
                <a:moveTo>
                  <a:pt x="1182619" y="598170"/>
                </a:moveTo>
                <a:lnTo>
                  <a:pt x="1149210" y="598170"/>
                </a:lnTo>
                <a:lnTo>
                  <a:pt x="1152207" y="596900"/>
                </a:lnTo>
                <a:lnTo>
                  <a:pt x="1157109" y="596900"/>
                </a:lnTo>
                <a:lnTo>
                  <a:pt x="1159954" y="595629"/>
                </a:lnTo>
                <a:lnTo>
                  <a:pt x="1159509" y="595629"/>
                </a:lnTo>
                <a:lnTo>
                  <a:pt x="1165009" y="594360"/>
                </a:lnTo>
                <a:lnTo>
                  <a:pt x="1164437" y="594360"/>
                </a:lnTo>
                <a:lnTo>
                  <a:pt x="1169670" y="591820"/>
                </a:lnTo>
                <a:lnTo>
                  <a:pt x="1169123" y="591820"/>
                </a:lnTo>
                <a:lnTo>
                  <a:pt x="1174064" y="589279"/>
                </a:lnTo>
                <a:lnTo>
                  <a:pt x="1173556" y="589279"/>
                </a:lnTo>
                <a:lnTo>
                  <a:pt x="1178166" y="585470"/>
                </a:lnTo>
                <a:lnTo>
                  <a:pt x="1177696" y="585470"/>
                </a:lnTo>
                <a:lnTo>
                  <a:pt x="1181950" y="581660"/>
                </a:lnTo>
                <a:lnTo>
                  <a:pt x="1181519" y="582929"/>
                </a:lnTo>
                <a:lnTo>
                  <a:pt x="1197851" y="582929"/>
                </a:lnTo>
                <a:lnTo>
                  <a:pt x="1194993" y="586739"/>
                </a:lnTo>
                <a:lnTo>
                  <a:pt x="1190713" y="591820"/>
                </a:lnTo>
                <a:lnTo>
                  <a:pt x="1186014" y="595629"/>
                </a:lnTo>
                <a:lnTo>
                  <a:pt x="1182619" y="598170"/>
                </a:lnTo>
                <a:close/>
              </a:path>
              <a:path w="1210309" h="610870">
                <a:moveTo>
                  <a:pt x="1157224" y="609600"/>
                </a:moveTo>
                <a:lnTo>
                  <a:pt x="52793" y="609600"/>
                </a:lnTo>
                <a:lnTo>
                  <a:pt x="49593" y="608329"/>
                </a:lnTo>
                <a:lnTo>
                  <a:pt x="1160424" y="608329"/>
                </a:lnTo>
                <a:lnTo>
                  <a:pt x="1157224" y="609600"/>
                </a:lnTo>
                <a:close/>
              </a:path>
              <a:path w="1210309" h="610870">
                <a:moveTo>
                  <a:pt x="1150645" y="610870"/>
                </a:moveTo>
                <a:lnTo>
                  <a:pt x="59372" y="610870"/>
                </a:lnTo>
                <a:lnTo>
                  <a:pt x="56057" y="609600"/>
                </a:lnTo>
                <a:lnTo>
                  <a:pt x="1153960" y="609600"/>
                </a:lnTo>
                <a:lnTo>
                  <a:pt x="1150645" y="6108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488135" y="5823381"/>
            <a:ext cx="629513" cy="31645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921130" y="2070303"/>
            <a:ext cx="663575" cy="1918970"/>
          </a:xfrm>
          <a:custGeom>
            <a:avLst/>
            <a:gdLst/>
            <a:ahLst/>
            <a:cxnLst/>
            <a:rect l="l" t="t" r="r" b="b"/>
            <a:pathLst>
              <a:path w="663575" h="1918970">
                <a:moveTo>
                  <a:pt x="12026" y="1918627"/>
                </a:moveTo>
                <a:lnTo>
                  <a:pt x="0" y="1914537"/>
                </a:lnTo>
                <a:lnTo>
                  <a:pt x="650976" y="0"/>
                </a:lnTo>
                <a:lnTo>
                  <a:pt x="663003" y="4089"/>
                </a:lnTo>
                <a:lnTo>
                  <a:pt x="12026" y="1918627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1578863" y="1772411"/>
            <a:ext cx="1454150" cy="599440"/>
          </a:xfrm>
          <a:custGeom>
            <a:avLst/>
            <a:gdLst/>
            <a:ahLst/>
            <a:cxnLst/>
            <a:rect l="l" t="t" r="r" b="b"/>
            <a:pathLst>
              <a:path w="1454150" h="599439">
                <a:moveTo>
                  <a:pt x="1394460" y="598932"/>
                </a:moveTo>
                <a:lnTo>
                  <a:pt x="59436" y="598932"/>
                </a:lnTo>
                <a:lnTo>
                  <a:pt x="35970" y="594447"/>
                </a:lnTo>
                <a:lnTo>
                  <a:pt x="16930" y="581734"/>
                </a:lnTo>
                <a:lnTo>
                  <a:pt x="4284" y="562761"/>
                </a:lnTo>
                <a:lnTo>
                  <a:pt x="0" y="539495"/>
                </a:lnTo>
                <a:lnTo>
                  <a:pt x="0" y="60960"/>
                </a:lnTo>
                <a:lnTo>
                  <a:pt x="4284" y="37342"/>
                </a:lnTo>
                <a:lnTo>
                  <a:pt x="16930" y="18092"/>
                </a:lnTo>
                <a:lnTo>
                  <a:pt x="35970" y="5036"/>
                </a:lnTo>
                <a:lnTo>
                  <a:pt x="59436" y="0"/>
                </a:lnTo>
                <a:lnTo>
                  <a:pt x="1394460" y="0"/>
                </a:lnTo>
                <a:lnTo>
                  <a:pt x="1417518" y="5036"/>
                </a:lnTo>
                <a:lnTo>
                  <a:pt x="1436422" y="18092"/>
                </a:lnTo>
                <a:lnTo>
                  <a:pt x="1449204" y="37342"/>
                </a:lnTo>
                <a:lnTo>
                  <a:pt x="1453896" y="60960"/>
                </a:lnTo>
                <a:lnTo>
                  <a:pt x="1453896" y="539495"/>
                </a:lnTo>
                <a:lnTo>
                  <a:pt x="1449204" y="562761"/>
                </a:lnTo>
                <a:lnTo>
                  <a:pt x="1436422" y="581734"/>
                </a:lnTo>
                <a:lnTo>
                  <a:pt x="1417518" y="594447"/>
                </a:lnTo>
                <a:lnTo>
                  <a:pt x="1394460" y="598932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1571853" y="1766620"/>
            <a:ext cx="1467485" cy="610870"/>
          </a:xfrm>
          <a:custGeom>
            <a:avLst/>
            <a:gdLst/>
            <a:ahLst/>
            <a:cxnLst/>
            <a:rect l="l" t="t" r="r" b="b"/>
            <a:pathLst>
              <a:path w="1467485" h="610869">
                <a:moveTo>
                  <a:pt x="1414386" y="1269"/>
                </a:moveTo>
                <a:lnTo>
                  <a:pt x="52806" y="1269"/>
                </a:lnTo>
                <a:lnTo>
                  <a:pt x="56070" y="0"/>
                </a:lnTo>
                <a:lnTo>
                  <a:pt x="1411122" y="0"/>
                </a:lnTo>
                <a:lnTo>
                  <a:pt x="1414386" y="1269"/>
                </a:lnTo>
                <a:close/>
              </a:path>
              <a:path w="1467485" h="610869">
                <a:moveTo>
                  <a:pt x="1420812" y="608329"/>
                </a:moveTo>
                <a:lnTo>
                  <a:pt x="46380" y="608329"/>
                </a:lnTo>
                <a:lnTo>
                  <a:pt x="40360" y="605789"/>
                </a:lnTo>
                <a:lnTo>
                  <a:pt x="7912" y="576579"/>
                </a:lnTo>
                <a:lnTo>
                  <a:pt x="2921" y="563879"/>
                </a:lnTo>
                <a:lnTo>
                  <a:pt x="2006" y="561339"/>
                </a:lnTo>
                <a:lnTo>
                  <a:pt x="1269" y="557529"/>
                </a:lnTo>
                <a:lnTo>
                  <a:pt x="685" y="554989"/>
                </a:lnTo>
                <a:lnTo>
                  <a:pt x="266" y="551179"/>
                </a:lnTo>
                <a:lnTo>
                  <a:pt x="0" y="547369"/>
                </a:lnTo>
                <a:lnTo>
                  <a:pt x="0" y="62229"/>
                </a:lnTo>
                <a:lnTo>
                  <a:pt x="266" y="58419"/>
                </a:lnTo>
                <a:lnTo>
                  <a:pt x="685" y="55879"/>
                </a:lnTo>
                <a:lnTo>
                  <a:pt x="1269" y="52069"/>
                </a:lnTo>
                <a:lnTo>
                  <a:pt x="2006" y="49529"/>
                </a:lnTo>
                <a:lnTo>
                  <a:pt x="2921" y="45719"/>
                </a:lnTo>
                <a:lnTo>
                  <a:pt x="5118" y="39369"/>
                </a:lnTo>
                <a:lnTo>
                  <a:pt x="7912" y="34289"/>
                </a:lnTo>
                <a:lnTo>
                  <a:pt x="11226" y="27939"/>
                </a:lnTo>
                <a:lnTo>
                  <a:pt x="15036" y="22859"/>
                </a:lnTo>
                <a:lnTo>
                  <a:pt x="19316" y="19049"/>
                </a:lnTo>
                <a:lnTo>
                  <a:pt x="24015" y="13969"/>
                </a:lnTo>
                <a:lnTo>
                  <a:pt x="29108" y="10159"/>
                </a:lnTo>
                <a:lnTo>
                  <a:pt x="34569" y="7619"/>
                </a:lnTo>
                <a:lnTo>
                  <a:pt x="40360" y="5079"/>
                </a:lnTo>
                <a:lnTo>
                  <a:pt x="46380" y="2539"/>
                </a:lnTo>
                <a:lnTo>
                  <a:pt x="49606" y="1269"/>
                </a:lnTo>
                <a:lnTo>
                  <a:pt x="1417586" y="1269"/>
                </a:lnTo>
                <a:lnTo>
                  <a:pt x="1441475" y="12699"/>
                </a:lnTo>
                <a:lnTo>
                  <a:pt x="55511" y="12699"/>
                </a:lnTo>
                <a:lnTo>
                  <a:pt x="52616" y="13969"/>
                </a:lnTo>
                <a:lnTo>
                  <a:pt x="50520" y="13969"/>
                </a:lnTo>
                <a:lnTo>
                  <a:pt x="45021" y="16509"/>
                </a:lnTo>
                <a:lnTo>
                  <a:pt x="45593" y="16509"/>
                </a:lnTo>
                <a:lnTo>
                  <a:pt x="42976" y="17779"/>
                </a:lnTo>
                <a:lnTo>
                  <a:pt x="40906" y="17779"/>
                </a:lnTo>
                <a:lnTo>
                  <a:pt x="35966" y="21589"/>
                </a:lnTo>
                <a:lnTo>
                  <a:pt x="36474" y="21589"/>
                </a:lnTo>
                <a:lnTo>
                  <a:pt x="31864" y="24129"/>
                </a:lnTo>
                <a:lnTo>
                  <a:pt x="32334" y="24129"/>
                </a:lnTo>
                <a:lnTo>
                  <a:pt x="28079" y="27939"/>
                </a:lnTo>
                <a:lnTo>
                  <a:pt x="28511" y="27939"/>
                </a:lnTo>
                <a:lnTo>
                  <a:pt x="24637" y="31749"/>
                </a:lnTo>
                <a:lnTo>
                  <a:pt x="25031" y="31749"/>
                </a:lnTo>
                <a:lnTo>
                  <a:pt x="21577" y="35559"/>
                </a:lnTo>
                <a:lnTo>
                  <a:pt x="21920" y="35559"/>
                </a:lnTo>
                <a:lnTo>
                  <a:pt x="19672" y="39369"/>
                </a:lnTo>
                <a:lnTo>
                  <a:pt x="19215" y="39369"/>
                </a:lnTo>
                <a:lnTo>
                  <a:pt x="16700" y="44449"/>
                </a:lnTo>
                <a:lnTo>
                  <a:pt x="16941" y="44449"/>
                </a:lnTo>
                <a:lnTo>
                  <a:pt x="14922" y="49529"/>
                </a:lnTo>
                <a:lnTo>
                  <a:pt x="15074" y="49529"/>
                </a:lnTo>
                <a:lnTo>
                  <a:pt x="14262" y="52069"/>
                </a:lnTo>
                <a:lnTo>
                  <a:pt x="13677" y="54609"/>
                </a:lnTo>
                <a:lnTo>
                  <a:pt x="13208" y="57149"/>
                </a:lnTo>
                <a:lnTo>
                  <a:pt x="12877" y="59689"/>
                </a:lnTo>
                <a:lnTo>
                  <a:pt x="12763" y="62229"/>
                </a:lnTo>
                <a:lnTo>
                  <a:pt x="12687" y="547369"/>
                </a:lnTo>
                <a:lnTo>
                  <a:pt x="12915" y="549909"/>
                </a:lnTo>
                <a:lnTo>
                  <a:pt x="13258" y="552449"/>
                </a:lnTo>
                <a:lnTo>
                  <a:pt x="13741" y="554989"/>
                </a:lnTo>
                <a:lnTo>
                  <a:pt x="14338" y="557529"/>
                </a:lnTo>
                <a:lnTo>
                  <a:pt x="15074" y="560069"/>
                </a:lnTo>
                <a:lnTo>
                  <a:pt x="14922" y="560069"/>
                </a:lnTo>
                <a:lnTo>
                  <a:pt x="16941" y="565149"/>
                </a:lnTo>
                <a:lnTo>
                  <a:pt x="16700" y="565149"/>
                </a:lnTo>
                <a:lnTo>
                  <a:pt x="19215" y="570229"/>
                </a:lnTo>
                <a:lnTo>
                  <a:pt x="18922" y="570229"/>
                </a:lnTo>
                <a:lnTo>
                  <a:pt x="21920" y="575309"/>
                </a:lnTo>
                <a:lnTo>
                  <a:pt x="22440" y="575309"/>
                </a:lnTo>
                <a:lnTo>
                  <a:pt x="25031" y="579119"/>
                </a:lnTo>
                <a:lnTo>
                  <a:pt x="25606" y="579119"/>
                </a:lnTo>
                <a:lnTo>
                  <a:pt x="28511" y="582929"/>
                </a:lnTo>
                <a:lnTo>
                  <a:pt x="29497" y="582929"/>
                </a:lnTo>
                <a:lnTo>
                  <a:pt x="32334" y="585469"/>
                </a:lnTo>
                <a:lnTo>
                  <a:pt x="31864" y="585469"/>
                </a:lnTo>
                <a:lnTo>
                  <a:pt x="36474" y="589279"/>
                </a:lnTo>
                <a:lnTo>
                  <a:pt x="35966" y="589279"/>
                </a:lnTo>
                <a:lnTo>
                  <a:pt x="40906" y="591819"/>
                </a:lnTo>
                <a:lnTo>
                  <a:pt x="40360" y="591819"/>
                </a:lnTo>
                <a:lnTo>
                  <a:pt x="45593" y="594359"/>
                </a:lnTo>
                <a:lnTo>
                  <a:pt x="45021" y="594359"/>
                </a:lnTo>
                <a:lnTo>
                  <a:pt x="50520" y="595629"/>
                </a:lnTo>
                <a:lnTo>
                  <a:pt x="50076" y="595629"/>
                </a:lnTo>
                <a:lnTo>
                  <a:pt x="52920" y="596899"/>
                </a:lnTo>
                <a:lnTo>
                  <a:pt x="57823" y="596899"/>
                </a:lnTo>
                <a:lnTo>
                  <a:pt x="60820" y="598169"/>
                </a:lnTo>
                <a:lnTo>
                  <a:pt x="1439773" y="598169"/>
                </a:lnTo>
                <a:lnTo>
                  <a:pt x="1438071" y="599439"/>
                </a:lnTo>
                <a:lnTo>
                  <a:pt x="1432610" y="603249"/>
                </a:lnTo>
                <a:lnTo>
                  <a:pt x="1426819" y="605789"/>
                </a:lnTo>
                <a:lnTo>
                  <a:pt x="1420812" y="608329"/>
                </a:lnTo>
                <a:close/>
              </a:path>
              <a:path w="1467485" h="610869">
                <a:moveTo>
                  <a:pt x="1426832" y="19049"/>
                </a:moveTo>
                <a:lnTo>
                  <a:pt x="1421587" y="16509"/>
                </a:lnTo>
                <a:lnTo>
                  <a:pt x="1422171" y="16509"/>
                </a:lnTo>
                <a:lnTo>
                  <a:pt x="1416659" y="13969"/>
                </a:lnTo>
                <a:lnTo>
                  <a:pt x="1414576" y="13969"/>
                </a:lnTo>
                <a:lnTo>
                  <a:pt x="1411681" y="12699"/>
                </a:lnTo>
                <a:lnTo>
                  <a:pt x="1441475" y="12699"/>
                </a:lnTo>
                <a:lnTo>
                  <a:pt x="1443177" y="13969"/>
                </a:lnTo>
                <a:lnTo>
                  <a:pt x="1446701" y="17779"/>
                </a:lnTo>
                <a:lnTo>
                  <a:pt x="1426286" y="17779"/>
                </a:lnTo>
                <a:lnTo>
                  <a:pt x="1426832" y="19049"/>
                </a:lnTo>
                <a:close/>
              </a:path>
              <a:path w="1467485" h="610869">
                <a:moveTo>
                  <a:pt x="40360" y="19049"/>
                </a:moveTo>
                <a:lnTo>
                  <a:pt x="40906" y="17779"/>
                </a:lnTo>
                <a:lnTo>
                  <a:pt x="42976" y="17779"/>
                </a:lnTo>
                <a:lnTo>
                  <a:pt x="40360" y="19049"/>
                </a:lnTo>
                <a:close/>
              </a:path>
              <a:path w="1467485" h="610869">
                <a:moveTo>
                  <a:pt x="1448269" y="40639"/>
                </a:moveTo>
                <a:lnTo>
                  <a:pt x="1445260" y="35559"/>
                </a:lnTo>
                <a:lnTo>
                  <a:pt x="1445602" y="35559"/>
                </a:lnTo>
                <a:lnTo>
                  <a:pt x="1442161" y="31749"/>
                </a:lnTo>
                <a:lnTo>
                  <a:pt x="1442542" y="31749"/>
                </a:lnTo>
                <a:lnTo>
                  <a:pt x="1438681" y="27939"/>
                </a:lnTo>
                <a:lnTo>
                  <a:pt x="1439113" y="27939"/>
                </a:lnTo>
                <a:lnTo>
                  <a:pt x="1434858" y="24129"/>
                </a:lnTo>
                <a:lnTo>
                  <a:pt x="1435328" y="24129"/>
                </a:lnTo>
                <a:lnTo>
                  <a:pt x="1430718" y="21589"/>
                </a:lnTo>
                <a:lnTo>
                  <a:pt x="1431226" y="21589"/>
                </a:lnTo>
                <a:lnTo>
                  <a:pt x="1426286" y="17779"/>
                </a:lnTo>
                <a:lnTo>
                  <a:pt x="1446701" y="17779"/>
                </a:lnTo>
                <a:lnTo>
                  <a:pt x="1447876" y="19049"/>
                </a:lnTo>
                <a:lnTo>
                  <a:pt x="1452143" y="22859"/>
                </a:lnTo>
                <a:lnTo>
                  <a:pt x="1455966" y="27939"/>
                </a:lnTo>
                <a:lnTo>
                  <a:pt x="1459280" y="34289"/>
                </a:lnTo>
                <a:lnTo>
                  <a:pt x="1462062" y="39369"/>
                </a:lnTo>
                <a:lnTo>
                  <a:pt x="1447965" y="39369"/>
                </a:lnTo>
                <a:lnTo>
                  <a:pt x="1448269" y="40639"/>
                </a:lnTo>
                <a:close/>
              </a:path>
              <a:path w="1467485" h="610869">
                <a:moveTo>
                  <a:pt x="18922" y="40639"/>
                </a:moveTo>
                <a:lnTo>
                  <a:pt x="19215" y="39369"/>
                </a:lnTo>
                <a:lnTo>
                  <a:pt x="19672" y="39369"/>
                </a:lnTo>
                <a:lnTo>
                  <a:pt x="18922" y="40639"/>
                </a:lnTo>
                <a:close/>
              </a:path>
              <a:path w="1467485" h="610869">
                <a:moveTo>
                  <a:pt x="1459837" y="575309"/>
                </a:moveTo>
                <a:lnTo>
                  <a:pt x="1445260" y="575309"/>
                </a:lnTo>
                <a:lnTo>
                  <a:pt x="1448269" y="570229"/>
                </a:lnTo>
                <a:lnTo>
                  <a:pt x="1447965" y="570229"/>
                </a:lnTo>
                <a:lnTo>
                  <a:pt x="1450492" y="565149"/>
                </a:lnTo>
                <a:lnTo>
                  <a:pt x="1450251" y="565149"/>
                </a:lnTo>
                <a:lnTo>
                  <a:pt x="1452257" y="560069"/>
                </a:lnTo>
                <a:lnTo>
                  <a:pt x="1452118" y="560069"/>
                </a:lnTo>
                <a:lnTo>
                  <a:pt x="1452918" y="557529"/>
                </a:lnTo>
                <a:lnTo>
                  <a:pt x="1453514" y="554989"/>
                </a:lnTo>
                <a:lnTo>
                  <a:pt x="1453972" y="552449"/>
                </a:lnTo>
                <a:lnTo>
                  <a:pt x="1454302" y="549909"/>
                </a:lnTo>
                <a:lnTo>
                  <a:pt x="1454505" y="547369"/>
                </a:lnTo>
                <a:lnTo>
                  <a:pt x="1454492" y="62229"/>
                </a:lnTo>
                <a:lnTo>
                  <a:pt x="1454277" y="59689"/>
                </a:lnTo>
                <a:lnTo>
                  <a:pt x="1453934" y="57149"/>
                </a:lnTo>
                <a:lnTo>
                  <a:pt x="1453451" y="54609"/>
                </a:lnTo>
                <a:lnTo>
                  <a:pt x="1452841" y="52069"/>
                </a:lnTo>
                <a:lnTo>
                  <a:pt x="1452118" y="49529"/>
                </a:lnTo>
                <a:lnTo>
                  <a:pt x="1452257" y="49529"/>
                </a:lnTo>
                <a:lnTo>
                  <a:pt x="1450251" y="44449"/>
                </a:lnTo>
                <a:lnTo>
                  <a:pt x="1450492" y="44449"/>
                </a:lnTo>
                <a:lnTo>
                  <a:pt x="1447965" y="39369"/>
                </a:lnTo>
                <a:lnTo>
                  <a:pt x="1462062" y="39369"/>
                </a:lnTo>
                <a:lnTo>
                  <a:pt x="1464271" y="45719"/>
                </a:lnTo>
                <a:lnTo>
                  <a:pt x="1465186" y="49529"/>
                </a:lnTo>
                <a:lnTo>
                  <a:pt x="1465922" y="52069"/>
                </a:lnTo>
                <a:lnTo>
                  <a:pt x="1466507" y="55879"/>
                </a:lnTo>
                <a:lnTo>
                  <a:pt x="1466926" y="58419"/>
                </a:lnTo>
                <a:lnTo>
                  <a:pt x="1467180" y="62229"/>
                </a:lnTo>
                <a:lnTo>
                  <a:pt x="1467180" y="547369"/>
                </a:lnTo>
                <a:lnTo>
                  <a:pt x="1466926" y="551179"/>
                </a:lnTo>
                <a:lnTo>
                  <a:pt x="1466507" y="554989"/>
                </a:lnTo>
                <a:lnTo>
                  <a:pt x="1465922" y="557529"/>
                </a:lnTo>
                <a:lnTo>
                  <a:pt x="1465186" y="561339"/>
                </a:lnTo>
                <a:lnTo>
                  <a:pt x="1464271" y="563879"/>
                </a:lnTo>
                <a:lnTo>
                  <a:pt x="1462062" y="570229"/>
                </a:lnTo>
                <a:lnTo>
                  <a:pt x="1459837" y="575309"/>
                </a:lnTo>
                <a:close/>
              </a:path>
              <a:path w="1467485" h="610869">
                <a:moveTo>
                  <a:pt x="12687" y="63499"/>
                </a:moveTo>
                <a:lnTo>
                  <a:pt x="12700" y="62229"/>
                </a:lnTo>
                <a:lnTo>
                  <a:pt x="12687" y="63499"/>
                </a:lnTo>
                <a:close/>
              </a:path>
              <a:path w="1467485" h="610869">
                <a:moveTo>
                  <a:pt x="1454505" y="63499"/>
                </a:moveTo>
                <a:lnTo>
                  <a:pt x="1454429" y="62229"/>
                </a:lnTo>
                <a:lnTo>
                  <a:pt x="1454505" y="63499"/>
                </a:lnTo>
                <a:close/>
              </a:path>
              <a:path w="1467485" h="610869">
                <a:moveTo>
                  <a:pt x="22440" y="575309"/>
                </a:moveTo>
                <a:lnTo>
                  <a:pt x="21920" y="575309"/>
                </a:lnTo>
                <a:lnTo>
                  <a:pt x="21577" y="574039"/>
                </a:lnTo>
                <a:lnTo>
                  <a:pt x="22440" y="575309"/>
                </a:lnTo>
                <a:close/>
              </a:path>
              <a:path w="1467485" h="610869">
                <a:moveTo>
                  <a:pt x="1457623" y="579119"/>
                </a:moveTo>
                <a:lnTo>
                  <a:pt x="1442161" y="579119"/>
                </a:lnTo>
                <a:lnTo>
                  <a:pt x="1445602" y="574039"/>
                </a:lnTo>
                <a:lnTo>
                  <a:pt x="1445260" y="575309"/>
                </a:lnTo>
                <a:lnTo>
                  <a:pt x="1459837" y="575309"/>
                </a:lnTo>
                <a:lnTo>
                  <a:pt x="1459280" y="576579"/>
                </a:lnTo>
                <a:lnTo>
                  <a:pt x="1457623" y="579119"/>
                </a:lnTo>
                <a:close/>
              </a:path>
              <a:path w="1467485" h="610869">
                <a:moveTo>
                  <a:pt x="25606" y="579119"/>
                </a:moveTo>
                <a:lnTo>
                  <a:pt x="25031" y="579119"/>
                </a:lnTo>
                <a:lnTo>
                  <a:pt x="24637" y="577849"/>
                </a:lnTo>
                <a:lnTo>
                  <a:pt x="25606" y="579119"/>
                </a:lnTo>
                <a:close/>
              </a:path>
              <a:path w="1467485" h="610869">
                <a:moveTo>
                  <a:pt x="1455010" y="582929"/>
                </a:moveTo>
                <a:lnTo>
                  <a:pt x="1438681" y="582929"/>
                </a:lnTo>
                <a:lnTo>
                  <a:pt x="1442542" y="577849"/>
                </a:lnTo>
                <a:lnTo>
                  <a:pt x="1442161" y="579119"/>
                </a:lnTo>
                <a:lnTo>
                  <a:pt x="1457623" y="579119"/>
                </a:lnTo>
                <a:lnTo>
                  <a:pt x="1455966" y="581659"/>
                </a:lnTo>
                <a:lnTo>
                  <a:pt x="1455010" y="582929"/>
                </a:lnTo>
                <a:close/>
              </a:path>
              <a:path w="1467485" h="610869">
                <a:moveTo>
                  <a:pt x="29497" y="582929"/>
                </a:moveTo>
                <a:lnTo>
                  <a:pt x="28511" y="582929"/>
                </a:lnTo>
                <a:lnTo>
                  <a:pt x="28079" y="581659"/>
                </a:lnTo>
                <a:lnTo>
                  <a:pt x="29497" y="582929"/>
                </a:lnTo>
                <a:close/>
              </a:path>
              <a:path w="1467485" h="610869">
                <a:moveTo>
                  <a:pt x="1439773" y="598169"/>
                </a:moveTo>
                <a:lnTo>
                  <a:pt x="1406359" y="598169"/>
                </a:lnTo>
                <a:lnTo>
                  <a:pt x="1409357" y="596899"/>
                </a:lnTo>
                <a:lnTo>
                  <a:pt x="1414271" y="596899"/>
                </a:lnTo>
                <a:lnTo>
                  <a:pt x="1417116" y="595629"/>
                </a:lnTo>
                <a:lnTo>
                  <a:pt x="1416659" y="595629"/>
                </a:lnTo>
                <a:lnTo>
                  <a:pt x="1422171" y="594359"/>
                </a:lnTo>
                <a:lnTo>
                  <a:pt x="1421587" y="594359"/>
                </a:lnTo>
                <a:lnTo>
                  <a:pt x="1426832" y="591819"/>
                </a:lnTo>
                <a:lnTo>
                  <a:pt x="1426286" y="591819"/>
                </a:lnTo>
                <a:lnTo>
                  <a:pt x="1431226" y="589279"/>
                </a:lnTo>
                <a:lnTo>
                  <a:pt x="1430718" y="589279"/>
                </a:lnTo>
                <a:lnTo>
                  <a:pt x="1435328" y="585469"/>
                </a:lnTo>
                <a:lnTo>
                  <a:pt x="1434858" y="585469"/>
                </a:lnTo>
                <a:lnTo>
                  <a:pt x="1439113" y="581659"/>
                </a:lnTo>
                <a:lnTo>
                  <a:pt x="1438681" y="582929"/>
                </a:lnTo>
                <a:lnTo>
                  <a:pt x="1455010" y="582929"/>
                </a:lnTo>
                <a:lnTo>
                  <a:pt x="1452143" y="586739"/>
                </a:lnTo>
                <a:lnTo>
                  <a:pt x="1447876" y="591819"/>
                </a:lnTo>
                <a:lnTo>
                  <a:pt x="1443177" y="595629"/>
                </a:lnTo>
                <a:lnTo>
                  <a:pt x="1439773" y="598169"/>
                </a:lnTo>
                <a:close/>
              </a:path>
              <a:path w="1467485" h="610869">
                <a:moveTo>
                  <a:pt x="1414386" y="609599"/>
                </a:moveTo>
                <a:lnTo>
                  <a:pt x="52806" y="609599"/>
                </a:lnTo>
                <a:lnTo>
                  <a:pt x="49606" y="608329"/>
                </a:lnTo>
                <a:lnTo>
                  <a:pt x="1417586" y="608329"/>
                </a:lnTo>
                <a:lnTo>
                  <a:pt x="1414386" y="609599"/>
                </a:lnTo>
                <a:close/>
              </a:path>
              <a:path w="1467485" h="610869">
                <a:moveTo>
                  <a:pt x="1407807" y="610869"/>
                </a:moveTo>
                <a:lnTo>
                  <a:pt x="59385" y="610869"/>
                </a:lnTo>
                <a:lnTo>
                  <a:pt x="56070" y="609599"/>
                </a:lnTo>
                <a:lnTo>
                  <a:pt x="1411122" y="609599"/>
                </a:lnTo>
                <a:lnTo>
                  <a:pt x="1407807" y="6108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715007" y="1912315"/>
            <a:ext cx="1230020" cy="34114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3369436" y="964514"/>
            <a:ext cx="1449070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课堂总</a:t>
            </a:r>
            <a:r>
              <a:rPr dirty="0" spc="-10"/>
              <a:t>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2025-04-20T13:47:30Z</dcterms:created>
  <dcterms:modified xsi:type="dcterms:W3CDTF">2025-04-20T13:47:30Z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