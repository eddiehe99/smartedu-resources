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jp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962900" y="152400"/>
            <a:ext cx="0" cy="1524000"/>
          </a:xfrm>
          <a:custGeom>
            <a:avLst/>
            <a:gdLst/>
            <a:ahLst/>
            <a:cxnLst/>
            <a:rect l="l" t="t" r="r" b="b"/>
            <a:pathLst>
              <a:path w="0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153400" y="152400"/>
            <a:ext cx="120027" cy="119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8321040" y="152400"/>
            <a:ext cx="118922" cy="1199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490204" y="152400"/>
            <a:ext cx="116293" cy="1199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153400" y="320319"/>
            <a:ext cx="120027" cy="1169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8321040" y="320319"/>
            <a:ext cx="118922" cy="1169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8490204" y="320319"/>
            <a:ext cx="116293" cy="1169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8657843" y="320319"/>
            <a:ext cx="116687" cy="1169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8153400" y="488238"/>
            <a:ext cx="120027" cy="1169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8321040" y="488238"/>
            <a:ext cx="118922" cy="1169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8490204" y="488238"/>
            <a:ext cx="116293" cy="11695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657843" y="488238"/>
            <a:ext cx="116687" cy="11695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8825483" y="488238"/>
            <a:ext cx="120078" cy="11695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8153400" y="656170"/>
            <a:ext cx="120027" cy="11993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8321040" y="656170"/>
            <a:ext cx="118922" cy="11993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8490204" y="656170"/>
            <a:ext cx="116293" cy="11993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8657843" y="656170"/>
            <a:ext cx="116687" cy="11993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8153400" y="824090"/>
            <a:ext cx="120027" cy="11993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21040" y="824090"/>
            <a:ext cx="118922" cy="11993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8490204" y="824090"/>
            <a:ext cx="116293" cy="11993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8657843" y="824090"/>
            <a:ext cx="116687" cy="11993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8825483" y="824090"/>
            <a:ext cx="120078" cy="11993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8153400" y="992009"/>
            <a:ext cx="120027" cy="11844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8321040" y="992009"/>
            <a:ext cx="118922" cy="11844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8490204" y="992009"/>
            <a:ext cx="116293" cy="11844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8657843" y="992009"/>
            <a:ext cx="116687" cy="11844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8153400" y="1159929"/>
            <a:ext cx="120027" cy="11695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8321040" y="1159929"/>
            <a:ext cx="118922" cy="11695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8490204" y="1159929"/>
            <a:ext cx="116293" cy="11695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8657843" y="1159929"/>
            <a:ext cx="116687" cy="11695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8321040" y="1327861"/>
            <a:ext cx="118922" cy="11993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8657843" y="1327861"/>
            <a:ext cx="116687" cy="11993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2264448" y="1709648"/>
            <a:ext cx="1812632" cy="202300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4609236" y="1741195"/>
            <a:ext cx="1825942" cy="202087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535496" y="2050465"/>
            <a:ext cx="318681" cy="149377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Relationship Id="rId32" Type="http://schemas.openxmlformats.org/officeDocument/2006/relationships/image" Target="../media/image26.png"/><Relationship Id="rId33" Type="http://schemas.openxmlformats.org/officeDocument/2006/relationships/image" Target="../media/image27.png"/><Relationship Id="rId34" Type="http://schemas.openxmlformats.org/officeDocument/2006/relationships/image" Target="../media/image28.png"/><Relationship Id="rId35" Type="http://schemas.openxmlformats.org/officeDocument/2006/relationships/image" Target="../media/image29.png"/><Relationship Id="rId36" Type="http://schemas.openxmlformats.org/officeDocument/2006/relationships/image" Target="../media/image30.png"/><Relationship Id="rId37" Type="http://schemas.openxmlformats.org/officeDocument/2006/relationships/image" Target="../media/image3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962900" y="152400"/>
            <a:ext cx="0" cy="1524000"/>
          </a:xfrm>
          <a:custGeom>
            <a:avLst/>
            <a:gdLst/>
            <a:ahLst/>
            <a:cxnLst/>
            <a:rect l="l" t="t" r="r" b="b"/>
            <a:pathLst>
              <a:path w="0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153400" y="152400"/>
            <a:ext cx="120027" cy="1199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8321040" y="152400"/>
            <a:ext cx="118922" cy="1199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490204" y="152400"/>
            <a:ext cx="116293" cy="11993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153400" y="320319"/>
            <a:ext cx="120027" cy="1169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8321040" y="320319"/>
            <a:ext cx="118922" cy="11695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8490204" y="320319"/>
            <a:ext cx="116293" cy="11695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8657843" y="320319"/>
            <a:ext cx="116687" cy="11695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8153400" y="488238"/>
            <a:ext cx="120027" cy="11695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8321040" y="488238"/>
            <a:ext cx="118922" cy="11695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8490204" y="488238"/>
            <a:ext cx="116293" cy="11695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657843" y="488238"/>
            <a:ext cx="116687" cy="11695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8825483" y="488238"/>
            <a:ext cx="120078" cy="1169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8153400" y="656170"/>
            <a:ext cx="120027" cy="11993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8321040" y="656170"/>
            <a:ext cx="118922" cy="11993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8490204" y="656170"/>
            <a:ext cx="116293" cy="11993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8657843" y="656170"/>
            <a:ext cx="116687" cy="11993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8153400" y="824090"/>
            <a:ext cx="120027" cy="11993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21040" y="824090"/>
            <a:ext cx="118922" cy="11993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8490204" y="824090"/>
            <a:ext cx="116293" cy="11993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8657843" y="824090"/>
            <a:ext cx="116687" cy="11993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8825483" y="824090"/>
            <a:ext cx="120078" cy="11993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8153400" y="992009"/>
            <a:ext cx="120027" cy="11844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8321040" y="992009"/>
            <a:ext cx="118922" cy="11844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8490204" y="992009"/>
            <a:ext cx="116293" cy="11844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8657843" y="992009"/>
            <a:ext cx="116687" cy="11844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8153400" y="1159929"/>
            <a:ext cx="120027" cy="11695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8321040" y="1159929"/>
            <a:ext cx="118922" cy="11695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8490204" y="1159929"/>
            <a:ext cx="116293" cy="11695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8657843" y="1159929"/>
            <a:ext cx="116687" cy="11695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8321040" y="1327861"/>
            <a:ext cx="118922" cy="11993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8657843" y="1327861"/>
            <a:ext cx="116687" cy="11993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590" y="1408747"/>
            <a:ext cx="85407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90" y="1867217"/>
            <a:ext cx="7681595" cy="3681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Relationship Id="rId20" Type="http://schemas.openxmlformats.org/officeDocument/2006/relationships/image" Target="../media/image54.png"/><Relationship Id="rId21" Type="http://schemas.openxmlformats.org/officeDocument/2006/relationships/image" Target="../media/image55.png"/><Relationship Id="rId22" Type="http://schemas.openxmlformats.org/officeDocument/2006/relationships/image" Target="../media/image56.png"/><Relationship Id="rId23" Type="http://schemas.openxmlformats.org/officeDocument/2006/relationships/image" Target="../media/image57.png"/><Relationship Id="rId24" Type="http://schemas.openxmlformats.org/officeDocument/2006/relationships/image" Target="../media/image58.png"/><Relationship Id="rId25" Type="http://schemas.openxmlformats.org/officeDocument/2006/relationships/image" Target="../media/image59.png"/><Relationship Id="rId26" Type="http://schemas.openxmlformats.org/officeDocument/2006/relationships/image" Target="../media/image60.png"/><Relationship Id="rId27" Type="http://schemas.openxmlformats.org/officeDocument/2006/relationships/image" Target="../media/image61.png"/><Relationship Id="rId28" Type="http://schemas.openxmlformats.org/officeDocument/2006/relationships/image" Target="../media/image62.png"/><Relationship Id="rId29" Type="http://schemas.openxmlformats.org/officeDocument/2006/relationships/image" Target="../media/image63.png"/><Relationship Id="rId30" Type="http://schemas.openxmlformats.org/officeDocument/2006/relationships/image" Target="../media/image64.png"/><Relationship Id="rId31" Type="http://schemas.openxmlformats.org/officeDocument/2006/relationships/image" Target="../media/image65.png"/><Relationship Id="rId32" Type="http://schemas.openxmlformats.org/officeDocument/2006/relationships/image" Target="../media/image6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3507" y="2992437"/>
            <a:ext cx="201104" cy="201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76971" y="2992437"/>
            <a:ext cx="201802" cy="201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61959" y="2992437"/>
            <a:ext cx="200977" cy="2016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493507" y="3276600"/>
            <a:ext cx="201104" cy="2016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6971" y="3276600"/>
            <a:ext cx="201802" cy="201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61959" y="3276600"/>
            <a:ext cx="200977" cy="2016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45423" y="3276600"/>
            <a:ext cx="201675" cy="2016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93507" y="3560762"/>
            <a:ext cx="201104" cy="2016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76971" y="3560762"/>
            <a:ext cx="201802" cy="2016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61959" y="3560762"/>
            <a:ext cx="200977" cy="201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45423" y="3560762"/>
            <a:ext cx="201675" cy="2016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630411" y="3560762"/>
            <a:ext cx="200850" cy="2016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93507" y="3843337"/>
            <a:ext cx="201104" cy="2032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76971" y="3843337"/>
            <a:ext cx="201802" cy="203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61959" y="3843337"/>
            <a:ext cx="200977" cy="2032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345423" y="3843337"/>
            <a:ext cx="201675" cy="2032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93507" y="4127500"/>
            <a:ext cx="201104" cy="2032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76971" y="4127500"/>
            <a:ext cx="201802" cy="203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061959" y="4127500"/>
            <a:ext cx="200977" cy="2032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45423" y="4127500"/>
            <a:ext cx="201675" cy="203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630411" y="4127500"/>
            <a:ext cx="200850" cy="2032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93507" y="4411662"/>
            <a:ext cx="201104" cy="20161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76971" y="4411662"/>
            <a:ext cx="201802" cy="2016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061959" y="4411662"/>
            <a:ext cx="200977" cy="20161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345423" y="4411662"/>
            <a:ext cx="201675" cy="20161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93507" y="4695825"/>
            <a:ext cx="201104" cy="20161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76971" y="4695825"/>
            <a:ext cx="201802" cy="2016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061959" y="4695825"/>
            <a:ext cx="200977" cy="20161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345423" y="4695825"/>
            <a:ext cx="201675" cy="2016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76971" y="4979987"/>
            <a:ext cx="201802" cy="20161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345423" y="4979987"/>
            <a:ext cx="201675" cy="20161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908303"/>
            <a:ext cx="1772920" cy="1339850"/>
          </a:xfrm>
          <a:custGeom>
            <a:avLst/>
            <a:gdLst/>
            <a:ahLst/>
            <a:cxnLst/>
            <a:rect l="l" t="t" r="r" b="b"/>
            <a:pathLst>
              <a:path w="1772920" h="1339850">
                <a:moveTo>
                  <a:pt x="1682495" y="89916"/>
                </a:moveTo>
                <a:lnTo>
                  <a:pt x="1592580" y="89916"/>
                </a:lnTo>
                <a:lnTo>
                  <a:pt x="1592580" y="0"/>
                </a:lnTo>
                <a:lnTo>
                  <a:pt x="1596365" y="17462"/>
                </a:lnTo>
                <a:lnTo>
                  <a:pt x="1606073" y="31697"/>
                </a:lnTo>
                <a:lnTo>
                  <a:pt x="1620315" y="41281"/>
                </a:lnTo>
                <a:lnTo>
                  <a:pt x="1637703" y="44792"/>
                </a:lnTo>
                <a:lnTo>
                  <a:pt x="1682495" y="44792"/>
                </a:lnTo>
                <a:lnTo>
                  <a:pt x="1682495" y="89916"/>
                </a:lnTo>
                <a:close/>
              </a:path>
              <a:path w="1772920" h="1339850">
                <a:moveTo>
                  <a:pt x="1682495" y="44792"/>
                </a:moveTo>
                <a:lnTo>
                  <a:pt x="1637703" y="44792"/>
                </a:lnTo>
                <a:lnTo>
                  <a:pt x="1655087" y="41281"/>
                </a:lnTo>
                <a:lnTo>
                  <a:pt x="1669295" y="31697"/>
                </a:lnTo>
                <a:lnTo>
                  <a:pt x="1678906" y="17462"/>
                </a:lnTo>
                <a:lnTo>
                  <a:pt x="1682495" y="0"/>
                </a:lnTo>
                <a:lnTo>
                  <a:pt x="1682495" y="44792"/>
                </a:lnTo>
                <a:close/>
              </a:path>
              <a:path w="1772920" h="1339850">
                <a:moveTo>
                  <a:pt x="89293" y="1339596"/>
                </a:moveTo>
                <a:lnTo>
                  <a:pt x="54537" y="1332568"/>
                </a:lnTo>
                <a:lnTo>
                  <a:pt x="26154" y="1313364"/>
                </a:lnTo>
                <a:lnTo>
                  <a:pt x="7017" y="1284796"/>
                </a:lnTo>
                <a:lnTo>
                  <a:pt x="0" y="1249680"/>
                </a:lnTo>
                <a:lnTo>
                  <a:pt x="0" y="178308"/>
                </a:lnTo>
                <a:lnTo>
                  <a:pt x="7027" y="143801"/>
                </a:lnTo>
                <a:lnTo>
                  <a:pt x="26231" y="115595"/>
                </a:lnTo>
                <a:lnTo>
                  <a:pt x="54799" y="96647"/>
                </a:lnTo>
                <a:lnTo>
                  <a:pt x="89915" y="89916"/>
                </a:lnTo>
                <a:lnTo>
                  <a:pt x="1682495" y="89916"/>
                </a:lnTo>
                <a:lnTo>
                  <a:pt x="1717183" y="82619"/>
                </a:lnTo>
                <a:lnTo>
                  <a:pt x="1745608" y="63326"/>
                </a:lnTo>
                <a:lnTo>
                  <a:pt x="1764956" y="34850"/>
                </a:lnTo>
                <a:lnTo>
                  <a:pt x="1772412" y="0"/>
                </a:lnTo>
                <a:lnTo>
                  <a:pt x="1772412" y="134086"/>
                </a:lnTo>
                <a:lnTo>
                  <a:pt x="133946" y="134086"/>
                </a:lnTo>
                <a:lnTo>
                  <a:pt x="116564" y="137595"/>
                </a:lnTo>
                <a:lnTo>
                  <a:pt x="102449" y="147110"/>
                </a:lnTo>
                <a:lnTo>
                  <a:pt x="93065" y="161175"/>
                </a:lnTo>
                <a:lnTo>
                  <a:pt x="89915" y="178308"/>
                </a:lnTo>
                <a:lnTo>
                  <a:pt x="89915" y="268224"/>
                </a:lnTo>
                <a:lnTo>
                  <a:pt x="1772412" y="268224"/>
                </a:lnTo>
                <a:lnTo>
                  <a:pt x="1772412" y="1071372"/>
                </a:lnTo>
                <a:lnTo>
                  <a:pt x="1764956" y="1106325"/>
                </a:lnTo>
                <a:lnTo>
                  <a:pt x="1745608" y="1134841"/>
                </a:lnTo>
                <a:lnTo>
                  <a:pt x="1717183" y="1154101"/>
                </a:lnTo>
                <a:lnTo>
                  <a:pt x="1682495" y="1161288"/>
                </a:lnTo>
                <a:lnTo>
                  <a:pt x="178308" y="1161288"/>
                </a:lnTo>
                <a:lnTo>
                  <a:pt x="178308" y="1249680"/>
                </a:lnTo>
                <a:lnTo>
                  <a:pt x="171453" y="1284796"/>
                </a:lnTo>
                <a:lnTo>
                  <a:pt x="152403" y="1313364"/>
                </a:lnTo>
                <a:lnTo>
                  <a:pt x="124051" y="1332568"/>
                </a:lnTo>
                <a:lnTo>
                  <a:pt x="89293" y="1339596"/>
                </a:lnTo>
                <a:close/>
              </a:path>
              <a:path w="1772920" h="1339850">
                <a:moveTo>
                  <a:pt x="1772412" y="268224"/>
                </a:moveTo>
                <a:lnTo>
                  <a:pt x="89915" y="268224"/>
                </a:lnTo>
                <a:lnTo>
                  <a:pt x="124318" y="261096"/>
                </a:lnTo>
                <a:lnTo>
                  <a:pt x="152515" y="241903"/>
                </a:lnTo>
                <a:lnTo>
                  <a:pt x="171581" y="213499"/>
                </a:lnTo>
                <a:lnTo>
                  <a:pt x="178587" y="178739"/>
                </a:lnTo>
                <a:lnTo>
                  <a:pt x="175080" y="161357"/>
                </a:lnTo>
                <a:lnTo>
                  <a:pt x="165515" y="147164"/>
                </a:lnTo>
                <a:lnTo>
                  <a:pt x="151326" y="137595"/>
                </a:lnTo>
                <a:lnTo>
                  <a:pt x="133946" y="134086"/>
                </a:lnTo>
                <a:lnTo>
                  <a:pt x="1772412" y="134086"/>
                </a:lnTo>
                <a:lnTo>
                  <a:pt x="1772412" y="268224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15567" y="816863"/>
            <a:ext cx="1688592" cy="364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3937" y="814387"/>
            <a:ext cx="1781175" cy="1435100"/>
          </a:xfrm>
          <a:custGeom>
            <a:avLst/>
            <a:gdLst/>
            <a:ahLst/>
            <a:cxnLst/>
            <a:rect l="l" t="t" r="r" b="b"/>
            <a:pathLst>
              <a:path w="1781175" h="1435100">
                <a:moveTo>
                  <a:pt x="1661858" y="12700"/>
                </a:moveTo>
                <a:lnTo>
                  <a:pt x="1638236" y="12700"/>
                </a:lnTo>
                <a:lnTo>
                  <a:pt x="1642376" y="0"/>
                </a:lnTo>
                <a:lnTo>
                  <a:pt x="1666100" y="0"/>
                </a:lnTo>
                <a:lnTo>
                  <a:pt x="1661858" y="12700"/>
                </a:lnTo>
                <a:close/>
              </a:path>
              <a:path w="1781175" h="1435100">
                <a:moveTo>
                  <a:pt x="1735988" y="12700"/>
                </a:moveTo>
                <a:lnTo>
                  <a:pt x="1712366" y="12700"/>
                </a:lnTo>
                <a:lnTo>
                  <a:pt x="1708137" y="0"/>
                </a:lnTo>
                <a:lnTo>
                  <a:pt x="1732051" y="0"/>
                </a:lnTo>
                <a:lnTo>
                  <a:pt x="1735988" y="12700"/>
                </a:lnTo>
                <a:close/>
              </a:path>
              <a:path w="1781175" h="1435100">
                <a:moveTo>
                  <a:pt x="1636445" y="25400"/>
                </a:moveTo>
                <a:lnTo>
                  <a:pt x="1620685" y="25400"/>
                </a:lnTo>
                <a:lnTo>
                  <a:pt x="1623961" y="12700"/>
                </a:lnTo>
                <a:lnTo>
                  <a:pt x="1639951" y="12700"/>
                </a:lnTo>
                <a:lnTo>
                  <a:pt x="1636445" y="25400"/>
                </a:lnTo>
                <a:close/>
              </a:path>
              <a:path w="1781175" h="1435100">
                <a:moveTo>
                  <a:pt x="1753704" y="25400"/>
                </a:moveTo>
                <a:lnTo>
                  <a:pt x="1737779" y="25400"/>
                </a:lnTo>
                <a:lnTo>
                  <a:pt x="1734286" y="12700"/>
                </a:lnTo>
                <a:lnTo>
                  <a:pt x="1750441" y="12700"/>
                </a:lnTo>
                <a:lnTo>
                  <a:pt x="1753704" y="25400"/>
                </a:lnTo>
                <a:close/>
              </a:path>
              <a:path w="1781175" h="1435100">
                <a:moveTo>
                  <a:pt x="1621815" y="38100"/>
                </a:moveTo>
                <a:lnTo>
                  <a:pt x="1609191" y="38100"/>
                </a:lnTo>
                <a:lnTo>
                  <a:pt x="1611820" y="25400"/>
                </a:lnTo>
                <a:lnTo>
                  <a:pt x="1624622" y="25400"/>
                </a:lnTo>
                <a:lnTo>
                  <a:pt x="1621815" y="38100"/>
                </a:lnTo>
                <a:close/>
              </a:path>
              <a:path w="1781175" h="1435100">
                <a:moveTo>
                  <a:pt x="1765173" y="38100"/>
                </a:moveTo>
                <a:lnTo>
                  <a:pt x="1752422" y="38100"/>
                </a:lnTo>
                <a:lnTo>
                  <a:pt x="1749615" y="25400"/>
                </a:lnTo>
                <a:lnTo>
                  <a:pt x="1762556" y="25400"/>
                </a:lnTo>
                <a:lnTo>
                  <a:pt x="1765173" y="38100"/>
                </a:lnTo>
                <a:close/>
              </a:path>
              <a:path w="1781175" h="1435100">
                <a:moveTo>
                  <a:pt x="1612722" y="50800"/>
                </a:moveTo>
                <a:lnTo>
                  <a:pt x="1602384" y="50800"/>
                </a:lnTo>
                <a:lnTo>
                  <a:pt x="1604467" y="38100"/>
                </a:lnTo>
                <a:lnTo>
                  <a:pt x="1614881" y="38100"/>
                </a:lnTo>
                <a:lnTo>
                  <a:pt x="1612722" y="50800"/>
                </a:lnTo>
                <a:close/>
              </a:path>
              <a:path w="1781175" h="1435100">
                <a:moveTo>
                  <a:pt x="1771942" y="50800"/>
                </a:moveTo>
                <a:lnTo>
                  <a:pt x="1761502" y="50800"/>
                </a:lnTo>
                <a:lnTo>
                  <a:pt x="1759356" y="38100"/>
                </a:lnTo>
                <a:lnTo>
                  <a:pt x="1769872" y="38100"/>
                </a:lnTo>
                <a:lnTo>
                  <a:pt x="1771942" y="50800"/>
                </a:lnTo>
                <a:close/>
              </a:path>
              <a:path w="1781175" h="1435100">
                <a:moveTo>
                  <a:pt x="1607667" y="63500"/>
                </a:moveTo>
                <a:lnTo>
                  <a:pt x="1597317" y="63500"/>
                </a:lnTo>
                <a:lnTo>
                  <a:pt x="1598802" y="50800"/>
                </a:lnTo>
                <a:lnTo>
                  <a:pt x="1609267" y="50800"/>
                </a:lnTo>
                <a:lnTo>
                  <a:pt x="1607667" y="63500"/>
                </a:lnTo>
                <a:close/>
              </a:path>
              <a:path w="1781175" h="1435100">
                <a:moveTo>
                  <a:pt x="1776983" y="63500"/>
                </a:moveTo>
                <a:lnTo>
                  <a:pt x="1766557" y="63500"/>
                </a:lnTo>
                <a:lnTo>
                  <a:pt x="1764969" y="50800"/>
                </a:lnTo>
                <a:lnTo>
                  <a:pt x="1775510" y="50800"/>
                </a:lnTo>
                <a:lnTo>
                  <a:pt x="1776983" y="63500"/>
                </a:lnTo>
                <a:close/>
              </a:path>
              <a:path w="1781175" h="1435100">
                <a:moveTo>
                  <a:pt x="1604276" y="76200"/>
                </a:moveTo>
                <a:lnTo>
                  <a:pt x="1594154" y="76200"/>
                </a:lnTo>
                <a:lnTo>
                  <a:pt x="1594993" y="63500"/>
                </a:lnTo>
                <a:lnTo>
                  <a:pt x="1605267" y="63500"/>
                </a:lnTo>
                <a:lnTo>
                  <a:pt x="1604276" y="76200"/>
                </a:lnTo>
                <a:close/>
              </a:path>
              <a:path w="1781175" h="1435100">
                <a:moveTo>
                  <a:pt x="1780108" y="76200"/>
                </a:moveTo>
                <a:lnTo>
                  <a:pt x="1769960" y="76200"/>
                </a:lnTo>
                <a:lnTo>
                  <a:pt x="1768957" y="63500"/>
                </a:lnTo>
                <a:lnTo>
                  <a:pt x="1779244" y="63500"/>
                </a:lnTo>
                <a:lnTo>
                  <a:pt x="1780108" y="76200"/>
                </a:lnTo>
                <a:close/>
              </a:path>
              <a:path w="1781175" h="1435100">
                <a:moveTo>
                  <a:pt x="1602689" y="88900"/>
                </a:moveTo>
                <a:lnTo>
                  <a:pt x="1593189" y="88900"/>
                </a:lnTo>
                <a:lnTo>
                  <a:pt x="1593557" y="76200"/>
                </a:lnTo>
                <a:lnTo>
                  <a:pt x="1603032" y="76200"/>
                </a:lnTo>
                <a:lnTo>
                  <a:pt x="1602689" y="88900"/>
                </a:lnTo>
                <a:close/>
              </a:path>
              <a:path w="1781175" h="1435100">
                <a:moveTo>
                  <a:pt x="1781060" y="88900"/>
                </a:moveTo>
                <a:lnTo>
                  <a:pt x="1771548" y="88900"/>
                </a:lnTo>
                <a:lnTo>
                  <a:pt x="1771205" y="76200"/>
                </a:lnTo>
                <a:lnTo>
                  <a:pt x="1780705" y="76200"/>
                </a:lnTo>
                <a:lnTo>
                  <a:pt x="1781060" y="88900"/>
                </a:lnTo>
                <a:close/>
              </a:path>
              <a:path w="1781175" h="1435100">
                <a:moveTo>
                  <a:pt x="1602574" y="177800"/>
                </a:moveTo>
                <a:lnTo>
                  <a:pt x="1593049" y="177800"/>
                </a:lnTo>
                <a:lnTo>
                  <a:pt x="1593062" y="88900"/>
                </a:lnTo>
                <a:lnTo>
                  <a:pt x="1593342" y="88900"/>
                </a:lnTo>
                <a:lnTo>
                  <a:pt x="1594015" y="101600"/>
                </a:lnTo>
                <a:lnTo>
                  <a:pt x="1597037" y="101600"/>
                </a:lnTo>
                <a:lnTo>
                  <a:pt x="1598917" y="114300"/>
                </a:lnTo>
                <a:lnTo>
                  <a:pt x="1602574" y="114300"/>
                </a:lnTo>
                <a:lnTo>
                  <a:pt x="1602574" y="177800"/>
                </a:lnTo>
                <a:close/>
              </a:path>
              <a:path w="1781175" h="1435100">
                <a:moveTo>
                  <a:pt x="1602574" y="114300"/>
                </a:moveTo>
                <a:lnTo>
                  <a:pt x="1598917" y="114300"/>
                </a:lnTo>
                <a:lnTo>
                  <a:pt x="1597037" y="101600"/>
                </a:lnTo>
                <a:lnTo>
                  <a:pt x="1594015" y="101600"/>
                </a:lnTo>
                <a:lnTo>
                  <a:pt x="1593342" y="88900"/>
                </a:lnTo>
                <a:lnTo>
                  <a:pt x="1602574" y="88900"/>
                </a:lnTo>
                <a:lnTo>
                  <a:pt x="1602574" y="114300"/>
                </a:lnTo>
                <a:close/>
              </a:path>
              <a:path w="1781175" h="1435100">
                <a:moveTo>
                  <a:pt x="1609509" y="114300"/>
                </a:moveTo>
                <a:lnTo>
                  <a:pt x="1602574" y="114300"/>
                </a:lnTo>
                <a:lnTo>
                  <a:pt x="1602574" y="88900"/>
                </a:lnTo>
                <a:lnTo>
                  <a:pt x="1602752" y="88900"/>
                </a:lnTo>
                <a:lnTo>
                  <a:pt x="1603438" y="101600"/>
                </a:lnTo>
                <a:lnTo>
                  <a:pt x="1607273" y="101600"/>
                </a:lnTo>
                <a:lnTo>
                  <a:pt x="1609509" y="114300"/>
                </a:lnTo>
                <a:close/>
              </a:path>
              <a:path w="1781175" h="1435100">
                <a:moveTo>
                  <a:pt x="1682356" y="114300"/>
                </a:moveTo>
                <a:lnTo>
                  <a:pt x="1675422" y="114300"/>
                </a:lnTo>
                <a:lnTo>
                  <a:pt x="1677657" y="101600"/>
                </a:lnTo>
                <a:lnTo>
                  <a:pt x="1681505" y="101600"/>
                </a:lnTo>
                <a:lnTo>
                  <a:pt x="1682178" y="88900"/>
                </a:lnTo>
                <a:lnTo>
                  <a:pt x="1682356" y="88900"/>
                </a:lnTo>
                <a:lnTo>
                  <a:pt x="1682356" y="114300"/>
                </a:lnTo>
                <a:close/>
              </a:path>
              <a:path w="1781175" h="1435100">
                <a:moveTo>
                  <a:pt x="1691881" y="177800"/>
                </a:moveTo>
                <a:lnTo>
                  <a:pt x="1682356" y="177800"/>
                </a:lnTo>
                <a:lnTo>
                  <a:pt x="1682356" y="88900"/>
                </a:lnTo>
                <a:lnTo>
                  <a:pt x="1691589" y="88900"/>
                </a:lnTo>
                <a:lnTo>
                  <a:pt x="1690916" y="101600"/>
                </a:lnTo>
                <a:lnTo>
                  <a:pt x="1688083" y="101600"/>
                </a:lnTo>
                <a:lnTo>
                  <a:pt x="1686013" y="114300"/>
                </a:lnTo>
                <a:lnTo>
                  <a:pt x="1691881" y="114300"/>
                </a:lnTo>
                <a:lnTo>
                  <a:pt x="1691881" y="177800"/>
                </a:lnTo>
                <a:close/>
              </a:path>
              <a:path w="1781175" h="1435100">
                <a:moveTo>
                  <a:pt x="1691881" y="114300"/>
                </a:moveTo>
                <a:lnTo>
                  <a:pt x="1686013" y="114300"/>
                </a:lnTo>
                <a:lnTo>
                  <a:pt x="1688083" y="101600"/>
                </a:lnTo>
                <a:lnTo>
                  <a:pt x="1690916" y="101600"/>
                </a:lnTo>
                <a:lnTo>
                  <a:pt x="1691589" y="88900"/>
                </a:lnTo>
                <a:lnTo>
                  <a:pt x="1691881" y="88900"/>
                </a:lnTo>
                <a:lnTo>
                  <a:pt x="1691881" y="114300"/>
                </a:lnTo>
                <a:close/>
              </a:path>
              <a:path w="1781175" h="1435100">
                <a:moveTo>
                  <a:pt x="1771650" y="127000"/>
                </a:moveTo>
                <a:lnTo>
                  <a:pt x="1764969" y="127000"/>
                </a:lnTo>
                <a:lnTo>
                  <a:pt x="1766557" y="114300"/>
                </a:lnTo>
                <a:lnTo>
                  <a:pt x="1768957" y="114300"/>
                </a:lnTo>
                <a:lnTo>
                  <a:pt x="1769960" y="101600"/>
                </a:lnTo>
                <a:lnTo>
                  <a:pt x="1771205" y="101600"/>
                </a:lnTo>
                <a:lnTo>
                  <a:pt x="1771548" y="88900"/>
                </a:lnTo>
                <a:lnTo>
                  <a:pt x="1771650" y="127000"/>
                </a:lnTo>
                <a:close/>
              </a:path>
              <a:path w="1781175" h="1435100">
                <a:moveTo>
                  <a:pt x="1781048" y="1168400"/>
                </a:moveTo>
                <a:lnTo>
                  <a:pt x="1771535" y="1168400"/>
                </a:lnTo>
                <a:lnTo>
                  <a:pt x="1771650" y="88900"/>
                </a:lnTo>
                <a:lnTo>
                  <a:pt x="1781048" y="88900"/>
                </a:lnTo>
                <a:lnTo>
                  <a:pt x="1780679" y="101600"/>
                </a:lnTo>
                <a:lnTo>
                  <a:pt x="1779244" y="101600"/>
                </a:lnTo>
                <a:lnTo>
                  <a:pt x="1778177" y="114300"/>
                </a:lnTo>
                <a:lnTo>
                  <a:pt x="1775510" y="114300"/>
                </a:lnTo>
                <a:lnTo>
                  <a:pt x="1773732" y="127000"/>
                </a:lnTo>
                <a:lnTo>
                  <a:pt x="1781175" y="127000"/>
                </a:lnTo>
                <a:lnTo>
                  <a:pt x="1781048" y="1168400"/>
                </a:lnTo>
                <a:close/>
              </a:path>
              <a:path w="1781175" h="1435100">
                <a:moveTo>
                  <a:pt x="1781175" y="127000"/>
                </a:moveTo>
                <a:lnTo>
                  <a:pt x="1773732" y="127000"/>
                </a:lnTo>
                <a:lnTo>
                  <a:pt x="1775510" y="114300"/>
                </a:lnTo>
                <a:lnTo>
                  <a:pt x="1778177" y="114300"/>
                </a:lnTo>
                <a:lnTo>
                  <a:pt x="1779244" y="101600"/>
                </a:lnTo>
                <a:lnTo>
                  <a:pt x="1780679" y="101600"/>
                </a:lnTo>
                <a:lnTo>
                  <a:pt x="1781048" y="88900"/>
                </a:lnTo>
                <a:lnTo>
                  <a:pt x="1781175" y="127000"/>
                </a:lnTo>
                <a:close/>
              </a:path>
              <a:path w="1781175" h="1435100">
                <a:moveTo>
                  <a:pt x="1620354" y="127000"/>
                </a:moveTo>
                <a:lnTo>
                  <a:pt x="1607693" y="127000"/>
                </a:lnTo>
                <a:lnTo>
                  <a:pt x="1604492" y="114300"/>
                </a:lnTo>
                <a:lnTo>
                  <a:pt x="1616913" y="114300"/>
                </a:lnTo>
                <a:lnTo>
                  <a:pt x="1620354" y="127000"/>
                </a:lnTo>
                <a:close/>
              </a:path>
              <a:path w="1781175" h="1435100">
                <a:moveTo>
                  <a:pt x="1677568" y="127000"/>
                </a:moveTo>
                <a:lnTo>
                  <a:pt x="1664576" y="127000"/>
                </a:lnTo>
                <a:lnTo>
                  <a:pt x="1668018" y="114300"/>
                </a:lnTo>
                <a:lnTo>
                  <a:pt x="1680438" y="114300"/>
                </a:lnTo>
                <a:lnTo>
                  <a:pt x="1677568" y="127000"/>
                </a:lnTo>
                <a:close/>
              </a:path>
              <a:path w="1781175" h="1435100">
                <a:moveTo>
                  <a:pt x="1764969" y="127000"/>
                </a:moveTo>
                <a:lnTo>
                  <a:pt x="1763268" y="127000"/>
                </a:lnTo>
                <a:lnTo>
                  <a:pt x="1765058" y="114300"/>
                </a:lnTo>
                <a:lnTo>
                  <a:pt x="1764969" y="127000"/>
                </a:lnTo>
                <a:close/>
              </a:path>
              <a:path w="1781175" h="1435100">
                <a:moveTo>
                  <a:pt x="1657375" y="139700"/>
                </a:moveTo>
                <a:lnTo>
                  <a:pt x="1627555" y="139700"/>
                </a:lnTo>
                <a:lnTo>
                  <a:pt x="1623453" y="127000"/>
                </a:lnTo>
                <a:lnTo>
                  <a:pt x="1661477" y="127000"/>
                </a:lnTo>
                <a:lnTo>
                  <a:pt x="1657375" y="139700"/>
                </a:lnTo>
                <a:close/>
              </a:path>
              <a:path w="1781175" h="1435100">
                <a:moveTo>
                  <a:pt x="1767497" y="139700"/>
                </a:moveTo>
                <a:lnTo>
                  <a:pt x="1757146" y="139700"/>
                </a:lnTo>
                <a:lnTo>
                  <a:pt x="1759470" y="127000"/>
                </a:lnTo>
                <a:lnTo>
                  <a:pt x="1769757" y="127000"/>
                </a:lnTo>
                <a:lnTo>
                  <a:pt x="1767497" y="139700"/>
                </a:lnTo>
                <a:close/>
              </a:path>
              <a:path w="1781175" h="1435100">
                <a:moveTo>
                  <a:pt x="1759623" y="152400"/>
                </a:moveTo>
                <a:lnTo>
                  <a:pt x="1746808" y="152400"/>
                </a:lnTo>
                <a:lnTo>
                  <a:pt x="1749767" y="139700"/>
                </a:lnTo>
                <a:lnTo>
                  <a:pt x="1762417" y="139700"/>
                </a:lnTo>
                <a:lnTo>
                  <a:pt x="1759623" y="152400"/>
                </a:lnTo>
                <a:close/>
              </a:path>
              <a:path w="1781175" h="1435100">
                <a:moveTo>
                  <a:pt x="1746859" y="165100"/>
                </a:moveTo>
                <a:lnTo>
                  <a:pt x="1730844" y="165100"/>
                </a:lnTo>
                <a:lnTo>
                  <a:pt x="1734477" y="152400"/>
                </a:lnTo>
                <a:lnTo>
                  <a:pt x="1750275" y="152400"/>
                </a:lnTo>
                <a:lnTo>
                  <a:pt x="1746859" y="165100"/>
                </a:lnTo>
                <a:close/>
              </a:path>
              <a:path w="1781175" h="1435100">
                <a:moveTo>
                  <a:pt x="1727796" y="177800"/>
                </a:moveTo>
                <a:lnTo>
                  <a:pt x="1695640" y="177800"/>
                </a:lnTo>
                <a:lnTo>
                  <a:pt x="1700110" y="165100"/>
                </a:lnTo>
                <a:lnTo>
                  <a:pt x="1731848" y="165100"/>
                </a:lnTo>
                <a:lnTo>
                  <a:pt x="1727796" y="177800"/>
                </a:lnTo>
                <a:close/>
              </a:path>
              <a:path w="1781175" h="1435100">
                <a:moveTo>
                  <a:pt x="72809" y="190500"/>
                </a:moveTo>
                <a:lnTo>
                  <a:pt x="45377" y="190500"/>
                </a:lnTo>
                <a:lnTo>
                  <a:pt x="49326" y="177800"/>
                </a:lnTo>
                <a:lnTo>
                  <a:pt x="77139" y="177800"/>
                </a:lnTo>
                <a:lnTo>
                  <a:pt x="72809" y="190500"/>
                </a:lnTo>
                <a:close/>
              </a:path>
              <a:path w="1781175" h="1435100">
                <a:moveTo>
                  <a:pt x="43395" y="203200"/>
                </a:moveTo>
                <a:lnTo>
                  <a:pt x="27635" y="203200"/>
                </a:lnTo>
                <a:lnTo>
                  <a:pt x="30899" y="190500"/>
                </a:lnTo>
                <a:lnTo>
                  <a:pt x="46888" y="190500"/>
                </a:lnTo>
                <a:lnTo>
                  <a:pt x="43395" y="203200"/>
                </a:lnTo>
                <a:close/>
              </a:path>
              <a:path w="1781175" h="1435100">
                <a:moveTo>
                  <a:pt x="28752" y="215900"/>
                </a:moveTo>
                <a:lnTo>
                  <a:pt x="18757" y="215900"/>
                </a:lnTo>
                <a:lnTo>
                  <a:pt x="21551" y="203200"/>
                </a:lnTo>
                <a:lnTo>
                  <a:pt x="31559" y="203200"/>
                </a:lnTo>
                <a:lnTo>
                  <a:pt x="28752" y="215900"/>
                </a:lnTo>
                <a:close/>
              </a:path>
              <a:path w="1781175" h="1435100">
                <a:moveTo>
                  <a:pt x="31407" y="215900"/>
                </a:moveTo>
                <a:lnTo>
                  <a:pt x="31559" y="203200"/>
                </a:lnTo>
                <a:lnTo>
                  <a:pt x="34366" y="203200"/>
                </a:lnTo>
                <a:lnTo>
                  <a:pt x="31407" y="215900"/>
                </a:lnTo>
                <a:close/>
              </a:path>
              <a:path w="1781175" h="1435100">
                <a:moveTo>
                  <a:pt x="21704" y="228600"/>
                </a:moveTo>
                <a:lnTo>
                  <a:pt x="9334" y="228600"/>
                </a:lnTo>
                <a:lnTo>
                  <a:pt x="11417" y="215900"/>
                </a:lnTo>
                <a:lnTo>
                  <a:pt x="24028" y="215900"/>
                </a:lnTo>
                <a:lnTo>
                  <a:pt x="21704" y="228600"/>
                </a:lnTo>
                <a:close/>
              </a:path>
              <a:path w="1781175" h="1435100">
                <a:moveTo>
                  <a:pt x="162052" y="228600"/>
                </a:moveTo>
                <a:lnTo>
                  <a:pt x="115354" y="228600"/>
                </a:lnTo>
                <a:lnTo>
                  <a:pt x="119265" y="215900"/>
                </a:lnTo>
                <a:lnTo>
                  <a:pt x="158153" y="215900"/>
                </a:lnTo>
                <a:lnTo>
                  <a:pt x="162052" y="228600"/>
                </a:lnTo>
                <a:close/>
              </a:path>
              <a:path w="1781175" h="1435100">
                <a:moveTo>
                  <a:pt x="14617" y="241300"/>
                </a:moveTo>
                <a:lnTo>
                  <a:pt x="4190" y="241300"/>
                </a:lnTo>
                <a:lnTo>
                  <a:pt x="5664" y="228600"/>
                </a:lnTo>
                <a:lnTo>
                  <a:pt x="16205" y="228600"/>
                </a:lnTo>
                <a:lnTo>
                  <a:pt x="14617" y="241300"/>
                </a:lnTo>
                <a:close/>
              </a:path>
              <a:path w="1781175" h="1435100">
                <a:moveTo>
                  <a:pt x="113156" y="241300"/>
                </a:moveTo>
                <a:lnTo>
                  <a:pt x="100444" y="241300"/>
                </a:lnTo>
                <a:lnTo>
                  <a:pt x="100736" y="228600"/>
                </a:lnTo>
                <a:lnTo>
                  <a:pt x="116598" y="228600"/>
                </a:lnTo>
                <a:lnTo>
                  <a:pt x="113156" y="241300"/>
                </a:lnTo>
                <a:close/>
              </a:path>
              <a:path w="1781175" h="1435100">
                <a:moveTo>
                  <a:pt x="176974" y="241300"/>
                </a:moveTo>
                <a:lnTo>
                  <a:pt x="164261" y="241300"/>
                </a:lnTo>
                <a:lnTo>
                  <a:pt x="160820" y="228600"/>
                </a:lnTo>
                <a:lnTo>
                  <a:pt x="176682" y="228600"/>
                </a:lnTo>
                <a:lnTo>
                  <a:pt x="176974" y="241300"/>
                </a:lnTo>
                <a:close/>
              </a:path>
              <a:path w="1781175" h="1435100">
                <a:moveTo>
                  <a:pt x="11214" y="254000"/>
                </a:moveTo>
                <a:lnTo>
                  <a:pt x="1104" y="254000"/>
                </a:lnTo>
                <a:lnTo>
                  <a:pt x="1930" y="241300"/>
                </a:lnTo>
                <a:lnTo>
                  <a:pt x="12217" y="241300"/>
                </a:lnTo>
                <a:lnTo>
                  <a:pt x="11214" y="254000"/>
                </a:lnTo>
                <a:close/>
              </a:path>
              <a:path w="1781175" h="1435100">
                <a:moveTo>
                  <a:pt x="101853" y="254000"/>
                </a:moveTo>
                <a:lnTo>
                  <a:pt x="91592" y="254000"/>
                </a:lnTo>
                <a:lnTo>
                  <a:pt x="93090" y="241300"/>
                </a:lnTo>
                <a:lnTo>
                  <a:pt x="103733" y="241300"/>
                </a:lnTo>
                <a:lnTo>
                  <a:pt x="101853" y="254000"/>
                </a:lnTo>
                <a:close/>
              </a:path>
              <a:path w="1781175" h="1435100">
                <a:moveTo>
                  <a:pt x="185826" y="254000"/>
                </a:moveTo>
                <a:lnTo>
                  <a:pt x="175552" y="254000"/>
                </a:lnTo>
                <a:lnTo>
                  <a:pt x="173672" y="241300"/>
                </a:lnTo>
                <a:lnTo>
                  <a:pt x="184315" y="241300"/>
                </a:lnTo>
                <a:lnTo>
                  <a:pt x="185826" y="254000"/>
                </a:lnTo>
                <a:close/>
              </a:path>
              <a:path w="1781175" h="1435100">
                <a:moveTo>
                  <a:pt x="9525" y="304800"/>
                </a:moveTo>
                <a:lnTo>
                  <a:pt x="5664" y="304800"/>
                </a:lnTo>
                <a:lnTo>
                  <a:pt x="4190" y="292100"/>
                </a:lnTo>
                <a:lnTo>
                  <a:pt x="2933" y="292100"/>
                </a:lnTo>
                <a:lnTo>
                  <a:pt x="1930" y="279400"/>
                </a:lnTo>
                <a:lnTo>
                  <a:pt x="469" y="279400"/>
                </a:lnTo>
                <a:lnTo>
                  <a:pt x="114" y="266700"/>
                </a:lnTo>
                <a:lnTo>
                  <a:pt x="495" y="254000"/>
                </a:lnTo>
                <a:lnTo>
                  <a:pt x="9969" y="254000"/>
                </a:lnTo>
                <a:lnTo>
                  <a:pt x="9626" y="266700"/>
                </a:lnTo>
                <a:lnTo>
                  <a:pt x="9525" y="304800"/>
                </a:lnTo>
                <a:close/>
              </a:path>
              <a:path w="1781175" h="1435100">
                <a:moveTo>
                  <a:pt x="98996" y="266700"/>
                </a:moveTo>
                <a:lnTo>
                  <a:pt x="89585" y="266700"/>
                </a:lnTo>
                <a:lnTo>
                  <a:pt x="90258" y="254000"/>
                </a:lnTo>
                <a:lnTo>
                  <a:pt x="99669" y="254000"/>
                </a:lnTo>
                <a:lnTo>
                  <a:pt x="98996" y="266700"/>
                </a:lnTo>
                <a:close/>
              </a:path>
              <a:path w="1781175" h="1435100">
                <a:moveTo>
                  <a:pt x="187833" y="266700"/>
                </a:moveTo>
                <a:lnTo>
                  <a:pt x="178422" y="266700"/>
                </a:lnTo>
                <a:lnTo>
                  <a:pt x="177736" y="254000"/>
                </a:lnTo>
                <a:lnTo>
                  <a:pt x="187159" y="254000"/>
                </a:lnTo>
                <a:lnTo>
                  <a:pt x="187833" y="266700"/>
                </a:lnTo>
                <a:close/>
              </a:path>
              <a:path w="1781175" h="1435100">
                <a:moveTo>
                  <a:pt x="9639" y="1346200"/>
                </a:moveTo>
                <a:lnTo>
                  <a:pt x="114" y="1346200"/>
                </a:lnTo>
                <a:lnTo>
                  <a:pt x="0" y="266700"/>
                </a:lnTo>
                <a:lnTo>
                  <a:pt x="469" y="279400"/>
                </a:lnTo>
                <a:lnTo>
                  <a:pt x="1930" y="279400"/>
                </a:lnTo>
                <a:lnTo>
                  <a:pt x="2933" y="292100"/>
                </a:lnTo>
                <a:lnTo>
                  <a:pt x="4190" y="292100"/>
                </a:lnTo>
                <a:lnTo>
                  <a:pt x="5664" y="304800"/>
                </a:lnTo>
                <a:lnTo>
                  <a:pt x="9525" y="304800"/>
                </a:lnTo>
                <a:lnTo>
                  <a:pt x="9639" y="1346200"/>
                </a:lnTo>
                <a:close/>
              </a:path>
              <a:path w="1781175" h="1435100">
                <a:moveTo>
                  <a:pt x="16205" y="304800"/>
                </a:moveTo>
                <a:lnTo>
                  <a:pt x="9525" y="304800"/>
                </a:lnTo>
                <a:lnTo>
                  <a:pt x="9525" y="266700"/>
                </a:lnTo>
                <a:lnTo>
                  <a:pt x="9969" y="279400"/>
                </a:lnTo>
                <a:lnTo>
                  <a:pt x="11214" y="279400"/>
                </a:lnTo>
                <a:lnTo>
                  <a:pt x="12217" y="292100"/>
                </a:lnTo>
                <a:lnTo>
                  <a:pt x="14617" y="292100"/>
                </a:lnTo>
                <a:lnTo>
                  <a:pt x="16205" y="304800"/>
                </a:lnTo>
                <a:close/>
              </a:path>
              <a:path w="1781175" h="1435100">
                <a:moveTo>
                  <a:pt x="98818" y="355600"/>
                </a:moveTo>
                <a:lnTo>
                  <a:pt x="89293" y="355600"/>
                </a:lnTo>
                <a:lnTo>
                  <a:pt x="89306" y="266700"/>
                </a:lnTo>
                <a:lnTo>
                  <a:pt x="98818" y="266700"/>
                </a:lnTo>
                <a:lnTo>
                  <a:pt x="98818" y="355600"/>
                </a:lnTo>
                <a:close/>
              </a:path>
              <a:path w="1781175" h="1435100">
                <a:moveTo>
                  <a:pt x="176707" y="317500"/>
                </a:moveTo>
                <a:lnTo>
                  <a:pt x="164096" y="317500"/>
                </a:lnTo>
                <a:lnTo>
                  <a:pt x="166420" y="304800"/>
                </a:lnTo>
                <a:lnTo>
                  <a:pt x="171907" y="304800"/>
                </a:lnTo>
                <a:lnTo>
                  <a:pt x="173507" y="292100"/>
                </a:lnTo>
                <a:lnTo>
                  <a:pt x="175907" y="292100"/>
                </a:lnTo>
                <a:lnTo>
                  <a:pt x="176898" y="279400"/>
                </a:lnTo>
                <a:lnTo>
                  <a:pt x="178142" y="279400"/>
                </a:lnTo>
                <a:lnTo>
                  <a:pt x="178485" y="266700"/>
                </a:lnTo>
                <a:lnTo>
                  <a:pt x="178600" y="305961"/>
                </a:lnTo>
                <a:lnTo>
                  <a:pt x="176707" y="317500"/>
                </a:lnTo>
                <a:close/>
              </a:path>
              <a:path w="1781175" h="1435100">
                <a:moveTo>
                  <a:pt x="178600" y="305961"/>
                </a:moveTo>
                <a:lnTo>
                  <a:pt x="178600" y="266700"/>
                </a:lnTo>
                <a:lnTo>
                  <a:pt x="187985" y="266700"/>
                </a:lnTo>
                <a:lnTo>
                  <a:pt x="187617" y="279400"/>
                </a:lnTo>
                <a:lnTo>
                  <a:pt x="186181" y="279400"/>
                </a:lnTo>
                <a:lnTo>
                  <a:pt x="185127" y="292100"/>
                </a:lnTo>
                <a:lnTo>
                  <a:pt x="183857" y="292100"/>
                </a:lnTo>
                <a:lnTo>
                  <a:pt x="182372" y="304800"/>
                </a:lnTo>
                <a:lnTo>
                  <a:pt x="178790" y="304800"/>
                </a:lnTo>
                <a:lnTo>
                  <a:pt x="178600" y="305961"/>
                </a:lnTo>
                <a:close/>
              </a:path>
              <a:path w="1781175" h="1435100">
                <a:moveTo>
                  <a:pt x="187985" y="1346200"/>
                </a:moveTo>
                <a:lnTo>
                  <a:pt x="178473" y="1346200"/>
                </a:lnTo>
                <a:lnTo>
                  <a:pt x="178600" y="1333500"/>
                </a:lnTo>
                <a:lnTo>
                  <a:pt x="178600" y="305961"/>
                </a:lnTo>
                <a:lnTo>
                  <a:pt x="178790" y="304800"/>
                </a:lnTo>
                <a:lnTo>
                  <a:pt x="182372" y="304800"/>
                </a:lnTo>
                <a:lnTo>
                  <a:pt x="183857" y="292100"/>
                </a:lnTo>
                <a:lnTo>
                  <a:pt x="185127" y="292100"/>
                </a:lnTo>
                <a:lnTo>
                  <a:pt x="186181" y="279400"/>
                </a:lnTo>
                <a:lnTo>
                  <a:pt x="187617" y="279400"/>
                </a:lnTo>
                <a:lnTo>
                  <a:pt x="187985" y="266700"/>
                </a:lnTo>
                <a:lnTo>
                  <a:pt x="188125" y="266700"/>
                </a:lnTo>
                <a:lnTo>
                  <a:pt x="188125" y="1244600"/>
                </a:lnTo>
                <a:lnTo>
                  <a:pt x="183349" y="1257300"/>
                </a:lnTo>
                <a:lnTo>
                  <a:pt x="188123" y="1257300"/>
                </a:lnTo>
                <a:lnTo>
                  <a:pt x="188112" y="1333500"/>
                </a:lnTo>
                <a:lnTo>
                  <a:pt x="187985" y="1346200"/>
                </a:lnTo>
                <a:close/>
              </a:path>
              <a:path w="1781175" h="1435100">
                <a:moveTo>
                  <a:pt x="24028" y="317500"/>
                </a:moveTo>
                <a:lnTo>
                  <a:pt x="13563" y="317500"/>
                </a:lnTo>
                <a:lnTo>
                  <a:pt x="11303" y="304800"/>
                </a:lnTo>
                <a:lnTo>
                  <a:pt x="21704" y="304800"/>
                </a:lnTo>
                <a:lnTo>
                  <a:pt x="24028" y="317500"/>
                </a:lnTo>
                <a:close/>
              </a:path>
              <a:path w="1781175" h="1435100">
                <a:moveTo>
                  <a:pt x="34366" y="330200"/>
                </a:moveTo>
                <a:lnTo>
                  <a:pt x="21412" y="330200"/>
                </a:lnTo>
                <a:lnTo>
                  <a:pt x="18618" y="317500"/>
                </a:lnTo>
                <a:lnTo>
                  <a:pt x="31407" y="317500"/>
                </a:lnTo>
                <a:lnTo>
                  <a:pt x="34366" y="330200"/>
                </a:lnTo>
                <a:close/>
              </a:path>
              <a:path w="1781175" h="1435100">
                <a:moveTo>
                  <a:pt x="166560" y="330200"/>
                </a:moveTo>
                <a:lnTo>
                  <a:pt x="153758" y="330200"/>
                </a:lnTo>
                <a:lnTo>
                  <a:pt x="156705" y="317500"/>
                </a:lnTo>
                <a:lnTo>
                  <a:pt x="169354" y="317500"/>
                </a:lnTo>
                <a:lnTo>
                  <a:pt x="166560" y="330200"/>
                </a:lnTo>
                <a:close/>
              </a:path>
              <a:path w="1781175" h="1435100">
                <a:moveTo>
                  <a:pt x="50330" y="342900"/>
                </a:moveTo>
                <a:lnTo>
                  <a:pt x="34137" y="342900"/>
                </a:lnTo>
                <a:lnTo>
                  <a:pt x="30734" y="330200"/>
                </a:lnTo>
                <a:lnTo>
                  <a:pt x="46697" y="330200"/>
                </a:lnTo>
                <a:lnTo>
                  <a:pt x="50330" y="342900"/>
                </a:lnTo>
                <a:close/>
              </a:path>
              <a:path w="1781175" h="1435100">
                <a:moveTo>
                  <a:pt x="153797" y="342900"/>
                </a:moveTo>
                <a:lnTo>
                  <a:pt x="137794" y="342900"/>
                </a:lnTo>
                <a:lnTo>
                  <a:pt x="141414" y="330200"/>
                </a:lnTo>
                <a:lnTo>
                  <a:pt x="157213" y="330200"/>
                </a:lnTo>
                <a:lnTo>
                  <a:pt x="153797" y="342900"/>
                </a:lnTo>
                <a:close/>
              </a:path>
              <a:path w="1781175" h="1435100">
                <a:moveTo>
                  <a:pt x="81292" y="355600"/>
                </a:moveTo>
                <a:lnTo>
                  <a:pt x="53174" y="355600"/>
                </a:lnTo>
                <a:lnTo>
                  <a:pt x="49123" y="342900"/>
                </a:lnTo>
                <a:lnTo>
                  <a:pt x="76898" y="342900"/>
                </a:lnTo>
                <a:lnTo>
                  <a:pt x="81292" y="355600"/>
                </a:lnTo>
                <a:close/>
              </a:path>
              <a:path w="1781175" h="1435100">
                <a:moveTo>
                  <a:pt x="134734" y="355600"/>
                </a:moveTo>
                <a:lnTo>
                  <a:pt x="106819" y="355600"/>
                </a:lnTo>
                <a:lnTo>
                  <a:pt x="111213" y="342900"/>
                </a:lnTo>
                <a:lnTo>
                  <a:pt x="138798" y="342900"/>
                </a:lnTo>
                <a:lnTo>
                  <a:pt x="134734" y="355600"/>
                </a:lnTo>
                <a:close/>
              </a:path>
              <a:path w="1781175" h="1435100">
                <a:moveTo>
                  <a:pt x="1779244" y="1181100"/>
                </a:moveTo>
                <a:lnTo>
                  <a:pt x="1769910" y="1181100"/>
                </a:lnTo>
                <a:lnTo>
                  <a:pt x="1770697" y="1168400"/>
                </a:lnTo>
                <a:lnTo>
                  <a:pt x="1780070" y="1168400"/>
                </a:lnTo>
                <a:lnTo>
                  <a:pt x="1779244" y="1181100"/>
                </a:lnTo>
                <a:close/>
              </a:path>
              <a:path w="1781175" h="1435100">
                <a:moveTo>
                  <a:pt x="1775510" y="1193800"/>
                </a:moveTo>
                <a:lnTo>
                  <a:pt x="1766481" y="1193800"/>
                </a:lnTo>
                <a:lnTo>
                  <a:pt x="1767890" y="1181100"/>
                </a:lnTo>
                <a:lnTo>
                  <a:pt x="1776983" y="1181100"/>
                </a:lnTo>
                <a:lnTo>
                  <a:pt x="1775510" y="1193800"/>
                </a:lnTo>
                <a:close/>
              </a:path>
              <a:path w="1781175" h="1435100">
                <a:moveTo>
                  <a:pt x="1771840" y="1206500"/>
                </a:moveTo>
                <a:lnTo>
                  <a:pt x="1759356" y="1206500"/>
                </a:lnTo>
                <a:lnTo>
                  <a:pt x="1761502" y="1193800"/>
                </a:lnTo>
                <a:lnTo>
                  <a:pt x="1773732" y="1193800"/>
                </a:lnTo>
                <a:lnTo>
                  <a:pt x="1771840" y="1206500"/>
                </a:lnTo>
                <a:close/>
              </a:path>
              <a:path w="1781175" h="1435100">
                <a:moveTo>
                  <a:pt x="1762417" y="1219200"/>
                </a:moveTo>
                <a:lnTo>
                  <a:pt x="1752282" y="1219200"/>
                </a:lnTo>
                <a:lnTo>
                  <a:pt x="1754924" y="1206500"/>
                </a:lnTo>
                <a:lnTo>
                  <a:pt x="1765045" y="1206500"/>
                </a:lnTo>
                <a:lnTo>
                  <a:pt x="1762417" y="1219200"/>
                </a:lnTo>
                <a:close/>
              </a:path>
              <a:path w="1781175" h="1435100">
                <a:moveTo>
                  <a:pt x="1753539" y="1231900"/>
                </a:moveTo>
                <a:lnTo>
                  <a:pt x="1737601" y="1231900"/>
                </a:lnTo>
                <a:lnTo>
                  <a:pt x="1740979" y="1219200"/>
                </a:lnTo>
                <a:lnTo>
                  <a:pt x="1756664" y="1219200"/>
                </a:lnTo>
                <a:lnTo>
                  <a:pt x="1753539" y="1231900"/>
                </a:lnTo>
                <a:close/>
              </a:path>
              <a:path w="1781175" h="1435100">
                <a:moveTo>
                  <a:pt x="1735797" y="1244600"/>
                </a:moveTo>
                <a:lnTo>
                  <a:pt x="1716074" y="1244600"/>
                </a:lnTo>
                <a:lnTo>
                  <a:pt x="1720126" y="1231900"/>
                </a:lnTo>
                <a:lnTo>
                  <a:pt x="1739607" y="1231900"/>
                </a:lnTo>
                <a:lnTo>
                  <a:pt x="1735797" y="1244600"/>
                </a:lnTo>
                <a:close/>
              </a:path>
              <a:path w="1781175" h="1435100">
                <a:moveTo>
                  <a:pt x="188123" y="1257300"/>
                </a:moveTo>
                <a:lnTo>
                  <a:pt x="183349" y="1257300"/>
                </a:lnTo>
                <a:lnTo>
                  <a:pt x="188125" y="1244600"/>
                </a:lnTo>
                <a:lnTo>
                  <a:pt x="188123" y="1257300"/>
                </a:lnTo>
                <a:close/>
              </a:path>
              <a:path w="1781175" h="1435100">
                <a:moveTo>
                  <a:pt x="1705952" y="1257300"/>
                </a:moveTo>
                <a:lnTo>
                  <a:pt x="188123" y="1257300"/>
                </a:lnTo>
                <a:lnTo>
                  <a:pt x="188125" y="1244600"/>
                </a:lnTo>
                <a:lnTo>
                  <a:pt x="1710499" y="1244600"/>
                </a:lnTo>
                <a:lnTo>
                  <a:pt x="1705952" y="1257300"/>
                </a:lnTo>
                <a:close/>
              </a:path>
              <a:path w="1781175" h="1435100">
                <a:moveTo>
                  <a:pt x="11264" y="1358900"/>
                </a:moveTo>
                <a:lnTo>
                  <a:pt x="1930" y="1358900"/>
                </a:lnTo>
                <a:lnTo>
                  <a:pt x="1066" y="1346200"/>
                </a:lnTo>
                <a:lnTo>
                  <a:pt x="10477" y="1346200"/>
                </a:lnTo>
                <a:lnTo>
                  <a:pt x="11264" y="1358900"/>
                </a:lnTo>
                <a:close/>
              </a:path>
              <a:path w="1781175" h="1435100">
                <a:moveTo>
                  <a:pt x="186181" y="1358900"/>
                </a:moveTo>
                <a:lnTo>
                  <a:pt x="176847" y="1358900"/>
                </a:lnTo>
                <a:lnTo>
                  <a:pt x="177634" y="1346200"/>
                </a:lnTo>
                <a:lnTo>
                  <a:pt x="187020" y="1346200"/>
                </a:lnTo>
                <a:lnTo>
                  <a:pt x="186181" y="1358900"/>
                </a:lnTo>
                <a:close/>
              </a:path>
              <a:path w="1781175" h="1435100">
                <a:moveTo>
                  <a:pt x="14693" y="1371600"/>
                </a:moveTo>
                <a:lnTo>
                  <a:pt x="4190" y="1371600"/>
                </a:lnTo>
                <a:lnTo>
                  <a:pt x="2933" y="1358900"/>
                </a:lnTo>
                <a:lnTo>
                  <a:pt x="13284" y="1358900"/>
                </a:lnTo>
                <a:lnTo>
                  <a:pt x="14693" y="1371600"/>
                </a:lnTo>
                <a:close/>
              </a:path>
              <a:path w="1781175" h="1435100">
                <a:moveTo>
                  <a:pt x="183857" y="1371600"/>
                </a:moveTo>
                <a:lnTo>
                  <a:pt x="173431" y="1371600"/>
                </a:lnTo>
                <a:lnTo>
                  <a:pt x="174828" y="1358900"/>
                </a:lnTo>
                <a:lnTo>
                  <a:pt x="185127" y="1358900"/>
                </a:lnTo>
                <a:lnTo>
                  <a:pt x="183857" y="1371600"/>
                </a:lnTo>
                <a:close/>
              </a:path>
              <a:path w="1781175" h="1435100">
                <a:moveTo>
                  <a:pt x="19773" y="1384300"/>
                </a:moveTo>
                <a:lnTo>
                  <a:pt x="9232" y="1384300"/>
                </a:lnTo>
                <a:lnTo>
                  <a:pt x="7353" y="1371600"/>
                </a:lnTo>
                <a:lnTo>
                  <a:pt x="17805" y="1371600"/>
                </a:lnTo>
                <a:lnTo>
                  <a:pt x="19773" y="1384300"/>
                </a:lnTo>
                <a:close/>
              </a:path>
              <a:path w="1781175" h="1435100">
                <a:moveTo>
                  <a:pt x="178790" y="1384300"/>
                </a:moveTo>
                <a:lnTo>
                  <a:pt x="168338" y="1384300"/>
                </a:lnTo>
                <a:lnTo>
                  <a:pt x="170306" y="1371600"/>
                </a:lnTo>
                <a:lnTo>
                  <a:pt x="180682" y="1371600"/>
                </a:lnTo>
                <a:lnTo>
                  <a:pt x="178790" y="1384300"/>
                </a:lnTo>
                <a:close/>
              </a:path>
              <a:path w="1781175" h="1435100">
                <a:moveTo>
                  <a:pt x="28892" y="1397000"/>
                </a:moveTo>
                <a:lnTo>
                  <a:pt x="18618" y="1397000"/>
                </a:lnTo>
                <a:lnTo>
                  <a:pt x="16002" y="1384300"/>
                </a:lnTo>
                <a:lnTo>
                  <a:pt x="26250" y="1384300"/>
                </a:lnTo>
                <a:lnTo>
                  <a:pt x="28892" y="1397000"/>
                </a:lnTo>
                <a:close/>
              </a:path>
              <a:path w="1781175" h="1435100">
                <a:moveTo>
                  <a:pt x="169354" y="1397000"/>
                </a:moveTo>
                <a:lnTo>
                  <a:pt x="159219" y="1397000"/>
                </a:lnTo>
                <a:lnTo>
                  <a:pt x="161874" y="1384300"/>
                </a:lnTo>
                <a:lnTo>
                  <a:pt x="171983" y="1384300"/>
                </a:lnTo>
                <a:lnTo>
                  <a:pt x="169354" y="1397000"/>
                </a:lnTo>
                <a:close/>
              </a:path>
              <a:path w="1781175" h="1435100">
                <a:moveTo>
                  <a:pt x="43573" y="1409700"/>
                </a:moveTo>
                <a:lnTo>
                  <a:pt x="27470" y="1409700"/>
                </a:lnTo>
                <a:lnTo>
                  <a:pt x="24358" y="1397000"/>
                </a:lnTo>
                <a:lnTo>
                  <a:pt x="40195" y="1397000"/>
                </a:lnTo>
                <a:lnTo>
                  <a:pt x="43573" y="1409700"/>
                </a:lnTo>
                <a:close/>
              </a:path>
              <a:path w="1781175" h="1435100">
                <a:moveTo>
                  <a:pt x="160489" y="1409700"/>
                </a:moveTo>
                <a:lnTo>
                  <a:pt x="144538" y="1409700"/>
                </a:lnTo>
                <a:lnTo>
                  <a:pt x="147916" y="1397000"/>
                </a:lnTo>
                <a:lnTo>
                  <a:pt x="163601" y="1397000"/>
                </a:lnTo>
                <a:lnTo>
                  <a:pt x="160489" y="1409700"/>
                </a:lnTo>
                <a:close/>
              </a:path>
              <a:path w="1781175" h="1435100">
                <a:moveTo>
                  <a:pt x="65100" y="1422400"/>
                </a:moveTo>
                <a:lnTo>
                  <a:pt x="45186" y="1422400"/>
                </a:lnTo>
                <a:lnTo>
                  <a:pt x="41376" y="1409700"/>
                </a:lnTo>
                <a:lnTo>
                  <a:pt x="61048" y="1409700"/>
                </a:lnTo>
                <a:lnTo>
                  <a:pt x="65100" y="1422400"/>
                </a:lnTo>
                <a:close/>
              </a:path>
              <a:path w="1781175" h="1435100">
                <a:moveTo>
                  <a:pt x="142938" y="1422400"/>
                </a:moveTo>
                <a:lnTo>
                  <a:pt x="123012" y="1422400"/>
                </a:lnTo>
                <a:lnTo>
                  <a:pt x="127076" y="1409700"/>
                </a:lnTo>
                <a:lnTo>
                  <a:pt x="146558" y="1409700"/>
                </a:lnTo>
                <a:lnTo>
                  <a:pt x="142938" y="1422400"/>
                </a:lnTo>
                <a:close/>
              </a:path>
              <a:path w="1781175" h="1435100">
                <a:moveTo>
                  <a:pt x="117449" y="1435100"/>
                </a:moveTo>
                <a:lnTo>
                  <a:pt x="70446" y="1435100"/>
                </a:lnTo>
                <a:lnTo>
                  <a:pt x="65976" y="1422400"/>
                </a:lnTo>
                <a:lnTo>
                  <a:pt x="121919" y="1422400"/>
                </a:lnTo>
                <a:lnTo>
                  <a:pt x="117449" y="1435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93189" y="1136332"/>
            <a:ext cx="101854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b="1">
                <a:solidFill>
                  <a:srgbClr val="330066"/>
                </a:solidFill>
                <a:latin typeface="宋体"/>
                <a:cs typeface="宋体"/>
              </a:rPr>
              <a:t>实</a:t>
            </a:r>
            <a:r>
              <a:rPr dirty="0" sz="3900" spc="-20" b="1">
                <a:solidFill>
                  <a:srgbClr val="330066"/>
                </a:solidFill>
                <a:latin typeface="宋体"/>
                <a:cs typeface="宋体"/>
              </a:rPr>
              <a:t>验</a:t>
            </a:r>
            <a:endParaRPr sz="39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50289" y="2081847"/>
            <a:ext cx="7340600" cy="1295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3600" b="0">
                <a:solidFill>
                  <a:srgbClr val="6600CC"/>
                </a:solidFill>
                <a:latin typeface="华文行楷"/>
                <a:cs typeface="华文行楷"/>
              </a:rPr>
              <a:t>现象</a:t>
            </a:r>
            <a:r>
              <a:rPr dirty="0" sz="3600" b="0">
                <a:solidFill>
                  <a:srgbClr val="6600CC"/>
                </a:solidFill>
                <a:latin typeface="宋体"/>
                <a:cs typeface="宋体"/>
              </a:rPr>
              <a:t>：</a:t>
            </a:r>
            <a:r>
              <a:rPr dirty="0" sz="3600" b="0">
                <a:solidFill>
                  <a:srgbClr val="0066FF"/>
                </a:solidFill>
                <a:latin typeface="华文行楷"/>
                <a:cs typeface="华文行楷"/>
              </a:rPr>
              <a:t>水和酒精混合后总体积减小。 </a:t>
            </a:r>
            <a:r>
              <a:rPr dirty="0" sz="3600" b="0">
                <a:solidFill>
                  <a:srgbClr val="6600CC"/>
                </a:solidFill>
                <a:latin typeface="华文行楷"/>
                <a:cs typeface="华文行楷"/>
              </a:rPr>
              <a:t>说明什么问题？</a:t>
            </a:r>
            <a:endParaRPr sz="3600">
              <a:latin typeface="华文行楷"/>
              <a:cs typeface="华文行楷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0289" y="3397567"/>
            <a:ext cx="5969000" cy="195326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3600">
                <a:solidFill>
                  <a:srgbClr val="6600CC"/>
                </a:solidFill>
                <a:latin typeface="华文行楷"/>
                <a:cs typeface="华文行楷"/>
              </a:rPr>
              <a:t>结论</a:t>
            </a:r>
            <a:r>
              <a:rPr dirty="0" sz="3600">
                <a:solidFill>
                  <a:srgbClr val="6600CC"/>
                </a:solidFill>
                <a:latin typeface="宋体"/>
                <a:cs typeface="宋体"/>
              </a:rPr>
              <a:t>：</a:t>
            </a:r>
            <a:r>
              <a:rPr dirty="0" sz="3600">
                <a:solidFill>
                  <a:srgbClr val="FF0066"/>
                </a:solidFill>
                <a:latin typeface="华文行楷"/>
                <a:cs typeface="华文行楷"/>
              </a:rPr>
              <a:t>分子之间有空隙</a:t>
            </a:r>
            <a:r>
              <a:rPr dirty="0" sz="3600">
                <a:solidFill>
                  <a:srgbClr val="FF0066"/>
                </a:solidFill>
                <a:latin typeface="宋体"/>
                <a:cs typeface="宋体"/>
              </a:rPr>
              <a:t>！</a:t>
            </a:r>
            <a:endParaRPr sz="3600">
              <a:latin typeface="宋体"/>
              <a:cs typeface="宋体"/>
            </a:endParaRPr>
          </a:p>
          <a:p>
            <a:pPr marL="12700" marR="5080">
              <a:lnSpc>
                <a:spcPts val="5180"/>
              </a:lnSpc>
              <a:spcBef>
                <a:spcPts val="135"/>
              </a:spcBef>
            </a:pPr>
            <a:r>
              <a:rPr dirty="0" sz="3600">
                <a:solidFill>
                  <a:srgbClr val="6600CC"/>
                </a:solidFill>
                <a:latin typeface="华文行楷"/>
                <a:cs typeface="华文行楷"/>
              </a:rPr>
              <a:t>还有什么实例说明这一事实？ </a:t>
            </a:r>
            <a:r>
              <a:rPr dirty="0" sz="3600">
                <a:solidFill>
                  <a:srgbClr val="0066FF"/>
                </a:solidFill>
                <a:latin typeface="华文行楷"/>
                <a:cs typeface="华文行楷"/>
              </a:rPr>
              <a:t>气体压缩、钢桶渗油等。</a:t>
            </a:r>
            <a:endParaRPr sz="36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02957"/>
            <a:ext cx="4005579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330066"/>
                </a:solidFill>
              </a:rPr>
              <a:t>一、分子力的大</a:t>
            </a:r>
            <a:r>
              <a:rPr dirty="0" sz="3900" spc="-20">
                <a:solidFill>
                  <a:srgbClr val="330066"/>
                </a:solidFill>
              </a:rPr>
              <a:t>小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802640" y="1727113"/>
            <a:ext cx="7675880" cy="443801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450"/>
              </a:spcBef>
              <a:buSzPct val="96875"/>
              <a:buFont typeface="Times New Roman"/>
              <a:buAutoNum type="arabicPeriod"/>
              <a:tabLst>
                <a:tab pos="318770" algn="l"/>
              </a:tabLst>
            </a:pPr>
            <a:r>
              <a:rPr dirty="0" sz="3200" b="1">
                <a:latin typeface="宋体"/>
                <a:cs typeface="宋体"/>
              </a:rPr>
              <a:t>斥力的变化</a:t>
            </a:r>
            <a:r>
              <a:rPr dirty="0" u="heavy" sz="2600" spc="-5">
                <a:solidFill>
                  <a:srgbClr val="7D9CE8"/>
                </a:solidFill>
                <a:uFill>
                  <a:solidFill>
                    <a:srgbClr val="7D9CE8"/>
                  </a:solidFill>
                </a:uFill>
                <a:latin typeface="Arial"/>
                <a:cs typeface="Arial"/>
              </a:rPr>
              <a:t>1.swf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4000" b="1">
                <a:solidFill>
                  <a:srgbClr val="000099"/>
                </a:solidFill>
                <a:latin typeface="华文行楷"/>
                <a:cs typeface="华文行楷"/>
              </a:rPr>
              <a:t>结论：</a:t>
            </a:r>
            <a:r>
              <a:rPr dirty="0" sz="3000" b="1">
                <a:latin typeface="宋体"/>
                <a:cs typeface="宋体"/>
              </a:rPr>
              <a:t>分子间的斥力大小随着分子之间距</a:t>
            </a:r>
            <a:r>
              <a:rPr dirty="0" sz="3000" spc="-15" b="1">
                <a:latin typeface="宋体"/>
                <a:cs typeface="宋体"/>
              </a:rPr>
              <a:t>离</a:t>
            </a:r>
            <a:endParaRPr sz="3000">
              <a:latin typeface="宋体"/>
              <a:cs typeface="宋体"/>
            </a:endParaRPr>
          </a:p>
          <a:p>
            <a:pPr marL="355600" marR="39370">
              <a:lnSpc>
                <a:spcPct val="100000"/>
              </a:lnSpc>
              <a:spcBef>
                <a:spcPts val="555"/>
              </a:spcBef>
            </a:pPr>
            <a:r>
              <a:rPr dirty="0" sz="3000" b="1">
                <a:latin typeface="宋体"/>
                <a:cs typeface="宋体"/>
              </a:rPr>
              <a:t>的增大而减小，随着分子间距离的减小而</a:t>
            </a:r>
            <a:r>
              <a:rPr dirty="0" sz="3000" spc="-10" b="1">
                <a:latin typeface="宋体"/>
                <a:cs typeface="宋体"/>
              </a:rPr>
              <a:t>增 </a:t>
            </a:r>
            <a:r>
              <a:rPr dirty="0" sz="3000" b="1">
                <a:latin typeface="宋体"/>
                <a:cs typeface="宋体"/>
              </a:rPr>
              <a:t>大</a:t>
            </a:r>
            <a:r>
              <a:rPr dirty="0" sz="3000" spc="-15" b="1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318135" indent="-305435">
              <a:lnSpc>
                <a:spcPct val="100000"/>
              </a:lnSpc>
              <a:spcBef>
                <a:spcPts val="740"/>
              </a:spcBef>
              <a:buSzPct val="96875"/>
              <a:buFont typeface="Times New Roman"/>
              <a:buAutoNum type="arabicPeriod" startAt="2"/>
              <a:tabLst>
                <a:tab pos="318770" algn="l"/>
              </a:tabLst>
            </a:pPr>
            <a:r>
              <a:rPr dirty="0" sz="3200" b="1">
                <a:latin typeface="宋体"/>
                <a:cs typeface="宋体"/>
              </a:rPr>
              <a:t>引力的变化</a:t>
            </a:r>
            <a:r>
              <a:rPr dirty="0" u="heavy" sz="2600" spc="-5">
                <a:solidFill>
                  <a:srgbClr val="7D9CE8"/>
                </a:solidFill>
                <a:uFill>
                  <a:solidFill>
                    <a:srgbClr val="7D9CE8"/>
                  </a:solidFill>
                </a:uFill>
                <a:latin typeface="Arial"/>
                <a:cs typeface="Arial"/>
              </a:rPr>
              <a:t>1.swf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4000" b="1">
                <a:solidFill>
                  <a:srgbClr val="000099"/>
                </a:solidFill>
                <a:latin typeface="华文行楷"/>
                <a:cs typeface="华文行楷"/>
              </a:rPr>
              <a:t>结论：</a:t>
            </a:r>
            <a:r>
              <a:rPr dirty="0" sz="3000" b="1">
                <a:latin typeface="宋体"/>
                <a:cs typeface="宋体"/>
              </a:rPr>
              <a:t>分子间的引力大小随着分子之间距</a:t>
            </a:r>
            <a:r>
              <a:rPr dirty="0" sz="3000" spc="-15" b="1">
                <a:latin typeface="宋体"/>
                <a:cs typeface="宋体"/>
              </a:rPr>
              <a:t>离</a:t>
            </a:r>
            <a:endParaRPr sz="3000">
              <a:latin typeface="宋体"/>
              <a:cs typeface="宋体"/>
            </a:endParaRPr>
          </a:p>
          <a:p>
            <a:pPr marL="355600" marR="39370">
              <a:lnSpc>
                <a:spcPct val="100000"/>
              </a:lnSpc>
              <a:spcBef>
                <a:spcPts val="555"/>
              </a:spcBef>
            </a:pPr>
            <a:r>
              <a:rPr dirty="0" sz="3000" b="1">
                <a:latin typeface="宋体"/>
                <a:cs typeface="宋体"/>
              </a:rPr>
              <a:t>的增大而减小，随着分子间距离的减小而</a:t>
            </a:r>
            <a:r>
              <a:rPr dirty="0" sz="3000" spc="-10" b="1">
                <a:latin typeface="宋体"/>
                <a:cs typeface="宋体"/>
              </a:rPr>
              <a:t>增 </a:t>
            </a:r>
            <a:r>
              <a:rPr dirty="0" sz="3000" b="1">
                <a:latin typeface="宋体"/>
                <a:cs typeface="宋体"/>
              </a:rPr>
              <a:t>大</a:t>
            </a:r>
            <a:r>
              <a:rPr dirty="0" sz="3000" spc="-15" b="1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790" y="3076892"/>
            <a:ext cx="237045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3.</a:t>
            </a:r>
            <a:r>
              <a:rPr dirty="0" sz="3200"/>
              <a:t>合力的变</a:t>
            </a:r>
            <a:r>
              <a:rPr dirty="0" sz="3200" spc="-10"/>
              <a:t>化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790" y="3615372"/>
            <a:ext cx="8172450" cy="286385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</a:pPr>
            <a:r>
              <a:rPr dirty="0" sz="3000" b="1">
                <a:latin typeface="宋体"/>
                <a:cs typeface="宋体"/>
              </a:rPr>
              <a:t>分子间的引力和斥力都随分子间距的增大而减小</a:t>
            </a:r>
            <a:r>
              <a:rPr dirty="0" sz="3000" b="1">
                <a:latin typeface="Arial"/>
                <a:cs typeface="Arial"/>
              </a:rPr>
              <a:t>, </a:t>
            </a:r>
            <a:r>
              <a:rPr dirty="0" sz="3000" b="1">
                <a:latin typeface="宋体"/>
                <a:cs typeface="宋体"/>
              </a:rPr>
              <a:t>斥力变化得更快。分子力表现为二者的合力</a:t>
            </a:r>
            <a:r>
              <a:rPr dirty="0" sz="3000" spc="-15" b="1">
                <a:latin typeface="宋体"/>
                <a:cs typeface="宋体"/>
              </a:rPr>
              <a:t>。 </a:t>
            </a:r>
            <a:r>
              <a:rPr dirty="0" u="heavy" sz="3000" spc="-5">
                <a:solidFill>
                  <a:srgbClr val="7D9CE8"/>
                </a:solidFill>
                <a:uFill>
                  <a:solidFill>
                    <a:srgbClr val="7D9CE8"/>
                  </a:solidFill>
                </a:uFill>
                <a:latin typeface="Arial"/>
                <a:cs typeface="Arial"/>
              </a:rPr>
              <a:t>1.swf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ts val="5190"/>
              </a:lnSpc>
            </a:pPr>
            <a:r>
              <a:rPr dirty="0" sz="4400" b="1">
                <a:solidFill>
                  <a:srgbClr val="000099"/>
                </a:solidFill>
                <a:latin typeface="华文行楷"/>
                <a:cs typeface="华文行楷"/>
              </a:rPr>
              <a:t>结论：</a:t>
            </a:r>
            <a:r>
              <a:rPr dirty="0" sz="3000" b="1">
                <a:latin typeface="宋体"/>
                <a:cs typeface="宋体"/>
              </a:rPr>
              <a:t>分子力的性质（引力还是斥力）由</a:t>
            </a:r>
            <a:r>
              <a:rPr dirty="0" sz="3000" spc="-15" b="1">
                <a:latin typeface="宋体"/>
                <a:cs typeface="宋体"/>
              </a:rPr>
              <a:t>分</a:t>
            </a:r>
            <a:endParaRPr sz="3000">
              <a:latin typeface="宋体"/>
              <a:cs typeface="宋体"/>
            </a:endParaRPr>
          </a:p>
          <a:p>
            <a:pPr marL="355600" marR="152400">
              <a:lnSpc>
                <a:spcPts val="3240"/>
              </a:lnSpc>
              <a:spcBef>
                <a:spcPts val="645"/>
              </a:spcBef>
            </a:pPr>
            <a:r>
              <a:rPr dirty="0" sz="3000" b="1">
                <a:latin typeface="宋体"/>
                <a:cs typeface="宋体"/>
              </a:rPr>
              <a:t>子间距离决定。分子力是大量分子间相互作</a:t>
            </a:r>
            <a:r>
              <a:rPr dirty="0" sz="3000" spc="-10" b="1">
                <a:latin typeface="宋体"/>
                <a:cs typeface="宋体"/>
              </a:rPr>
              <a:t>用 </a:t>
            </a:r>
            <a:r>
              <a:rPr dirty="0" sz="3000" b="1">
                <a:latin typeface="宋体"/>
                <a:cs typeface="宋体"/>
              </a:rPr>
              <a:t>力的综合表现</a:t>
            </a:r>
            <a:r>
              <a:rPr dirty="0" sz="3000" spc="-15" b="1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773" y="594385"/>
            <a:ext cx="7805889" cy="786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9697" y="1933168"/>
            <a:ext cx="1041226" cy="1022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38248" y="1913458"/>
            <a:ext cx="995451" cy="10830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53263" y="1659102"/>
            <a:ext cx="549109" cy="14379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53414" y="1681327"/>
            <a:ext cx="552335" cy="13636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51909" y="2061210"/>
            <a:ext cx="2049780" cy="7988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62300" y="2305811"/>
            <a:ext cx="477520" cy="304800"/>
          </a:xfrm>
          <a:custGeom>
            <a:avLst/>
            <a:gdLst/>
            <a:ahLst/>
            <a:cxnLst/>
            <a:rect l="l" t="t" r="r" b="b"/>
            <a:pathLst>
              <a:path w="477520" h="304800">
                <a:moveTo>
                  <a:pt x="356615" y="304800"/>
                </a:moveTo>
                <a:lnTo>
                  <a:pt x="356615" y="228600"/>
                </a:lnTo>
                <a:lnTo>
                  <a:pt x="0" y="228600"/>
                </a:lnTo>
                <a:lnTo>
                  <a:pt x="0" y="76200"/>
                </a:lnTo>
                <a:lnTo>
                  <a:pt x="356615" y="76200"/>
                </a:lnTo>
                <a:lnTo>
                  <a:pt x="356615" y="0"/>
                </a:lnTo>
                <a:lnTo>
                  <a:pt x="477012" y="152400"/>
                </a:lnTo>
                <a:lnTo>
                  <a:pt x="356615" y="304800"/>
                </a:ln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57537" y="2291219"/>
            <a:ext cx="487680" cy="332740"/>
          </a:xfrm>
          <a:custGeom>
            <a:avLst/>
            <a:gdLst/>
            <a:ahLst/>
            <a:cxnLst/>
            <a:rect l="l" t="t" r="r" b="b"/>
            <a:pathLst>
              <a:path w="487679" h="332739">
                <a:moveTo>
                  <a:pt x="357187" y="90030"/>
                </a:moveTo>
                <a:lnTo>
                  <a:pt x="357187" y="0"/>
                </a:lnTo>
                <a:lnTo>
                  <a:pt x="367992" y="13830"/>
                </a:lnTo>
                <a:lnTo>
                  <a:pt x="366712" y="13830"/>
                </a:lnTo>
                <a:lnTo>
                  <a:pt x="358203" y="16763"/>
                </a:lnTo>
                <a:lnTo>
                  <a:pt x="366712" y="27656"/>
                </a:lnTo>
                <a:lnTo>
                  <a:pt x="366712" y="85267"/>
                </a:lnTo>
                <a:lnTo>
                  <a:pt x="361950" y="85267"/>
                </a:lnTo>
                <a:lnTo>
                  <a:pt x="357187" y="90030"/>
                </a:lnTo>
                <a:close/>
              </a:path>
              <a:path w="487679" h="332739">
                <a:moveTo>
                  <a:pt x="366712" y="27656"/>
                </a:moveTo>
                <a:lnTo>
                  <a:pt x="358203" y="16763"/>
                </a:lnTo>
                <a:lnTo>
                  <a:pt x="366712" y="13830"/>
                </a:lnTo>
                <a:lnTo>
                  <a:pt x="366712" y="27656"/>
                </a:lnTo>
                <a:close/>
              </a:path>
              <a:path w="487679" h="332739">
                <a:moveTo>
                  <a:pt x="474961" y="166230"/>
                </a:moveTo>
                <a:lnTo>
                  <a:pt x="366712" y="27656"/>
                </a:lnTo>
                <a:lnTo>
                  <a:pt x="366712" y="13830"/>
                </a:lnTo>
                <a:lnTo>
                  <a:pt x="367992" y="13830"/>
                </a:lnTo>
                <a:lnTo>
                  <a:pt x="484765" y="163296"/>
                </a:lnTo>
                <a:lnTo>
                  <a:pt x="477253" y="163296"/>
                </a:lnTo>
                <a:lnTo>
                  <a:pt x="474961" y="166230"/>
                </a:lnTo>
                <a:close/>
              </a:path>
              <a:path w="487679" h="332739">
                <a:moveTo>
                  <a:pt x="357187" y="247192"/>
                </a:moveTo>
                <a:lnTo>
                  <a:pt x="0" y="247192"/>
                </a:lnTo>
                <a:lnTo>
                  <a:pt x="0" y="85267"/>
                </a:lnTo>
                <a:lnTo>
                  <a:pt x="357187" y="85267"/>
                </a:lnTo>
                <a:lnTo>
                  <a:pt x="357187" y="90030"/>
                </a:lnTo>
                <a:lnTo>
                  <a:pt x="9525" y="90030"/>
                </a:lnTo>
                <a:lnTo>
                  <a:pt x="4762" y="94792"/>
                </a:lnTo>
                <a:lnTo>
                  <a:pt x="9525" y="94792"/>
                </a:lnTo>
                <a:lnTo>
                  <a:pt x="9525" y="237667"/>
                </a:lnTo>
                <a:lnTo>
                  <a:pt x="4762" y="237667"/>
                </a:lnTo>
                <a:lnTo>
                  <a:pt x="9525" y="242430"/>
                </a:lnTo>
                <a:lnTo>
                  <a:pt x="357187" y="242430"/>
                </a:lnTo>
                <a:lnTo>
                  <a:pt x="357187" y="247192"/>
                </a:lnTo>
                <a:close/>
              </a:path>
              <a:path w="487679" h="332739">
                <a:moveTo>
                  <a:pt x="366712" y="94792"/>
                </a:moveTo>
                <a:lnTo>
                  <a:pt x="9525" y="94792"/>
                </a:lnTo>
                <a:lnTo>
                  <a:pt x="9525" y="90030"/>
                </a:lnTo>
                <a:lnTo>
                  <a:pt x="357187" y="90030"/>
                </a:lnTo>
                <a:lnTo>
                  <a:pt x="361950" y="85267"/>
                </a:lnTo>
                <a:lnTo>
                  <a:pt x="366712" y="85267"/>
                </a:lnTo>
                <a:lnTo>
                  <a:pt x="366712" y="94792"/>
                </a:lnTo>
                <a:close/>
              </a:path>
              <a:path w="487679" h="332739">
                <a:moveTo>
                  <a:pt x="9525" y="94792"/>
                </a:moveTo>
                <a:lnTo>
                  <a:pt x="4762" y="94792"/>
                </a:lnTo>
                <a:lnTo>
                  <a:pt x="9525" y="90030"/>
                </a:lnTo>
                <a:lnTo>
                  <a:pt x="9525" y="94792"/>
                </a:lnTo>
                <a:close/>
              </a:path>
              <a:path w="487679" h="332739">
                <a:moveTo>
                  <a:pt x="477253" y="169163"/>
                </a:moveTo>
                <a:lnTo>
                  <a:pt x="474961" y="166230"/>
                </a:lnTo>
                <a:lnTo>
                  <a:pt x="477253" y="163296"/>
                </a:lnTo>
                <a:lnTo>
                  <a:pt x="477253" y="169163"/>
                </a:lnTo>
                <a:close/>
              </a:path>
              <a:path w="487679" h="332739">
                <a:moveTo>
                  <a:pt x="484765" y="169163"/>
                </a:moveTo>
                <a:lnTo>
                  <a:pt x="477253" y="169163"/>
                </a:lnTo>
                <a:lnTo>
                  <a:pt x="477253" y="163296"/>
                </a:lnTo>
                <a:lnTo>
                  <a:pt x="484765" y="163296"/>
                </a:lnTo>
                <a:lnTo>
                  <a:pt x="487057" y="166230"/>
                </a:lnTo>
                <a:lnTo>
                  <a:pt x="484765" y="169163"/>
                </a:lnTo>
                <a:close/>
              </a:path>
              <a:path w="487679" h="332739">
                <a:moveTo>
                  <a:pt x="367992" y="318630"/>
                </a:moveTo>
                <a:lnTo>
                  <a:pt x="366712" y="318630"/>
                </a:lnTo>
                <a:lnTo>
                  <a:pt x="366712" y="304803"/>
                </a:lnTo>
                <a:lnTo>
                  <a:pt x="474961" y="166230"/>
                </a:lnTo>
                <a:lnTo>
                  <a:pt x="477253" y="169163"/>
                </a:lnTo>
                <a:lnTo>
                  <a:pt x="484765" y="169163"/>
                </a:lnTo>
                <a:lnTo>
                  <a:pt x="367992" y="318630"/>
                </a:lnTo>
                <a:close/>
              </a:path>
              <a:path w="487679" h="332739">
                <a:moveTo>
                  <a:pt x="9525" y="242430"/>
                </a:moveTo>
                <a:lnTo>
                  <a:pt x="4762" y="237667"/>
                </a:lnTo>
                <a:lnTo>
                  <a:pt x="9525" y="237667"/>
                </a:lnTo>
                <a:lnTo>
                  <a:pt x="9525" y="242430"/>
                </a:lnTo>
                <a:close/>
              </a:path>
              <a:path w="487679" h="332739">
                <a:moveTo>
                  <a:pt x="366712" y="247192"/>
                </a:moveTo>
                <a:lnTo>
                  <a:pt x="361950" y="247192"/>
                </a:lnTo>
                <a:lnTo>
                  <a:pt x="357187" y="242430"/>
                </a:lnTo>
                <a:lnTo>
                  <a:pt x="9525" y="242430"/>
                </a:lnTo>
                <a:lnTo>
                  <a:pt x="9525" y="237667"/>
                </a:lnTo>
                <a:lnTo>
                  <a:pt x="366712" y="237667"/>
                </a:lnTo>
                <a:lnTo>
                  <a:pt x="366712" y="247192"/>
                </a:lnTo>
                <a:close/>
              </a:path>
              <a:path w="487679" h="332739">
                <a:moveTo>
                  <a:pt x="357187" y="332460"/>
                </a:moveTo>
                <a:lnTo>
                  <a:pt x="357187" y="242430"/>
                </a:lnTo>
                <a:lnTo>
                  <a:pt x="361950" y="247192"/>
                </a:lnTo>
                <a:lnTo>
                  <a:pt x="366712" y="247192"/>
                </a:lnTo>
                <a:lnTo>
                  <a:pt x="366712" y="304803"/>
                </a:lnTo>
                <a:lnTo>
                  <a:pt x="358203" y="315696"/>
                </a:lnTo>
                <a:lnTo>
                  <a:pt x="366712" y="318630"/>
                </a:lnTo>
                <a:lnTo>
                  <a:pt x="367992" y="318630"/>
                </a:lnTo>
                <a:lnTo>
                  <a:pt x="357187" y="332460"/>
                </a:lnTo>
                <a:close/>
              </a:path>
              <a:path w="487679" h="332739">
                <a:moveTo>
                  <a:pt x="366712" y="318630"/>
                </a:moveTo>
                <a:lnTo>
                  <a:pt x="358203" y="315696"/>
                </a:lnTo>
                <a:lnTo>
                  <a:pt x="366712" y="304803"/>
                </a:lnTo>
                <a:lnTo>
                  <a:pt x="366712" y="318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57900" y="2324100"/>
            <a:ext cx="515620" cy="325120"/>
          </a:xfrm>
          <a:custGeom>
            <a:avLst/>
            <a:gdLst/>
            <a:ahLst/>
            <a:cxnLst/>
            <a:rect l="l" t="t" r="r" b="b"/>
            <a:pathLst>
              <a:path w="515620" h="325119">
                <a:moveTo>
                  <a:pt x="128015" y="324612"/>
                </a:moveTo>
                <a:lnTo>
                  <a:pt x="0" y="161544"/>
                </a:lnTo>
                <a:lnTo>
                  <a:pt x="128015" y="0"/>
                </a:lnTo>
                <a:lnTo>
                  <a:pt x="128015" y="80772"/>
                </a:lnTo>
                <a:lnTo>
                  <a:pt x="515111" y="80772"/>
                </a:lnTo>
                <a:lnTo>
                  <a:pt x="515111" y="242316"/>
                </a:lnTo>
                <a:lnTo>
                  <a:pt x="128015" y="242316"/>
                </a:lnTo>
                <a:lnTo>
                  <a:pt x="128015" y="324612"/>
                </a:lnTo>
                <a:close/>
              </a:path>
            </a:pathLst>
          </a:custGeom>
          <a:solidFill>
            <a:srgbClr val="CC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51816" y="2310447"/>
            <a:ext cx="525780" cy="351155"/>
          </a:xfrm>
          <a:custGeom>
            <a:avLst/>
            <a:gdLst/>
            <a:ahLst/>
            <a:cxnLst/>
            <a:rect l="l" t="t" r="r" b="b"/>
            <a:pathLst>
              <a:path w="525779" h="351155">
                <a:moveTo>
                  <a:pt x="139433" y="351154"/>
                </a:moveTo>
                <a:lnTo>
                  <a:pt x="0" y="175577"/>
                </a:lnTo>
                <a:lnTo>
                  <a:pt x="139433" y="0"/>
                </a:lnTo>
                <a:lnTo>
                  <a:pt x="139433" y="13652"/>
                </a:lnTo>
                <a:lnTo>
                  <a:pt x="129908" y="13652"/>
                </a:lnTo>
                <a:lnTo>
                  <a:pt x="129908" y="27295"/>
                </a:lnTo>
                <a:lnTo>
                  <a:pt x="14516" y="172618"/>
                </a:lnTo>
                <a:lnTo>
                  <a:pt x="9817" y="172618"/>
                </a:lnTo>
                <a:lnTo>
                  <a:pt x="9817" y="178536"/>
                </a:lnTo>
                <a:lnTo>
                  <a:pt x="14516" y="178536"/>
                </a:lnTo>
                <a:lnTo>
                  <a:pt x="129908" y="323859"/>
                </a:lnTo>
                <a:lnTo>
                  <a:pt x="129908" y="337502"/>
                </a:lnTo>
                <a:lnTo>
                  <a:pt x="139433" y="337502"/>
                </a:lnTo>
                <a:lnTo>
                  <a:pt x="139433" y="351154"/>
                </a:lnTo>
                <a:close/>
              </a:path>
              <a:path w="525779" h="351155">
                <a:moveTo>
                  <a:pt x="129908" y="27295"/>
                </a:moveTo>
                <a:lnTo>
                  <a:pt x="129908" y="13652"/>
                </a:lnTo>
                <a:lnTo>
                  <a:pt x="138391" y="16611"/>
                </a:lnTo>
                <a:lnTo>
                  <a:pt x="129908" y="27295"/>
                </a:lnTo>
                <a:close/>
              </a:path>
              <a:path w="525779" h="351155">
                <a:moveTo>
                  <a:pt x="515670" y="99377"/>
                </a:moveTo>
                <a:lnTo>
                  <a:pt x="129908" y="99377"/>
                </a:lnTo>
                <a:lnTo>
                  <a:pt x="129908" y="27295"/>
                </a:lnTo>
                <a:lnTo>
                  <a:pt x="138391" y="16611"/>
                </a:lnTo>
                <a:lnTo>
                  <a:pt x="129908" y="13652"/>
                </a:lnTo>
                <a:lnTo>
                  <a:pt x="139433" y="13652"/>
                </a:lnTo>
                <a:lnTo>
                  <a:pt x="139433" y="89852"/>
                </a:lnTo>
                <a:lnTo>
                  <a:pt x="134670" y="89852"/>
                </a:lnTo>
                <a:lnTo>
                  <a:pt x="139433" y="94614"/>
                </a:lnTo>
                <a:lnTo>
                  <a:pt x="515670" y="94614"/>
                </a:lnTo>
                <a:lnTo>
                  <a:pt x="515670" y="99377"/>
                </a:lnTo>
                <a:close/>
              </a:path>
              <a:path w="525779" h="351155">
                <a:moveTo>
                  <a:pt x="139433" y="94614"/>
                </a:moveTo>
                <a:lnTo>
                  <a:pt x="134670" y="89852"/>
                </a:lnTo>
                <a:lnTo>
                  <a:pt x="139433" y="89852"/>
                </a:lnTo>
                <a:lnTo>
                  <a:pt x="139433" y="94614"/>
                </a:lnTo>
                <a:close/>
              </a:path>
              <a:path w="525779" h="351155">
                <a:moveTo>
                  <a:pt x="525195" y="99377"/>
                </a:moveTo>
                <a:lnTo>
                  <a:pt x="520433" y="99377"/>
                </a:lnTo>
                <a:lnTo>
                  <a:pt x="515670" y="94614"/>
                </a:lnTo>
                <a:lnTo>
                  <a:pt x="139433" y="94614"/>
                </a:lnTo>
                <a:lnTo>
                  <a:pt x="139433" y="89852"/>
                </a:lnTo>
                <a:lnTo>
                  <a:pt x="525195" y="89852"/>
                </a:lnTo>
                <a:lnTo>
                  <a:pt x="525195" y="99377"/>
                </a:lnTo>
                <a:close/>
              </a:path>
              <a:path w="525779" h="351155">
                <a:moveTo>
                  <a:pt x="515670" y="256539"/>
                </a:moveTo>
                <a:lnTo>
                  <a:pt x="515670" y="94614"/>
                </a:lnTo>
                <a:lnTo>
                  <a:pt x="520433" y="99377"/>
                </a:lnTo>
                <a:lnTo>
                  <a:pt x="525195" y="99377"/>
                </a:lnTo>
                <a:lnTo>
                  <a:pt x="525195" y="251777"/>
                </a:lnTo>
                <a:lnTo>
                  <a:pt x="520433" y="251777"/>
                </a:lnTo>
                <a:lnTo>
                  <a:pt x="515670" y="256539"/>
                </a:lnTo>
                <a:close/>
              </a:path>
              <a:path w="525779" h="351155">
                <a:moveTo>
                  <a:pt x="9817" y="178536"/>
                </a:moveTo>
                <a:lnTo>
                  <a:pt x="9817" y="172618"/>
                </a:lnTo>
                <a:lnTo>
                  <a:pt x="12166" y="175577"/>
                </a:lnTo>
                <a:lnTo>
                  <a:pt x="9817" y="178536"/>
                </a:lnTo>
                <a:close/>
              </a:path>
              <a:path w="525779" h="351155">
                <a:moveTo>
                  <a:pt x="12166" y="175577"/>
                </a:moveTo>
                <a:lnTo>
                  <a:pt x="9817" y="172618"/>
                </a:lnTo>
                <a:lnTo>
                  <a:pt x="14516" y="172618"/>
                </a:lnTo>
                <a:lnTo>
                  <a:pt x="12166" y="175577"/>
                </a:lnTo>
                <a:close/>
              </a:path>
              <a:path w="525779" h="351155">
                <a:moveTo>
                  <a:pt x="14516" y="178536"/>
                </a:moveTo>
                <a:lnTo>
                  <a:pt x="9817" y="178536"/>
                </a:lnTo>
                <a:lnTo>
                  <a:pt x="12166" y="175577"/>
                </a:lnTo>
                <a:lnTo>
                  <a:pt x="14516" y="178536"/>
                </a:lnTo>
                <a:close/>
              </a:path>
              <a:path w="525779" h="351155">
                <a:moveTo>
                  <a:pt x="139433" y="337502"/>
                </a:moveTo>
                <a:lnTo>
                  <a:pt x="129908" y="337502"/>
                </a:lnTo>
                <a:lnTo>
                  <a:pt x="138391" y="334543"/>
                </a:lnTo>
                <a:lnTo>
                  <a:pt x="129908" y="323859"/>
                </a:lnTo>
                <a:lnTo>
                  <a:pt x="129908" y="251777"/>
                </a:lnTo>
                <a:lnTo>
                  <a:pt x="515670" y="251777"/>
                </a:lnTo>
                <a:lnTo>
                  <a:pt x="515670" y="256539"/>
                </a:lnTo>
                <a:lnTo>
                  <a:pt x="139433" y="256539"/>
                </a:lnTo>
                <a:lnTo>
                  <a:pt x="134670" y="261302"/>
                </a:lnTo>
                <a:lnTo>
                  <a:pt x="139433" y="261302"/>
                </a:lnTo>
                <a:lnTo>
                  <a:pt x="139433" y="337502"/>
                </a:lnTo>
                <a:close/>
              </a:path>
              <a:path w="525779" h="351155">
                <a:moveTo>
                  <a:pt x="525195" y="261302"/>
                </a:moveTo>
                <a:lnTo>
                  <a:pt x="139433" y="261302"/>
                </a:lnTo>
                <a:lnTo>
                  <a:pt x="139433" y="256539"/>
                </a:lnTo>
                <a:lnTo>
                  <a:pt x="515670" y="256539"/>
                </a:lnTo>
                <a:lnTo>
                  <a:pt x="520433" y="251777"/>
                </a:lnTo>
                <a:lnTo>
                  <a:pt x="525195" y="251777"/>
                </a:lnTo>
                <a:lnTo>
                  <a:pt x="525195" y="261302"/>
                </a:lnTo>
                <a:close/>
              </a:path>
              <a:path w="525779" h="351155">
                <a:moveTo>
                  <a:pt x="139433" y="261302"/>
                </a:moveTo>
                <a:lnTo>
                  <a:pt x="134670" y="261302"/>
                </a:lnTo>
                <a:lnTo>
                  <a:pt x="139433" y="256539"/>
                </a:lnTo>
                <a:lnTo>
                  <a:pt x="139433" y="261302"/>
                </a:lnTo>
                <a:close/>
              </a:path>
              <a:path w="525779" h="351155">
                <a:moveTo>
                  <a:pt x="129908" y="337502"/>
                </a:moveTo>
                <a:lnTo>
                  <a:pt x="129908" y="323859"/>
                </a:lnTo>
                <a:lnTo>
                  <a:pt x="138391" y="334543"/>
                </a:lnTo>
                <a:lnTo>
                  <a:pt x="129908" y="337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6375" y="2656471"/>
            <a:ext cx="3111322" cy="7500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590" y="1064577"/>
            <a:ext cx="8141970" cy="37623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55600" marR="99060" indent="-342900">
              <a:lnSpc>
                <a:spcPct val="100299"/>
              </a:lnSpc>
              <a:spcBef>
                <a:spcPts val="85"/>
              </a:spcBef>
            </a:pP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(1).</a:t>
            </a:r>
            <a:r>
              <a:rPr dirty="0" sz="2800" b="1">
                <a:latin typeface="宋体"/>
                <a:cs typeface="宋体"/>
              </a:rPr>
              <a:t>当分子间距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=</a:t>
            </a:r>
            <a:r>
              <a:rPr dirty="0" sz="2800" b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</a:t>
            </a:r>
            <a:r>
              <a:rPr dirty="0" baseline="-16975" sz="2700" b="1">
                <a:latin typeface="Times New Roman"/>
                <a:cs typeface="Times New Roman"/>
              </a:rPr>
              <a:t>0</a:t>
            </a:r>
            <a:r>
              <a:rPr dirty="0" sz="2800" b="1">
                <a:latin typeface="宋体"/>
                <a:cs typeface="宋体"/>
              </a:rPr>
              <a:t>时</a:t>
            </a:r>
            <a:r>
              <a:rPr dirty="0" sz="2800" b="1"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30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30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2800" spc="-5" b="1">
                <a:latin typeface="Times New Roman"/>
                <a:cs typeface="Times New Roman"/>
              </a:rPr>
              <a:t>,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宋体"/>
                <a:cs typeface="宋体"/>
              </a:rPr>
              <a:t>分子力</a:t>
            </a:r>
            <a:r>
              <a:rPr dirty="0" sz="2800" spc="-5" b="1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=0</a:t>
            </a:r>
            <a:r>
              <a:rPr dirty="0" sz="2800" spc="-5" b="1">
                <a:latin typeface="Times New Roman"/>
                <a:cs typeface="Times New Roman"/>
              </a:rPr>
              <a:t>,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</a:t>
            </a:r>
            <a:r>
              <a:rPr dirty="0" baseline="-16975" sz="2700" b="1">
                <a:latin typeface="Times New Roman"/>
                <a:cs typeface="Times New Roman"/>
              </a:rPr>
              <a:t>0</a:t>
            </a:r>
            <a:r>
              <a:rPr dirty="0" sz="2800" b="1"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平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衡 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位置</a:t>
            </a:r>
            <a:r>
              <a:rPr dirty="0" sz="2800" spc="-20" b="1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101600">
              <a:lnSpc>
                <a:spcPct val="100000"/>
              </a:lnSpc>
              <a:spcBef>
                <a:spcPts val="660"/>
              </a:spcBef>
            </a:pPr>
            <a:r>
              <a:rPr dirty="0" sz="2800" b="1" i="1">
                <a:latin typeface="Times New Roman"/>
                <a:cs typeface="Times New Roman"/>
              </a:rPr>
              <a:t>r</a:t>
            </a:r>
            <a:r>
              <a:rPr dirty="0" baseline="-16975" sz="2700" b="1">
                <a:latin typeface="Times New Roman"/>
                <a:cs typeface="Times New Roman"/>
              </a:rPr>
              <a:t>0</a:t>
            </a:r>
            <a:r>
              <a:rPr dirty="0" sz="2800" b="1">
                <a:latin typeface="宋体"/>
                <a:cs typeface="宋体"/>
              </a:rPr>
              <a:t>的数量级约为</a:t>
            </a:r>
            <a:r>
              <a:rPr dirty="0" sz="2800" b="1">
                <a:solidFill>
                  <a:srgbClr val="6600FF"/>
                </a:solidFill>
                <a:latin typeface="Times New Roman"/>
                <a:cs typeface="Times New Roman"/>
              </a:rPr>
              <a:t>10</a:t>
            </a:r>
            <a:r>
              <a:rPr dirty="0" baseline="21604" sz="2700" b="1">
                <a:solidFill>
                  <a:srgbClr val="6600FF"/>
                </a:solidFill>
                <a:latin typeface="Times New Roman"/>
                <a:cs typeface="Times New Roman"/>
              </a:rPr>
              <a:t>-10</a:t>
            </a:r>
            <a:r>
              <a:rPr dirty="0" sz="2800" b="1">
                <a:latin typeface="Times New Roman"/>
                <a:cs typeface="Times New Roman"/>
              </a:rPr>
              <a:t>m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48560">
              <a:lnSpc>
                <a:spcPts val="2770"/>
              </a:lnSpc>
              <a:spcBef>
                <a:spcPts val="630"/>
              </a:spcBef>
            </a:pP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r=</a:t>
            </a:r>
            <a:r>
              <a:rPr dirty="0" sz="2400" b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baseline="-17921" sz="2325" b="1">
                <a:solidFill>
                  <a:srgbClr val="6600FF"/>
                </a:solidFill>
                <a:latin typeface="Arial"/>
                <a:cs typeface="Arial"/>
              </a:rPr>
              <a:t>0</a:t>
            </a:r>
            <a:endParaRPr baseline="-17921" sz="2325">
              <a:latin typeface="Arial"/>
              <a:cs typeface="Arial"/>
            </a:endParaRPr>
          </a:p>
          <a:p>
            <a:pPr marL="4898390">
              <a:lnSpc>
                <a:spcPts val="3250"/>
              </a:lnSpc>
              <a:tabLst>
                <a:tab pos="5673725" algn="l"/>
              </a:tabLst>
            </a:pP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F=0	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平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衡</a:t>
            </a:r>
            <a:endParaRPr sz="2800">
              <a:latin typeface="宋体"/>
              <a:cs typeface="宋体"/>
            </a:endParaRPr>
          </a:p>
          <a:p>
            <a:pPr marL="1226185">
              <a:lnSpc>
                <a:spcPct val="100000"/>
              </a:lnSpc>
              <a:spcBef>
                <a:spcPts val="1065"/>
              </a:spcBef>
              <a:tabLst>
                <a:tab pos="3015615" algn="l"/>
              </a:tabLst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1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= 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b="1">
                <a:solidFill>
                  <a:srgbClr val="6600FF"/>
                </a:solidFill>
                <a:latin typeface="宋体"/>
                <a:cs typeface="宋体"/>
              </a:rPr>
              <a:t>引	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1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= 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endParaRPr baseline="-17921" sz="2325">
              <a:latin typeface="宋体"/>
              <a:cs typeface="宋体"/>
            </a:endParaRPr>
          </a:p>
          <a:p>
            <a:pPr marL="83820" marR="5080">
              <a:lnSpc>
                <a:spcPct val="100600"/>
              </a:lnSpc>
              <a:spcBef>
                <a:spcPts val="1320"/>
              </a:spcBef>
            </a:pP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(2).</a:t>
            </a:r>
            <a:r>
              <a:rPr dirty="0" sz="2800" b="1">
                <a:latin typeface="宋体"/>
                <a:cs typeface="宋体"/>
              </a:rPr>
              <a:t>当分子间距</a:t>
            </a:r>
            <a:r>
              <a:rPr dirty="0" sz="2800" spc="-5" b="1" i="1">
                <a:solidFill>
                  <a:srgbClr val="6600FF"/>
                </a:solidFill>
                <a:latin typeface="Times New Roman"/>
                <a:cs typeface="Times New Roman"/>
              </a:rPr>
              <a:t>r </a:t>
            </a: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&lt;</a:t>
            </a:r>
            <a:r>
              <a:rPr dirty="0" sz="2800" b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baseline="-16975" sz="2700" b="1">
                <a:solidFill>
                  <a:srgbClr val="6600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latin typeface="宋体"/>
                <a:cs typeface="宋体"/>
              </a:rPr>
              <a:t>时</a:t>
            </a:r>
            <a:r>
              <a:rPr dirty="0" sz="2800" b="1">
                <a:latin typeface="Times New Roman"/>
                <a:cs typeface="Times New Roman"/>
              </a:rPr>
              <a:t>,</a:t>
            </a:r>
            <a:r>
              <a:rPr dirty="0" sz="2800" b="1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30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&gt;</a:t>
            </a:r>
            <a:r>
              <a:rPr dirty="0" sz="2800" spc="-5" b="1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30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2800" spc="-5" b="1">
                <a:latin typeface="Times New Roman"/>
                <a:cs typeface="Times New Roman"/>
              </a:rPr>
              <a:t>, </a:t>
            </a:r>
            <a:r>
              <a:rPr dirty="0" sz="2800" b="1">
                <a:latin typeface="宋体"/>
                <a:cs typeface="宋体"/>
              </a:rPr>
              <a:t>分子力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表现为斥力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，  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且合力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随</a:t>
            </a:r>
            <a:r>
              <a:rPr dirty="0" sz="2800" spc="-700" b="1">
                <a:solidFill>
                  <a:srgbClr val="6600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sz="2800" spc="220" b="1" i="1">
                <a:solidFill>
                  <a:srgbClr val="66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的减小而增大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7087" y="4876800"/>
            <a:ext cx="3625850" cy="698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75852" y="4741545"/>
            <a:ext cx="563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&lt;</a:t>
            </a:r>
            <a:r>
              <a:rPr dirty="0" sz="2400" b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baseline="-17921" sz="2325" spc="7" b="1">
                <a:solidFill>
                  <a:srgbClr val="6600FF"/>
                </a:solidFill>
                <a:latin typeface="Arial"/>
                <a:cs typeface="Arial"/>
              </a:rPr>
              <a:t>0</a:t>
            </a:r>
            <a:endParaRPr baseline="-17921" sz="232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3677" y="5577204"/>
            <a:ext cx="1045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1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&gt;</a:t>
            </a:r>
            <a:r>
              <a:rPr dirty="0" sz="2400" spc="-80" b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endParaRPr baseline="-17921" sz="2325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1152" y="5577204"/>
            <a:ext cx="1045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1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&lt;</a:t>
            </a:r>
            <a:r>
              <a:rPr dirty="0" sz="2400" spc="-80" b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endParaRPr baseline="-17921" sz="2325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6477" y="5055552"/>
            <a:ext cx="2920365" cy="1068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表现为斥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力</a:t>
            </a:r>
            <a:r>
              <a:rPr dirty="0" sz="2800" spc="-60" b="1">
                <a:solidFill>
                  <a:srgbClr val="6600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压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缩</a:t>
            </a:r>
            <a:endParaRPr sz="2800">
              <a:latin typeface="宋体"/>
              <a:cs typeface="宋体"/>
            </a:endParaRPr>
          </a:p>
          <a:p>
            <a:pPr marL="12700" marR="8255">
              <a:lnSpc>
                <a:spcPct val="100000"/>
              </a:lnSpc>
              <a:spcBef>
                <a:spcPts val="50"/>
              </a:spcBef>
            </a:pPr>
            <a:r>
              <a:rPr dirty="0" sz="2000" spc="-5" b="1">
                <a:solidFill>
                  <a:srgbClr val="FF33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FF3300"/>
                </a:solidFill>
                <a:latin typeface="宋体"/>
                <a:cs typeface="宋体"/>
              </a:rPr>
              <a:t>引力和斥力都增大，但</a:t>
            </a:r>
            <a:r>
              <a:rPr dirty="0" sz="2000" spc="-5" b="1">
                <a:solidFill>
                  <a:srgbClr val="FF3300"/>
                </a:solidFill>
                <a:latin typeface="宋体"/>
                <a:cs typeface="宋体"/>
              </a:rPr>
              <a:t>斥 </a:t>
            </a:r>
            <a:r>
              <a:rPr dirty="0" sz="2000" b="1">
                <a:solidFill>
                  <a:srgbClr val="FF3300"/>
                </a:solidFill>
                <a:latin typeface="宋体"/>
                <a:cs typeface="宋体"/>
              </a:rPr>
              <a:t>力增大的更快</a:t>
            </a:r>
            <a:r>
              <a:rPr dirty="0" sz="2000" b="1">
                <a:solidFill>
                  <a:srgbClr val="FF3300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6864" y="4891404"/>
            <a:ext cx="2105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270" algn="l"/>
              </a:tabLst>
            </a:pP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F	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302577"/>
            <a:ext cx="218186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330066"/>
                </a:solidFill>
              </a:rPr>
              <a:t>详细讨论</a:t>
            </a:r>
            <a:r>
              <a:rPr dirty="0" sz="3900">
                <a:solidFill>
                  <a:srgbClr val="330066"/>
                </a:solidFill>
                <a:latin typeface="Arial"/>
                <a:cs typeface="Arial"/>
              </a:rPr>
              <a:t>:</a:t>
            </a:r>
            <a:endParaRPr sz="3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4726" y="2068512"/>
            <a:ext cx="253885" cy="698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30726" y="2068512"/>
            <a:ext cx="253885" cy="698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09712" y="2335212"/>
            <a:ext cx="2209800" cy="76200"/>
          </a:xfrm>
          <a:custGeom>
            <a:avLst/>
            <a:gdLst/>
            <a:ahLst/>
            <a:cxnLst/>
            <a:rect l="l" t="t" r="r" b="b"/>
            <a:pathLst>
              <a:path w="22098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2209800" h="76200">
                <a:moveTo>
                  <a:pt x="2133600" y="76200"/>
                </a:moveTo>
                <a:lnTo>
                  <a:pt x="2133600" y="0"/>
                </a:lnTo>
                <a:lnTo>
                  <a:pt x="2200275" y="33337"/>
                </a:lnTo>
                <a:lnTo>
                  <a:pt x="2152650" y="33337"/>
                </a:lnTo>
                <a:lnTo>
                  <a:pt x="2152650" y="42862"/>
                </a:lnTo>
                <a:lnTo>
                  <a:pt x="2200275" y="42862"/>
                </a:lnTo>
                <a:lnTo>
                  <a:pt x="2133600" y="76200"/>
                </a:lnTo>
                <a:close/>
              </a:path>
              <a:path w="22098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2209800" h="76200">
                <a:moveTo>
                  <a:pt x="2133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2133600" y="33337"/>
                </a:lnTo>
                <a:lnTo>
                  <a:pt x="2133600" y="42862"/>
                </a:lnTo>
                <a:close/>
              </a:path>
              <a:path w="2209800" h="76200">
                <a:moveTo>
                  <a:pt x="2200275" y="42862"/>
                </a:moveTo>
                <a:lnTo>
                  <a:pt x="2152650" y="42862"/>
                </a:lnTo>
                <a:lnTo>
                  <a:pt x="2152650" y="33337"/>
                </a:lnTo>
                <a:lnTo>
                  <a:pt x="2200275" y="33337"/>
                </a:lnTo>
                <a:lnTo>
                  <a:pt x="2209800" y="38100"/>
                </a:lnTo>
                <a:lnTo>
                  <a:pt x="2200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88552" y="1933257"/>
            <a:ext cx="563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&gt;</a:t>
            </a:r>
            <a:r>
              <a:rPr dirty="0" sz="2400" b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baseline="-17921" sz="2325" spc="7" b="1">
                <a:solidFill>
                  <a:srgbClr val="6600FF"/>
                </a:solidFill>
                <a:latin typeface="Arial"/>
                <a:cs typeface="Arial"/>
              </a:rPr>
              <a:t>0</a:t>
            </a:r>
            <a:endParaRPr baseline="-17921" sz="2325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95712" y="2640012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76200"/>
                </a:moveTo>
                <a:lnTo>
                  <a:pt x="609600" y="0"/>
                </a:lnTo>
                <a:lnTo>
                  <a:pt x="676275" y="33337"/>
                </a:lnTo>
                <a:lnTo>
                  <a:pt x="628650" y="33337"/>
                </a:lnTo>
                <a:lnTo>
                  <a:pt x="628650" y="42862"/>
                </a:lnTo>
                <a:lnTo>
                  <a:pt x="676275" y="42862"/>
                </a:lnTo>
                <a:lnTo>
                  <a:pt x="609600" y="76200"/>
                </a:lnTo>
                <a:close/>
              </a:path>
              <a:path w="685800" h="76200">
                <a:moveTo>
                  <a:pt x="609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  <a:path w="685800" h="76200">
                <a:moveTo>
                  <a:pt x="676275" y="42862"/>
                </a:moveTo>
                <a:lnTo>
                  <a:pt x="628650" y="42862"/>
                </a:lnTo>
                <a:lnTo>
                  <a:pt x="628650" y="33337"/>
                </a:lnTo>
                <a:lnTo>
                  <a:pt x="676275" y="33337"/>
                </a:lnTo>
                <a:lnTo>
                  <a:pt x="685800" y="38100"/>
                </a:lnTo>
                <a:lnTo>
                  <a:pt x="676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05112" y="2640012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9144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914400" h="76200">
                <a:moveTo>
                  <a:pt x="9144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914400" y="33337"/>
                </a:lnTo>
                <a:lnTo>
                  <a:pt x="9144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5987" y="2640012"/>
            <a:ext cx="517525" cy="76200"/>
          </a:xfrm>
          <a:custGeom>
            <a:avLst/>
            <a:gdLst/>
            <a:ahLst/>
            <a:cxnLst/>
            <a:rect l="l" t="t" r="r" b="b"/>
            <a:pathLst>
              <a:path w="517525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517525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517525" h="76200">
                <a:moveTo>
                  <a:pt x="517525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517525" y="33337"/>
                </a:lnTo>
                <a:lnTo>
                  <a:pt x="51752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78852" y="2768917"/>
            <a:ext cx="1045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1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&lt;</a:t>
            </a:r>
            <a:r>
              <a:rPr dirty="0" sz="2400" spc="-80" b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endParaRPr baseline="-17921" sz="2325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4852" y="2768917"/>
            <a:ext cx="1045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1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&gt;</a:t>
            </a:r>
            <a:r>
              <a:rPr dirty="0" sz="2400" spc="-80" b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endParaRPr baseline="-17921" sz="2325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9177" y="2247264"/>
            <a:ext cx="2920365" cy="1068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表现为引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力</a:t>
            </a:r>
            <a:r>
              <a:rPr dirty="0" sz="2800" spc="-60" b="1">
                <a:solidFill>
                  <a:srgbClr val="6600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拉</a:t>
            </a:r>
            <a:r>
              <a:rPr dirty="0" sz="2800" spc="-20" b="1">
                <a:solidFill>
                  <a:srgbClr val="6600FF"/>
                </a:solidFill>
                <a:latin typeface="宋体"/>
                <a:cs typeface="宋体"/>
              </a:rPr>
              <a:t>伸</a:t>
            </a:r>
            <a:endParaRPr sz="2800">
              <a:latin typeface="宋体"/>
              <a:cs typeface="宋体"/>
            </a:endParaRPr>
          </a:p>
          <a:p>
            <a:pPr marL="12700" marR="8255">
              <a:lnSpc>
                <a:spcPct val="100000"/>
              </a:lnSpc>
              <a:spcBef>
                <a:spcPts val="50"/>
              </a:spcBef>
            </a:pPr>
            <a:r>
              <a:rPr dirty="0" sz="2000" spc="-5" b="1">
                <a:solidFill>
                  <a:srgbClr val="FF3300"/>
                </a:solidFill>
                <a:latin typeface="Times New Roman"/>
                <a:cs typeface="Times New Roman"/>
              </a:rPr>
              <a:t>(</a:t>
            </a:r>
            <a:r>
              <a:rPr dirty="0" sz="2000" b="1">
                <a:solidFill>
                  <a:srgbClr val="FF3300"/>
                </a:solidFill>
                <a:latin typeface="宋体"/>
                <a:cs typeface="宋体"/>
              </a:rPr>
              <a:t>引力和斥力都减小，但</a:t>
            </a:r>
            <a:r>
              <a:rPr dirty="0" sz="2000" spc="-5" b="1">
                <a:solidFill>
                  <a:srgbClr val="FF3300"/>
                </a:solidFill>
                <a:latin typeface="宋体"/>
                <a:cs typeface="宋体"/>
              </a:rPr>
              <a:t>斥 </a:t>
            </a:r>
            <a:r>
              <a:rPr dirty="0" sz="2000" b="1">
                <a:solidFill>
                  <a:srgbClr val="FF3300"/>
                </a:solidFill>
                <a:latin typeface="宋体"/>
                <a:cs typeface="宋体"/>
              </a:rPr>
              <a:t>力减小得更快</a:t>
            </a:r>
            <a:r>
              <a:rPr dirty="0" sz="2000" b="1">
                <a:solidFill>
                  <a:srgbClr val="FF3300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09712" y="2640012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914400" y="76200"/>
                </a:moveTo>
                <a:lnTo>
                  <a:pt x="914400" y="0"/>
                </a:lnTo>
                <a:lnTo>
                  <a:pt x="981075" y="33337"/>
                </a:lnTo>
                <a:lnTo>
                  <a:pt x="933450" y="33337"/>
                </a:lnTo>
                <a:lnTo>
                  <a:pt x="933450" y="42862"/>
                </a:lnTo>
                <a:lnTo>
                  <a:pt x="981075" y="42862"/>
                </a:lnTo>
                <a:lnTo>
                  <a:pt x="914400" y="76200"/>
                </a:lnTo>
                <a:close/>
              </a:path>
              <a:path w="990600" h="76200">
                <a:moveTo>
                  <a:pt x="9144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914400" y="33337"/>
                </a:lnTo>
                <a:lnTo>
                  <a:pt x="914400" y="42862"/>
                </a:lnTo>
                <a:close/>
              </a:path>
              <a:path w="990600" h="76200">
                <a:moveTo>
                  <a:pt x="981075" y="42862"/>
                </a:moveTo>
                <a:lnTo>
                  <a:pt x="933450" y="42862"/>
                </a:lnTo>
                <a:lnTo>
                  <a:pt x="933450" y="33337"/>
                </a:lnTo>
                <a:lnTo>
                  <a:pt x="981075" y="33337"/>
                </a:lnTo>
                <a:lnTo>
                  <a:pt x="990600" y="38100"/>
                </a:lnTo>
                <a:lnTo>
                  <a:pt x="9810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95712" y="241141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4572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457200" h="76200">
                <a:moveTo>
                  <a:pt x="457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457200" y="33337"/>
                </a:lnTo>
                <a:lnTo>
                  <a:pt x="4572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31252" y="2083117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6312" y="2411412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76200"/>
                </a:moveTo>
                <a:lnTo>
                  <a:pt x="381000" y="0"/>
                </a:lnTo>
                <a:lnTo>
                  <a:pt x="447675" y="33337"/>
                </a:lnTo>
                <a:lnTo>
                  <a:pt x="400050" y="33337"/>
                </a:lnTo>
                <a:lnTo>
                  <a:pt x="400050" y="42862"/>
                </a:lnTo>
                <a:lnTo>
                  <a:pt x="447675" y="42862"/>
                </a:lnTo>
                <a:lnTo>
                  <a:pt x="381000" y="76200"/>
                </a:lnTo>
                <a:close/>
              </a:path>
              <a:path w="457200" h="76200">
                <a:moveTo>
                  <a:pt x="381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381000" y="33337"/>
                </a:lnTo>
                <a:lnTo>
                  <a:pt x="381000" y="42862"/>
                </a:lnTo>
                <a:close/>
              </a:path>
              <a:path w="457200" h="76200">
                <a:moveTo>
                  <a:pt x="447675" y="42862"/>
                </a:moveTo>
                <a:lnTo>
                  <a:pt x="400050" y="42862"/>
                </a:lnTo>
                <a:lnTo>
                  <a:pt x="400050" y="33337"/>
                </a:lnTo>
                <a:lnTo>
                  <a:pt x="447675" y="33337"/>
                </a:lnTo>
                <a:lnTo>
                  <a:pt x="457200" y="38100"/>
                </a:lnTo>
                <a:lnTo>
                  <a:pt x="447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961765" y="2083117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2952" y="3728402"/>
            <a:ext cx="6779259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175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00FF"/>
                </a:solidFill>
                <a:latin typeface="Times New Roman"/>
                <a:cs typeface="Times New Roman"/>
              </a:rPr>
              <a:t>(4).</a:t>
            </a:r>
            <a:r>
              <a:rPr dirty="0" sz="2800" b="1">
                <a:latin typeface="宋体"/>
                <a:cs typeface="宋体"/>
              </a:rPr>
              <a:t>当分子间的距</a:t>
            </a:r>
            <a:r>
              <a:rPr dirty="0" sz="2800" spc="-20" b="1">
                <a:latin typeface="宋体"/>
                <a:cs typeface="宋体"/>
              </a:rPr>
              <a:t>离</a:t>
            </a:r>
            <a:r>
              <a:rPr dirty="0" sz="2800" spc="-705" b="1"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 i="1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latin typeface="宋体"/>
                <a:cs typeface="宋体"/>
              </a:rPr>
              <a:t>的数量级大于或等</a:t>
            </a:r>
            <a:r>
              <a:rPr dirty="0" sz="2800" spc="-20" b="1">
                <a:latin typeface="宋体"/>
                <a:cs typeface="宋体"/>
              </a:rPr>
              <a:t>于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6600FF"/>
                </a:solidFill>
                <a:latin typeface="Times New Roman"/>
                <a:cs typeface="Times New Roman"/>
              </a:rPr>
              <a:t>10</a:t>
            </a:r>
            <a:r>
              <a:rPr dirty="0" sz="2800" b="1" i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baseline="-16975" sz="2700" b="1">
                <a:solidFill>
                  <a:srgbClr val="6600FF"/>
                </a:solidFill>
                <a:latin typeface="Times New Roman"/>
                <a:cs typeface="Times New Roman"/>
              </a:rPr>
              <a:t>0</a:t>
            </a:r>
            <a:r>
              <a:rPr dirty="0" sz="2800" b="1">
                <a:solidFill>
                  <a:srgbClr val="6600FF"/>
                </a:solidFill>
                <a:latin typeface="Times New Roman"/>
                <a:cs typeface="Times New Roman"/>
              </a:rPr>
              <a:t>(10</a:t>
            </a:r>
            <a:r>
              <a:rPr dirty="0" baseline="21604" sz="2700" b="1">
                <a:solidFill>
                  <a:srgbClr val="6600FF"/>
                </a:solidFill>
                <a:latin typeface="Times New Roman"/>
                <a:cs typeface="Times New Roman"/>
              </a:rPr>
              <a:t>-9</a:t>
            </a:r>
            <a:r>
              <a:rPr dirty="0" sz="2800" b="1">
                <a:solidFill>
                  <a:srgbClr val="6600FF"/>
                </a:solidFill>
                <a:latin typeface="宋体"/>
                <a:cs typeface="宋体"/>
              </a:rPr>
              <a:t>米</a:t>
            </a:r>
            <a:r>
              <a:rPr dirty="0" sz="2800" spc="-10" b="1">
                <a:solidFill>
                  <a:srgbClr val="6600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latin typeface="宋体"/>
                <a:cs typeface="宋体"/>
              </a:rPr>
              <a:t>时，分子间作用力可以忽略不</a:t>
            </a:r>
            <a:r>
              <a:rPr dirty="0" sz="2800" spc="-20" b="1">
                <a:latin typeface="宋体"/>
                <a:cs typeface="宋体"/>
              </a:rPr>
              <a:t>计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b="1">
                <a:latin typeface="宋体"/>
                <a:cs typeface="宋体"/>
              </a:rPr>
              <a:t>如气体</a:t>
            </a:r>
            <a:r>
              <a:rPr dirty="0" sz="2800" spc="-10" b="1">
                <a:latin typeface="Times New Roman"/>
                <a:cs typeface="Times New Roman"/>
              </a:rPr>
              <a:t>)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18490" y="993139"/>
            <a:ext cx="76561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6600FF"/>
                </a:solidFill>
                <a:latin typeface="Times New Roman"/>
                <a:cs typeface="Times New Roman"/>
              </a:rPr>
              <a:t>(3).</a:t>
            </a:r>
            <a:r>
              <a:rPr dirty="0" sz="2800"/>
              <a:t>当分子间距</a:t>
            </a:r>
            <a:r>
              <a:rPr dirty="0" sz="2800" i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sz="2800">
                <a:solidFill>
                  <a:srgbClr val="6600FF"/>
                </a:solidFill>
                <a:latin typeface="Times New Roman"/>
                <a:cs typeface="Times New Roman"/>
              </a:rPr>
              <a:t>&gt;</a:t>
            </a:r>
            <a:r>
              <a:rPr dirty="0" sz="2800" i="1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dirty="0" baseline="-16975" sz="2700">
                <a:solidFill>
                  <a:srgbClr val="6600FF"/>
                </a:solidFill>
                <a:latin typeface="Times New Roman"/>
                <a:cs typeface="Times New Roman"/>
              </a:rPr>
              <a:t>0</a:t>
            </a:r>
            <a:r>
              <a:rPr dirty="0" sz="2800"/>
              <a:t>时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30">
                <a:solidFill>
                  <a:srgbClr val="6600FF"/>
                </a:solidFill>
              </a:rPr>
              <a:t>斥</a:t>
            </a:r>
            <a:r>
              <a:rPr dirty="0" sz="2800" spc="-5">
                <a:solidFill>
                  <a:srgbClr val="6600FF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i="1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30">
                <a:solidFill>
                  <a:srgbClr val="6600FF"/>
                </a:solidFill>
              </a:rPr>
              <a:t>引</a:t>
            </a:r>
            <a:r>
              <a:rPr dirty="0" sz="2800" spc="-5">
                <a:latin typeface="Times New Roman"/>
                <a:cs typeface="Times New Roman"/>
              </a:rPr>
              <a:t>,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/>
              <a:t>分子力</a:t>
            </a:r>
            <a:r>
              <a:rPr dirty="0" sz="2800">
                <a:solidFill>
                  <a:srgbClr val="6600FF"/>
                </a:solidFill>
              </a:rPr>
              <a:t>表现为引力</a:t>
            </a:r>
            <a:r>
              <a:rPr dirty="0" sz="2800" spc="-5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55257"/>
            <a:ext cx="201422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330066"/>
                </a:solidFill>
              </a:rPr>
              <a:t>概括结</a:t>
            </a:r>
            <a:r>
              <a:rPr dirty="0" sz="3900" spc="-20">
                <a:solidFill>
                  <a:srgbClr val="330066"/>
                </a:solidFill>
              </a:rPr>
              <a:t>论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535940" y="902969"/>
            <a:ext cx="8056880" cy="505460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dirty="0" sz="3000" b="1">
                <a:latin typeface="宋体"/>
                <a:cs typeface="宋体"/>
              </a:rPr>
              <a:t>分子间的相互作用力与分子间的距离有关</a:t>
            </a:r>
            <a:r>
              <a:rPr dirty="0" sz="3000" b="1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355600" marR="102870" indent="-342900">
              <a:lnSpc>
                <a:spcPct val="100000"/>
              </a:lnSpc>
              <a:spcBef>
                <a:spcPts val="72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461009" algn="l"/>
                <a:tab pos="461645" algn="l"/>
              </a:tabLst>
            </a:pPr>
            <a:r>
              <a:rPr dirty="0"/>
              <a:t>	</a:t>
            </a:r>
            <a:r>
              <a:rPr dirty="0" sz="3000" b="1">
                <a:latin typeface="宋体"/>
                <a:cs typeface="宋体"/>
              </a:rPr>
              <a:t>分子间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同时存在</a:t>
            </a:r>
            <a:r>
              <a:rPr dirty="0" sz="3000" b="1">
                <a:latin typeface="宋体"/>
                <a:cs typeface="宋体"/>
              </a:rPr>
              <a:t>引力和斥力</a:t>
            </a:r>
            <a:r>
              <a:rPr dirty="0" sz="3000" b="1">
                <a:latin typeface="Arial"/>
                <a:cs typeface="Arial"/>
              </a:rPr>
              <a:t>,</a:t>
            </a:r>
            <a:r>
              <a:rPr dirty="0" sz="3000" spc="-40" b="1">
                <a:latin typeface="Arial"/>
                <a:cs typeface="Arial"/>
              </a:rPr>
              <a:t> </a:t>
            </a:r>
            <a:r>
              <a:rPr dirty="0" sz="3000" b="1">
                <a:latin typeface="宋体"/>
                <a:cs typeface="宋体"/>
              </a:rPr>
              <a:t>两种力的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合力</a:t>
            </a:r>
            <a:r>
              <a:rPr dirty="0" sz="3000" spc="-15" b="1">
                <a:latin typeface="宋体"/>
                <a:cs typeface="宋体"/>
              </a:rPr>
              <a:t>叫 </a:t>
            </a:r>
            <a:r>
              <a:rPr dirty="0" sz="3000" b="1">
                <a:latin typeface="宋体"/>
                <a:cs typeface="宋体"/>
              </a:rPr>
              <a:t>做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分子力</a:t>
            </a:r>
            <a:r>
              <a:rPr dirty="0" sz="3000" b="1">
                <a:latin typeface="Arial"/>
                <a:cs typeface="Arial"/>
              </a:rPr>
              <a:t>;</a:t>
            </a:r>
            <a:endParaRPr sz="3000">
              <a:latin typeface="Arial"/>
              <a:cs typeface="Arial"/>
            </a:endParaRPr>
          </a:p>
          <a:p>
            <a:pPr marL="355600" marR="38100" indent="-342900">
              <a:lnSpc>
                <a:spcPct val="100400"/>
              </a:lnSpc>
              <a:spcBef>
                <a:spcPts val="69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dirty="0" sz="3000" b="1">
                <a:latin typeface="宋体"/>
                <a:cs typeface="宋体"/>
              </a:rPr>
              <a:t>分子间的斥力和引力都随分子间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距离增大</a:t>
            </a:r>
            <a:r>
              <a:rPr dirty="0" sz="3000" b="1">
                <a:latin typeface="宋体"/>
                <a:cs typeface="宋体"/>
              </a:rPr>
              <a:t>而</a:t>
            </a:r>
            <a:r>
              <a:rPr dirty="0" sz="3000" spc="-10" b="1">
                <a:solidFill>
                  <a:srgbClr val="6600FF"/>
                </a:solidFill>
                <a:latin typeface="宋体"/>
                <a:cs typeface="宋体"/>
              </a:rPr>
              <a:t>减 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小</a:t>
            </a:r>
            <a:r>
              <a:rPr dirty="0" sz="3000" b="1">
                <a:latin typeface="Arial"/>
                <a:cs typeface="Arial"/>
              </a:rPr>
              <a:t>,</a:t>
            </a:r>
            <a:r>
              <a:rPr dirty="0" sz="3000" spc="-5" b="1">
                <a:latin typeface="Arial"/>
                <a:cs typeface="Arial"/>
              </a:rPr>
              <a:t> </a:t>
            </a:r>
            <a:r>
              <a:rPr dirty="0" sz="3000" b="1">
                <a:latin typeface="宋体"/>
                <a:cs typeface="宋体"/>
              </a:rPr>
              <a:t>随分子间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距离减小</a:t>
            </a:r>
            <a:r>
              <a:rPr dirty="0" sz="3000" b="1">
                <a:latin typeface="宋体"/>
                <a:cs typeface="宋体"/>
              </a:rPr>
              <a:t>而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增大</a:t>
            </a:r>
            <a:r>
              <a:rPr dirty="0" sz="3000" b="1">
                <a:latin typeface="Arial"/>
                <a:cs typeface="Arial"/>
              </a:rPr>
              <a:t>;</a:t>
            </a:r>
            <a:endParaRPr sz="3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5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dirty="0" sz="3000" b="1">
                <a:latin typeface="宋体"/>
                <a:cs typeface="宋体"/>
              </a:rPr>
              <a:t>在变化过程中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斥力</a:t>
            </a:r>
            <a:r>
              <a:rPr dirty="0" sz="3000" b="1">
                <a:latin typeface="宋体"/>
                <a:cs typeface="宋体"/>
              </a:rPr>
              <a:t>总比引力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变化得快</a:t>
            </a:r>
            <a:r>
              <a:rPr dirty="0" sz="3000" spc="-15" b="1">
                <a:latin typeface="宋体"/>
                <a:cs typeface="宋体"/>
              </a:rPr>
              <a:t>；</a:t>
            </a:r>
            <a:endParaRPr sz="3000">
              <a:latin typeface="宋体"/>
              <a:cs typeface="宋体"/>
            </a:endParaRPr>
          </a:p>
          <a:p>
            <a:pPr marL="355600" marR="5080" indent="-342900">
              <a:lnSpc>
                <a:spcPct val="100000"/>
              </a:lnSpc>
              <a:spcBef>
                <a:spcPts val="735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dirty="0" sz="3000" b="1">
                <a:latin typeface="宋体"/>
                <a:cs typeface="宋体"/>
              </a:rPr>
              <a:t>当分子间距</a:t>
            </a:r>
            <a:r>
              <a:rPr dirty="0" sz="3000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sz="3000" spc="-15" b="1" i="1">
                <a:solidFill>
                  <a:srgbClr val="6600FF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6600FF"/>
                </a:solidFill>
                <a:latin typeface="Arial"/>
                <a:cs typeface="Arial"/>
              </a:rPr>
              <a:t>&lt;</a:t>
            </a:r>
            <a:r>
              <a:rPr dirty="0" sz="3000" spc="-10" b="1">
                <a:solidFill>
                  <a:srgbClr val="6600FF"/>
                </a:solidFill>
                <a:latin typeface="Arial"/>
                <a:cs typeface="Arial"/>
              </a:rPr>
              <a:t> </a:t>
            </a:r>
            <a:r>
              <a:rPr dirty="0" sz="3000" spc="-5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baseline="-17094" sz="2925" spc="-7" b="1">
                <a:solidFill>
                  <a:srgbClr val="6600FF"/>
                </a:solidFill>
                <a:latin typeface="Arial"/>
                <a:cs typeface="Arial"/>
              </a:rPr>
              <a:t>0</a:t>
            </a:r>
            <a:r>
              <a:rPr dirty="0" sz="3000" b="1">
                <a:latin typeface="宋体"/>
                <a:cs typeface="宋体"/>
              </a:rPr>
              <a:t>时</a:t>
            </a:r>
            <a:r>
              <a:rPr dirty="0" sz="3000" b="1">
                <a:latin typeface="Arial"/>
                <a:cs typeface="Arial"/>
              </a:rPr>
              <a:t>,</a:t>
            </a:r>
            <a:r>
              <a:rPr dirty="0" sz="3000" b="1" i="1">
                <a:solidFill>
                  <a:srgbClr val="6600FF"/>
                </a:solidFill>
                <a:latin typeface="Arial"/>
                <a:cs typeface="Arial"/>
              </a:rPr>
              <a:t>F</a:t>
            </a:r>
            <a:r>
              <a:rPr dirty="0" baseline="-17094" sz="292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3000" spc="-5" b="1">
                <a:solidFill>
                  <a:srgbClr val="6600FF"/>
                </a:solidFill>
                <a:latin typeface="Arial"/>
                <a:cs typeface="Arial"/>
              </a:rPr>
              <a:t>&gt;</a:t>
            </a:r>
            <a:r>
              <a:rPr dirty="0" sz="3000" spc="-5" b="1" i="1">
                <a:solidFill>
                  <a:srgbClr val="6600FF"/>
                </a:solidFill>
                <a:latin typeface="Arial"/>
                <a:cs typeface="Arial"/>
              </a:rPr>
              <a:t>F</a:t>
            </a:r>
            <a:r>
              <a:rPr dirty="0" baseline="-17094" sz="292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3000" b="1">
                <a:latin typeface="Arial"/>
                <a:cs typeface="Arial"/>
              </a:rPr>
              <a:t>,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宋体"/>
                <a:cs typeface="宋体"/>
              </a:rPr>
              <a:t>分子力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表现为</a:t>
            </a:r>
            <a:r>
              <a:rPr dirty="0" sz="3000" spc="-15" b="1">
                <a:solidFill>
                  <a:srgbClr val="6600FF"/>
                </a:solidFill>
                <a:latin typeface="宋体"/>
                <a:cs typeface="宋体"/>
              </a:rPr>
              <a:t>斥 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力</a:t>
            </a:r>
            <a:r>
              <a:rPr dirty="0" sz="3000" b="1">
                <a:latin typeface="Times New Roman"/>
                <a:cs typeface="Times New Roman"/>
              </a:rPr>
              <a:t>;</a:t>
            </a:r>
            <a:r>
              <a:rPr dirty="0" sz="3000" b="1">
                <a:latin typeface="宋体"/>
                <a:cs typeface="宋体"/>
              </a:rPr>
              <a:t>当分子间距</a:t>
            </a:r>
            <a:r>
              <a:rPr dirty="0" sz="3000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sz="3000" spc="-15" b="1" i="1">
                <a:solidFill>
                  <a:srgbClr val="6600FF"/>
                </a:solidFill>
                <a:latin typeface="Arial"/>
                <a:cs typeface="Arial"/>
              </a:rPr>
              <a:t> </a:t>
            </a:r>
            <a:r>
              <a:rPr dirty="0" sz="3000" spc="-5" b="1">
                <a:solidFill>
                  <a:srgbClr val="6600FF"/>
                </a:solidFill>
                <a:latin typeface="Arial"/>
                <a:cs typeface="Arial"/>
              </a:rPr>
              <a:t>&gt;</a:t>
            </a:r>
            <a:r>
              <a:rPr dirty="0" sz="3000" spc="-5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baseline="-17094" sz="2925" spc="-7" b="1">
                <a:solidFill>
                  <a:srgbClr val="6600FF"/>
                </a:solidFill>
                <a:latin typeface="Arial"/>
                <a:cs typeface="Arial"/>
              </a:rPr>
              <a:t>0</a:t>
            </a:r>
            <a:r>
              <a:rPr dirty="0" sz="3000" b="1">
                <a:latin typeface="宋体"/>
                <a:cs typeface="宋体"/>
              </a:rPr>
              <a:t>时</a:t>
            </a:r>
            <a:r>
              <a:rPr dirty="0" sz="3000" b="1">
                <a:latin typeface="Arial"/>
                <a:cs typeface="Arial"/>
              </a:rPr>
              <a:t>,</a:t>
            </a:r>
            <a:r>
              <a:rPr dirty="0" sz="3000" b="1" i="1">
                <a:solidFill>
                  <a:srgbClr val="6600FF"/>
                </a:solidFill>
                <a:latin typeface="Arial"/>
                <a:cs typeface="Arial"/>
              </a:rPr>
              <a:t>F</a:t>
            </a:r>
            <a:r>
              <a:rPr dirty="0" baseline="-17094" sz="2925" b="1">
                <a:solidFill>
                  <a:srgbClr val="6600FF"/>
                </a:solidFill>
                <a:latin typeface="宋体"/>
                <a:cs typeface="宋体"/>
              </a:rPr>
              <a:t>斥</a:t>
            </a:r>
            <a:r>
              <a:rPr dirty="0" sz="3000" spc="-5" b="1">
                <a:solidFill>
                  <a:srgbClr val="6600FF"/>
                </a:solidFill>
                <a:latin typeface="Arial"/>
                <a:cs typeface="Arial"/>
              </a:rPr>
              <a:t>&lt;</a:t>
            </a:r>
            <a:r>
              <a:rPr dirty="0" sz="3000" spc="-5" b="1" i="1">
                <a:solidFill>
                  <a:srgbClr val="6600FF"/>
                </a:solidFill>
                <a:latin typeface="Arial"/>
                <a:cs typeface="Arial"/>
              </a:rPr>
              <a:t>F</a:t>
            </a:r>
            <a:r>
              <a:rPr dirty="0" baseline="-17094" sz="2925" b="1">
                <a:solidFill>
                  <a:srgbClr val="6600FF"/>
                </a:solidFill>
                <a:latin typeface="宋体"/>
                <a:cs typeface="宋体"/>
              </a:rPr>
              <a:t>引</a:t>
            </a:r>
            <a:r>
              <a:rPr dirty="0" sz="3000" b="1">
                <a:latin typeface="Arial"/>
                <a:cs typeface="Arial"/>
              </a:rPr>
              <a:t>,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宋体"/>
                <a:cs typeface="宋体"/>
              </a:rPr>
              <a:t>分子力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表现</a:t>
            </a:r>
            <a:r>
              <a:rPr dirty="0" sz="3000" spc="-15" b="1">
                <a:solidFill>
                  <a:srgbClr val="6600FF"/>
                </a:solidFill>
                <a:latin typeface="宋体"/>
                <a:cs typeface="宋体"/>
              </a:rPr>
              <a:t>为 </a:t>
            </a:r>
            <a:r>
              <a:rPr dirty="0" sz="3000" b="1">
                <a:solidFill>
                  <a:srgbClr val="6600FF"/>
                </a:solidFill>
                <a:latin typeface="宋体"/>
                <a:cs typeface="宋体"/>
              </a:rPr>
              <a:t>引力</a:t>
            </a:r>
            <a:r>
              <a:rPr dirty="0" sz="3000" b="1">
                <a:latin typeface="Arial"/>
                <a:cs typeface="Arial"/>
              </a:rPr>
              <a:t>;</a:t>
            </a:r>
            <a:r>
              <a:rPr dirty="0" sz="3000" b="1">
                <a:latin typeface="宋体"/>
                <a:cs typeface="宋体"/>
              </a:rPr>
              <a:t>当分子间的距</a:t>
            </a:r>
            <a:r>
              <a:rPr dirty="0" sz="3000" spc="-15" b="1">
                <a:latin typeface="宋体"/>
                <a:cs typeface="宋体"/>
              </a:rPr>
              <a:t>离</a:t>
            </a:r>
            <a:r>
              <a:rPr dirty="0" sz="3000" spc="-675" b="1">
                <a:latin typeface="宋体"/>
                <a:cs typeface="宋体"/>
              </a:rPr>
              <a:t> </a:t>
            </a:r>
            <a:r>
              <a:rPr dirty="0" sz="3000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sz="3000" spc="-15" b="1" i="1">
                <a:solidFill>
                  <a:srgbClr val="6600FF"/>
                </a:solidFill>
                <a:latin typeface="Arial"/>
                <a:cs typeface="Arial"/>
              </a:rPr>
              <a:t> </a:t>
            </a:r>
            <a:r>
              <a:rPr dirty="0" sz="3000" b="1">
                <a:latin typeface="宋体"/>
                <a:cs typeface="宋体"/>
              </a:rPr>
              <a:t>的数量级大于或等</a:t>
            </a:r>
            <a:r>
              <a:rPr dirty="0" sz="3000" spc="-15" b="1">
                <a:latin typeface="宋体"/>
                <a:cs typeface="宋体"/>
              </a:rPr>
              <a:t>于 </a:t>
            </a:r>
            <a:r>
              <a:rPr dirty="0" sz="3000" spc="-5" b="1">
                <a:solidFill>
                  <a:srgbClr val="6600FF"/>
                </a:solidFill>
                <a:latin typeface="Arial"/>
                <a:cs typeface="Arial"/>
              </a:rPr>
              <a:t>10</a:t>
            </a:r>
            <a:r>
              <a:rPr dirty="0" sz="3000" spc="-5" b="1" i="1">
                <a:solidFill>
                  <a:srgbClr val="6600FF"/>
                </a:solidFill>
                <a:latin typeface="Arial"/>
                <a:cs typeface="Arial"/>
              </a:rPr>
              <a:t>r</a:t>
            </a:r>
            <a:r>
              <a:rPr dirty="0" baseline="-17094" sz="2925" spc="-7" b="1">
                <a:solidFill>
                  <a:srgbClr val="6600FF"/>
                </a:solidFill>
                <a:latin typeface="Arial"/>
                <a:cs typeface="Arial"/>
              </a:rPr>
              <a:t>0</a:t>
            </a:r>
            <a:r>
              <a:rPr dirty="0" sz="3000" spc="-5" b="1">
                <a:solidFill>
                  <a:srgbClr val="6600FF"/>
                </a:solidFill>
                <a:latin typeface="Arial"/>
                <a:cs typeface="Arial"/>
              </a:rPr>
              <a:t>(10</a:t>
            </a:r>
            <a:r>
              <a:rPr dirty="0" baseline="21367" sz="2925" spc="-7" b="1">
                <a:solidFill>
                  <a:srgbClr val="6600FF"/>
                </a:solidFill>
                <a:latin typeface="Arial"/>
                <a:cs typeface="Arial"/>
              </a:rPr>
              <a:t>-9</a:t>
            </a:r>
            <a:r>
              <a:rPr dirty="0" sz="3000" spc="-5" b="1">
                <a:solidFill>
                  <a:srgbClr val="6600FF"/>
                </a:solidFill>
                <a:latin typeface="Arial"/>
                <a:cs typeface="Arial"/>
              </a:rPr>
              <a:t>m)</a:t>
            </a:r>
            <a:r>
              <a:rPr dirty="0" sz="3000" b="1">
                <a:latin typeface="宋体"/>
                <a:cs typeface="宋体"/>
              </a:rPr>
              <a:t>时，分子间作用力可以忽略不计</a:t>
            </a:r>
            <a:r>
              <a:rPr dirty="0" sz="3000" spc="-15" b="1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27" y="658495"/>
            <a:ext cx="6908165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330066"/>
                </a:solidFill>
                <a:latin typeface="Arial"/>
                <a:cs typeface="Arial"/>
              </a:rPr>
              <a:t>4.</a:t>
            </a:r>
            <a:r>
              <a:rPr dirty="0" sz="3900">
                <a:solidFill>
                  <a:srgbClr val="330066"/>
                </a:solidFill>
              </a:rPr>
              <a:t>分子力与分子间距的关系图</a:t>
            </a:r>
            <a:r>
              <a:rPr dirty="0" sz="3900" spc="-20">
                <a:solidFill>
                  <a:srgbClr val="330066"/>
                </a:solidFill>
              </a:rPr>
              <a:t>象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10877" y="3673157"/>
            <a:ext cx="3155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latin typeface="Times New Roman"/>
                <a:cs typeface="Times New Roman"/>
              </a:rPr>
              <a:t>r</a:t>
            </a:r>
            <a:r>
              <a:rPr dirty="0" baseline="-17615" sz="3075" spc="15" b="1">
                <a:latin typeface="Times New Roman"/>
                <a:cs typeface="Times New Roman"/>
              </a:rPr>
              <a:t>0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2187" y="297973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32187" y="304641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32187" y="311308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32187" y="317976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32187" y="324643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32187" y="331311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32187" y="337978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32187" y="344646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32187" y="351313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32187" y="357981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32187" y="364648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32187" y="371316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32187" y="377983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32187" y="384651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32187" y="391318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32187" y="397986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32187" y="404653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32187" y="411321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32187" y="417988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32187" y="424656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32187" y="431323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32187" y="437991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532187" y="4446587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32187" y="4513262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32187" y="4579937"/>
            <a:ext cx="9525" cy="30480"/>
          </a:xfrm>
          <a:custGeom>
            <a:avLst/>
            <a:gdLst/>
            <a:ahLst/>
            <a:cxnLst/>
            <a:rect l="l" t="t" r="r" b="b"/>
            <a:pathLst>
              <a:path w="9525" h="30479">
                <a:moveTo>
                  <a:pt x="9525" y="30162"/>
                </a:moveTo>
                <a:lnTo>
                  <a:pt x="0" y="30162"/>
                </a:lnTo>
                <a:lnTo>
                  <a:pt x="0" y="0"/>
                </a:lnTo>
                <a:lnTo>
                  <a:pt x="9525" y="0"/>
                </a:lnTo>
                <a:lnTo>
                  <a:pt x="9525" y="3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37039" y="1627568"/>
            <a:ext cx="2526030" cy="2159000"/>
          </a:xfrm>
          <a:custGeom>
            <a:avLst/>
            <a:gdLst/>
            <a:ahLst/>
            <a:cxnLst/>
            <a:rect l="l" t="t" r="r" b="b"/>
            <a:pathLst>
              <a:path w="2526029" h="2159000">
                <a:moveTo>
                  <a:pt x="735571" y="1701800"/>
                </a:moveTo>
                <a:lnTo>
                  <a:pt x="718058" y="1701800"/>
                </a:lnTo>
                <a:lnTo>
                  <a:pt x="707961" y="1689100"/>
                </a:lnTo>
                <a:lnTo>
                  <a:pt x="678497" y="1651000"/>
                </a:lnTo>
                <a:lnTo>
                  <a:pt x="640981" y="1600200"/>
                </a:lnTo>
                <a:lnTo>
                  <a:pt x="622884" y="1562100"/>
                </a:lnTo>
                <a:lnTo>
                  <a:pt x="605167" y="1536700"/>
                </a:lnTo>
                <a:lnTo>
                  <a:pt x="570687" y="1485900"/>
                </a:lnTo>
                <a:lnTo>
                  <a:pt x="537171" y="1435100"/>
                </a:lnTo>
                <a:lnTo>
                  <a:pt x="520661" y="1397000"/>
                </a:lnTo>
                <a:lnTo>
                  <a:pt x="504253" y="1371600"/>
                </a:lnTo>
                <a:lnTo>
                  <a:pt x="471576" y="1308100"/>
                </a:lnTo>
                <a:lnTo>
                  <a:pt x="405472" y="1193800"/>
                </a:lnTo>
                <a:lnTo>
                  <a:pt x="388797" y="1155700"/>
                </a:lnTo>
                <a:lnTo>
                  <a:pt x="372516" y="1130300"/>
                </a:lnTo>
                <a:lnTo>
                  <a:pt x="356590" y="1092200"/>
                </a:lnTo>
                <a:lnTo>
                  <a:pt x="341033" y="1066800"/>
                </a:lnTo>
                <a:lnTo>
                  <a:pt x="325805" y="1028700"/>
                </a:lnTo>
                <a:lnTo>
                  <a:pt x="310921" y="990600"/>
                </a:lnTo>
                <a:lnTo>
                  <a:pt x="296354" y="965200"/>
                </a:lnTo>
                <a:lnTo>
                  <a:pt x="282092" y="927100"/>
                </a:lnTo>
                <a:lnTo>
                  <a:pt x="268122" y="889000"/>
                </a:lnTo>
                <a:lnTo>
                  <a:pt x="254444" y="850900"/>
                </a:lnTo>
                <a:lnTo>
                  <a:pt x="241020" y="825500"/>
                </a:lnTo>
                <a:lnTo>
                  <a:pt x="227876" y="787400"/>
                </a:lnTo>
                <a:lnTo>
                  <a:pt x="214960" y="749300"/>
                </a:lnTo>
                <a:lnTo>
                  <a:pt x="202285" y="711200"/>
                </a:lnTo>
                <a:lnTo>
                  <a:pt x="189826" y="673100"/>
                </a:lnTo>
                <a:lnTo>
                  <a:pt x="177584" y="635000"/>
                </a:lnTo>
                <a:lnTo>
                  <a:pt x="165531" y="596900"/>
                </a:lnTo>
                <a:lnTo>
                  <a:pt x="153669" y="558800"/>
                </a:lnTo>
                <a:lnTo>
                  <a:pt x="141973" y="520700"/>
                </a:lnTo>
                <a:lnTo>
                  <a:pt x="130429" y="482600"/>
                </a:lnTo>
                <a:lnTo>
                  <a:pt x="119049" y="444500"/>
                </a:lnTo>
                <a:lnTo>
                  <a:pt x="107797" y="393700"/>
                </a:lnTo>
                <a:lnTo>
                  <a:pt x="96659" y="355600"/>
                </a:lnTo>
                <a:lnTo>
                  <a:pt x="85648" y="317500"/>
                </a:lnTo>
                <a:lnTo>
                  <a:pt x="63893" y="241300"/>
                </a:lnTo>
                <a:lnTo>
                  <a:pt x="42430" y="152400"/>
                </a:lnTo>
                <a:lnTo>
                  <a:pt x="0" y="0"/>
                </a:lnTo>
                <a:lnTo>
                  <a:pt x="9220" y="0"/>
                </a:lnTo>
                <a:lnTo>
                  <a:pt x="51638" y="152400"/>
                </a:lnTo>
                <a:lnTo>
                  <a:pt x="73088" y="241300"/>
                </a:lnTo>
                <a:lnTo>
                  <a:pt x="94830" y="317500"/>
                </a:lnTo>
                <a:lnTo>
                  <a:pt x="105841" y="355600"/>
                </a:lnTo>
                <a:lnTo>
                  <a:pt x="116967" y="393700"/>
                </a:lnTo>
                <a:lnTo>
                  <a:pt x="128206" y="431800"/>
                </a:lnTo>
                <a:lnTo>
                  <a:pt x="139585" y="469900"/>
                </a:lnTo>
                <a:lnTo>
                  <a:pt x="151104" y="508000"/>
                </a:lnTo>
                <a:lnTo>
                  <a:pt x="162788" y="558800"/>
                </a:lnTo>
                <a:lnTo>
                  <a:pt x="174637" y="596900"/>
                </a:lnTo>
                <a:lnTo>
                  <a:pt x="186664" y="635000"/>
                </a:lnTo>
                <a:lnTo>
                  <a:pt x="198894" y="673100"/>
                </a:lnTo>
                <a:lnTo>
                  <a:pt x="211327" y="711200"/>
                </a:lnTo>
                <a:lnTo>
                  <a:pt x="223977" y="736600"/>
                </a:lnTo>
                <a:lnTo>
                  <a:pt x="236867" y="774700"/>
                </a:lnTo>
                <a:lnTo>
                  <a:pt x="249986" y="812800"/>
                </a:lnTo>
                <a:lnTo>
                  <a:pt x="263372" y="850900"/>
                </a:lnTo>
                <a:lnTo>
                  <a:pt x="277025" y="889000"/>
                </a:lnTo>
                <a:lnTo>
                  <a:pt x="290944" y="927100"/>
                </a:lnTo>
                <a:lnTo>
                  <a:pt x="305168" y="952500"/>
                </a:lnTo>
                <a:lnTo>
                  <a:pt x="319697" y="990600"/>
                </a:lnTo>
                <a:lnTo>
                  <a:pt x="334530" y="1028700"/>
                </a:lnTo>
                <a:lnTo>
                  <a:pt x="349694" y="1054100"/>
                </a:lnTo>
                <a:lnTo>
                  <a:pt x="365201" y="1092200"/>
                </a:lnTo>
                <a:lnTo>
                  <a:pt x="381063" y="1130300"/>
                </a:lnTo>
                <a:lnTo>
                  <a:pt x="397281" y="1155700"/>
                </a:lnTo>
                <a:lnTo>
                  <a:pt x="413880" y="1181100"/>
                </a:lnTo>
                <a:lnTo>
                  <a:pt x="479945" y="1308100"/>
                </a:lnTo>
                <a:lnTo>
                  <a:pt x="512584" y="1371600"/>
                </a:lnTo>
                <a:lnTo>
                  <a:pt x="528954" y="1397000"/>
                </a:lnTo>
                <a:lnTo>
                  <a:pt x="545426" y="1422400"/>
                </a:lnTo>
                <a:lnTo>
                  <a:pt x="562051" y="1447800"/>
                </a:lnTo>
                <a:lnTo>
                  <a:pt x="578853" y="1485900"/>
                </a:lnTo>
                <a:lnTo>
                  <a:pt x="595884" y="1511300"/>
                </a:lnTo>
                <a:lnTo>
                  <a:pt x="613206" y="1536700"/>
                </a:lnTo>
                <a:lnTo>
                  <a:pt x="630834" y="1562100"/>
                </a:lnTo>
                <a:lnTo>
                  <a:pt x="648842" y="1587500"/>
                </a:lnTo>
                <a:lnTo>
                  <a:pt x="667258" y="1612900"/>
                </a:lnTo>
                <a:lnTo>
                  <a:pt x="676617" y="1625600"/>
                </a:lnTo>
                <a:lnTo>
                  <a:pt x="686104" y="1638300"/>
                </a:lnTo>
                <a:lnTo>
                  <a:pt x="695731" y="1651000"/>
                </a:lnTo>
                <a:lnTo>
                  <a:pt x="705472" y="1663700"/>
                </a:lnTo>
                <a:lnTo>
                  <a:pt x="715365" y="1676400"/>
                </a:lnTo>
                <a:lnTo>
                  <a:pt x="725385" y="1689100"/>
                </a:lnTo>
                <a:lnTo>
                  <a:pt x="735571" y="1701800"/>
                </a:lnTo>
                <a:close/>
              </a:path>
              <a:path w="2526029" h="2159000">
                <a:moveTo>
                  <a:pt x="846683" y="1816100"/>
                </a:moveTo>
                <a:lnTo>
                  <a:pt x="828332" y="1816100"/>
                </a:lnTo>
                <a:lnTo>
                  <a:pt x="816457" y="1803400"/>
                </a:lnTo>
                <a:lnTo>
                  <a:pt x="782040" y="1765300"/>
                </a:lnTo>
                <a:lnTo>
                  <a:pt x="749300" y="1727200"/>
                </a:lnTo>
                <a:lnTo>
                  <a:pt x="728319" y="1701800"/>
                </a:lnTo>
                <a:lnTo>
                  <a:pt x="735520" y="1701800"/>
                </a:lnTo>
                <a:lnTo>
                  <a:pt x="745896" y="1714500"/>
                </a:lnTo>
                <a:lnTo>
                  <a:pt x="756386" y="1727200"/>
                </a:lnTo>
                <a:lnTo>
                  <a:pt x="767041" y="1739900"/>
                </a:lnTo>
                <a:lnTo>
                  <a:pt x="777862" y="1752600"/>
                </a:lnTo>
                <a:lnTo>
                  <a:pt x="788860" y="1765300"/>
                </a:lnTo>
                <a:lnTo>
                  <a:pt x="799985" y="1765300"/>
                </a:lnTo>
                <a:lnTo>
                  <a:pt x="811402" y="1778000"/>
                </a:lnTo>
                <a:lnTo>
                  <a:pt x="822960" y="1790700"/>
                </a:lnTo>
                <a:lnTo>
                  <a:pt x="834720" y="1803400"/>
                </a:lnTo>
                <a:lnTo>
                  <a:pt x="846683" y="1816100"/>
                </a:lnTo>
                <a:close/>
              </a:path>
              <a:path w="2526029" h="2159000">
                <a:moveTo>
                  <a:pt x="909764" y="1866900"/>
                </a:moveTo>
                <a:lnTo>
                  <a:pt x="890879" y="1866900"/>
                </a:lnTo>
                <a:lnTo>
                  <a:pt x="877925" y="1854200"/>
                </a:lnTo>
                <a:lnTo>
                  <a:pt x="865187" y="1841500"/>
                </a:lnTo>
                <a:lnTo>
                  <a:pt x="852690" y="1828800"/>
                </a:lnTo>
                <a:lnTo>
                  <a:pt x="840397" y="1816100"/>
                </a:lnTo>
                <a:lnTo>
                  <a:pt x="846632" y="1816100"/>
                </a:lnTo>
                <a:lnTo>
                  <a:pt x="858862" y="1828800"/>
                </a:lnTo>
                <a:lnTo>
                  <a:pt x="871181" y="1828800"/>
                </a:lnTo>
                <a:lnTo>
                  <a:pt x="883856" y="1841500"/>
                </a:lnTo>
                <a:lnTo>
                  <a:pt x="896696" y="1854200"/>
                </a:lnTo>
                <a:lnTo>
                  <a:pt x="909764" y="1866900"/>
                </a:lnTo>
                <a:close/>
              </a:path>
              <a:path w="2526029" h="2159000">
                <a:moveTo>
                  <a:pt x="964476" y="1905000"/>
                </a:moveTo>
                <a:lnTo>
                  <a:pt x="945134" y="1905000"/>
                </a:lnTo>
                <a:lnTo>
                  <a:pt x="931189" y="1892300"/>
                </a:lnTo>
                <a:lnTo>
                  <a:pt x="917511" y="1879600"/>
                </a:lnTo>
                <a:lnTo>
                  <a:pt x="904074" y="1866900"/>
                </a:lnTo>
                <a:lnTo>
                  <a:pt x="922997" y="1866900"/>
                </a:lnTo>
                <a:lnTo>
                  <a:pt x="936612" y="1879600"/>
                </a:lnTo>
                <a:lnTo>
                  <a:pt x="950417" y="1892300"/>
                </a:lnTo>
                <a:lnTo>
                  <a:pt x="964476" y="1905000"/>
                </a:lnTo>
                <a:close/>
              </a:path>
              <a:path w="2526029" h="2159000">
                <a:moveTo>
                  <a:pt x="1008227" y="1930400"/>
                </a:moveTo>
                <a:lnTo>
                  <a:pt x="988491" y="1930400"/>
                </a:lnTo>
                <a:lnTo>
                  <a:pt x="973772" y="1917700"/>
                </a:lnTo>
                <a:lnTo>
                  <a:pt x="959319" y="1905000"/>
                </a:lnTo>
                <a:lnTo>
                  <a:pt x="978712" y="1905000"/>
                </a:lnTo>
                <a:lnTo>
                  <a:pt x="993368" y="1917700"/>
                </a:lnTo>
                <a:lnTo>
                  <a:pt x="1008227" y="1930400"/>
                </a:lnTo>
                <a:close/>
              </a:path>
              <a:path w="2526029" h="2159000">
                <a:moveTo>
                  <a:pt x="1054493" y="1955800"/>
                </a:moveTo>
                <a:lnTo>
                  <a:pt x="1034326" y="1955800"/>
                </a:lnTo>
                <a:lnTo>
                  <a:pt x="1018768" y="1943100"/>
                </a:lnTo>
                <a:lnTo>
                  <a:pt x="1003490" y="1930400"/>
                </a:lnTo>
                <a:lnTo>
                  <a:pt x="1023289" y="1930400"/>
                </a:lnTo>
                <a:lnTo>
                  <a:pt x="1038783" y="1943100"/>
                </a:lnTo>
                <a:lnTo>
                  <a:pt x="1054493" y="1955800"/>
                </a:lnTo>
                <a:close/>
              </a:path>
              <a:path w="2526029" h="2159000">
                <a:moveTo>
                  <a:pt x="1120266" y="1981200"/>
                </a:moveTo>
                <a:lnTo>
                  <a:pt x="1082776" y="1981200"/>
                </a:lnTo>
                <a:lnTo>
                  <a:pt x="1066330" y="1968500"/>
                </a:lnTo>
                <a:lnTo>
                  <a:pt x="1050188" y="1955800"/>
                </a:lnTo>
                <a:lnTo>
                  <a:pt x="1070419" y="1955800"/>
                </a:lnTo>
                <a:lnTo>
                  <a:pt x="1086802" y="1968500"/>
                </a:lnTo>
                <a:lnTo>
                  <a:pt x="1103325" y="1968500"/>
                </a:lnTo>
                <a:lnTo>
                  <a:pt x="1120266" y="1981200"/>
                </a:lnTo>
                <a:close/>
              </a:path>
              <a:path w="2526029" h="2159000">
                <a:moveTo>
                  <a:pt x="1137412" y="1993900"/>
                </a:moveTo>
                <a:lnTo>
                  <a:pt x="1116545" y="1993900"/>
                </a:lnTo>
                <a:lnTo>
                  <a:pt x="1099527" y="1981200"/>
                </a:lnTo>
                <a:lnTo>
                  <a:pt x="1120190" y="1981200"/>
                </a:lnTo>
                <a:lnTo>
                  <a:pt x="1137412" y="1993900"/>
                </a:lnTo>
                <a:close/>
              </a:path>
              <a:path w="2526029" h="2159000">
                <a:moveTo>
                  <a:pt x="1172502" y="2006600"/>
                </a:moveTo>
                <a:lnTo>
                  <a:pt x="1151382" y="2006600"/>
                </a:lnTo>
                <a:lnTo>
                  <a:pt x="1133830" y="1993900"/>
                </a:lnTo>
                <a:lnTo>
                  <a:pt x="1154747" y="1993900"/>
                </a:lnTo>
                <a:lnTo>
                  <a:pt x="1172502" y="2006600"/>
                </a:lnTo>
                <a:close/>
              </a:path>
              <a:path w="2526029" h="2159000">
                <a:moveTo>
                  <a:pt x="1208620" y="2019300"/>
                </a:moveTo>
                <a:lnTo>
                  <a:pt x="1187259" y="2019300"/>
                </a:lnTo>
                <a:lnTo>
                  <a:pt x="1169187" y="2006600"/>
                </a:lnTo>
                <a:lnTo>
                  <a:pt x="1190371" y="2006600"/>
                </a:lnTo>
                <a:lnTo>
                  <a:pt x="1208620" y="2019300"/>
                </a:lnTo>
                <a:close/>
              </a:path>
              <a:path w="2526029" h="2159000">
                <a:moveTo>
                  <a:pt x="1264678" y="2032000"/>
                </a:moveTo>
                <a:lnTo>
                  <a:pt x="1224140" y="2032000"/>
                </a:lnTo>
                <a:lnTo>
                  <a:pt x="1205572" y="2019300"/>
                </a:lnTo>
                <a:lnTo>
                  <a:pt x="1245692" y="2019300"/>
                </a:lnTo>
                <a:lnTo>
                  <a:pt x="1264678" y="2032000"/>
                </a:lnTo>
                <a:close/>
              </a:path>
              <a:path w="2526029" h="2159000">
                <a:moveTo>
                  <a:pt x="1303248" y="2044700"/>
                </a:moveTo>
                <a:lnTo>
                  <a:pt x="1261986" y="2044700"/>
                </a:lnTo>
                <a:lnTo>
                  <a:pt x="1242936" y="2032000"/>
                </a:lnTo>
                <a:lnTo>
                  <a:pt x="1283792" y="2032000"/>
                </a:lnTo>
                <a:lnTo>
                  <a:pt x="1303248" y="2044700"/>
                </a:lnTo>
                <a:close/>
              </a:path>
              <a:path w="2526029" h="2159000">
                <a:moveTo>
                  <a:pt x="1342732" y="2057400"/>
                </a:moveTo>
                <a:lnTo>
                  <a:pt x="1320507" y="2057400"/>
                </a:lnTo>
                <a:lnTo>
                  <a:pt x="1300772" y="2044700"/>
                </a:lnTo>
                <a:lnTo>
                  <a:pt x="1322832" y="2044700"/>
                </a:lnTo>
                <a:lnTo>
                  <a:pt x="1342732" y="2057400"/>
                </a:lnTo>
                <a:close/>
              </a:path>
              <a:path w="2526029" h="2159000">
                <a:moveTo>
                  <a:pt x="1403603" y="2070100"/>
                </a:moveTo>
                <a:lnTo>
                  <a:pt x="1360639" y="2070100"/>
                </a:lnTo>
                <a:lnTo>
                  <a:pt x="1340459" y="2057400"/>
                </a:lnTo>
                <a:lnTo>
                  <a:pt x="1383055" y="2057400"/>
                </a:lnTo>
                <a:lnTo>
                  <a:pt x="1403603" y="2070100"/>
                </a:lnTo>
                <a:close/>
              </a:path>
              <a:path w="2526029" h="2159000">
                <a:moveTo>
                  <a:pt x="1466341" y="2082800"/>
                </a:moveTo>
                <a:lnTo>
                  <a:pt x="1422412" y="2082800"/>
                </a:lnTo>
                <a:lnTo>
                  <a:pt x="1401622" y="2070100"/>
                </a:lnTo>
                <a:lnTo>
                  <a:pt x="1445183" y="2070100"/>
                </a:lnTo>
                <a:lnTo>
                  <a:pt x="1466341" y="2082800"/>
                </a:lnTo>
                <a:close/>
              </a:path>
              <a:path w="2526029" h="2159000">
                <a:moveTo>
                  <a:pt x="1552689" y="2095500"/>
                </a:moveTo>
                <a:lnTo>
                  <a:pt x="1485988" y="2095500"/>
                </a:lnTo>
                <a:lnTo>
                  <a:pt x="1464652" y="2082800"/>
                </a:lnTo>
                <a:lnTo>
                  <a:pt x="1530781" y="2082800"/>
                </a:lnTo>
                <a:lnTo>
                  <a:pt x="1552689" y="2095500"/>
                </a:lnTo>
                <a:close/>
              </a:path>
              <a:path w="2526029" h="2159000">
                <a:moveTo>
                  <a:pt x="1641855" y="2108200"/>
                </a:moveTo>
                <a:lnTo>
                  <a:pt x="1573390" y="2108200"/>
                </a:lnTo>
                <a:lnTo>
                  <a:pt x="1551279" y="2095500"/>
                </a:lnTo>
                <a:lnTo>
                  <a:pt x="1619288" y="2095500"/>
                </a:lnTo>
                <a:lnTo>
                  <a:pt x="1641855" y="2108200"/>
                </a:lnTo>
                <a:close/>
              </a:path>
              <a:path w="2526029" h="2159000">
                <a:moveTo>
                  <a:pt x="1780311" y="2120900"/>
                </a:moveTo>
                <a:lnTo>
                  <a:pt x="1663446" y="2120900"/>
                </a:lnTo>
                <a:lnTo>
                  <a:pt x="1640713" y="2108200"/>
                </a:lnTo>
                <a:lnTo>
                  <a:pt x="1733537" y="2108200"/>
                </a:lnTo>
                <a:lnTo>
                  <a:pt x="1780311" y="2120900"/>
                </a:lnTo>
                <a:close/>
              </a:path>
              <a:path w="2526029" h="2159000">
                <a:moveTo>
                  <a:pt x="1923554" y="2133600"/>
                </a:moveTo>
                <a:lnTo>
                  <a:pt x="1779473" y="2133600"/>
                </a:lnTo>
                <a:lnTo>
                  <a:pt x="1732610" y="2120900"/>
                </a:lnTo>
                <a:lnTo>
                  <a:pt x="1875294" y="2120900"/>
                </a:lnTo>
                <a:lnTo>
                  <a:pt x="1923554" y="2133600"/>
                </a:lnTo>
                <a:close/>
              </a:path>
              <a:path w="2526029" h="2159000">
                <a:moveTo>
                  <a:pt x="2170379" y="2146300"/>
                </a:moveTo>
                <a:lnTo>
                  <a:pt x="1971675" y="2146300"/>
                </a:lnTo>
                <a:lnTo>
                  <a:pt x="1922957" y="2133600"/>
                </a:lnTo>
                <a:lnTo>
                  <a:pt x="2120341" y="2133600"/>
                </a:lnTo>
                <a:lnTo>
                  <a:pt x="2170379" y="2146300"/>
                </a:lnTo>
                <a:close/>
              </a:path>
              <a:path w="2526029" h="2159000">
                <a:moveTo>
                  <a:pt x="2525458" y="2159000"/>
                </a:moveTo>
                <a:lnTo>
                  <a:pt x="2270874" y="2159000"/>
                </a:lnTo>
                <a:lnTo>
                  <a:pt x="2220353" y="2146300"/>
                </a:lnTo>
                <a:lnTo>
                  <a:pt x="2525661" y="2146300"/>
                </a:lnTo>
                <a:lnTo>
                  <a:pt x="2525458" y="21590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75012" y="1817954"/>
            <a:ext cx="903605" cy="323850"/>
          </a:xfrm>
          <a:custGeom>
            <a:avLst/>
            <a:gdLst/>
            <a:ahLst/>
            <a:cxnLst/>
            <a:rect l="l" t="t" r="r" b="b"/>
            <a:pathLst>
              <a:path w="903604" h="323850">
                <a:moveTo>
                  <a:pt x="3149" y="323316"/>
                </a:moveTo>
                <a:lnTo>
                  <a:pt x="0" y="314325"/>
                </a:lnTo>
                <a:lnTo>
                  <a:pt x="900112" y="0"/>
                </a:lnTo>
                <a:lnTo>
                  <a:pt x="903262" y="8991"/>
                </a:lnTo>
                <a:lnTo>
                  <a:pt x="3149" y="323316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946895" y="4035475"/>
            <a:ext cx="2603500" cy="1485900"/>
          </a:xfrm>
          <a:custGeom>
            <a:avLst/>
            <a:gdLst/>
            <a:ahLst/>
            <a:cxnLst/>
            <a:rect l="l" t="t" r="r" b="b"/>
            <a:pathLst>
              <a:path w="2603500" h="1485900">
                <a:moveTo>
                  <a:pt x="2476715" y="25400"/>
                </a:moveTo>
                <a:lnTo>
                  <a:pt x="2382037" y="25400"/>
                </a:lnTo>
                <a:lnTo>
                  <a:pt x="2475661" y="12700"/>
                </a:lnTo>
                <a:lnTo>
                  <a:pt x="2517089" y="0"/>
                </a:lnTo>
                <a:lnTo>
                  <a:pt x="2602992" y="0"/>
                </a:lnTo>
                <a:lnTo>
                  <a:pt x="2588374" y="12700"/>
                </a:lnTo>
                <a:lnTo>
                  <a:pt x="2518156" y="12700"/>
                </a:lnTo>
                <a:lnTo>
                  <a:pt x="2476715" y="25400"/>
                </a:lnTo>
                <a:close/>
              </a:path>
              <a:path w="2603500" h="1485900">
                <a:moveTo>
                  <a:pt x="2331681" y="38100"/>
                </a:moveTo>
                <a:lnTo>
                  <a:pt x="2276462" y="38100"/>
                </a:lnTo>
                <a:lnTo>
                  <a:pt x="2330526" y="25400"/>
                </a:lnTo>
                <a:lnTo>
                  <a:pt x="2383129" y="25400"/>
                </a:lnTo>
                <a:lnTo>
                  <a:pt x="2331681" y="38100"/>
                </a:lnTo>
                <a:close/>
              </a:path>
              <a:path w="2603500" h="1485900">
                <a:moveTo>
                  <a:pt x="2249843" y="50800"/>
                </a:moveTo>
                <a:lnTo>
                  <a:pt x="2191334" y="50800"/>
                </a:lnTo>
                <a:lnTo>
                  <a:pt x="2220175" y="38100"/>
                </a:lnTo>
                <a:lnTo>
                  <a:pt x="2277706" y="38100"/>
                </a:lnTo>
                <a:lnTo>
                  <a:pt x="2249843" y="50800"/>
                </a:lnTo>
                <a:close/>
              </a:path>
              <a:path w="2603500" h="1485900">
                <a:moveTo>
                  <a:pt x="2163495" y="63500"/>
                </a:moveTo>
                <a:lnTo>
                  <a:pt x="2102523" y="63500"/>
                </a:lnTo>
                <a:lnTo>
                  <a:pt x="2132482" y="50800"/>
                </a:lnTo>
                <a:lnTo>
                  <a:pt x="2192731" y="50800"/>
                </a:lnTo>
                <a:lnTo>
                  <a:pt x="2163495" y="63500"/>
                </a:lnTo>
                <a:close/>
              </a:path>
              <a:path w="2603500" h="1485900">
                <a:moveTo>
                  <a:pt x="2073935" y="76200"/>
                </a:moveTo>
                <a:lnTo>
                  <a:pt x="2011349" y="76200"/>
                </a:lnTo>
                <a:lnTo>
                  <a:pt x="2041931" y="63500"/>
                </a:lnTo>
                <a:lnTo>
                  <a:pt x="2104097" y="63500"/>
                </a:lnTo>
                <a:lnTo>
                  <a:pt x="2073935" y="76200"/>
                </a:lnTo>
                <a:close/>
              </a:path>
              <a:path w="2603500" h="1485900">
                <a:moveTo>
                  <a:pt x="2013064" y="88900"/>
                </a:moveTo>
                <a:lnTo>
                  <a:pt x="1949843" y="88900"/>
                </a:lnTo>
                <a:lnTo>
                  <a:pt x="1980590" y="76200"/>
                </a:lnTo>
                <a:lnTo>
                  <a:pt x="2043620" y="76200"/>
                </a:lnTo>
                <a:lnTo>
                  <a:pt x="2013064" y="88900"/>
                </a:lnTo>
                <a:close/>
              </a:path>
              <a:path w="2603500" h="1485900">
                <a:moveTo>
                  <a:pt x="1890293" y="114300"/>
                </a:moveTo>
                <a:lnTo>
                  <a:pt x="1857476" y="114300"/>
                </a:lnTo>
                <a:lnTo>
                  <a:pt x="1919020" y="88900"/>
                </a:lnTo>
                <a:lnTo>
                  <a:pt x="1982482" y="88900"/>
                </a:lnTo>
                <a:lnTo>
                  <a:pt x="1951736" y="101600"/>
                </a:lnTo>
                <a:lnTo>
                  <a:pt x="1921052" y="101600"/>
                </a:lnTo>
                <a:lnTo>
                  <a:pt x="1890293" y="114300"/>
                </a:lnTo>
                <a:close/>
              </a:path>
              <a:path w="2603500" h="1485900">
                <a:moveTo>
                  <a:pt x="1829142" y="127000"/>
                </a:moveTo>
                <a:lnTo>
                  <a:pt x="1796389" y="127000"/>
                </a:lnTo>
                <a:lnTo>
                  <a:pt x="1826856" y="114300"/>
                </a:lnTo>
                <a:lnTo>
                  <a:pt x="1859711" y="114300"/>
                </a:lnTo>
                <a:lnTo>
                  <a:pt x="1829142" y="127000"/>
                </a:lnTo>
                <a:close/>
              </a:path>
              <a:path w="2603500" h="1485900">
                <a:moveTo>
                  <a:pt x="1736077" y="152400"/>
                </a:moveTo>
                <a:lnTo>
                  <a:pt x="1701050" y="152400"/>
                </a:lnTo>
                <a:lnTo>
                  <a:pt x="1733804" y="139700"/>
                </a:lnTo>
                <a:lnTo>
                  <a:pt x="1765604" y="127000"/>
                </a:lnTo>
                <a:lnTo>
                  <a:pt x="1798802" y="127000"/>
                </a:lnTo>
                <a:lnTo>
                  <a:pt x="1767941" y="139700"/>
                </a:lnTo>
                <a:lnTo>
                  <a:pt x="1736077" y="152400"/>
                </a:lnTo>
                <a:close/>
              </a:path>
              <a:path w="2603500" h="1485900">
                <a:moveTo>
                  <a:pt x="1416532" y="228600"/>
                </a:moveTo>
                <a:lnTo>
                  <a:pt x="1376400" y="228600"/>
                </a:lnTo>
                <a:lnTo>
                  <a:pt x="1451902" y="203200"/>
                </a:lnTo>
                <a:lnTo>
                  <a:pt x="1598015" y="177800"/>
                </a:lnTo>
                <a:lnTo>
                  <a:pt x="1667497" y="152400"/>
                </a:lnTo>
                <a:lnTo>
                  <a:pt x="1703298" y="152400"/>
                </a:lnTo>
                <a:lnTo>
                  <a:pt x="1669669" y="165100"/>
                </a:lnTo>
                <a:lnTo>
                  <a:pt x="1600187" y="177800"/>
                </a:lnTo>
                <a:lnTo>
                  <a:pt x="1528114" y="203200"/>
                </a:lnTo>
                <a:lnTo>
                  <a:pt x="1454086" y="215900"/>
                </a:lnTo>
                <a:lnTo>
                  <a:pt x="1416532" y="228600"/>
                </a:lnTo>
                <a:close/>
              </a:path>
              <a:path w="2603500" h="1485900">
                <a:moveTo>
                  <a:pt x="1074445" y="317500"/>
                </a:moveTo>
                <a:lnTo>
                  <a:pt x="1071448" y="317500"/>
                </a:lnTo>
                <a:lnTo>
                  <a:pt x="1338262" y="228600"/>
                </a:lnTo>
                <a:lnTo>
                  <a:pt x="1378699" y="228600"/>
                </a:lnTo>
                <a:lnTo>
                  <a:pt x="1340624" y="241300"/>
                </a:lnTo>
                <a:lnTo>
                  <a:pt x="1302435" y="254000"/>
                </a:lnTo>
                <a:lnTo>
                  <a:pt x="1264170" y="266700"/>
                </a:lnTo>
                <a:lnTo>
                  <a:pt x="1225931" y="279400"/>
                </a:lnTo>
                <a:lnTo>
                  <a:pt x="1187818" y="279400"/>
                </a:lnTo>
                <a:lnTo>
                  <a:pt x="1149743" y="292100"/>
                </a:lnTo>
                <a:lnTo>
                  <a:pt x="1111948" y="304800"/>
                </a:lnTo>
                <a:lnTo>
                  <a:pt x="1074445" y="317500"/>
                </a:lnTo>
                <a:close/>
              </a:path>
              <a:path w="2603500" h="1485900">
                <a:moveTo>
                  <a:pt x="1055852" y="330200"/>
                </a:moveTo>
                <a:lnTo>
                  <a:pt x="1034161" y="330200"/>
                </a:lnTo>
                <a:lnTo>
                  <a:pt x="1052753" y="317500"/>
                </a:lnTo>
                <a:lnTo>
                  <a:pt x="1074496" y="317500"/>
                </a:lnTo>
                <a:lnTo>
                  <a:pt x="1055852" y="330200"/>
                </a:lnTo>
                <a:close/>
              </a:path>
              <a:path w="2603500" h="1485900">
                <a:moveTo>
                  <a:pt x="1018933" y="342900"/>
                </a:moveTo>
                <a:lnTo>
                  <a:pt x="997305" y="342900"/>
                </a:lnTo>
                <a:lnTo>
                  <a:pt x="1015682" y="330200"/>
                </a:lnTo>
                <a:lnTo>
                  <a:pt x="1037374" y="330200"/>
                </a:lnTo>
                <a:lnTo>
                  <a:pt x="1018933" y="342900"/>
                </a:lnTo>
                <a:close/>
              </a:path>
              <a:path w="2603500" h="1485900">
                <a:moveTo>
                  <a:pt x="982472" y="355600"/>
                </a:moveTo>
                <a:lnTo>
                  <a:pt x="960958" y="355600"/>
                </a:lnTo>
                <a:lnTo>
                  <a:pt x="979068" y="342900"/>
                </a:lnTo>
                <a:lnTo>
                  <a:pt x="1000683" y="342900"/>
                </a:lnTo>
                <a:lnTo>
                  <a:pt x="982472" y="355600"/>
                </a:lnTo>
                <a:close/>
              </a:path>
              <a:path w="2603500" h="1485900">
                <a:moveTo>
                  <a:pt x="928852" y="381000"/>
                </a:moveTo>
                <a:lnTo>
                  <a:pt x="907503" y="381000"/>
                </a:lnTo>
                <a:lnTo>
                  <a:pt x="942987" y="355600"/>
                </a:lnTo>
                <a:lnTo>
                  <a:pt x="964501" y="355600"/>
                </a:lnTo>
                <a:lnTo>
                  <a:pt x="946569" y="368300"/>
                </a:lnTo>
                <a:lnTo>
                  <a:pt x="928852" y="381000"/>
                </a:lnTo>
                <a:close/>
              </a:path>
              <a:path w="2603500" h="1485900">
                <a:moveTo>
                  <a:pt x="893889" y="393700"/>
                </a:moveTo>
                <a:lnTo>
                  <a:pt x="872705" y="393700"/>
                </a:lnTo>
                <a:lnTo>
                  <a:pt x="890016" y="381000"/>
                </a:lnTo>
                <a:lnTo>
                  <a:pt x="911339" y="381000"/>
                </a:lnTo>
                <a:lnTo>
                  <a:pt x="893889" y="393700"/>
                </a:lnTo>
                <a:close/>
              </a:path>
              <a:path w="2603500" h="1485900">
                <a:moveTo>
                  <a:pt x="842848" y="419100"/>
                </a:moveTo>
                <a:lnTo>
                  <a:pt x="821918" y="419100"/>
                </a:lnTo>
                <a:lnTo>
                  <a:pt x="855573" y="393700"/>
                </a:lnTo>
                <a:lnTo>
                  <a:pt x="876744" y="393700"/>
                </a:lnTo>
                <a:lnTo>
                  <a:pt x="859663" y="406400"/>
                </a:lnTo>
                <a:lnTo>
                  <a:pt x="842848" y="419100"/>
                </a:lnTo>
                <a:close/>
              </a:path>
              <a:path w="2603500" h="1485900">
                <a:moveTo>
                  <a:pt x="777735" y="457200"/>
                </a:moveTo>
                <a:lnTo>
                  <a:pt x="757224" y="457200"/>
                </a:lnTo>
                <a:lnTo>
                  <a:pt x="773049" y="444500"/>
                </a:lnTo>
                <a:lnTo>
                  <a:pt x="789114" y="431800"/>
                </a:lnTo>
                <a:lnTo>
                  <a:pt x="805408" y="419100"/>
                </a:lnTo>
                <a:lnTo>
                  <a:pt x="826287" y="419100"/>
                </a:lnTo>
                <a:lnTo>
                  <a:pt x="809840" y="431800"/>
                </a:lnTo>
                <a:lnTo>
                  <a:pt x="793661" y="444500"/>
                </a:lnTo>
                <a:lnTo>
                  <a:pt x="777735" y="457200"/>
                </a:lnTo>
                <a:close/>
              </a:path>
              <a:path w="2603500" h="1485900">
                <a:moveTo>
                  <a:pt x="701890" y="495300"/>
                </a:moveTo>
                <a:lnTo>
                  <a:pt x="696518" y="495300"/>
                </a:lnTo>
                <a:lnTo>
                  <a:pt x="711288" y="482600"/>
                </a:lnTo>
                <a:lnTo>
                  <a:pt x="726338" y="469900"/>
                </a:lnTo>
                <a:lnTo>
                  <a:pt x="741654" y="457200"/>
                </a:lnTo>
                <a:lnTo>
                  <a:pt x="762101" y="457200"/>
                </a:lnTo>
                <a:lnTo>
                  <a:pt x="746607" y="469900"/>
                </a:lnTo>
                <a:lnTo>
                  <a:pt x="731418" y="482600"/>
                </a:lnTo>
                <a:lnTo>
                  <a:pt x="716584" y="482600"/>
                </a:lnTo>
                <a:lnTo>
                  <a:pt x="701890" y="495300"/>
                </a:lnTo>
                <a:close/>
              </a:path>
              <a:path w="2603500" h="1485900">
                <a:moveTo>
                  <a:pt x="567309" y="609600"/>
                </a:moveTo>
                <a:lnTo>
                  <a:pt x="560768" y="609600"/>
                </a:lnTo>
                <a:lnTo>
                  <a:pt x="573608" y="596900"/>
                </a:lnTo>
                <a:lnTo>
                  <a:pt x="613029" y="558800"/>
                </a:lnTo>
                <a:lnTo>
                  <a:pt x="653884" y="520700"/>
                </a:lnTo>
                <a:lnTo>
                  <a:pt x="682028" y="495300"/>
                </a:lnTo>
                <a:lnTo>
                  <a:pt x="701967" y="495300"/>
                </a:lnTo>
                <a:lnTo>
                  <a:pt x="687552" y="508000"/>
                </a:lnTo>
                <a:lnTo>
                  <a:pt x="673506" y="520700"/>
                </a:lnTo>
                <a:lnTo>
                  <a:pt x="659688" y="533400"/>
                </a:lnTo>
                <a:lnTo>
                  <a:pt x="646023" y="546100"/>
                </a:lnTo>
                <a:lnTo>
                  <a:pt x="632574" y="546100"/>
                </a:lnTo>
                <a:lnTo>
                  <a:pt x="619175" y="558800"/>
                </a:lnTo>
                <a:lnTo>
                  <a:pt x="605980" y="571500"/>
                </a:lnTo>
                <a:lnTo>
                  <a:pt x="592937" y="584200"/>
                </a:lnTo>
                <a:lnTo>
                  <a:pt x="580047" y="596900"/>
                </a:lnTo>
                <a:lnTo>
                  <a:pt x="567309" y="609600"/>
                </a:lnTo>
                <a:close/>
              </a:path>
              <a:path w="2603500" h="1485900">
                <a:moveTo>
                  <a:pt x="240499" y="1041400"/>
                </a:moveTo>
                <a:lnTo>
                  <a:pt x="232308" y="1041400"/>
                </a:lnTo>
                <a:lnTo>
                  <a:pt x="251498" y="1003300"/>
                </a:lnTo>
                <a:lnTo>
                  <a:pt x="270992" y="977900"/>
                </a:lnTo>
                <a:lnTo>
                  <a:pt x="290804" y="939800"/>
                </a:lnTo>
                <a:lnTo>
                  <a:pt x="310946" y="914400"/>
                </a:lnTo>
                <a:lnTo>
                  <a:pt x="331444" y="876300"/>
                </a:lnTo>
                <a:lnTo>
                  <a:pt x="352323" y="850900"/>
                </a:lnTo>
                <a:lnTo>
                  <a:pt x="373595" y="825500"/>
                </a:lnTo>
                <a:lnTo>
                  <a:pt x="384390" y="800100"/>
                </a:lnTo>
                <a:lnTo>
                  <a:pt x="395300" y="787400"/>
                </a:lnTo>
                <a:lnTo>
                  <a:pt x="417410" y="762000"/>
                </a:lnTo>
                <a:lnTo>
                  <a:pt x="428688" y="749300"/>
                </a:lnTo>
                <a:lnTo>
                  <a:pt x="463143" y="711200"/>
                </a:lnTo>
                <a:lnTo>
                  <a:pt x="498729" y="673100"/>
                </a:lnTo>
                <a:lnTo>
                  <a:pt x="510857" y="647700"/>
                </a:lnTo>
                <a:lnTo>
                  <a:pt x="523125" y="635000"/>
                </a:lnTo>
                <a:lnTo>
                  <a:pt x="535533" y="622300"/>
                </a:lnTo>
                <a:lnTo>
                  <a:pt x="548081" y="609600"/>
                </a:lnTo>
                <a:lnTo>
                  <a:pt x="567359" y="609600"/>
                </a:lnTo>
                <a:lnTo>
                  <a:pt x="554710" y="622300"/>
                </a:lnTo>
                <a:lnTo>
                  <a:pt x="542251" y="635000"/>
                </a:lnTo>
                <a:lnTo>
                  <a:pt x="529932" y="647700"/>
                </a:lnTo>
                <a:lnTo>
                  <a:pt x="517753" y="660400"/>
                </a:lnTo>
                <a:lnTo>
                  <a:pt x="505701" y="673100"/>
                </a:lnTo>
                <a:lnTo>
                  <a:pt x="493788" y="685800"/>
                </a:lnTo>
                <a:lnTo>
                  <a:pt x="482003" y="698500"/>
                </a:lnTo>
                <a:lnTo>
                  <a:pt x="470331" y="711200"/>
                </a:lnTo>
                <a:lnTo>
                  <a:pt x="458800" y="723900"/>
                </a:lnTo>
                <a:lnTo>
                  <a:pt x="447382" y="736600"/>
                </a:lnTo>
                <a:lnTo>
                  <a:pt x="436079" y="749300"/>
                </a:lnTo>
                <a:lnTo>
                  <a:pt x="424903" y="774700"/>
                </a:lnTo>
                <a:lnTo>
                  <a:pt x="413829" y="787400"/>
                </a:lnTo>
                <a:lnTo>
                  <a:pt x="402869" y="800100"/>
                </a:lnTo>
                <a:lnTo>
                  <a:pt x="392023" y="812800"/>
                </a:lnTo>
                <a:lnTo>
                  <a:pt x="381279" y="825500"/>
                </a:lnTo>
                <a:lnTo>
                  <a:pt x="360083" y="850900"/>
                </a:lnTo>
                <a:lnTo>
                  <a:pt x="339293" y="889000"/>
                </a:lnTo>
                <a:lnTo>
                  <a:pt x="318871" y="914400"/>
                </a:lnTo>
                <a:lnTo>
                  <a:pt x="298805" y="952500"/>
                </a:lnTo>
                <a:lnTo>
                  <a:pt x="279069" y="977900"/>
                </a:lnTo>
                <a:lnTo>
                  <a:pt x="259638" y="1016000"/>
                </a:lnTo>
                <a:lnTo>
                  <a:pt x="240499" y="1041400"/>
                </a:lnTo>
                <a:close/>
              </a:path>
              <a:path w="2603500" h="1485900">
                <a:moveTo>
                  <a:pt x="8534" y="1485900"/>
                </a:moveTo>
                <a:lnTo>
                  <a:pt x="0" y="1485900"/>
                </a:lnTo>
                <a:lnTo>
                  <a:pt x="34569" y="1409700"/>
                </a:lnTo>
                <a:lnTo>
                  <a:pt x="69316" y="1346200"/>
                </a:lnTo>
                <a:lnTo>
                  <a:pt x="104406" y="1270000"/>
                </a:lnTo>
                <a:lnTo>
                  <a:pt x="122123" y="1244600"/>
                </a:lnTo>
                <a:lnTo>
                  <a:pt x="139992" y="1206500"/>
                </a:lnTo>
                <a:lnTo>
                  <a:pt x="158038" y="1168400"/>
                </a:lnTo>
                <a:lnTo>
                  <a:pt x="176263" y="1143000"/>
                </a:lnTo>
                <a:lnTo>
                  <a:pt x="194703" y="1104900"/>
                </a:lnTo>
                <a:lnTo>
                  <a:pt x="213372" y="1066800"/>
                </a:lnTo>
                <a:lnTo>
                  <a:pt x="232270" y="1041400"/>
                </a:lnTo>
                <a:lnTo>
                  <a:pt x="240525" y="1041400"/>
                </a:lnTo>
                <a:lnTo>
                  <a:pt x="221627" y="1079500"/>
                </a:lnTo>
                <a:lnTo>
                  <a:pt x="202996" y="1104900"/>
                </a:lnTo>
                <a:lnTo>
                  <a:pt x="184607" y="1143000"/>
                </a:lnTo>
                <a:lnTo>
                  <a:pt x="166408" y="1181100"/>
                </a:lnTo>
                <a:lnTo>
                  <a:pt x="148412" y="1206500"/>
                </a:lnTo>
                <a:lnTo>
                  <a:pt x="130568" y="1244600"/>
                </a:lnTo>
                <a:lnTo>
                  <a:pt x="112864" y="1282700"/>
                </a:lnTo>
                <a:lnTo>
                  <a:pt x="77812" y="1346200"/>
                </a:lnTo>
                <a:lnTo>
                  <a:pt x="43091" y="1422400"/>
                </a:lnTo>
                <a:lnTo>
                  <a:pt x="8534" y="1485900"/>
                </a:lnTo>
                <a:close/>
              </a:path>
            </a:pathLst>
          </a:custGeom>
          <a:solidFill>
            <a:srgbClr val="66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56127" y="4967516"/>
            <a:ext cx="903605" cy="295275"/>
          </a:xfrm>
          <a:custGeom>
            <a:avLst/>
            <a:gdLst/>
            <a:ahLst/>
            <a:cxnLst/>
            <a:rect l="l" t="t" r="r" b="b"/>
            <a:pathLst>
              <a:path w="903604" h="295275">
                <a:moveTo>
                  <a:pt x="900112" y="294817"/>
                </a:moveTo>
                <a:lnTo>
                  <a:pt x="0" y="9067"/>
                </a:lnTo>
                <a:lnTo>
                  <a:pt x="2870" y="0"/>
                </a:lnTo>
                <a:lnTo>
                  <a:pt x="902982" y="285750"/>
                </a:lnTo>
                <a:lnTo>
                  <a:pt x="900112" y="294817"/>
                </a:lnTo>
                <a:close/>
              </a:path>
            </a:pathLst>
          </a:custGeom>
          <a:solidFill>
            <a:srgbClr val="66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36415" y="4984115"/>
            <a:ext cx="4946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6600CC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22" b="1">
                <a:solidFill>
                  <a:srgbClr val="6600CC"/>
                </a:solidFill>
                <a:latin typeface="宋体"/>
                <a:cs typeface="宋体"/>
              </a:rPr>
              <a:t>引</a:t>
            </a:r>
            <a:endParaRPr baseline="-16975" sz="27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23298" y="2298331"/>
            <a:ext cx="2495550" cy="1955800"/>
          </a:xfrm>
          <a:custGeom>
            <a:avLst/>
            <a:gdLst/>
            <a:ahLst/>
            <a:cxnLst/>
            <a:rect l="l" t="t" r="r" b="b"/>
            <a:pathLst>
              <a:path w="2495550" h="1955800">
                <a:moveTo>
                  <a:pt x="616458" y="1676400"/>
                </a:moveTo>
                <a:lnTo>
                  <a:pt x="570077" y="1676400"/>
                </a:lnTo>
                <a:lnTo>
                  <a:pt x="555485" y="1651000"/>
                </a:lnTo>
                <a:lnTo>
                  <a:pt x="518731" y="1587500"/>
                </a:lnTo>
                <a:lnTo>
                  <a:pt x="511301" y="1562100"/>
                </a:lnTo>
                <a:lnTo>
                  <a:pt x="481545" y="1511300"/>
                </a:lnTo>
                <a:lnTo>
                  <a:pt x="451561" y="1435100"/>
                </a:lnTo>
                <a:lnTo>
                  <a:pt x="436486" y="1397000"/>
                </a:lnTo>
                <a:lnTo>
                  <a:pt x="421373" y="1371600"/>
                </a:lnTo>
                <a:lnTo>
                  <a:pt x="406196" y="1320800"/>
                </a:lnTo>
                <a:lnTo>
                  <a:pt x="375704" y="1244600"/>
                </a:lnTo>
                <a:lnTo>
                  <a:pt x="360375" y="1206500"/>
                </a:lnTo>
                <a:lnTo>
                  <a:pt x="345008" y="1155700"/>
                </a:lnTo>
                <a:lnTo>
                  <a:pt x="329603" y="1117600"/>
                </a:lnTo>
                <a:lnTo>
                  <a:pt x="298653" y="1016000"/>
                </a:lnTo>
                <a:lnTo>
                  <a:pt x="283133" y="977900"/>
                </a:lnTo>
                <a:lnTo>
                  <a:pt x="236347" y="825500"/>
                </a:lnTo>
                <a:lnTo>
                  <a:pt x="189293" y="673100"/>
                </a:lnTo>
                <a:lnTo>
                  <a:pt x="157835" y="558800"/>
                </a:lnTo>
                <a:lnTo>
                  <a:pt x="126314" y="457200"/>
                </a:lnTo>
                <a:lnTo>
                  <a:pt x="0" y="0"/>
                </a:lnTo>
                <a:lnTo>
                  <a:pt x="36702" y="0"/>
                </a:lnTo>
                <a:lnTo>
                  <a:pt x="99847" y="215900"/>
                </a:lnTo>
                <a:lnTo>
                  <a:pt x="131406" y="330200"/>
                </a:lnTo>
                <a:lnTo>
                  <a:pt x="162953" y="444500"/>
                </a:lnTo>
                <a:lnTo>
                  <a:pt x="194437" y="546100"/>
                </a:lnTo>
                <a:lnTo>
                  <a:pt x="225856" y="660400"/>
                </a:lnTo>
                <a:lnTo>
                  <a:pt x="241515" y="711200"/>
                </a:lnTo>
                <a:lnTo>
                  <a:pt x="257162" y="762000"/>
                </a:lnTo>
                <a:lnTo>
                  <a:pt x="272783" y="812800"/>
                </a:lnTo>
                <a:lnTo>
                  <a:pt x="288366" y="863600"/>
                </a:lnTo>
                <a:lnTo>
                  <a:pt x="303923" y="914400"/>
                </a:lnTo>
                <a:lnTo>
                  <a:pt x="319430" y="965200"/>
                </a:lnTo>
                <a:lnTo>
                  <a:pt x="334899" y="1016000"/>
                </a:lnTo>
                <a:lnTo>
                  <a:pt x="338737" y="1016000"/>
                </a:lnTo>
                <a:lnTo>
                  <a:pt x="350329" y="1054100"/>
                </a:lnTo>
                <a:lnTo>
                  <a:pt x="365709" y="1104900"/>
                </a:lnTo>
                <a:lnTo>
                  <a:pt x="381038" y="1143000"/>
                </a:lnTo>
                <a:lnTo>
                  <a:pt x="396316" y="1193800"/>
                </a:lnTo>
                <a:lnTo>
                  <a:pt x="411543" y="1231900"/>
                </a:lnTo>
                <a:lnTo>
                  <a:pt x="426707" y="1270000"/>
                </a:lnTo>
                <a:lnTo>
                  <a:pt x="441807" y="1308100"/>
                </a:lnTo>
                <a:lnTo>
                  <a:pt x="456844" y="1346200"/>
                </a:lnTo>
                <a:lnTo>
                  <a:pt x="471804" y="1384300"/>
                </a:lnTo>
                <a:lnTo>
                  <a:pt x="486689" y="1422400"/>
                </a:lnTo>
                <a:lnTo>
                  <a:pt x="501497" y="1460500"/>
                </a:lnTo>
                <a:lnTo>
                  <a:pt x="516216" y="1485900"/>
                </a:lnTo>
                <a:lnTo>
                  <a:pt x="516077" y="1485900"/>
                </a:lnTo>
                <a:lnTo>
                  <a:pt x="530847" y="1524000"/>
                </a:lnTo>
                <a:lnTo>
                  <a:pt x="530694" y="1524000"/>
                </a:lnTo>
                <a:lnTo>
                  <a:pt x="545376" y="1549400"/>
                </a:lnTo>
                <a:lnTo>
                  <a:pt x="552564" y="1562100"/>
                </a:lnTo>
                <a:lnTo>
                  <a:pt x="559765" y="1574800"/>
                </a:lnTo>
                <a:lnTo>
                  <a:pt x="566940" y="1587500"/>
                </a:lnTo>
                <a:lnTo>
                  <a:pt x="574078" y="1600200"/>
                </a:lnTo>
                <a:lnTo>
                  <a:pt x="581202" y="1612900"/>
                </a:lnTo>
                <a:lnTo>
                  <a:pt x="588302" y="1625600"/>
                </a:lnTo>
                <a:lnTo>
                  <a:pt x="595376" y="1638300"/>
                </a:lnTo>
                <a:lnTo>
                  <a:pt x="602424" y="1651000"/>
                </a:lnTo>
                <a:lnTo>
                  <a:pt x="609460" y="1663700"/>
                </a:lnTo>
                <a:lnTo>
                  <a:pt x="609320" y="1663700"/>
                </a:lnTo>
                <a:lnTo>
                  <a:pt x="616458" y="1676400"/>
                </a:lnTo>
                <a:close/>
              </a:path>
              <a:path w="2495550" h="1955800">
                <a:moveTo>
                  <a:pt x="338737" y="1016000"/>
                </a:moveTo>
                <a:lnTo>
                  <a:pt x="334899" y="1016000"/>
                </a:lnTo>
                <a:lnTo>
                  <a:pt x="334873" y="1003300"/>
                </a:lnTo>
                <a:lnTo>
                  <a:pt x="338737" y="1016000"/>
                </a:lnTo>
                <a:close/>
              </a:path>
              <a:path w="2495550" h="1955800">
                <a:moveTo>
                  <a:pt x="2340762" y="1651000"/>
                </a:moveTo>
                <a:lnTo>
                  <a:pt x="2035657" y="1651000"/>
                </a:lnTo>
                <a:lnTo>
                  <a:pt x="2184412" y="1625600"/>
                </a:lnTo>
                <a:lnTo>
                  <a:pt x="2491359" y="1600200"/>
                </a:lnTo>
                <a:lnTo>
                  <a:pt x="2495168" y="1638300"/>
                </a:lnTo>
                <a:lnTo>
                  <a:pt x="2340762" y="1651000"/>
                </a:lnTo>
                <a:close/>
              </a:path>
              <a:path w="2495550" h="1955800">
                <a:moveTo>
                  <a:pt x="2113470" y="1676400"/>
                </a:moveTo>
                <a:lnTo>
                  <a:pt x="1823377" y="1676400"/>
                </a:lnTo>
                <a:lnTo>
                  <a:pt x="1963216" y="1651000"/>
                </a:lnTo>
                <a:lnTo>
                  <a:pt x="2340800" y="1651000"/>
                </a:lnTo>
                <a:lnTo>
                  <a:pt x="2188349" y="1663700"/>
                </a:lnTo>
                <a:lnTo>
                  <a:pt x="2113470" y="1676400"/>
                </a:lnTo>
                <a:close/>
              </a:path>
              <a:path w="2495550" h="1955800">
                <a:moveTo>
                  <a:pt x="664857" y="1739900"/>
                </a:moveTo>
                <a:lnTo>
                  <a:pt x="613638" y="1739900"/>
                </a:lnTo>
                <a:lnTo>
                  <a:pt x="577367" y="1676400"/>
                </a:lnTo>
                <a:lnTo>
                  <a:pt x="623290" y="1676400"/>
                </a:lnTo>
                <a:lnTo>
                  <a:pt x="630402" y="1689100"/>
                </a:lnTo>
                <a:lnTo>
                  <a:pt x="630237" y="1689100"/>
                </a:lnTo>
                <a:lnTo>
                  <a:pt x="637336" y="1701800"/>
                </a:lnTo>
                <a:lnTo>
                  <a:pt x="637171" y="1701800"/>
                </a:lnTo>
                <a:lnTo>
                  <a:pt x="644245" y="1714500"/>
                </a:lnTo>
                <a:lnTo>
                  <a:pt x="650963" y="1714500"/>
                </a:lnTo>
                <a:lnTo>
                  <a:pt x="658012" y="1727200"/>
                </a:lnTo>
                <a:lnTo>
                  <a:pt x="657821" y="1727200"/>
                </a:lnTo>
                <a:lnTo>
                  <a:pt x="664857" y="1739900"/>
                </a:lnTo>
                <a:close/>
              </a:path>
              <a:path w="2495550" h="1955800">
                <a:moveTo>
                  <a:pt x="2039759" y="1689100"/>
                </a:moveTo>
                <a:lnTo>
                  <a:pt x="1691728" y="1689100"/>
                </a:lnTo>
                <a:lnTo>
                  <a:pt x="1756422" y="1676400"/>
                </a:lnTo>
                <a:lnTo>
                  <a:pt x="2113521" y="1676400"/>
                </a:lnTo>
                <a:lnTo>
                  <a:pt x="2039759" y="1689100"/>
                </a:lnTo>
                <a:close/>
              </a:path>
              <a:path w="2495550" h="1955800">
                <a:moveTo>
                  <a:pt x="1896770" y="1701800"/>
                </a:moveTo>
                <a:lnTo>
                  <a:pt x="1629498" y="1701800"/>
                </a:lnTo>
                <a:lnTo>
                  <a:pt x="1660271" y="1689100"/>
                </a:lnTo>
                <a:lnTo>
                  <a:pt x="1967534" y="1689100"/>
                </a:lnTo>
                <a:lnTo>
                  <a:pt x="1896770" y="1701800"/>
                </a:lnTo>
                <a:close/>
              </a:path>
              <a:path w="2495550" h="1955800">
                <a:moveTo>
                  <a:pt x="1827949" y="1714500"/>
                </a:moveTo>
                <a:lnTo>
                  <a:pt x="1541360" y="1714500"/>
                </a:lnTo>
                <a:lnTo>
                  <a:pt x="1570012" y="1701800"/>
                </a:lnTo>
                <a:lnTo>
                  <a:pt x="1896859" y="1701800"/>
                </a:lnTo>
                <a:lnTo>
                  <a:pt x="1827949" y="1714500"/>
                </a:lnTo>
                <a:close/>
              </a:path>
              <a:path w="2495550" h="1955800">
                <a:moveTo>
                  <a:pt x="1696783" y="1727200"/>
                </a:moveTo>
                <a:lnTo>
                  <a:pt x="1486357" y="1727200"/>
                </a:lnTo>
                <a:lnTo>
                  <a:pt x="1513459" y="1714500"/>
                </a:lnTo>
                <a:lnTo>
                  <a:pt x="1761337" y="1714500"/>
                </a:lnTo>
                <a:lnTo>
                  <a:pt x="1696783" y="1727200"/>
                </a:lnTo>
                <a:close/>
              </a:path>
              <a:path w="2495550" h="1955800">
                <a:moveTo>
                  <a:pt x="1634947" y="1739900"/>
                </a:moveTo>
                <a:lnTo>
                  <a:pt x="1410030" y="1739900"/>
                </a:lnTo>
                <a:lnTo>
                  <a:pt x="1434617" y="1727200"/>
                </a:lnTo>
                <a:lnTo>
                  <a:pt x="1665630" y="1727200"/>
                </a:lnTo>
                <a:lnTo>
                  <a:pt x="1634947" y="1739900"/>
                </a:lnTo>
                <a:close/>
              </a:path>
              <a:path w="2495550" h="1955800">
                <a:moveTo>
                  <a:pt x="685304" y="1765300"/>
                </a:moveTo>
                <a:lnTo>
                  <a:pt x="635317" y="1765300"/>
                </a:lnTo>
                <a:lnTo>
                  <a:pt x="620877" y="1739900"/>
                </a:lnTo>
                <a:lnTo>
                  <a:pt x="671499" y="1739900"/>
                </a:lnTo>
                <a:lnTo>
                  <a:pt x="678510" y="1752600"/>
                </a:lnTo>
                <a:lnTo>
                  <a:pt x="678294" y="1752600"/>
                </a:lnTo>
                <a:lnTo>
                  <a:pt x="685304" y="1765300"/>
                </a:lnTo>
                <a:close/>
              </a:path>
              <a:path w="2495550" h="1955800">
                <a:moveTo>
                  <a:pt x="1547393" y="1752600"/>
                </a:moveTo>
                <a:lnTo>
                  <a:pt x="1363217" y="1752600"/>
                </a:lnTo>
                <a:lnTo>
                  <a:pt x="1374508" y="1739900"/>
                </a:lnTo>
                <a:lnTo>
                  <a:pt x="1575942" y="1739900"/>
                </a:lnTo>
                <a:lnTo>
                  <a:pt x="1547393" y="1752600"/>
                </a:lnTo>
                <a:close/>
              </a:path>
              <a:path w="2495550" h="1955800">
                <a:moveTo>
                  <a:pt x="1466875" y="1765300"/>
                </a:moveTo>
                <a:lnTo>
                  <a:pt x="1320838" y="1765300"/>
                </a:lnTo>
                <a:lnTo>
                  <a:pt x="1331036" y="1752600"/>
                </a:lnTo>
                <a:lnTo>
                  <a:pt x="1493024" y="1752600"/>
                </a:lnTo>
                <a:lnTo>
                  <a:pt x="1466875" y="1765300"/>
                </a:lnTo>
                <a:close/>
              </a:path>
              <a:path w="2495550" h="1955800">
                <a:moveTo>
                  <a:pt x="712292" y="1790700"/>
                </a:moveTo>
                <a:lnTo>
                  <a:pt x="656958" y="1790700"/>
                </a:lnTo>
                <a:lnTo>
                  <a:pt x="642531" y="1765300"/>
                </a:lnTo>
                <a:lnTo>
                  <a:pt x="691845" y="1765300"/>
                </a:lnTo>
                <a:lnTo>
                  <a:pt x="698830" y="1778000"/>
                </a:lnTo>
                <a:lnTo>
                  <a:pt x="705332" y="1778000"/>
                </a:lnTo>
                <a:lnTo>
                  <a:pt x="712292" y="1790700"/>
                </a:lnTo>
                <a:close/>
              </a:path>
              <a:path w="2495550" h="1955800">
                <a:moveTo>
                  <a:pt x="1417497" y="1778000"/>
                </a:moveTo>
                <a:lnTo>
                  <a:pt x="1291780" y="1778000"/>
                </a:lnTo>
                <a:lnTo>
                  <a:pt x="1301216" y="1765300"/>
                </a:lnTo>
                <a:lnTo>
                  <a:pt x="1441907" y="1765300"/>
                </a:lnTo>
                <a:lnTo>
                  <a:pt x="1417497" y="1778000"/>
                </a:lnTo>
                <a:close/>
              </a:path>
              <a:path w="2495550" h="1955800">
                <a:moveTo>
                  <a:pt x="1362938" y="1790700"/>
                </a:moveTo>
                <a:lnTo>
                  <a:pt x="1264983" y="1790700"/>
                </a:lnTo>
                <a:lnTo>
                  <a:pt x="1282573" y="1778000"/>
                </a:lnTo>
                <a:lnTo>
                  <a:pt x="1373593" y="1778000"/>
                </a:lnTo>
                <a:lnTo>
                  <a:pt x="1362938" y="1790700"/>
                </a:lnTo>
                <a:close/>
              </a:path>
              <a:path w="2495550" h="1955800">
                <a:moveTo>
                  <a:pt x="725690" y="1803400"/>
                </a:moveTo>
                <a:lnTo>
                  <a:pt x="671372" y="1803400"/>
                </a:lnTo>
                <a:lnTo>
                  <a:pt x="664171" y="1790700"/>
                </a:lnTo>
                <a:lnTo>
                  <a:pt x="718743" y="1790700"/>
                </a:lnTo>
                <a:lnTo>
                  <a:pt x="725690" y="1803400"/>
                </a:lnTo>
                <a:close/>
              </a:path>
              <a:path w="2495550" h="1955800">
                <a:moveTo>
                  <a:pt x="1297774" y="1816100"/>
                </a:moveTo>
                <a:lnTo>
                  <a:pt x="1216787" y="1816100"/>
                </a:lnTo>
                <a:lnTo>
                  <a:pt x="1231620" y="1803400"/>
                </a:lnTo>
                <a:lnTo>
                  <a:pt x="1248117" y="1790700"/>
                </a:lnTo>
                <a:lnTo>
                  <a:pt x="1333868" y="1790700"/>
                </a:lnTo>
                <a:lnTo>
                  <a:pt x="1324254" y="1803400"/>
                </a:lnTo>
                <a:lnTo>
                  <a:pt x="1306677" y="1803400"/>
                </a:lnTo>
                <a:lnTo>
                  <a:pt x="1297774" y="1816100"/>
                </a:lnTo>
                <a:close/>
              </a:path>
              <a:path w="2495550" h="1955800">
                <a:moveTo>
                  <a:pt x="752475" y="1828800"/>
                </a:moveTo>
                <a:lnTo>
                  <a:pt x="692975" y="1828800"/>
                </a:lnTo>
                <a:lnTo>
                  <a:pt x="678573" y="1803400"/>
                </a:lnTo>
                <a:lnTo>
                  <a:pt x="732104" y="1803400"/>
                </a:lnTo>
                <a:lnTo>
                  <a:pt x="739038" y="1816100"/>
                </a:lnTo>
                <a:lnTo>
                  <a:pt x="738631" y="1816100"/>
                </a:lnTo>
                <a:lnTo>
                  <a:pt x="752475" y="1828800"/>
                </a:lnTo>
                <a:close/>
              </a:path>
              <a:path w="2495550" h="1955800">
                <a:moveTo>
                  <a:pt x="1235849" y="1841500"/>
                </a:moveTo>
                <a:lnTo>
                  <a:pt x="1174991" y="1841500"/>
                </a:lnTo>
                <a:lnTo>
                  <a:pt x="1188300" y="1828800"/>
                </a:lnTo>
                <a:lnTo>
                  <a:pt x="1202220" y="1816100"/>
                </a:lnTo>
                <a:lnTo>
                  <a:pt x="1281607" y="1816100"/>
                </a:lnTo>
                <a:lnTo>
                  <a:pt x="1265288" y="1828800"/>
                </a:lnTo>
                <a:lnTo>
                  <a:pt x="1250683" y="1828800"/>
                </a:lnTo>
                <a:lnTo>
                  <a:pt x="1235849" y="1841500"/>
                </a:lnTo>
                <a:close/>
              </a:path>
              <a:path w="2495550" h="1955800">
                <a:moveTo>
                  <a:pt x="778979" y="1841500"/>
                </a:moveTo>
                <a:lnTo>
                  <a:pt x="707377" y="1841500"/>
                </a:lnTo>
                <a:lnTo>
                  <a:pt x="700176" y="1828800"/>
                </a:lnTo>
                <a:lnTo>
                  <a:pt x="765162" y="1828800"/>
                </a:lnTo>
                <a:lnTo>
                  <a:pt x="778979" y="1841500"/>
                </a:lnTo>
                <a:close/>
              </a:path>
              <a:path w="2495550" h="1955800">
                <a:moveTo>
                  <a:pt x="1250238" y="1841500"/>
                </a:moveTo>
                <a:lnTo>
                  <a:pt x="1250683" y="1828800"/>
                </a:lnTo>
                <a:lnTo>
                  <a:pt x="1265783" y="1828800"/>
                </a:lnTo>
                <a:lnTo>
                  <a:pt x="1250238" y="1841500"/>
                </a:lnTo>
                <a:close/>
              </a:path>
              <a:path w="2495550" h="1955800">
                <a:moveTo>
                  <a:pt x="845134" y="1879600"/>
                </a:moveTo>
                <a:lnTo>
                  <a:pt x="757643" y="1879600"/>
                </a:lnTo>
                <a:lnTo>
                  <a:pt x="743242" y="1866900"/>
                </a:lnTo>
                <a:lnTo>
                  <a:pt x="729411" y="1854200"/>
                </a:lnTo>
                <a:lnTo>
                  <a:pt x="714590" y="1841500"/>
                </a:lnTo>
                <a:lnTo>
                  <a:pt x="778395" y="1841500"/>
                </a:lnTo>
                <a:lnTo>
                  <a:pt x="792200" y="1854200"/>
                </a:lnTo>
                <a:lnTo>
                  <a:pt x="804824" y="1854200"/>
                </a:lnTo>
                <a:lnTo>
                  <a:pt x="818629" y="1866900"/>
                </a:lnTo>
                <a:lnTo>
                  <a:pt x="831303" y="1866900"/>
                </a:lnTo>
                <a:lnTo>
                  <a:pt x="845134" y="1879600"/>
                </a:lnTo>
                <a:close/>
              </a:path>
              <a:path w="2495550" h="1955800">
                <a:moveTo>
                  <a:pt x="1196047" y="1866900"/>
                </a:moveTo>
                <a:lnTo>
                  <a:pt x="1138186" y="1866900"/>
                </a:lnTo>
                <a:lnTo>
                  <a:pt x="1162227" y="1841500"/>
                </a:lnTo>
                <a:lnTo>
                  <a:pt x="1236243" y="1841500"/>
                </a:lnTo>
                <a:lnTo>
                  <a:pt x="1222070" y="1854200"/>
                </a:lnTo>
                <a:lnTo>
                  <a:pt x="1209078" y="1854200"/>
                </a:lnTo>
                <a:lnTo>
                  <a:pt x="1196047" y="1866900"/>
                </a:lnTo>
                <a:close/>
              </a:path>
              <a:path w="2495550" h="1955800">
                <a:moveTo>
                  <a:pt x="1183678" y="1879600"/>
                </a:moveTo>
                <a:lnTo>
                  <a:pt x="1115606" y="1879600"/>
                </a:lnTo>
                <a:lnTo>
                  <a:pt x="1138275" y="1866900"/>
                </a:lnTo>
                <a:lnTo>
                  <a:pt x="1196238" y="1866900"/>
                </a:lnTo>
                <a:lnTo>
                  <a:pt x="1183678" y="1879600"/>
                </a:lnTo>
                <a:close/>
              </a:path>
              <a:path w="2495550" h="1955800">
                <a:moveTo>
                  <a:pt x="871804" y="1892300"/>
                </a:moveTo>
                <a:lnTo>
                  <a:pt x="786447" y="1892300"/>
                </a:lnTo>
                <a:lnTo>
                  <a:pt x="772045" y="1879600"/>
                </a:lnTo>
                <a:lnTo>
                  <a:pt x="857948" y="1879600"/>
                </a:lnTo>
                <a:lnTo>
                  <a:pt x="871804" y="1892300"/>
                </a:lnTo>
                <a:close/>
              </a:path>
              <a:path w="2495550" h="1955800">
                <a:moveTo>
                  <a:pt x="1125423" y="1917700"/>
                </a:moveTo>
                <a:lnTo>
                  <a:pt x="1054112" y="1917700"/>
                </a:lnTo>
                <a:lnTo>
                  <a:pt x="1059611" y="1905000"/>
                </a:lnTo>
                <a:lnTo>
                  <a:pt x="1073886" y="1905000"/>
                </a:lnTo>
                <a:lnTo>
                  <a:pt x="1084694" y="1892300"/>
                </a:lnTo>
                <a:lnTo>
                  <a:pt x="1094371" y="1892300"/>
                </a:lnTo>
                <a:lnTo>
                  <a:pt x="1105268" y="1879600"/>
                </a:lnTo>
                <a:lnTo>
                  <a:pt x="1183817" y="1879600"/>
                </a:lnTo>
                <a:lnTo>
                  <a:pt x="1159814" y="1892300"/>
                </a:lnTo>
                <a:lnTo>
                  <a:pt x="1136815" y="1905000"/>
                </a:lnTo>
                <a:lnTo>
                  <a:pt x="1125423" y="1917700"/>
                </a:lnTo>
                <a:close/>
              </a:path>
              <a:path w="2495550" h="1955800">
                <a:moveTo>
                  <a:pt x="967676" y="1917700"/>
                </a:moveTo>
                <a:lnTo>
                  <a:pt x="829589" y="1917700"/>
                </a:lnTo>
                <a:lnTo>
                  <a:pt x="815225" y="1905000"/>
                </a:lnTo>
                <a:lnTo>
                  <a:pt x="801408" y="1892300"/>
                </a:lnTo>
                <a:lnTo>
                  <a:pt x="898372" y="1892300"/>
                </a:lnTo>
                <a:lnTo>
                  <a:pt x="912304" y="1905000"/>
                </a:lnTo>
                <a:lnTo>
                  <a:pt x="939507" y="1905000"/>
                </a:lnTo>
                <a:lnTo>
                  <a:pt x="967676" y="1917700"/>
                </a:lnTo>
                <a:close/>
              </a:path>
              <a:path w="2495550" h="1955800">
                <a:moveTo>
                  <a:pt x="1103210" y="1930400"/>
                </a:moveTo>
                <a:lnTo>
                  <a:pt x="872616" y="1930400"/>
                </a:lnTo>
                <a:lnTo>
                  <a:pt x="858291" y="1917700"/>
                </a:lnTo>
                <a:lnTo>
                  <a:pt x="1114526" y="1917700"/>
                </a:lnTo>
                <a:lnTo>
                  <a:pt x="1103210" y="1930400"/>
                </a:lnTo>
                <a:close/>
              </a:path>
              <a:path w="2495550" h="1955800">
                <a:moveTo>
                  <a:pt x="1090968" y="1943100"/>
                </a:moveTo>
                <a:lnTo>
                  <a:pt x="901204" y="1943100"/>
                </a:lnTo>
                <a:lnTo>
                  <a:pt x="886917" y="1930400"/>
                </a:lnTo>
                <a:lnTo>
                  <a:pt x="1091768" y="1930400"/>
                </a:lnTo>
                <a:lnTo>
                  <a:pt x="1090968" y="1943100"/>
                </a:lnTo>
                <a:close/>
              </a:path>
              <a:path w="2495550" h="1955800">
                <a:moveTo>
                  <a:pt x="1061275" y="1955800"/>
                </a:moveTo>
                <a:lnTo>
                  <a:pt x="958138" y="1955800"/>
                </a:lnTo>
                <a:lnTo>
                  <a:pt x="929728" y="1943100"/>
                </a:lnTo>
                <a:lnTo>
                  <a:pt x="1067409" y="1943100"/>
                </a:lnTo>
                <a:lnTo>
                  <a:pt x="1061275" y="19558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56825" y="2975038"/>
            <a:ext cx="1520825" cy="249554"/>
          </a:xfrm>
          <a:custGeom>
            <a:avLst/>
            <a:gdLst/>
            <a:ahLst/>
            <a:cxnLst/>
            <a:rect l="l" t="t" r="r" b="b"/>
            <a:pathLst>
              <a:path w="1520825" h="249555">
                <a:moveTo>
                  <a:pt x="1473" y="249110"/>
                </a:moveTo>
                <a:lnTo>
                  <a:pt x="0" y="239712"/>
                </a:lnTo>
                <a:lnTo>
                  <a:pt x="1519237" y="0"/>
                </a:lnTo>
                <a:lnTo>
                  <a:pt x="1520710" y="9398"/>
                </a:lnTo>
                <a:lnTo>
                  <a:pt x="1473" y="24911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942840" y="2685414"/>
            <a:ext cx="2622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0066"/>
                </a:solidFill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862262" y="3795712"/>
            <a:ext cx="3959225" cy="76200"/>
          </a:xfrm>
          <a:custGeom>
            <a:avLst/>
            <a:gdLst/>
            <a:ahLst/>
            <a:cxnLst/>
            <a:rect l="l" t="t" r="r" b="b"/>
            <a:pathLst>
              <a:path w="3959225" h="76200">
                <a:moveTo>
                  <a:pt x="3883025" y="76200"/>
                </a:moveTo>
                <a:lnTo>
                  <a:pt x="3883025" y="0"/>
                </a:lnTo>
                <a:lnTo>
                  <a:pt x="3949700" y="33337"/>
                </a:lnTo>
                <a:lnTo>
                  <a:pt x="3902075" y="33337"/>
                </a:lnTo>
                <a:lnTo>
                  <a:pt x="3902075" y="42862"/>
                </a:lnTo>
                <a:lnTo>
                  <a:pt x="3949700" y="42862"/>
                </a:lnTo>
                <a:lnTo>
                  <a:pt x="3883025" y="76200"/>
                </a:lnTo>
                <a:close/>
              </a:path>
              <a:path w="3959225" h="76200">
                <a:moveTo>
                  <a:pt x="3883025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3883025" y="33337"/>
                </a:lnTo>
                <a:lnTo>
                  <a:pt x="3883025" y="42862"/>
                </a:lnTo>
                <a:close/>
              </a:path>
              <a:path w="3959225" h="76200">
                <a:moveTo>
                  <a:pt x="3949700" y="42862"/>
                </a:moveTo>
                <a:lnTo>
                  <a:pt x="3902075" y="42862"/>
                </a:lnTo>
                <a:lnTo>
                  <a:pt x="3902075" y="33337"/>
                </a:lnTo>
                <a:lnTo>
                  <a:pt x="3949700" y="33337"/>
                </a:lnTo>
                <a:lnTo>
                  <a:pt x="3959225" y="38100"/>
                </a:lnTo>
                <a:lnTo>
                  <a:pt x="39497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24162" y="1557337"/>
            <a:ext cx="76200" cy="4707255"/>
          </a:xfrm>
          <a:custGeom>
            <a:avLst/>
            <a:gdLst/>
            <a:ahLst/>
            <a:cxnLst/>
            <a:rect l="l" t="t" r="r" b="b"/>
            <a:pathLst>
              <a:path w="76200" h="4707255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4707255">
                <a:moveTo>
                  <a:pt x="42862" y="4706937"/>
                </a:moveTo>
                <a:lnTo>
                  <a:pt x="33337" y="4706937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4706937"/>
                </a:lnTo>
                <a:close/>
              </a:path>
              <a:path w="76200" h="4707255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676390" y="3796982"/>
            <a:ext cx="1841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90152" y="1329054"/>
            <a:ext cx="216027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85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ts val="2865"/>
              </a:lnSpc>
            </a:pPr>
            <a:r>
              <a:rPr dirty="0" sz="2800" b="1" i="1">
                <a:solidFill>
                  <a:srgbClr val="009900"/>
                </a:solidFill>
                <a:latin typeface="Times New Roman"/>
                <a:cs typeface="Times New Roman"/>
              </a:rPr>
              <a:t>F</a:t>
            </a:r>
            <a:r>
              <a:rPr dirty="0" baseline="-16975" sz="2700" spc="22" b="1">
                <a:solidFill>
                  <a:srgbClr val="009900"/>
                </a:solidFill>
                <a:latin typeface="宋体"/>
                <a:cs typeface="宋体"/>
              </a:rPr>
              <a:t>斥</a:t>
            </a:r>
            <a:endParaRPr baseline="-16975" sz="27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90152" y="3539489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88682"/>
            <a:ext cx="500126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330066"/>
                </a:solidFill>
              </a:rPr>
              <a:t>二、分子动理论的内</a:t>
            </a:r>
            <a:r>
              <a:rPr dirty="0" sz="3900" spc="-20">
                <a:solidFill>
                  <a:srgbClr val="330066"/>
                </a:solidFill>
              </a:rPr>
              <a:t>容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1202689" y="1767522"/>
            <a:ext cx="6563359" cy="199898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960"/>
              </a:spcBef>
              <a:buFont typeface="Times New Roman"/>
              <a:buAutoNum type="arabicPeriod"/>
              <a:tabLst>
                <a:tab pos="583565" algn="l"/>
                <a:tab pos="584200" algn="l"/>
              </a:tabLst>
            </a:pPr>
            <a:r>
              <a:rPr dirty="0" sz="3600" b="1">
                <a:latin typeface="宋体"/>
                <a:cs typeface="宋体"/>
              </a:rPr>
              <a:t>物质是由大量分子组成</a:t>
            </a:r>
            <a:r>
              <a:rPr dirty="0" sz="3600" spc="-15" b="1">
                <a:latin typeface="宋体"/>
                <a:cs typeface="宋体"/>
              </a:rPr>
              <a:t>的</a:t>
            </a:r>
            <a:endParaRPr sz="36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860"/>
              </a:spcBef>
              <a:buFont typeface="Times New Roman"/>
              <a:buAutoNum type="arabicPeriod"/>
              <a:tabLst>
                <a:tab pos="583565" algn="l"/>
                <a:tab pos="584200" algn="l"/>
              </a:tabLst>
            </a:pPr>
            <a:r>
              <a:rPr dirty="0" sz="3600" b="1">
                <a:latin typeface="宋体"/>
                <a:cs typeface="宋体"/>
              </a:rPr>
              <a:t>分子永不停息的做无规则运</a:t>
            </a:r>
            <a:r>
              <a:rPr dirty="0" sz="3600" spc="-15" b="1">
                <a:latin typeface="宋体"/>
                <a:cs typeface="宋体"/>
              </a:rPr>
              <a:t>动</a:t>
            </a:r>
            <a:endParaRPr sz="36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860"/>
              </a:spcBef>
              <a:buFont typeface="Times New Roman"/>
              <a:buAutoNum type="arabicPeriod"/>
              <a:tabLst>
                <a:tab pos="583565" algn="l"/>
                <a:tab pos="584200" algn="l"/>
              </a:tabLst>
            </a:pPr>
            <a:r>
              <a:rPr dirty="0" sz="3600" b="1">
                <a:latin typeface="宋体"/>
                <a:cs typeface="宋体"/>
              </a:rPr>
              <a:t>分子间存在相互作用</a:t>
            </a:r>
            <a:r>
              <a:rPr dirty="0" sz="3600" spc="-15" b="1">
                <a:latin typeface="宋体"/>
                <a:cs typeface="宋体"/>
              </a:rPr>
              <a:t>力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03592"/>
            <a:ext cx="1385570" cy="742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700" spc="5" b="0">
                <a:solidFill>
                  <a:srgbClr val="000099"/>
                </a:solidFill>
                <a:latin typeface="宋体"/>
                <a:cs typeface="宋体"/>
              </a:rPr>
              <a:t>练</a:t>
            </a:r>
            <a:r>
              <a:rPr dirty="0" sz="4700" spc="-1145" b="0">
                <a:solidFill>
                  <a:srgbClr val="000099"/>
                </a:solidFill>
                <a:latin typeface="宋体"/>
                <a:cs typeface="宋体"/>
              </a:rPr>
              <a:t> </a:t>
            </a:r>
            <a:r>
              <a:rPr dirty="0" sz="4700" spc="5" b="0">
                <a:solidFill>
                  <a:srgbClr val="000099"/>
                </a:solidFill>
                <a:latin typeface="宋体"/>
                <a:cs typeface="宋体"/>
              </a:rPr>
              <a:t>习</a:t>
            </a:r>
            <a:endParaRPr sz="47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7700" y="2451417"/>
            <a:ext cx="3726179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b="1">
                <a:latin typeface="宋体"/>
                <a:cs typeface="宋体"/>
              </a:rPr>
              <a:t>分子间引力减小的慢</a:t>
            </a:r>
            <a:r>
              <a:rPr dirty="0" sz="2900" spc="-10" b="1">
                <a:latin typeface="宋体"/>
                <a:cs typeface="宋体"/>
              </a:rPr>
              <a:t>，</a:t>
            </a:r>
            <a:endParaRPr sz="29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2451417"/>
            <a:ext cx="7883525" cy="351726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55600" marR="3988435" indent="-342900">
              <a:lnSpc>
                <a:spcPts val="3140"/>
              </a:lnSpc>
              <a:spcBef>
                <a:spcPts val="490"/>
              </a:spcBef>
              <a:buFont typeface="Times New Roman"/>
              <a:buAutoNum type="alphaUcPeriod"/>
              <a:tabLst>
                <a:tab pos="462915" algn="l"/>
              </a:tabLst>
            </a:pPr>
            <a:r>
              <a:rPr dirty="0" sz="2900" b="1">
                <a:latin typeface="宋体"/>
                <a:cs typeface="宋体"/>
              </a:rPr>
              <a:t>随着分子间距离增加</a:t>
            </a:r>
            <a:r>
              <a:rPr dirty="0" sz="2900" b="1">
                <a:latin typeface="Times New Roman"/>
                <a:cs typeface="Times New Roman"/>
              </a:rPr>
              <a:t>, </a:t>
            </a:r>
            <a:r>
              <a:rPr dirty="0" sz="2900" b="1">
                <a:latin typeface="宋体"/>
                <a:cs typeface="宋体"/>
              </a:rPr>
              <a:t>斥力减小的</a:t>
            </a:r>
            <a:r>
              <a:rPr dirty="0" sz="2900" spc="-10" b="1">
                <a:latin typeface="宋体"/>
                <a:cs typeface="宋体"/>
              </a:rPr>
              <a:t>快</a:t>
            </a:r>
            <a:endParaRPr sz="2900">
              <a:latin typeface="宋体"/>
              <a:cs typeface="宋体"/>
            </a:endParaRPr>
          </a:p>
          <a:p>
            <a:pPr marL="355600" marR="30480" indent="-342900">
              <a:lnSpc>
                <a:spcPts val="3140"/>
              </a:lnSpc>
              <a:spcBef>
                <a:spcPts val="675"/>
              </a:spcBef>
              <a:buFont typeface="Times New Roman"/>
              <a:buAutoNum type="alphaUcPeriod"/>
              <a:tabLst>
                <a:tab pos="442595" algn="l"/>
              </a:tabLst>
            </a:pPr>
            <a:r>
              <a:rPr dirty="0" sz="2900" b="1">
                <a:latin typeface="宋体"/>
                <a:cs typeface="宋体"/>
              </a:rPr>
              <a:t>随着分子间距离增加，分子间引力减小的快</a:t>
            </a:r>
            <a:r>
              <a:rPr dirty="0" sz="2900" spc="-5" b="1">
                <a:latin typeface="宋体"/>
                <a:cs typeface="宋体"/>
              </a:rPr>
              <a:t>， </a:t>
            </a:r>
            <a:r>
              <a:rPr dirty="0" sz="2900" b="1">
                <a:latin typeface="宋体"/>
                <a:cs typeface="宋体"/>
              </a:rPr>
              <a:t>斥力减小的</a:t>
            </a:r>
            <a:r>
              <a:rPr dirty="0" sz="2900" spc="-10" b="1">
                <a:latin typeface="宋体"/>
                <a:cs typeface="宋体"/>
              </a:rPr>
              <a:t>慢</a:t>
            </a:r>
            <a:endParaRPr sz="2900">
              <a:latin typeface="宋体"/>
              <a:cs typeface="宋体"/>
            </a:endParaRPr>
          </a:p>
          <a:p>
            <a:pPr marL="355600" marR="5080" indent="-342900">
              <a:lnSpc>
                <a:spcPts val="3140"/>
              </a:lnSpc>
              <a:spcBef>
                <a:spcPts val="675"/>
              </a:spcBef>
              <a:buFont typeface="Times New Roman"/>
              <a:buAutoNum type="alphaUcPeriod"/>
              <a:tabLst>
                <a:tab pos="462915" algn="l"/>
              </a:tabLst>
            </a:pPr>
            <a:r>
              <a:rPr dirty="0" sz="2900" b="1">
                <a:latin typeface="宋体"/>
                <a:cs typeface="宋体"/>
              </a:rPr>
              <a:t>分子间距离大于</a:t>
            </a:r>
            <a:r>
              <a:rPr dirty="0" sz="2900" spc="5" b="1">
                <a:latin typeface="Times New Roman"/>
                <a:cs typeface="Times New Roman"/>
              </a:rPr>
              <a:t>r</a:t>
            </a:r>
            <a:r>
              <a:rPr dirty="0" baseline="-18018" sz="2775" spc="7" b="1">
                <a:latin typeface="Times New Roman"/>
                <a:cs typeface="Times New Roman"/>
              </a:rPr>
              <a:t>0</a:t>
            </a:r>
            <a:r>
              <a:rPr dirty="0" sz="2900" b="1">
                <a:latin typeface="宋体"/>
                <a:cs typeface="宋体"/>
              </a:rPr>
              <a:t>时</a:t>
            </a:r>
            <a:r>
              <a:rPr dirty="0" sz="2900" spc="-10" b="1">
                <a:latin typeface="宋体"/>
                <a:cs typeface="宋体"/>
              </a:rPr>
              <a:t>，</a:t>
            </a:r>
            <a:r>
              <a:rPr dirty="0" sz="2900" spc="-755" b="1">
                <a:latin typeface="宋体"/>
                <a:cs typeface="宋体"/>
              </a:rPr>
              <a:t> </a:t>
            </a:r>
            <a:r>
              <a:rPr dirty="0" sz="2900" b="1">
                <a:latin typeface="宋体"/>
                <a:cs typeface="宋体"/>
              </a:rPr>
              <a:t>分子间距离越大，分</a:t>
            </a:r>
            <a:r>
              <a:rPr dirty="0" sz="2900" spc="-10" b="1">
                <a:latin typeface="宋体"/>
                <a:cs typeface="宋体"/>
              </a:rPr>
              <a:t>子 </a:t>
            </a:r>
            <a:r>
              <a:rPr dirty="0" sz="2900" b="1">
                <a:latin typeface="宋体"/>
                <a:cs typeface="宋体"/>
              </a:rPr>
              <a:t>力越</a:t>
            </a:r>
            <a:r>
              <a:rPr dirty="0" sz="2900" spc="-10" b="1">
                <a:latin typeface="宋体"/>
                <a:cs typeface="宋体"/>
              </a:rPr>
              <a:t>大</a:t>
            </a:r>
            <a:endParaRPr sz="2900">
              <a:latin typeface="宋体"/>
              <a:cs typeface="宋体"/>
            </a:endParaRPr>
          </a:p>
          <a:p>
            <a:pPr marL="355600" marR="5080" indent="-342900">
              <a:lnSpc>
                <a:spcPts val="3140"/>
              </a:lnSpc>
              <a:spcBef>
                <a:spcPts val="675"/>
              </a:spcBef>
              <a:buFont typeface="Times New Roman"/>
              <a:buAutoNum type="alphaUcPeriod"/>
              <a:tabLst>
                <a:tab pos="462915" algn="l"/>
              </a:tabLst>
            </a:pPr>
            <a:r>
              <a:rPr dirty="0" sz="2900" b="1">
                <a:latin typeface="宋体"/>
                <a:cs typeface="宋体"/>
              </a:rPr>
              <a:t>分子间距离小于</a:t>
            </a:r>
            <a:r>
              <a:rPr dirty="0" sz="2900" spc="5" b="1">
                <a:latin typeface="Times New Roman"/>
                <a:cs typeface="Times New Roman"/>
              </a:rPr>
              <a:t>r</a:t>
            </a:r>
            <a:r>
              <a:rPr dirty="0" baseline="-18018" sz="2775" spc="7" b="1">
                <a:latin typeface="Times New Roman"/>
                <a:cs typeface="Times New Roman"/>
              </a:rPr>
              <a:t>0</a:t>
            </a:r>
            <a:r>
              <a:rPr dirty="0" sz="2900" b="1">
                <a:latin typeface="宋体"/>
                <a:cs typeface="宋体"/>
              </a:rPr>
              <a:t>时</a:t>
            </a:r>
            <a:r>
              <a:rPr dirty="0" sz="2900" spc="-10" b="1">
                <a:latin typeface="宋体"/>
                <a:cs typeface="宋体"/>
              </a:rPr>
              <a:t>，</a:t>
            </a:r>
            <a:r>
              <a:rPr dirty="0" sz="2900" spc="-755" b="1">
                <a:latin typeface="宋体"/>
                <a:cs typeface="宋体"/>
              </a:rPr>
              <a:t> </a:t>
            </a:r>
            <a:r>
              <a:rPr dirty="0" sz="2900" b="1">
                <a:latin typeface="宋体"/>
                <a:cs typeface="宋体"/>
              </a:rPr>
              <a:t>分子间距离越小，分</a:t>
            </a:r>
            <a:r>
              <a:rPr dirty="0" sz="2900" spc="-10" b="1">
                <a:latin typeface="宋体"/>
                <a:cs typeface="宋体"/>
              </a:rPr>
              <a:t>子 </a:t>
            </a:r>
            <a:r>
              <a:rPr dirty="0" sz="2900" b="1">
                <a:latin typeface="宋体"/>
                <a:cs typeface="宋体"/>
              </a:rPr>
              <a:t>力越</a:t>
            </a:r>
            <a:r>
              <a:rPr dirty="0" sz="2900" spc="-10" b="1">
                <a:latin typeface="宋体"/>
                <a:cs typeface="宋体"/>
              </a:rPr>
              <a:t>大</a:t>
            </a:r>
            <a:endParaRPr sz="29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1571307"/>
            <a:ext cx="7940040" cy="87376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55600" marR="5080" indent="-342900">
              <a:lnSpc>
                <a:spcPts val="3130"/>
              </a:lnSpc>
              <a:spcBef>
                <a:spcPts val="500"/>
              </a:spcBef>
              <a:tabLst>
                <a:tab pos="523875" algn="l"/>
                <a:tab pos="3631565" algn="l"/>
                <a:tab pos="4105275" algn="l"/>
                <a:tab pos="4563745" algn="l"/>
              </a:tabLst>
            </a:pPr>
            <a:r>
              <a:rPr dirty="0" sz="2900" spc="-5" b="1">
                <a:latin typeface="Arial"/>
                <a:cs typeface="Arial"/>
              </a:rPr>
              <a:t>1</a:t>
            </a:r>
            <a:r>
              <a:rPr dirty="0" sz="2900" b="1">
                <a:latin typeface="Arial"/>
                <a:cs typeface="Arial"/>
              </a:rPr>
              <a:t>.</a:t>
            </a:r>
            <a:r>
              <a:rPr dirty="0" sz="2900" b="1">
                <a:latin typeface="Arial"/>
                <a:cs typeface="Arial"/>
              </a:rPr>
              <a:t>		</a:t>
            </a:r>
            <a:r>
              <a:rPr dirty="0" sz="2900" b="1">
                <a:latin typeface="宋体"/>
                <a:cs typeface="宋体"/>
              </a:rPr>
              <a:t>分子间既有引力又有斥力，分子力与分子间</a:t>
            </a:r>
            <a:r>
              <a:rPr dirty="0" sz="2900" spc="-5" b="1">
                <a:latin typeface="宋体"/>
                <a:cs typeface="宋体"/>
              </a:rPr>
              <a:t>距 </a:t>
            </a:r>
            <a:r>
              <a:rPr dirty="0" sz="2900" b="1">
                <a:latin typeface="宋体"/>
                <a:cs typeface="宋体"/>
              </a:rPr>
              <a:t>离的关系正确的是</a:t>
            </a:r>
            <a:r>
              <a:rPr dirty="0" sz="2900" b="1">
                <a:latin typeface="Arial"/>
                <a:cs typeface="Arial"/>
              </a:rPr>
              <a:t>(	</a:t>
            </a:r>
            <a:r>
              <a:rPr dirty="0" baseline="-2604" sz="4800">
                <a:solidFill>
                  <a:srgbClr val="FF0066"/>
                </a:solidFill>
                <a:latin typeface="Times New Roman"/>
                <a:cs typeface="Times New Roman"/>
              </a:rPr>
              <a:t>A	D	</a:t>
            </a:r>
            <a:r>
              <a:rPr dirty="0" sz="2900" b="1">
                <a:latin typeface="Arial"/>
                <a:cs typeface="Arial"/>
              </a:rPr>
              <a:t>)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443672"/>
            <a:ext cx="7769859" cy="3865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2770" marR="203200" indent="-572770">
              <a:lnSpc>
                <a:spcPct val="120000"/>
              </a:lnSpc>
              <a:spcBef>
                <a:spcPts val="100"/>
              </a:spcBef>
              <a:buFont typeface="Times New Roman"/>
              <a:buAutoNum type="alphaUcPeriod"/>
              <a:tabLst>
                <a:tab pos="572770" algn="l"/>
                <a:tab pos="573405" algn="l"/>
              </a:tabLst>
            </a:pPr>
            <a:r>
              <a:rPr dirty="0" sz="3000" b="1">
                <a:latin typeface="宋体"/>
                <a:cs typeface="宋体"/>
              </a:rPr>
              <a:t>分子间既有引力作用同时又有斥力作用</a:t>
            </a:r>
            <a:r>
              <a:rPr dirty="0" sz="3000" b="1">
                <a:latin typeface="Times New Roman"/>
                <a:cs typeface="Times New Roman"/>
              </a:rPr>
              <a:t>,</a:t>
            </a:r>
            <a:r>
              <a:rPr dirty="0" sz="3000" spc="-10" b="1">
                <a:latin typeface="宋体"/>
                <a:cs typeface="宋体"/>
              </a:rPr>
              <a:t>分 </a:t>
            </a:r>
            <a:r>
              <a:rPr dirty="0" sz="3000" b="1">
                <a:latin typeface="宋体"/>
                <a:cs typeface="宋体"/>
              </a:rPr>
              <a:t>子力是指分子间的引力和斥力的合</a:t>
            </a:r>
            <a:r>
              <a:rPr dirty="0" sz="3000" spc="-15" b="1">
                <a:latin typeface="宋体"/>
                <a:cs typeface="宋体"/>
              </a:rPr>
              <a:t>力</a:t>
            </a:r>
            <a:endParaRPr sz="3000">
              <a:latin typeface="宋体"/>
              <a:cs typeface="宋体"/>
            </a:endParaRPr>
          </a:p>
          <a:p>
            <a:pPr marL="551815" marR="5080" indent="-551815">
              <a:lnSpc>
                <a:spcPct val="120000"/>
              </a:lnSpc>
              <a:buFont typeface="Times New Roman"/>
              <a:buAutoNum type="alphaUcPeriod"/>
              <a:tabLst>
                <a:tab pos="551815" algn="l"/>
                <a:tab pos="552450" algn="l"/>
              </a:tabLst>
            </a:pPr>
            <a:r>
              <a:rPr dirty="0" sz="3000" b="1">
                <a:latin typeface="宋体"/>
                <a:cs typeface="宋体"/>
              </a:rPr>
              <a:t>当分子间距离</a:t>
            </a:r>
            <a:r>
              <a:rPr dirty="0" sz="3000" b="1" i="1">
                <a:latin typeface="Times New Roman"/>
                <a:cs typeface="Times New Roman"/>
              </a:rPr>
              <a:t>r</a:t>
            </a:r>
            <a:r>
              <a:rPr dirty="0" sz="3000" spc="-20" b="1" i="1">
                <a:latin typeface="Times New Roman"/>
                <a:cs typeface="Times New Roman"/>
              </a:rPr>
              <a:t> </a:t>
            </a:r>
            <a:r>
              <a:rPr dirty="0" sz="3000" b="1" i="1">
                <a:latin typeface="Times New Roman"/>
                <a:cs typeface="Times New Roman"/>
              </a:rPr>
              <a:t>=</a:t>
            </a:r>
            <a:r>
              <a:rPr dirty="0" sz="3000" spc="-10" b="1" i="1">
                <a:latin typeface="Times New Roman"/>
                <a:cs typeface="Times New Roman"/>
              </a:rPr>
              <a:t> </a:t>
            </a:r>
            <a:r>
              <a:rPr dirty="0" sz="3000" b="1" i="1">
                <a:latin typeface="Times New Roman"/>
                <a:cs typeface="Times New Roman"/>
              </a:rPr>
              <a:t>r</a:t>
            </a:r>
            <a:r>
              <a:rPr dirty="0" sz="3000" spc="-20" b="1" i="1">
                <a:latin typeface="Times New Roman"/>
                <a:cs typeface="Times New Roman"/>
              </a:rPr>
              <a:t> </a:t>
            </a:r>
            <a:r>
              <a:rPr dirty="0" baseline="-17094" sz="2925" b="1">
                <a:latin typeface="Times New Roman"/>
                <a:cs typeface="Times New Roman"/>
              </a:rPr>
              <a:t>0</a:t>
            </a:r>
            <a:r>
              <a:rPr dirty="0" baseline="-17094" sz="2925" spc="-7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宋体"/>
                <a:cs typeface="宋体"/>
              </a:rPr>
              <a:t>时分子力大小为零</a:t>
            </a:r>
            <a:r>
              <a:rPr dirty="0" sz="3000" b="1">
                <a:latin typeface="Times New Roman"/>
                <a:cs typeface="Times New Roman"/>
              </a:rPr>
              <a:t>,</a:t>
            </a:r>
            <a:r>
              <a:rPr dirty="0" sz="3000" b="1">
                <a:latin typeface="宋体"/>
                <a:cs typeface="宋体"/>
              </a:rPr>
              <a:t>此</a:t>
            </a:r>
            <a:r>
              <a:rPr dirty="0" sz="3000" spc="-15" b="1">
                <a:latin typeface="宋体"/>
                <a:cs typeface="宋体"/>
              </a:rPr>
              <a:t>时 </a:t>
            </a:r>
            <a:r>
              <a:rPr dirty="0" sz="3000" b="1">
                <a:latin typeface="宋体"/>
                <a:cs typeface="宋体"/>
              </a:rPr>
              <a:t>分子间的引力和斥力均为</a:t>
            </a:r>
            <a:r>
              <a:rPr dirty="0" sz="3000" spc="-15" b="1">
                <a:latin typeface="宋体"/>
                <a:cs typeface="宋体"/>
              </a:rPr>
              <a:t>零</a:t>
            </a:r>
            <a:endParaRPr sz="3000">
              <a:latin typeface="宋体"/>
              <a:cs typeface="宋体"/>
            </a:endParaRPr>
          </a:p>
          <a:p>
            <a:pPr marL="488950" marR="186055" indent="-476250">
              <a:lnSpc>
                <a:spcPct val="120000"/>
              </a:lnSpc>
              <a:buFont typeface="Times New Roman"/>
              <a:buAutoNum type="alphaUcPeriod"/>
              <a:tabLst>
                <a:tab pos="572770" algn="l"/>
                <a:tab pos="573405" algn="l"/>
              </a:tabLst>
            </a:pPr>
            <a:r>
              <a:rPr dirty="0"/>
              <a:t>	</a:t>
            </a:r>
            <a:r>
              <a:rPr dirty="0" sz="3000" b="1">
                <a:latin typeface="宋体"/>
                <a:cs typeface="宋体"/>
              </a:rPr>
              <a:t>当分子间距离</a:t>
            </a:r>
            <a:r>
              <a:rPr dirty="0" sz="3000" b="1" i="1">
                <a:latin typeface="Times New Roman"/>
                <a:cs typeface="Times New Roman"/>
              </a:rPr>
              <a:t>r</a:t>
            </a:r>
            <a:r>
              <a:rPr dirty="0" sz="3000" spc="-20" b="1" i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&gt;</a:t>
            </a:r>
            <a:r>
              <a:rPr dirty="0" sz="3000" spc="-10" b="1">
                <a:latin typeface="Times New Roman"/>
                <a:cs typeface="Times New Roman"/>
              </a:rPr>
              <a:t> </a:t>
            </a:r>
            <a:r>
              <a:rPr dirty="0" sz="3000" spc="-5" b="1" i="1">
                <a:latin typeface="Times New Roman"/>
                <a:cs typeface="Times New Roman"/>
              </a:rPr>
              <a:t>r</a:t>
            </a:r>
            <a:r>
              <a:rPr dirty="0" baseline="-17094" sz="2925" spc="-7" b="1">
                <a:latin typeface="Times New Roman"/>
                <a:cs typeface="Times New Roman"/>
              </a:rPr>
              <a:t>0</a:t>
            </a:r>
            <a:r>
              <a:rPr dirty="0" sz="3000" b="1">
                <a:latin typeface="宋体"/>
                <a:cs typeface="宋体"/>
              </a:rPr>
              <a:t>时</a:t>
            </a:r>
            <a:r>
              <a:rPr dirty="0" sz="3000" b="1">
                <a:latin typeface="Times New Roman"/>
                <a:cs typeface="Times New Roman"/>
              </a:rPr>
              <a:t>,</a:t>
            </a:r>
            <a:r>
              <a:rPr dirty="0" sz="3000" spc="-15" b="1">
                <a:latin typeface="Times New Roman"/>
                <a:cs typeface="Times New Roman"/>
              </a:rPr>
              <a:t> </a:t>
            </a:r>
            <a:r>
              <a:rPr dirty="0" sz="3000" b="1" i="1">
                <a:latin typeface="Times New Roman"/>
                <a:cs typeface="Times New Roman"/>
              </a:rPr>
              <a:t>r</a:t>
            </a:r>
            <a:r>
              <a:rPr dirty="0" sz="3000" spc="-15" b="1" i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宋体"/>
                <a:cs typeface="宋体"/>
              </a:rPr>
              <a:t>越大引力越小当</a:t>
            </a:r>
            <a:r>
              <a:rPr dirty="0" sz="3000" spc="-15" b="1">
                <a:latin typeface="宋体"/>
                <a:cs typeface="宋体"/>
              </a:rPr>
              <a:t>分 </a:t>
            </a:r>
            <a:r>
              <a:rPr dirty="0" sz="3000" b="1">
                <a:latin typeface="宋体"/>
                <a:cs typeface="宋体"/>
              </a:rPr>
              <a:t>子间距离</a:t>
            </a:r>
            <a:r>
              <a:rPr dirty="0" sz="3000" b="1" i="1">
                <a:latin typeface="Times New Roman"/>
                <a:cs typeface="Times New Roman"/>
              </a:rPr>
              <a:t>r</a:t>
            </a:r>
            <a:r>
              <a:rPr dirty="0" sz="3000" spc="-10" b="1" i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&lt;</a:t>
            </a:r>
            <a:r>
              <a:rPr dirty="0" sz="3000" spc="-5" b="1">
                <a:latin typeface="Times New Roman"/>
                <a:cs typeface="Times New Roman"/>
              </a:rPr>
              <a:t> </a:t>
            </a:r>
            <a:r>
              <a:rPr dirty="0" sz="3000" spc="-5" b="1" i="1">
                <a:latin typeface="Times New Roman"/>
                <a:cs typeface="Times New Roman"/>
              </a:rPr>
              <a:t>r</a:t>
            </a:r>
            <a:r>
              <a:rPr dirty="0" baseline="-17094" sz="2925" spc="-7" b="1">
                <a:latin typeface="Times New Roman"/>
                <a:cs typeface="Times New Roman"/>
              </a:rPr>
              <a:t>0</a:t>
            </a:r>
            <a:r>
              <a:rPr dirty="0" sz="3000" b="1">
                <a:latin typeface="宋体"/>
                <a:cs typeface="宋体"/>
              </a:rPr>
              <a:t>时</a:t>
            </a:r>
            <a:r>
              <a:rPr dirty="0" sz="3000" b="1">
                <a:latin typeface="Times New Roman"/>
                <a:cs typeface="Times New Roman"/>
              </a:rPr>
              <a:t>, </a:t>
            </a:r>
            <a:r>
              <a:rPr dirty="0" sz="3000" b="1" i="1">
                <a:latin typeface="Times New Roman"/>
                <a:cs typeface="Times New Roman"/>
              </a:rPr>
              <a:t>r</a:t>
            </a:r>
            <a:r>
              <a:rPr dirty="0" sz="3000" spc="-10" b="1" i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宋体"/>
                <a:cs typeface="宋体"/>
              </a:rPr>
              <a:t>越大引力越</a:t>
            </a:r>
            <a:r>
              <a:rPr dirty="0" sz="3000" spc="-15" b="1">
                <a:latin typeface="宋体"/>
                <a:cs typeface="宋体"/>
              </a:rPr>
              <a:t>大</a:t>
            </a:r>
            <a:endParaRPr sz="3000">
              <a:latin typeface="宋体"/>
              <a:cs typeface="宋体"/>
            </a:endParaRPr>
          </a:p>
          <a:p>
            <a:pPr marL="573405" indent="-560705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572770" algn="l"/>
                <a:tab pos="573405" algn="l"/>
              </a:tabLst>
            </a:pPr>
            <a:r>
              <a:rPr dirty="0" sz="3000" b="1">
                <a:latin typeface="宋体"/>
                <a:cs typeface="宋体"/>
              </a:rPr>
              <a:t>温度越高</a:t>
            </a:r>
            <a:r>
              <a:rPr dirty="0" sz="3000" b="1">
                <a:latin typeface="Times New Roman"/>
                <a:cs typeface="Times New Roman"/>
              </a:rPr>
              <a:t>,</a:t>
            </a:r>
            <a:r>
              <a:rPr dirty="0" sz="3000" spc="-5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宋体"/>
                <a:cs typeface="宋体"/>
              </a:rPr>
              <a:t>分子间的相互作用力就越</a:t>
            </a:r>
            <a:r>
              <a:rPr dirty="0" sz="3000" spc="-15" b="1">
                <a:latin typeface="宋体"/>
                <a:cs typeface="宋体"/>
              </a:rPr>
              <a:t>大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590" y="960437"/>
            <a:ext cx="56661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8315" algn="l"/>
              </a:tabLst>
            </a:pPr>
            <a:r>
              <a:rPr dirty="0">
                <a:solidFill>
                  <a:srgbClr val="6600FF"/>
                </a:solidFill>
                <a:latin typeface="Times New Roman"/>
                <a:cs typeface="Times New Roman"/>
              </a:rPr>
              <a:t>2.	</a:t>
            </a:r>
            <a:r>
              <a:rPr dirty="0"/>
              <a:t>关于分子间相互作用力</a:t>
            </a:r>
            <a:r>
              <a:rPr dirty="0" spc="-15"/>
              <a:t>（</a:t>
            </a:r>
            <a:r>
              <a:rPr dirty="0" spc="-345"/>
              <a:t> </a:t>
            </a:r>
            <a:r>
              <a:rPr dirty="0" baseline="2604" sz="4800" b="0">
                <a:solidFill>
                  <a:srgbClr val="FF0066"/>
                </a:solidFill>
                <a:latin typeface="Times New Roman"/>
                <a:cs typeface="Times New Roman"/>
              </a:rPr>
              <a:t>A</a:t>
            </a:r>
            <a:r>
              <a:rPr dirty="0" baseline="2604" sz="4800" spc="262" b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sz="3000" spc="-15"/>
              <a:t>）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315" algn="l"/>
              </a:tabLst>
            </a:pPr>
            <a:r>
              <a:rPr dirty="0">
                <a:solidFill>
                  <a:srgbClr val="6600FF"/>
                </a:solidFill>
                <a:latin typeface="Times New Roman"/>
                <a:cs typeface="Times New Roman"/>
              </a:rPr>
              <a:t>3.	</a:t>
            </a:r>
            <a:r>
              <a:rPr dirty="0"/>
              <a:t>当两个分子从靠得不能再靠近起距离逐渐增大</a:t>
            </a:r>
            <a:r>
              <a:rPr dirty="0" spc="-15"/>
              <a:t>，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3590"/>
              </a:lnSpc>
              <a:spcBef>
                <a:spcPts val="225"/>
              </a:spcBef>
              <a:tabLst>
                <a:tab pos="6069330" algn="l"/>
              </a:tabLst>
            </a:pPr>
            <a:r>
              <a:rPr dirty="0"/>
              <a:t>直到它们间的相互作用力可忽略为止，在这</a:t>
            </a:r>
            <a:r>
              <a:rPr dirty="0" spc="-10"/>
              <a:t>一 </a:t>
            </a:r>
            <a:r>
              <a:rPr dirty="0"/>
              <a:t>过程中，下列说法中正确的是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dirty="0" spc="-204">
                <a:latin typeface="Times New Roman"/>
                <a:cs typeface="Times New Roman"/>
              </a:rPr>
              <a:t> </a:t>
            </a:r>
            <a:r>
              <a:rPr dirty="0" baseline="-6944" sz="4800" b="0">
                <a:solidFill>
                  <a:srgbClr val="FF0066"/>
                </a:solidFill>
                <a:latin typeface="Times New Roman"/>
                <a:cs typeface="Times New Roman"/>
              </a:rPr>
              <a:t>C</a:t>
            </a:r>
            <a:r>
              <a:rPr dirty="0" baseline="-6944" sz="4800" spc="15" b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dirty="0" baseline="-6944" sz="4800" b="0">
                <a:solidFill>
                  <a:srgbClr val="FF0066"/>
                </a:solidFill>
                <a:latin typeface="Times New Roman"/>
                <a:cs typeface="Times New Roman"/>
              </a:rPr>
              <a:t>D	</a:t>
            </a:r>
            <a:r>
              <a:rPr dirty="0" sz="3000">
                <a:latin typeface="Times New Roman"/>
                <a:cs typeface="Times New Roman"/>
              </a:rPr>
              <a:t>)</a:t>
            </a:r>
            <a:endParaRPr sz="3000">
              <a:latin typeface="Times New Roman"/>
              <a:cs typeface="Times New Roman"/>
            </a:endParaRPr>
          </a:p>
          <a:p>
            <a:pPr marL="516255" indent="-465455">
              <a:lnSpc>
                <a:spcPct val="100000"/>
              </a:lnSpc>
              <a:spcBef>
                <a:spcPts val="605"/>
              </a:spcBef>
              <a:buFont typeface="Times New Roman"/>
              <a:buAutoNum type="alphaUcPeriod"/>
              <a:tabLst>
                <a:tab pos="516255" algn="l"/>
              </a:tabLst>
            </a:pPr>
            <a:r>
              <a:rPr dirty="0"/>
              <a:t>分子间斥力逐渐减小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引力逐渐增</a:t>
            </a:r>
            <a:r>
              <a:rPr dirty="0" spc="-15"/>
              <a:t>大</a:t>
            </a:r>
          </a:p>
          <a:p>
            <a:pPr marL="495300" indent="-444500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495300" algn="l"/>
              </a:tabLst>
            </a:pPr>
            <a:r>
              <a:rPr dirty="0"/>
              <a:t>分子间作用力一直在减小，直到零为</a:t>
            </a:r>
            <a:r>
              <a:rPr dirty="0" spc="-15"/>
              <a:t>止</a:t>
            </a:r>
          </a:p>
          <a:p>
            <a:pPr marL="516255" indent="-465455">
              <a:lnSpc>
                <a:spcPct val="100000"/>
              </a:lnSpc>
              <a:spcBef>
                <a:spcPts val="720"/>
              </a:spcBef>
              <a:buFont typeface="Times New Roman"/>
              <a:buAutoNum type="alphaUcPeriod"/>
              <a:tabLst>
                <a:tab pos="516255" algn="l"/>
              </a:tabLst>
            </a:pPr>
            <a:r>
              <a:rPr dirty="0"/>
              <a:t>分子间斥力在逐渐减小，引力也逐渐减</a:t>
            </a:r>
            <a:r>
              <a:rPr dirty="0" spc="-15"/>
              <a:t>小</a:t>
            </a:r>
          </a:p>
          <a:p>
            <a:pPr marL="527050" marR="77470" indent="-476250">
              <a:lnSpc>
                <a:spcPct val="120000"/>
              </a:lnSpc>
              <a:buFont typeface="Times New Roman"/>
              <a:buAutoNum type="alphaUcPeriod"/>
              <a:tabLst>
                <a:tab pos="516255" algn="l"/>
              </a:tabLst>
            </a:pPr>
            <a:r>
              <a:rPr dirty="0"/>
              <a:t>分子间作用力先减小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/>
              <a:t>然后增大到某一值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dirty="0" spc="-10"/>
              <a:t>最 </a:t>
            </a:r>
            <a:r>
              <a:rPr dirty="0"/>
              <a:t>后又减小，直到为零</a:t>
            </a:r>
            <a:r>
              <a:rPr dirty="0" spc="-15"/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6866" y="4705350"/>
            <a:ext cx="5807075" cy="2152650"/>
          </a:xfrm>
          <a:custGeom>
            <a:avLst/>
            <a:gdLst/>
            <a:ahLst/>
            <a:cxnLst/>
            <a:rect l="l" t="t" r="r" b="b"/>
            <a:pathLst>
              <a:path w="5807075" h="2152650">
                <a:moveTo>
                  <a:pt x="2910577" y="2152650"/>
                </a:moveTo>
                <a:lnTo>
                  <a:pt x="116780" y="757110"/>
                </a:lnTo>
                <a:lnTo>
                  <a:pt x="84224" y="717843"/>
                </a:lnTo>
                <a:lnTo>
                  <a:pt x="55238" y="677605"/>
                </a:lnTo>
                <a:lnTo>
                  <a:pt x="31071" y="636480"/>
                </a:lnTo>
                <a:lnTo>
                  <a:pt x="12975" y="594555"/>
                </a:lnTo>
                <a:lnTo>
                  <a:pt x="2201" y="551915"/>
                </a:lnTo>
                <a:lnTo>
                  <a:pt x="0" y="508645"/>
                </a:lnTo>
                <a:lnTo>
                  <a:pt x="7622" y="464832"/>
                </a:lnTo>
                <a:lnTo>
                  <a:pt x="26318" y="420560"/>
                </a:lnTo>
                <a:lnTo>
                  <a:pt x="82179" y="366060"/>
                </a:lnTo>
                <a:lnTo>
                  <a:pt x="114998" y="338749"/>
                </a:lnTo>
                <a:lnTo>
                  <a:pt x="151077" y="311510"/>
                </a:lnTo>
                <a:lnTo>
                  <a:pt x="190415" y="284430"/>
                </a:lnTo>
                <a:lnTo>
                  <a:pt x="233012" y="257594"/>
                </a:lnTo>
                <a:lnTo>
                  <a:pt x="278870" y="231087"/>
                </a:lnTo>
                <a:lnTo>
                  <a:pt x="327987" y="204995"/>
                </a:lnTo>
                <a:lnTo>
                  <a:pt x="380363" y="179403"/>
                </a:lnTo>
                <a:lnTo>
                  <a:pt x="436000" y="154396"/>
                </a:lnTo>
                <a:lnTo>
                  <a:pt x="494897" y="130060"/>
                </a:lnTo>
                <a:lnTo>
                  <a:pt x="539328" y="118826"/>
                </a:lnTo>
                <a:lnTo>
                  <a:pt x="584424" y="108097"/>
                </a:lnTo>
                <a:lnTo>
                  <a:pt x="630162" y="97871"/>
                </a:lnTo>
                <a:lnTo>
                  <a:pt x="676521" y="88144"/>
                </a:lnTo>
                <a:lnTo>
                  <a:pt x="723478" y="78913"/>
                </a:lnTo>
                <a:lnTo>
                  <a:pt x="771013" y="70174"/>
                </a:lnTo>
                <a:lnTo>
                  <a:pt x="819102" y="61926"/>
                </a:lnTo>
                <a:lnTo>
                  <a:pt x="867725" y="54164"/>
                </a:lnTo>
                <a:lnTo>
                  <a:pt x="916858" y="46886"/>
                </a:lnTo>
                <a:lnTo>
                  <a:pt x="966482" y="40088"/>
                </a:lnTo>
                <a:lnTo>
                  <a:pt x="1016573" y="33767"/>
                </a:lnTo>
                <a:lnTo>
                  <a:pt x="1067109" y="27920"/>
                </a:lnTo>
                <a:lnTo>
                  <a:pt x="1118070" y="22544"/>
                </a:lnTo>
                <a:lnTo>
                  <a:pt x="1221175" y="13192"/>
                </a:lnTo>
                <a:lnTo>
                  <a:pt x="1325713" y="5686"/>
                </a:lnTo>
                <a:lnTo>
                  <a:pt x="1431510" y="0"/>
                </a:lnTo>
                <a:lnTo>
                  <a:pt x="1593158" y="1240"/>
                </a:lnTo>
                <a:lnTo>
                  <a:pt x="1699082" y="3645"/>
                </a:lnTo>
                <a:lnTo>
                  <a:pt x="1803666" y="7534"/>
                </a:lnTo>
                <a:lnTo>
                  <a:pt x="1907024" y="13099"/>
                </a:lnTo>
                <a:lnTo>
                  <a:pt x="2009269" y="20531"/>
                </a:lnTo>
                <a:lnTo>
                  <a:pt x="2060010" y="25006"/>
                </a:lnTo>
                <a:lnTo>
                  <a:pt x="2110516" y="30020"/>
                </a:lnTo>
                <a:lnTo>
                  <a:pt x="2160801" y="35596"/>
                </a:lnTo>
                <a:lnTo>
                  <a:pt x="2210880" y="41758"/>
                </a:lnTo>
                <a:lnTo>
                  <a:pt x="2260765" y="48530"/>
                </a:lnTo>
                <a:lnTo>
                  <a:pt x="2310473" y="55936"/>
                </a:lnTo>
                <a:lnTo>
                  <a:pt x="2360016" y="64000"/>
                </a:lnTo>
                <a:lnTo>
                  <a:pt x="2409410" y="72745"/>
                </a:lnTo>
                <a:lnTo>
                  <a:pt x="2454371" y="82599"/>
                </a:lnTo>
                <a:lnTo>
                  <a:pt x="2504481" y="94649"/>
                </a:lnTo>
                <a:lnTo>
                  <a:pt x="2558238" y="108461"/>
                </a:lnTo>
                <a:lnTo>
                  <a:pt x="2614141" y="123600"/>
                </a:lnTo>
                <a:lnTo>
                  <a:pt x="2670690" y="139631"/>
                </a:lnTo>
                <a:lnTo>
                  <a:pt x="2726383" y="156120"/>
                </a:lnTo>
                <a:lnTo>
                  <a:pt x="2779719" y="172632"/>
                </a:lnTo>
                <a:lnTo>
                  <a:pt x="2829197" y="188732"/>
                </a:lnTo>
                <a:lnTo>
                  <a:pt x="2873317" y="203985"/>
                </a:lnTo>
                <a:lnTo>
                  <a:pt x="2910577" y="217957"/>
                </a:lnTo>
                <a:lnTo>
                  <a:pt x="5487719" y="217957"/>
                </a:lnTo>
                <a:lnTo>
                  <a:pt x="5543146" y="246505"/>
                </a:lnTo>
                <a:lnTo>
                  <a:pt x="5587478" y="270976"/>
                </a:lnTo>
                <a:lnTo>
                  <a:pt x="5629417" y="295689"/>
                </a:lnTo>
                <a:lnTo>
                  <a:pt x="5668739" y="320576"/>
                </a:lnTo>
                <a:lnTo>
                  <a:pt x="5705219" y="345573"/>
                </a:lnTo>
                <a:lnTo>
                  <a:pt x="5738636" y="370613"/>
                </a:lnTo>
                <a:lnTo>
                  <a:pt x="5768765" y="395631"/>
                </a:lnTo>
                <a:lnTo>
                  <a:pt x="5804485" y="464832"/>
                </a:lnTo>
                <a:lnTo>
                  <a:pt x="5807077" y="508645"/>
                </a:lnTo>
                <a:lnTo>
                  <a:pt x="5802761" y="551915"/>
                </a:lnTo>
                <a:lnTo>
                  <a:pt x="5791140" y="594555"/>
                </a:lnTo>
                <a:lnTo>
                  <a:pt x="5771816" y="636480"/>
                </a:lnTo>
                <a:lnTo>
                  <a:pt x="5744390" y="677605"/>
                </a:lnTo>
                <a:lnTo>
                  <a:pt x="5708466" y="717843"/>
                </a:lnTo>
                <a:lnTo>
                  <a:pt x="5663645" y="757110"/>
                </a:lnTo>
                <a:lnTo>
                  <a:pt x="2910577" y="2152650"/>
                </a:lnTo>
                <a:close/>
              </a:path>
              <a:path w="5807075" h="2152650">
                <a:moveTo>
                  <a:pt x="5487719" y="217957"/>
                </a:moveTo>
                <a:lnTo>
                  <a:pt x="2910577" y="217957"/>
                </a:lnTo>
                <a:lnTo>
                  <a:pt x="2946740" y="203985"/>
                </a:lnTo>
                <a:lnTo>
                  <a:pt x="2990006" y="188732"/>
                </a:lnTo>
                <a:lnTo>
                  <a:pt x="3038875" y="172632"/>
                </a:lnTo>
                <a:lnTo>
                  <a:pt x="3091846" y="156120"/>
                </a:lnTo>
                <a:lnTo>
                  <a:pt x="3147418" y="139631"/>
                </a:lnTo>
                <a:lnTo>
                  <a:pt x="3204089" y="123600"/>
                </a:lnTo>
                <a:lnTo>
                  <a:pt x="3260360" y="108461"/>
                </a:lnTo>
                <a:lnTo>
                  <a:pt x="3314729" y="94649"/>
                </a:lnTo>
                <a:lnTo>
                  <a:pt x="3365695" y="82599"/>
                </a:lnTo>
                <a:lnTo>
                  <a:pt x="3411757" y="72745"/>
                </a:lnTo>
                <a:lnTo>
                  <a:pt x="3456465" y="64000"/>
                </a:lnTo>
                <a:lnTo>
                  <a:pt x="3502200" y="55936"/>
                </a:lnTo>
                <a:lnTo>
                  <a:pt x="3548905" y="48530"/>
                </a:lnTo>
                <a:lnTo>
                  <a:pt x="3596522" y="41758"/>
                </a:lnTo>
                <a:lnTo>
                  <a:pt x="3644995" y="35596"/>
                </a:lnTo>
                <a:lnTo>
                  <a:pt x="3694266" y="30020"/>
                </a:lnTo>
                <a:lnTo>
                  <a:pt x="3744278" y="25006"/>
                </a:lnTo>
                <a:lnTo>
                  <a:pt x="3794976" y="20531"/>
                </a:lnTo>
                <a:lnTo>
                  <a:pt x="3846300" y="16569"/>
                </a:lnTo>
                <a:lnTo>
                  <a:pt x="3950603" y="10095"/>
                </a:lnTo>
                <a:lnTo>
                  <a:pt x="4056731" y="5392"/>
                </a:lnTo>
                <a:lnTo>
                  <a:pt x="4110337" y="3645"/>
                </a:lnTo>
                <a:lnTo>
                  <a:pt x="4164228" y="2269"/>
                </a:lnTo>
                <a:lnTo>
                  <a:pt x="4218347" y="1240"/>
                </a:lnTo>
                <a:lnTo>
                  <a:pt x="4272638" y="535"/>
                </a:lnTo>
                <a:lnTo>
                  <a:pt x="4327042" y="129"/>
                </a:lnTo>
                <a:lnTo>
                  <a:pt x="4381504" y="0"/>
                </a:lnTo>
                <a:lnTo>
                  <a:pt x="4485597" y="6055"/>
                </a:lnTo>
                <a:lnTo>
                  <a:pt x="4589483" y="14140"/>
                </a:lnTo>
                <a:lnTo>
                  <a:pt x="4641283" y="18953"/>
                </a:lnTo>
                <a:lnTo>
                  <a:pt x="4692953" y="24284"/>
                </a:lnTo>
                <a:lnTo>
                  <a:pt x="4744468" y="30138"/>
                </a:lnTo>
                <a:lnTo>
                  <a:pt x="4795801" y="36518"/>
                </a:lnTo>
                <a:lnTo>
                  <a:pt x="4846925" y="43427"/>
                </a:lnTo>
                <a:lnTo>
                  <a:pt x="4897816" y="50870"/>
                </a:lnTo>
                <a:lnTo>
                  <a:pt x="4948447" y="58850"/>
                </a:lnTo>
                <a:lnTo>
                  <a:pt x="4998792" y="67371"/>
                </a:lnTo>
                <a:lnTo>
                  <a:pt x="5048825" y="76436"/>
                </a:lnTo>
                <a:lnTo>
                  <a:pt x="5098521" y="86049"/>
                </a:lnTo>
                <a:lnTo>
                  <a:pt x="5147852" y="96215"/>
                </a:lnTo>
                <a:lnTo>
                  <a:pt x="5196793" y="106936"/>
                </a:lnTo>
                <a:lnTo>
                  <a:pt x="5245318" y="118217"/>
                </a:lnTo>
                <a:lnTo>
                  <a:pt x="5293402" y="130060"/>
                </a:lnTo>
                <a:lnTo>
                  <a:pt x="5346350" y="152341"/>
                </a:lnTo>
                <a:lnTo>
                  <a:pt x="5398022" y="175192"/>
                </a:lnTo>
                <a:lnTo>
                  <a:pt x="5448194" y="198547"/>
                </a:lnTo>
                <a:lnTo>
                  <a:pt x="5487719" y="217957"/>
                </a:lnTo>
                <a:close/>
              </a:path>
            </a:pathLst>
          </a:custGeom>
          <a:solidFill>
            <a:srgbClr val="66FFFF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91778" y="4700587"/>
            <a:ext cx="5817235" cy="2146300"/>
          </a:xfrm>
          <a:custGeom>
            <a:avLst/>
            <a:gdLst/>
            <a:ahLst/>
            <a:cxnLst/>
            <a:rect l="l" t="t" r="r" b="b"/>
            <a:pathLst>
              <a:path w="5817234" h="2146300">
                <a:moveTo>
                  <a:pt x="1342593" y="12700"/>
                </a:moveTo>
                <a:lnTo>
                  <a:pt x="1217764" y="12700"/>
                </a:lnTo>
                <a:lnTo>
                  <a:pt x="1248651" y="0"/>
                </a:lnTo>
                <a:lnTo>
                  <a:pt x="1373911" y="0"/>
                </a:lnTo>
                <a:lnTo>
                  <a:pt x="1342593" y="12700"/>
                </a:lnTo>
                <a:close/>
              </a:path>
              <a:path w="5817234" h="2146300">
                <a:moveTo>
                  <a:pt x="1907590" y="12700"/>
                </a:moveTo>
                <a:lnTo>
                  <a:pt x="1690878" y="12700"/>
                </a:lnTo>
                <a:lnTo>
                  <a:pt x="1659534" y="0"/>
                </a:lnTo>
                <a:lnTo>
                  <a:pt x="1876983" y="0"/>
                </a:lnTo>
                <a:lnTo>
                  <a:pt x="1907590" y="12700"/>
                </a:lnTo>
                <a:close/>
              </a:path>
              <a:path w="5817234" h="2146300">
                <a:moveTo>
                  <a:pt x="4128998" y="12700"/>
                </a:moveTo>
                <a:lnTo>
                  <a:pt x="3907891" y="12700"/>
                </a:lnTo>
                <a:lnTo>
                  <a:pt x="3939006" y="0"/>
                </a:lnTo>
                <a:lnTo>
                  <a:pt x="4161002" y="0"/>
                </a:lnTo>
                <a:lnTo>
                  <a:pt x="4128998" y="12700"/>
                </a:lnTo>
                <a:close/>
              </a:path>
              <a:path w="5817234" h="2146300">
                <a:moveTo>
                  <a:pt x="4591748" y="12700"/>
                </a:moveTo>
                <a:lnTo>
                  <a:pt x="4474133" y="12700"/>
                </a:lnTo>
                <a:lnTo>
                  <a:pt x="4444860" y="0"/>
                </a:lnTo>
                <a:lnTo>
                  <a:pt x="4562525" y="0"/>
                </a:lnTo>
                <a:lnTo>
                  <a:pt x="4591748" y="12700"/>
                </a:lnTo>
                <a:close/>
              </a:path>
              <a:path w="5817234" h="2146300">
                <a:moveTo>
                  <a:pt x="1187818" y="25400"/>
                </a:moveTo>
                <a:lnTo>
                  <a:pt x="1065326" y="25400"/>
                </a:lnTo>
                <a:lnTo>
                  <a:pt x="1095527" y="12700"/>
                </a:lnTo>
                <a:lnTo>
                  <a:pt x="1218552" y="12700"/>
                </a:lnTo>
                <a:lnTo>
                  <a:pt x="1187818" y="25400"/>
                </a:lnTo>
                <a:close/>
              </a:path>
              <a:path w="5817234" h="2146300">
                <a:moveTo>
                  <a:pt x="2089264" y="25400"/>
                </a:moveTo>
                <a:lnTo>
                  <a:pt x="1967814" y="25400"/>
                </a:lnTo>
                <a:lnTo>
                  <a:pt x="1937435" y="12700"/>
                </a:lnTo>
                <a:lnTo>
                  <a:pt x="2059203" y="12700"/>
                </a:lnTo>
                <a:lnTo>
                  <a:pt x="2089264" y="25400"/>
                </a:lnTo>
                <a:close/>
              </a:path>
              <a:path w="5817234" h="2146300">
                <a:moveTo>
                  <a:pt x="3846880" y="25400"/>
                </a:moveTo>
                <a:lnTo>
                  <a:pt x="3725367" y="25400"/>
                </a:lnTo>
                <a:lnTo>
                  <a:pt x="3755237" y="12700"/>
                </a:lnTo>
                <a:lnTo>
                  <a:pt x="3877602" y="12700"/>
                </a:lnTo>
                <a:lnTo>
                  <a:pt x="3846880" y="25400"/>
                </a:lnTo>
                <a:close/>
              </a:path>
              <a:path w="5817234" h="2146300">
                <a:moveTo>
                  <a:pt x="4737239" y="25400"/>
                </a:moveTo>
                <a:lnTo>
                  <a:pt x="4620056" y="25400"/>
                </a:lnTo>
                <a:lnTo>
                  <a:pt x="4590910" y="12700"/>
                </a:lnTo>
                <a:lnTo>
                  <a:pt x="4708232" y="12700"/>
                </a:lnTo>
                <a:lnTo>
                  <a:pt x="4737239" y="25400"/>
                </a:lnTo>
                <a:close/>
              </a:path>
              <a:path w="5817234" h="2146300">
                <a:moveTo>
                  <a:pt x="1066368" y="38100"/>
                </a:moveTo>
                <a:lnTo>
                  <a:pt x="975626" y="38100"/>
                </a:lnTo>
                <a:lnTo>
                  <a:pt x="1005370" y="25400"/>
                </a:lnTo>
                <a:lnTo>
                  <a:pt x="1096543" y="25400"/>
                </a:lnTo>
                <a:lnTo>
                  <a:pt x="1066368" y="38100"/>
                </a:lnTo>
                <a:close/>
              </a:path>
              <a:path w="5817234" h="2146300">
                <a:moveTo>
                  <a:pt x="2208758" y="38100"/>
                </a:moveTo>
                <a:lnTo>
                  <a:pt x="2118271" y="38100"/>
                </a:lnTo>
                <a:lnTo>
                  <a:pt x="2088311" y="25400"/>
                </a:lnTo>
                <a:lnTo>
                  <a:pt x="2178989" y="25400"/>
                </a:lnTo>
                <a:lnTo>
                  <a:pt x="2208758" y="38100"/>
                </a:lnTo>
                <a:close/>
              </a:path>
              <a:path w="5817234" h="2146300">
                <a:moveTo>
                  <a:pt x="3696741" y="38100"/>
                </a:moveTo>
                <a:lnTo>
                  <a:pt x="3608501" y="38100"/>
                </a:lnTo>
                <a:lnTo>
                  <a:pt x="3637305" y="25400"/>
                </a:lnTo>
                <a:lnTo>
                  <a:pt x="3726332" y="25400"/>
                </a:lnTo>
                <a:lnTo>
                  <a:pt x="3696741" y="38100"/>
                </a:lnTo>
                <a:close/>
              </a:path>
              <a:path w="5817234" h="2146300">
                <a:moveTo>
                  <a:pt x="4823917" y="38100"/>
                </a:moveTo>
                <a:lnTo>
                  <a:pt x="4736160" y="38100"/>
                </a:lnTo>
                <a:lnTo>
                  <a:pt x="4707178" y="25400"/>
                </a:lnTo>
                <a:lnTo>
                  <a:pt x="4795088" y="25400"/>
                </a:lnTo>
                <a:lnTo>
                  <a:pt x="4823917" y="38100"/>
                </a:lnTo>
                <a:close/>
              </a:path>
              <a:path w="5817234" h="2146300">
                <a:moveTo>
                  <a:pt x="947331" y="50800"/>
                </a:moveTo>
                <a:lnTo>
                  <a:pt x="887399" y="50800"/>
                </a:lnTo>
                <a:lnTo>
                  <a:pt x="916635" y="38100"/>
                </a:lnTo>
                <a:lnTo>
                  <a:pt x="976871" y="38100"/>
                </a:lnTo>
                <a:lnTo>
                  <a:pt x="947331" y="50800"/>
                </a:lnTo>
                <a:close/>
              </a:path>
              <a:path w="5817234" h="2146300">
                <a:moveTo>
                  <a:pt x="2297645" y="50800"/>
                </a:moveTo>
                <a:lnTo>
                  <a:pt x="2237193" y="50800"/>
                </a:lnTo>
                <a:lnTo>
                  <a:pt x="2207539" y="38100"/>
                </a:lnTo>
                <a:lnTo>
                  <a:pt x="2268080" y="38100"/>
                </a:lnTo>
                <a:lnTo>
                  <a:pt x="2297645" y="50800"/>
                </a:lnTo>
                <a:close/>
              </a:path>
              <a:path w="5817234" h="2146300">
                <a:moveTo>
                  <a:pt x="3581311" y="50800"/>
                </a:moveTo>
                <a:lnTo>
                  <a:pt x="3523932" y="50800"/>
                </a:lnTo>
                <a:lnTo>
                  <a:pt x="3551808" y="38100"/>
                </a:lnTo>
                <a:lnTo>
                  <a:pt x="3609771" y="38100"/>
                </a:lnTo>
                <a:lnTo>
                  <a:pt x="3581311" y="50800"/>
                </a:lnTo>
                <a:close/>
              </a:path>
              <a:path w="5817234" h="2146300">
                <a:moveTo>
                  <a:pt x="4909972" y="50800"/>
                </a:moveTo>
                <a:lnTo>
                  <a:pt x="4851361" y="50800"/>
                </a:lnTo>
                <a:lnTo>
                  <a:pt x="4822634" y="38100"/>
                </a:lnTo>
                <a:lnTo>
                  <a:pt x="4881359" y="38100"/>
                </a:lnTo>
                <a:lnTo>
                  <a:pt x="4909972" y="50800"/>
                </a:lnTo>
                <a:close/>
              </a:path>
              <a:path w="5817234" h="2146300">
                <a:moveTo>
                  <a:pt x="859802" y="63500"/>
                </a:moveTo>
                <a:lnTo>
                  <a:pt x="800773" y="63500"/>
                </a:lnTo>
                <a:lnTo>
                  <a:pt x="829462" y="50800"/>
                </a:lnTo>
                <a:lnTo>
                  <a:pt x="888834" y="50800"/>
                </a:lnTo>
                <a:lnTo>
                  <a:pt x="859802" y="63500"/>
                </a:lnTo>
                <a:close/>
              </a:path>
              <a:path w="5817234" h="2146300">
                <a:moveTo>
                  <a:pt x="2386012" y="63500"/>
                </a:moveTo>
                <a:lnTo>
                  <a:pt x="2325687" y="63500"/>
                </a:lnTo>
                <a:lnTo>
                  <a:pt x="2296210" y="50800"/>
                </a:lnTo>
                <a:lnTo>
                  <a:pt x="2356611" y="50800"/>
                </a:lnTo>
                <a:lnTo>
                  <a:pt x="2386012" y="63500"/>
                </a:lnTo>
                <a:close/>
              </a:path>
              <a:path w="5817234" h="2146300">
                <a:moveTo>
                  <a:pt x="3497973" y="63500"/>
                </a:moveTo>
                <a:lnTo>
                  <a:pt x="3442360" y="63500"/>
                </a:lnTo>
                <a:lnTo>
                  <a:pt x="3469195" y="50800"/>
                </a:lnTo>
                <a:lnTo>
                  <a:pt x="3525469" y="50800"/>
                </a:lnTo>
                <a:lnTo>
                  <a:pt x="3497973" y="63500"/>
                </a:lnTo>
                <a:close/>
              </a:path>
              <a:path w="5817234" h="2146300">
                <a:moveTo>
                  <a:pt x="4995278" y="63500"/>
                </a:moveTo>
                <a:lnTo>
                  <a:pt x="4937010" y="63500"/>
                </a:lnTo>
                <a:lnTo>
                  <a:pt x="4908511" y="50800"/>
                </a:lnTo>
                <a:lnTo>
                  <a:pt x="4966931" y="50800"/>
                </a:lnTo>
                <a:lnTo>
                  <a:pt x="4995278" y="63500"/>
                </a:lnTo>
                <a:close/>
              </a:path>
              <a:path w="5817234" h="2146300">
                <a:moveTo>
                  <a:pt x="773925" y="76200"/>
                </a:moveTo>
                <a:lnTo>
                  <a:pt x="715860" y="76200"/>
                </a:lnTo>
                <a:lnTo>
                  <a:pt x="743965" y="63500"/>
                </a:lnTo>
                <a:lnTo>
                  <a:pt x="802398" y="63500"/>
                </a:lnTo>
                <a:lnTo>
                  <a:pt x="773925" y="76200"/>
                </a:lnTo>
                <a:close/>
              </a:path>
              <a:path w="5817234" h="2146300">
                <a:moveTo>
                  <a:pt x="2442946" y="76200"/>
                </a:moveTo>
                <a:lnTo>
                  <a:pt x="2384386" y="76200"/>
                </a:lnTo>
                <a:lnTo>
                  <a:pt x="2355024" y="63500"/>
                </a:lnTo>
                <a:lnTo>
                  <a:pt x="2415412" y="63500"/>
                </a:lnTo>
                <a:lnTo>
                  <a:pt x="2442946" y="76200"/>
                </a:lnTo>
                <a:close/>
              </a:path>
              <a:path w="5817234" h="2146300">
                <a:moveTo>
                  <a:pt x="3444138" y="76200"/>
                </a:moveTo>
                <a:lnTo>
                  <a:pt x="3387699" y="76200"/>
                </a:lnTo>
                <a:lnTo>
                  <a:pt x="3415893" y="63500"/>
                </a:lnTo>
                <a:lnTo>
                  <a:pt x="3470935" y="63500"/>
                </a:lnTo>
                <a:lnTo>
                  <a:pt x="3444138" y="76200"/>
                </a:lnTo>
                <a:close/>
              </a:path>
              <a:path w="5817234" h="2146300">
                <a:moveTo>
                  <a:pt x="5079707" y="76200"/>
                </a:moveTo>
                <a:lnTo>
                  <a:pt x="5021846" y="76200"/>
                </a:lnTo>
                <a:lnTo>
                  <a:pt x="4993640" y="63500"/>
                </a:lnTo>
                <a:lnTo>
                  <a:pt x="5051666" y="63500"/>
                </a:lnTo>
                <a:lnTo>
                  <a:pt x="5079707" y="76200"/>
                </a:lnTo>
                <a:close/>
              </a:path>
              <a:path w="5817234" h="2146300">
                <a:moveTo>
                  <a:pt x="717651" y="88900"/>
                </a:moveTo>
                <a:lnTo>
                  <a:pt x="660273" y="88900"/>
                </a:lnTo>
                <a:lnTo>
                  <a:pt x="687971" y="76200"/>
                </a:lnTo>
                <a:lnTo>
                  <a:pt x="745731" y="76200"/>
                </a:lnTo>
                <a:lnTo>
                  <a:pt x="717651" y="88900"/>
                </a:lnTo>
                <a:close/>
              </a:path>
              <a:path w="5817234" h="2146300">
                <a:moveTo>
                  <a:pt x="2504211" y="88900"/>
                </a:moveTo>
                <a:lnTo>
                  <a:pt x="2470492" y="88900"/>
                </a:lnTo>
                <a:lnTo>
                  <a:pt x="2440851" y="76200"/>
                </a:lnTo>
                <a:lnTo>
                  <a:pt x="2472651" y="76200"/>
                </a:lnTo>
                <a:lnTo>
                  <a:pt x="2504211" y="88900"/>
                </a:lnTo>
                <a:close/>
              </a:path>
              <a:path w="5817234" h="2146300">
                <a:moveTo>
                  <a:pt x="3359480" y="88900"/>
                </a:moveTo>
                <a:lnTo>
                  <a:pt x="3325279" y="88900"/>
                </a:lnTo>
                <a:lnTo>
                  <a:pt x="3357372" y="76200"/>
                </a:lnTo>
                <a:lnTo>
                  <a:pt x="3389756" y="76200"/>
                </a:lnTo>
                <a:lnTo>
                  <a:pt x="3359480" y="88900"/>
                </a:lnTo>
                <a:close/>
              </a:path>
              <a:path w="5817234" h="2146300">
                <a:moveTo>
                  <a:pt x="5135448" y="88900"/>
                </a:moveTo>
                <a:lnTo>
                  <a:pt x="5077917" y="88900"/>
                </a:lnTo>
                <a:lnTo>
                  <a:pt x="5049901" y="76200"/>
                </a:lnTo>
                <a:lnTo>
                  <a:pt x="5107635" y="76200"/>
                </a:lnTo>
                <a:lnTo>
                  <a:pt x="5135448" y="88900"/>
                </a:lnTo>
                <a:close/>
              </a:path>
              <a:path w="5817234" h="2146300">
                <a:moveTo>
                  <a:pt x="662203" y="101600"/>
                </a:moveTo>
                <a:lnTo>
                  <a:pt x="605536" y="101600"/>
                </a:lnTo>
                <a:lnTo>
                  <a:pt x="632802" y="88900"/>
                </a:lnTo>
                <a:lnTo>
                  <a:pt x="689863" y="88900"/>
                </a:lnTo>
                <a:lnTo>
                  <a:pt x="662203" y="101600"/>
                </a:lnTo>
                <a:close/>
              </a:path>
              <a:path w="5817234" h="2146300">
                <a:moveTo>
                  <a:pt x="2677109" y="139700"/>
                </a:moveTo>
                <a:lnTo>
                  <a:pt x="2674467" y="139700"/>
                </a:lnTo>
                <a:lnTo>
                  <a:pt x="2639136" y="127000"/>
                </a:lnTo>
                <a:lnTo>
                  <a:pt x="2603893" y="127000"/>
                </a:lnTo>
                <a:lnTo>
                  <a:pt x="2568981" y="114300"/>
                </a:lnTo>
                <a:lnTo>
                  <a:pt x="2534881" y="101600"/>
                </a:lnTo>
                <a:lnTo>
                  <a:pt x="2501950" y="101600"/>
                </a:lnTo>
                <a:lnTo>
                  <a:pt x="2470442" y="88900"/>
                </a:lnTo>
                <a:lnTo>
                  <a:pt x="2537269" y="88900"/>
                </a:lnTo>
                <a:lnTo>
                  <a:pt x="2677109" y="139700"/>
                </a:lnTo>
                <a:close/>
              </a:path>
              <a:path w="5817234" h="2146300">
                <a:moveTo>
                  <a:pt x="3153816" y="139700"/>
                </a:moveTo>
                <a:lnTo>
                  <a:pt x="3151174" y="139700"/>
                </a:lnTo>
                <a:lnTo>
                  <a:pt x="3291789" y="88900"/>
                </a:lnTo>
                <a:lnTo>
                  <a:pt x="3359543" y="88900"/>
                </a:lnTo>
                <a:lnTo>
                  <a:pt x="3327501" y="101600"/>
                </a:lnTo>
                <a:lnTo>
                  <a:pt x="3294151" y="101600"/>
                </a:lnTo>
                <a:lnTo>
                  <a:pt x="3259683" y="114300"/>
                </a:lnTo>
                <a:lnTo>
                  <a:pt x="3224580" y="127000"/>
                </a:lnTo>
                <a:lnTo>
                  <a:pt x="3189198" y="127000"/>
                </a:lnTo>
                <a:lnTo>
                  <a:pt x="3153816" y="139700"/>
                </a:lnTo>
                <a:close/>
              </a:path>
              <a:path w="5817234" h="2146300">
                <a:moveTo>
                  <a:pt x="5190718" y="101600"/>
                </a:moveTo>
                <a:lnTo>
                  <a:pt x="5133530" y="101600"/>
                </a:lnTo>
                <a:lnTo>
                  <a:pt x="5105742" y="88900"/>
                </a:lnTo>
                <a:lnTo>
                  <a:pt x="5163146" y="88900"/>
                </a:lnTo>
                <a:lnTo>
                  <a:pt x="5190718" y="101600"/>
                </a:lnTo>
                <a:close/>
              </a:path>
              <a:path w="5817234" h="2146300">
                <a:moveTo>
                  <a:pt x="580656" y="114300"/>
                </a:moveTo>
                <a:lnTo>
                  <a:pt x="551700" y="114300"/>
                </a:lnTo>
                <a:lnTo>
                  <a:pt x="578510" y="101600"/>
                </a:lnTo>
                <a:lnTo>
                  <a:pt x="607656" y="101600"/>
                </a:lnTo>
                <a:lnTo>
                  <a:pt x="580656" y="114300"/>
                </a:lnTo>
                <a:close/>
              </a:path>
              <a:path w="5817234" h="2146300">
                <a:moveTo>
                  <a:pt x="5245455" y="114300"/>
                </a:moveTo>
                <a:lnTo>
                  <a:pt x="5216042" y="114300"/>
                </a:lnTo>
                <a:lnTo>
                  <a:pt x="5188635" y="101600"/>
                </a:lnTo>
                <a:lnTo>
                  <a:pt x="5218150" y="101600"/>
                </a:lnTo>
                <a:lnTo>
                  <a:pt x="5245455" y="114300"/>
                </a:lnTo>
                <a:close/>
              </a:path>
              <a:path w="5817234" h="2146300">
                <a:moveTo>
                  <a:pt x="527431" y="127000"/>
                </a:moveTo>
                <a:lnTo>
                  <a:pt x="498500" y="127000"/>
                </a:lnTo>
                <a:lnTo>
                  <a:pt x="525119" y="114300"/>
                </a:lnTo>
                <a:lnTo>
                  <a:pt x="553961" y="114300"/>
                </a:lnTo>
                <a:lnTo>
                  <a:pt x="527431" y="127000"/>
                </a:lnTo>
                <a:close/>
              </a:path>
              <a:path w="5817234" h="2146300">
                <a:moveTo>
                  <a:pt x="5491911" y="215900"/>
                </a:moveTo>
                <a:lnTo>
                  <a:pt x="5469597" y="215900"/>
                </a:lnTo>
                <a:lnTo>
                  <a:pt x="5451208" y="203200"/>
                </a:lnTo>
                <a:lnTo>
                  <a:pt x="5413781" y="177800"/>
                </a:lnTo>
                <a:lnTo>
                  <a:pt x="5375490" y="165100"/>
                </a:lnTo>
                <a:lnTo>
                  <a:pt x="5336413" y="152400"/>
                </a:lnTo>
                <a:lnTo>
                  <a:pt x="5296649" y="127000"/>
                </a:lnTo>
                <a:lnTo>
                  <a:pt x="5270373" y="127000"/>
                </a:lnTo>
                <a:lnTo>
                  <a:pt x="5243245" y="114300"/>
                </a:lnTo>
                <a:lnTo>
                  <a:pt x="5272633" y="114300"/>
                </a:lnTo>
                <a:lnTo>
                  <a:pt x="5299989" y="127000"/>
                </a:lnTo>
                <a:lnTo>
                  <a:pt x="5379377" y="152400"/>
                </a:lnTo>
                <a:lnTo>
                  <a:pt x="5417794" y="177800"/>
                </a:lnTo>
                <a:lnTo>
                  <a:pt x="5455323" y="190500"/>
                </a:lnTo>
                <a:lnTo>
                  <a:pt x="5473750" y="203200"/>
                </a:lnTo>
                <a:lnTo>
                  <a:pt x="5491911" y="215900"/>
                </a:lnTo>
                <a:close/>
              </a:path>
              <a:path w="5817234" h="2146300">
                <a:moveTo>
                  <a:pt x="460959" y="152400"/>
                </a:moveTo>
                <a:lnTo>
                  <a:pt x="437413" y="152400"/>
                </a:lnTo>
                <a:lnTo>
                  <a:pt x="457301" y="139700"/>
                </a:lnTo>
                <a:lnTo>
                  <a:pt x="477570" y="127000"/>
                </a:lnTo>
                <a:lnTo>
                  <a:pt x="501764" y="127000"/>
                </a:lnTo>
                <a:lnTo>
                  <a:pt x="481152" y="139700"/>
                </a:lnTo>
                <a:lnTo>
                  <a:pt x="460959" y="152400"/>
                </a:lnTo>
                <a:close/>
              </a:path>
              <a:path w="5817234" h="2146300">
                <a:moveTo>
                  <a:pt x="2841650" y="190500"/>
                </a:moveTo>
                <a:lnTo>
                  <a:pt x="2838627" y="190500"/>
                </a:lnTo>
                <a:lnTo>
                  <a:pt x="2808630" y="177800"/>
                </a:lnTo>
                <a:lnTo>
                  <a:pt x="2776905" y="177800"/>
                </a:lnTo>
                <a:lnTo>
                  <a:pt x="2743669" y="165100"/>
                </a:lnTo>
                <a:lnTo>
                  <a:pt x="2709405" y="152400"/>
                </a:lnTo>
                <a:lnTo>
                  <a:pt x="2674442" y="139700"/>
                </a:lnTo>
                <a:lnTo>
                  <a:pt x="2712135" y="139700"/>
                </a:lnTo>
                <a:lnTo>
                  <a:pt x="2746476" y="152400"/>
                </a:lnTo>
                <a:lnTo>
                  <a:pt x="2779750" y="165100"/>
                </a:lnTo>
                <a:lnTo>
                  <a:pt x="2811602" y="177800"/>
                </a:lnTo>
                <a:lnTo>
                  <a:pt x="2841650" y="190500"/>
                </a:lnTo>
                <a:close/>
              </a:path>
              <a:path w="5817234" h="2146300">
                <a:moveTo>
                  <a:pt x="2990862" y="190500"/>
                </a:moveTo>
                <a:lnTo>
                  <a:pt x="2987802" y="190500"/>
                </a:lnTo>
                <a:lnTo>
                  <a:pt x="3017431" y="177800"/>
                </a:lnTo>
                <a:lnTo>
                  <a:pt x="3048952" y="165100"/>
                </a:lnTo>
                <a:lnTo>
                  <a:pt x="3081985" y="152400"/>
                </a:lnTo>
                <a:lnTo>
                  <a:pt x="3116186" y="139700"/>
                </a:lnTo>
                <a:lnTo>
                  <a:pt x="3153854" y="139700"/>
                </a:lnTo>
                <a:lnTo>
                  <a:pt x="3118891" y="152400"/>
                </a:lnTo>
                <a:lnTo>
                  <a:pt x="3084766" y="165100"/>
                </a:lnTo>
                <a:lnTo>
                  <a:pt x="3051810" y="177800"/>
                </a:lnTo>
                <a:lnTo>
                  <a:pt x="3020441" y="177800"/>
                </a:lnTo>
                <a:lnTo>
                  <a:pt x="2990862" y="190500"/>
                </a:lnTo>
                <a:close/>
              </a:path>
              <a:path w="5817234" h="2146300">
                <a:moveTo>
                  <a:pt x="402729" y="177800"/>
                </a:moveTo>
                <a:lnTo>
                  <a:pt x="380047" y="177800"/>
                </a:lnTo>
                <a:lnTo>
                  <a:pt x="398792" y="165100"/>
                </a:lnTo>
                <a:lnTo>
                  <a:pt x="417906" y="152400"/>
                </a:lnTo>
                <a:lnTo>
                  <a:pt x="441210" y="152400"/>
                </a:lnTo>
                <a:lnTo>
                  <a:pt x="421754" y="165100"/>
                </a:lnTo>
                <a:lnTo>
                  <a:pt x="402729" y="177800"/>
                </a:lnTo>
                <a:close/>
              </a:path>
              <a:path w="5817234" h="2146300">
                <a:moveTo>
                  <a:pt x="330479" y="215900"/>
                </a:moveTo>
                <a:lnTo>
                  <a:pt x="308965" y="215900"/>
                </a:lnTo>
                <a:lnTo>
                  <a:pt x="326161" y="203200"/>
                </a:lnTo>
                <a:lnTo>
                  <a:pt x="343738" y="190500"/>
                </a:lnTo>
                <a:lnTo>
                  <a:pt x="361708" y="177800"/>
                </a:lnTo>
                <a:lnTo>
                  <a:pt x="384136" y="177800"/>
                </a:lnTo>
                <a:lnTo>
                  <a:pt x="365836" y="190500"/>
                </a:lnTo>
                <a:lnTo>
                  <a:pt x="347967" y="203200"/>
                </a:lnTo>
                <a:lnTo>
                  <a:pt x="330479" y="215900"/>
                </a:lnTo>
                <a:close/>
              </a:path>
              <a:path w="5817234" h="2146300">
                <a:moveTo>
                  <a:pt x="2913926" y="215900"/>
                </a:moveTo>
                <a:lnTo>
                  <a:pt x="2891650" y="215900"/>
                </a:lnTo>
                <a:lnTo>
                  <a:pt x="2866351" y="203200"/>
                </a:lnTo>
                <a:lnTo>
                  <a:pt x="2838577" y="190500"/>
                </a:lnTo>
                <a:lnTo>
                  <a:pt x="2869552" y="190500"/>
                </a:lnTo>
                <a:lnTo>
                  <a:pt x="2894926" y="203200"/>
                </a:lnTo>
                <a:lnTo>
                  <a:pt x="2915619" y="214910"/>
                </a:lnTo>
                <a:lnTo>
                  <a:pt x="2913926" y="215900"/>
                </a:lnTo>
                <a:close/>
              </a:path>
              <a:path w="5817234" h="2146300">
                <a:moveTo>
                  <a:pt x="2939008" y="215900"/>
                </a:moveTo>
                <a:lnTo>
                  <a:pt x="2917367" y="215900"/>
                </a:lnTo>
                <a:lnTo>
                  <a:pt x="2915619" y="214910"/>
                </a:lnTo>
                <a:lnTo>
                  <a:pt x="2935655" y="203200"/>
                </a:lnTo>
                <a:lnTo>
                  <a:pt x="2960420" y="190500"/>
                </a:lnTo>
                <a:lnTo>
                  <a:pt x="2990926" y="190500"/>
                </a:lnTo>
                <a:lnTo>
                  <a:pt x="2963621" y="203200"/>
                </a:lnTo>
                <a:lnTo>
                  <a:pt x="2939008" y="215900"/>
                </a:lnTo>
                <a:close/>
              </a:path>
              <a:path w="5817234" h="2146300">
                <a:moveTo>
                  <a:pt x="2917367" y="215900"/>
                </a:moveTo>
                <a:lnTo>
                  <a:pt x="2913926" y="215900"/>
                </a:lnTo>
                <a:lnTo>
                  <a:pt x="2915619" y="214910"/>
                </a:lnTo>
                <a:lnTo>
                  <a:pt x="2917367" y="215900"/>
                </a:lnTo>
                <a:close/>
              </a:path>
              <a:path w="5817234" h="2146300">
                <a:moveTo>
                  <a:pt x="280352" y="241300"/>
                </a:moveTo>
                <a:lnTo>
                  <a:pt x="259676" y="241300"/>
                </a:lnTo>
                <a:lnTo>
                  <a:pt x="275717" y="228600"/>
                </a:lnTo>
                <a:lnTo>
                  <a:pt x="292150" y="215900"/>
                </a:lnTo>
                <a:lnTo>
                  <a:pt x="313436" y="215900"/>
                </a:lnTo>
                <a:lnTo>
                  <a:pt x="296671" y="228600"/>
                </a:lnTo>
                <a:lnTo>
                  <a:pt x="280352" y="241300"/>
                </a:lnTo>
                <a:close/>
              </a:path>
              <a:path w="5817234" h="2146300">
                <a:moveTo>
                  <a:pt x="5544769" y="241300"/>
                </a:moveTo>
                <a:lnTo>
                  <a:pt x="5523064" y="241300"/>
                </a:lnTo>
                <a:lnTo>
                  <a:pt x="5505475" y="228600"/>
                </a:lnTo>
                <a:lnTo>
                  <a:pt x="5487657" y="215900"/>
                </a:lnTo>
                <a:lnTo>
                  <a:pt x="5509818" y="215900"/>
                </a:lnTo>
                <a:lnTo>
                  <a:pt x="5527433" y="228600"/>
                </a:lnTo>
                <a:lnTo>
                  <a:pt x="5544769" y="241300"/>
                </a:lnTo>
                <a:close/>
              </a:path>
              <a:path w="5817234" h="2146300">
                <a:moveTo>
                  <a:pt x="218909" y="279400"/>
                </a:moveTo>
                <a:lnTo>
                  <a:pt x="199351" y="279400"/>
                </a:lnTo>
                <a:lnTo>
                  <a:pt x="213855" y="266700"/>
                </a:lnTo>
                <a:lnTo>
                  <a:pt x="228739" y="254000"/>
                </a:lnTo>
                <a:lnTo>
                  <a:pt x="244017" y="241300"/>
                </a:lnTo>
                <a:lnTo>
                  <a:pt x="264464" y="241300"/>
                </a:lnTo>
                <a:lnTo>
                  <a:pt x="248856" y="254000"/>
                </a:lnTo>
                <a:lnTo>
                  <a:pt x="233692" y="266700"/>
                </a:lnTo>
                <a:lnTo>
                  <a:pt x="218909" y="279400"/>
                </a:lnTo>
                <a:close/>
              </a:path>
              <a:path w="5817234" h="2146300">
                <a:moveTo>
                  <a:pt x="5610987" y="279400"/>
                </a:moveTo>
                <a:lnTo>
                  <a:pt x="5590235" y="279400"/>
                </a:lnTo>
                <a:lnTo>
                  <a:pt x="5573877" y="266700"/>
                </a:lnTo>
                <a:lnTo>
                  <a:pt x="5557240" y="254000"/>
                </a:lnTo>
                <a:lnTo>
                  <a:pt x="5540286" y="241300"/>
                </a:lnTo>
                <a:lnTo>
                  <a:pt x="5561799" y="241300"/>
                </a:lnTo>
                <a:lnTo>
                  <a:pt x="5578525" y="254000"/>
                </a:lnTo>
                <a:lnTo>
                  <a:pt x="5594921" y="266700"/>
                </a:lnTo>
                <a:lnTo>
                  <a:pt x="5610987" y="279400"/>
                </a:lnTo>
                <a:close/>
              </a:path>
              <a:path w="5817234" h="2146300">
                <a:moveTo>
                  <a:pt x="150787" y="317500"/>
                </a:moveTo>
                <a:lnTo>
                  <a:pt x="145173" y="317500"/>
                </a:lnTo>
                <a:lnTo>
                  <a:pt x="158140" y="304800"/>
                </a:lnTo>
                <a:lnTo>
                  <a:pt x="171488" y="292100"/>
                </a:lnTo>
                <a:lnTo>
                  <a:pt x="185229" y="279400"/>
                </a:lnTo>
                <a:lnTo>
                  <a:pt x="204571" y="279400"/>
                </a:lnTo>
                <a:lnTo>
                  <a:pt x="190500" y="292100"/>
                </a:lnTo>
                <a:lnTo>
                  <a:pt x="176872" y="304800"/>
                </a:lnTo>
                <a:lnTo>
                  <a:pt x="163690" y="304800"/>
                </a:lnTo>
                <a:lnTo>
                  <a:pt x="150787" y="317500"/>
                </a:lnTo>
                <a:close/>
              </a:path>
              <a:path w="5817234" h="2146300">
                <a:moveTo>
                  <a:pt x="5671667" y="317500"/>
                </a:moveTo>
                <a:lnTo>
                  <a:pt x="5666498" y="317500"/>
                </a:lnTo>
                <a:lnTo>
                  <a:pt x="5651944" y="304800"/>
                </a:lnTo>
                <a:lnTo>
                  <a:pt x="5637098" y="304800"/>
                </a:lnTo>
                <a:lnTo>
                  <a:pt x="5621794" y="292100"/>
                </a:lnTo>
                <a:lnTo>
                  <a:pt x="5606161" y="279400"/>
                </a:lnTo>
                <a:lnTo>
                  <a:pt x="5626709" y="279400"/>
                </a:lnTo>
                <a:lnTo>
                  <a:pt x="5642063" y="292100"/>
                </a:lnTo>
                <a:lnTo>
                  <a:pt x="5657062" y="304800"/>
                </a:lnTo>
                <a:lnTo>
                  <a:pt x="5671667" y="317500"/>
                </a:lnTo>
                <a:close/>
              </a:path>
              <a:path w="5817234" h="2146300">
                <a:moveTo>
                  <a:pt x="103238" y="355600"/>
                </a:moveTo>
                <a:lnTo>
                  <a:pt x="97142" y="355600"/>
                </a:lnTo>
                <a:lnTo>
                  <a:pt x="108572" y="342900"/>
                </a:lnTo>
                <a:lnTo>
                  <a:pt x="120383" y="330200"/>
                </a:lnTo>
                <a:lnTo>
                  <a:pt x="132587" y="317500"/>
                </a:lnTo>
                <a:lnTo>
                  <a:pt x="150850" y="317500"/>
                </a:lnTo>
                <a:lnTo>
                  <a:pt x="138315" y="330200"/>
                </a:lnTo>
                <a:lnTo>
                  <a:pt x="126237" y="342900"/>
                </a:lnTo>
                <a:lnTo>
                  <a:pt x="114604" y="342900"/>
                </a:lnTo>
                <a:lnTo>
                  <a:pt x="103238" y="355600"/>
                </a:lnTo>
                <a:close/>
              </a:path>
              <a:path w="5817234" h="2146300">
                <a:moveTo>
                  <a:pt x="5726049" y="355600"/>
                </a:moveTo>
                <a:lnTo>
                  <a:pt x="5720410" y="355600"/>
                </a:lnTo>
                <a:lnTo>
                  <a:pt x="5707507" y="342900"/>
                </a:lnTo>
                <a:lnTo>
                  <a:pt x="5694299" y="342900"/>
                </a:lnTo>
                <a:lnTo>
                  <a:pt x="5680544" y="330200"/>
                </a:lnTo>
                <a:lnTo>
                  <a:pt x="5666435" y="317500"/>
                </a:lnTo>
                <a:lnTo>
                  <a:pt x="5685878" y="317500"/>
                </a:lnTo>
                <a:lnTo>
                  <a:pt x="5699696" y="330200"/>
                </a:lnTo>
                <a:lnTo>
                  <a:pt x="5713082" y="342900"/>
                </a:lnTo>
                <a:lnTo>
                  <a:pt x="5726049" y="355600"/>
                </a:lnTo>
                <a:close/>
              </a:path>
              <a:path w="5817234" h="2146300">
                <a:moveTo>
                  <a:pt x="61874" y="393700"/>
                </a:moveTo>
                <a:lnTo>
                  <a:pt x="55257" y="393700"/>
                </a:lnTo>
                <a:lnTo>
                  <a:pt x="65150" y="381000"/>
                </a:lnTo>
                <a:lnTo>
                  <a:pt x="75437" y="368300"/>
                </a:lnTo>
                <a:lnTo>
                  <a:pt x="86093" y="355600"/>
                </a:lnTo>
                <a:lnTo>
                  <a:pt x="103301" y="355600"/>
                </a:lnTo>
                <a:lnTo>
                  <a:pt x="92316" y="368300"/>
                </a:lnTo>
                <a:lnTo>
                  <a:pt x="81787" y="381000"/>
                </a:lnTo>
                <a:lnTo>
                  <a:pt x="71704" y="381000"/>
                </a:lnTo>
                <a:lnTo>
                  <a:pt x="61874" y="393700"/>
                </a:lnTo>
                <a:close/>
              </a:path>
              <a:path w="5817234" h="2146300">
                <a:moveTo>
                  <a:pt x="5762256" y="381000"/>
                </a:moveTo>
                <a:lnTo>
                  <a:pt x="5744743" y="381000"/>
                </a:lnTo>
                <a:lnTo>
                  <a:pt x="5732741" y="368300"/>
                </a:lnTo>
                <a:lnTo>
                  <a:pt x="5720346" y="355600"/>
                </a:lnTo>
                <a:lnTo>
                  <a:pt x="5738571" y="355600"/>
                </a:lnTo>
                <a:lnTo>
                  <a:pt x="5750648" y="368300"/>
                </a:lnTo>
                <a:lnTo>
                  <a:pt x="5762256" y="381000"/>
                </a:lnTo>
                <a:close/>
              </a:path>
              <a:path w="5817234" h="2146300">
                <a:moveTo>
                  <a:pt x="5812586" y="457200"/>
                </a:moveTo>
                <a:lnTo>
                  <a:pt x="5803214" y="457200"/>
                </a:lnTo>
                <a:lnTo>
                  <a:pt x="5801131" y="444500"/>
                </a:lnTo>
                <a:lnTo>
                  <a:pt x="5798693" y="431800"/>
                </a:lnTo>
                <a:lnTo>
                  <a:pt x="5795860" y="419100"/>
                </a:lnTo>
                <a:lnTo>
                  <a:pt x="5787682" y="419100"/>
                </a:lnTo>
                <a:lnTo>
                  <a:pt x="5777611" y="406400"/>
                </a:lnTo>
                <a:lnTo>
                  <a:pt x="5767120" y="393700"/>
                </a:lnTo>
                <a:lnTo>
                  <a:pt x="5756135" y="381000"/>
                </a:lnTo>
                <a:lnTo>
                  <a:pt x="5773394" y="381000"/>
                </a:lnTo>
                <a:lnTo>
                  <a:pt x="5784049" y="393700"/>
                </a:lnTo>
                <a:lnTo>
                  <a:pt x="5794209" y="406400"/>
                </a:lnTo>
                <a:lnTo>
                  <a:pt x="5804750" y="419100"/>
                </a:lnTo>
                <a:lnTo>
                  <a:pt x="5807964" y="431800"/>
                </a:lnTo>
                <a:lnTo>
                  <a:pt x="5810478" y="444500"/>
                </a:lnTo>
                <a:lnTo>
                  <a:pt x="5812586" y="457200"/>
                </a:lnTo>
                <a:close/>
              </a:path>
              <a:path w="5817234" h="2146300">
                <a:moveTo>
                  <a:pt x="43497" y="419100"/>
                </a:moveTo>
                <a:lnTo>
                  <a:pt x="27508" y="419100"/>
                </a:lnTo>
                <a:lnTo>
                  <a:pt x="45745" y="393700"/>
                </a:lnTo>
                <a:lnTo>
                  <a:pt x="61937" y="393700"/>
                </a:lnTo>
                <a:lnTo>
                  <a:pt x="52489" y="406400"/>
                </a:lnTo>
                <a:lnTo>
                  <a:pt x="43497" y="419100"/>
                </a:lnTo>
                <a:close/>
              </a:path>
              <a:path w="5817234" h="2146300">
                <a:moveTo>
                  <a:pt x="32613" y="431800"/>
                </a:moveTo>
                <a:lnTo>
                  <a:pt x="21348" y="431800"/>
                </a:lnTo>
                <a:lnTo>
                  <a:pt x="24193" y="419100"/>
                </a:lnTo>
                <a:lnTo>
                  <a:pt x="35598" y="419100"/>
                </a:lnTo>
                <a:lnTo>
                  <a:pt x="32613" y="431800"/>
                </a:lnTo>
                <a:close/>
              </a:path>
              <a:path w="5817234" h="2146300">
                <a:moveTo>
                  <a:pt x="24955" y="444500"/>
                </a:moveTo>
                <a:lnTo>
                  <a:pt x="16205" y="444500"/>
                </a:lnTo>
                <a:lnTo>
                  <a:pt x="18681" y="431800"/>
                </a:lnTo>
                <a:lnTo>
                  <a:pt x="27381" y="431800"/>
                </a:lnTo>
                <a:lnTo>
                  <a:pt x="24955" y="444500"/>
                </a:lnTo>
                <a:close/>
              </a:path>
              <a:path w="5817234" h="2146300">
                <a:moveTo>
                  <a:pt x="20764" y="457200"/>
                </a:moveTo>
                <a:lnTo>
                  <a:pt x="9893" y="457200"/>
                </a:lnTo>
                <a:lnTo>
                  <a:pt x="11811" y="444500"/>
                </a:lnTo>
                <a:lnTo>
                  <a:pt x="22821" y="444500"/>
                </a:lnTo>
                <a:lnTo>
                  <a:pt x="20764" y="457200"/>
                </a:lnTo>
                <a:close/>
              </a:path>
              <a:path w="5817234" h="2146300">
                <a:moveTo>
                  <a:pt x="17259" y="469900"/>
                </a:moveTo>
                <a:lnTo>
                  <a:pt x="6578" y="469900"/>
                </a:lnTo>
                <a:lnTo>
                  <a:pt x="8140" y="457200"/>
                </a:lnTo>
                <a:lnTo>
                  <a:pt x="18961" y="457200"/>
                </a:lnTo>
                <a:lnTo>
                  <a:pt x="17259" y="469900"/>
                </a:lnTo>
                <a:close/>
              </a:path>
              <a:path w="5817234" h="2146300">
                <a:moveTo>
                  <a:pt x="5814314" y="546100"/>
                </a:moveTo>
                <a:lnTo>
                  <a:pt x="5803150" y="546100"/>
                </a:lnTo>
                <a:lnTo>
                  <a:pt x="5804903" y="533400"/>
                </a:lnTo>
                <a:lnTo>
                  <a:pt x="5806147" y="533400"/>
                </a:lnTo>
                <a:lnTo>
                  <a:pt x="5806998" y="520700"/>
                </a:lnTo>
                <a:lnTo>
                  <a:pt x="5807405" y="508000"/>
                </a:lnTo>
                <a:lnTo>
                  <a:pt x="5807392" y="495300"/>
                </a:lnTo>
                <a:lnTo>
                  <a:pt x="5806948" y="482600"/>
                </a:lnTo>
                <a:lnTo>
                  <a:pt x="5806097" y="469900"/>
                </a:lnTo>
                <a:lnTo>
                  <a:pt x="5804865" y="469900"/>
                </a:lnTo>
                <a:lnTo>
                  <a:pt x="5803188" y="457200"/>
                </a:lnTo>
                <a:lnTo>
                  <a:pt x="5814301" y="457200"/>
                </a:lnTo>
                <a:lnTo>
                  <a:pt x="5815596" y="469900"/>
                </a:lnTo>
                <a:lnTo>
                  <a:pt x="5816460" y="482600"/>
                </a:lnTo>
                <a:lnTo>
                  <a:pt x="5816917" y="495300"/>
                </a:lnTo>
                <a:lnTo>
                  <a:pt x="5816930" y="508000"/>
                </a:lnTo>
                <a:lnTo>
                  <a:pt x="5816511" y="520700"/>
                </a:lnTo>
                <a:lnTo>
                  <a:pt x="5815634" y="533400"/>
                </a:lnTo>
                <a:lnTo>
                  <a:pt x="5814314" y="546100"/>
                </a:lnTo>
                <a:close/>
              </a:path>
              <a:path w="5817234" h="2146300">
                <a:moveTo>
                  <a:pt x="13271" y="482600"/>
                </a:moveTo>
                <a:lnTo>
                  <a:pt x="3949" y="482600"/>
                </a:lnTo>
                <a:lnTo>
                  <a:pt x="5181" y="469900"/>
                </a:lnTo>
                <a:lnTo>
                  <a:pt x="14465" y="469900"/>
                </a:lnTo>
                <a:lnTo>
                  <a:pt x="13271" y="482600"/>
                </a:lnTo>
                <a:close/>
              </a:path>
              <a:path w="5817234" h="2146300">
                <a:moveTo>
                  <a:pt x="11430" y="495300"/>
                </a:moveTo>
                <a:lnTo>
                  <a:pt x="2019" y="495300"/>
                </a:lnTo>
                <a:lnTo>
                  <a:pt x="2895" y="482600"/>
                </a:lnTo>
                <a:lnTo>
                  <a:pt x="12293" y="482600"/>
                </a:lnTo>
                <a:lnTo>
                  <a:pt x="11430" y="495300"/>
                </a:lnTo>
                <a:close/>
              </a:path>
              <a:path w="5817234" h="2146300">
                <a:moveTo>
                  <a:pt x="10223" y="508000"/>
                </a:moveTo>
                <a:lnTo>
                  <a:pt x="330" y="508000"/>
                </a:lnTo>
                <a:lnTo>
                  <a:pt x="736" y="495300"/>
                </a:lnTo>
                <a:lnTo>
                  <a:pt x="10769" y="495300"/>
                </a:lnTo>
                <a:lnTo>
                  <a:pt x="10223" y="508000"/>
                </a:lnTo>
                <a:close/>
              </a:path>
              <a:path w="5817234" h="2146300">
                <a:moveTo>
                  <a:pt x="9525" y="520700"/>
                </a:moveTo>
                <a:lnTo>
                  <a:pt x="0" y="520700"/>
                </a:lnTo>
                <a:lnTo>
                  <a:pt x="88" y="508000"/>
                </a:lnTo>
                <a:lnTo>
                  <a:pt x="9613" y="508000"/>
                </a:lnTo>
                <a:lnTo>
                  <a:pt x="9525" y="520700"/>
                </a:lnTo>
                <a:close/>
              </a:path>
              <a:path w="5817234" h="2146300">
                <a:moveTo>
                  <a:pt x="9804" y="533400"/>
                </a:moveTo>
                <a:lnTo>
                  <a:pt x="279" y="533400"/>
                </a:lnTo>
                <a:lnTo>
                  <a:pt x="63" y="520700"/>
                </a:lnTo>
                <a:lnTo>
                  <a:pt x="9588" y="520700"/>
                </a:lnTo>
                <a:lnTo>
                  <a:pt x="9804" y="533400"/>
                </a:lnTo>
                <a:close/>
              </a:path>
              <a:path w="5817234" h="2146300">
                <a:moveTo>
                  <a:pt x="11252" y="546100"/>
                </a:moveTo>
                <a:lnTo>
                  <a:pt x="1155" y="546100"/>
                </a:lnTo>
                <a:lnTo>
                  <a:pt x="647" y="533400"/>
                </a:lnTo>
                <a:lnTo>
                  <a:pt x="10617" y="533400"/>
                </a:lnTo>
                <a:lnTo>
                  <a:pt x="11252" y="546100"/>
                </a:lnTo>
                <a:close/>
              </a:path>
              <a:path w="5817234" h="2146300">
                <a:moveTo>
                  <a:pt x="30683" y="609600"/>
                </a:moveTo>
                <a:lnTo>
                  <a:pt x="17513" y="609600"/>
                </a:lnTo>
                <a:lnTo>
                  <a:pt x="13563" y="596900"/>
                </a:lnTo>
                <a:lnTo>
                  <a:pt x="10071" y="584200"/>
                </a:lnTo>
                <a:lnTo>
                  <a:pt x="7061" y="571500"/>
                </a:lnTo>
                <a:lnTo>
                  <a:pt x="4559" y="558800"/>
                </a:lnTo>
                <a:lnTo>
                  <a:pt x="2590" y="546100"/>
                </a:lnTo>
                <a:lnTo>
                  <a:pt x="11976" y="546100"/>
                </a:lnTo>
                <a:lnTo>
                  <a:pt x="13919" y="558800"/>
                </a:lnTo>
                <a:lnTo>
                  <a:pt x="16319" y="571500"/>
                </a:lnTo>
                <a:lnTo>
                  <a:pt x="19227" y="584200"/>
                </a:lnTo>
                <a:lnTo>
                  <a:pt x="22593" y="596900"/>
                </a:lnTo>
                <a:lnTo>
                  <a:pt x="26352" y="596900"/>
                </a:lnTo>
                <a:lnTo>
                  <a:pt x="30683" y="609600"/>
                </a:lnTo>
                <a:close/>
              </a:path>
              <a:path w="5817234" h="2146300">
                <a:moveTo>
                  <a:pt x="5791885" y="622300"/>
                </a:moveTo>
                <a:lnTo>
                  <a:pt x="5778195" y="622300"/>
                </a:lnTo>
                <a:lnTo>
                  <a:pt x="5783275" y="609600"/>
                </a:lnTo>
                <a:lnTo>
                  <a:pt x="5787771" y="596900"/>
                </a:lnTo>
                <a:lnTo>
                  <a:pt x="5791720" y="596900"/>
                </a:lnTo>
                <a:lnTo>
                  <a:pt x="5795340" y="584200"/>
                </a:lnTo>
                <a:lnTo>
                  <a:pt x="5798413" y="571500"/>
                </a:lnTo>
                <a:lnTo>
                  <a:pt x="5801029" y="558800"/>
                </a:lnTo>
                <a:lnTo>
                  <a:pt x="5803188" y="546100"/>
                </a:lnTo>
                <a:lnTo>
                  <a:pt x="5812536" y="546100"/>
                </a:lnTo>
                <a:lnTo>
                  <a:pt x="5810288" y="558800"/>
                </a:lnTo>
                <a:lnTo>
                  <a:pt x="5807570" y="571500"/>
                </a:lnTo>
                <a:lnTo>
                  <a:pt x="5804382" y="584200"/>
                </a:lnTo>
                <a:lnTo>
                  <a:pt x="5800712" y="596900"/>
                </a:lnTo>
                <a:lnTo>
                  <a:pt x="5796546" y="609600"/>
                </a:lnTo>
                <a:lnTo>
                  <a:pt x="5791885" y="622300"/>
                </a:lnTo>
                <a:close/>
              </a:path>
              <a:path w="5817234" h="2146300">
                <a:moveTo>
                  <a:pt x="64338" y="673100"/>
                </a:moveTo>
                <a:lnTo>
                  <a:pt x="49745" y="673100"/>
                </a:lnTo>
                <a:lnTo>
                  <a:pt x="43459" y="660400"/>
                </a:lnTo>
                <a:lnTo>
                  <a:pt x="37515" y="647700"/>
                </a:lnTo>
                <a:lnTo>
                  <a:pt x="31927" y="635000"/>
                </a:lnTo>
                <a:lnTo>
                  <a:pt x="26708" y="622300"/>
                </a:lnTo>
                <a:lnTo>
                  <a:pt x="21907" y="609600"/>
                </a:lnTo>
                <a:lnTo>
                  <a:pt x="30606" y="609600"/>
                </a:lnTo>
                <a:lnTo>
                  <a:pt x="35356" y="622300"/>
                </a:lnTo>
                <a:lnTo>
                  <a:pt x="40424" y="635000"/>
                </a:lnTo>
                <a:lnTo>
                  <a:pt x="45885" y="647700"/>
                </a:lnTo>
                <a:lnTo>
                  <a:pt x="51638" y="647700"/>
                </a:lnTo>
                <a:lnTo>
                  <a:pt x="57861" y="660400"/>
                </a:lnTo>
                <a:lnTo>
                  <a:pt x="64338" y="673100"/>
                </a:lnTo>
                <a:close/>
              </a:path>
              <a:path w="5817234" h="2146300">
                <a:moveTo>
                  <a:pt x="5760986" y="673100"/>
                </a:moveTo>
                <a:lnTo>
                  <a:pt x="5745670" y="673100"/>
                </a:lnTo>
                <a:lnTo>
                  <a:pt x="5753303" y="660400"/>
                </a:lnTo>
                <a:lnTo>
                  <a:pt x="5760313" y="647700"/>
                </a:lnTo>
                <a:lnTo>
                  <a:pt x="5766714" y="647700"/>
                </a:lnTo>
                <a:lnTo>
                  <a:pt x="5772797" y="635000"/>
                </a:lnTo>
                <a:lnTo>
                  <a:pt x="5778284" y="622300"/>
                </a:lnTo>
                <a:lnTo>
                  <a:pt x="5786729" y="622300"/>
                </a:lnTo>
                <a:lnTo>
                  <a:pt x="5781065" y="635000"/>
                </a:lnTo>
                <a:lnTo>
                  <a:pt x="5774880" y="647700"/>
                </a:lnTo>
                <a:lnTo>
                  <a:pt x="5768187" y="660400"/>
                </a:lnTo>
                <a:lnTo>
                  <a:pt x="5760986" y="673100"/>
                </a:lnTo>
                <a:close/>
              </a:path>
              <a:path w="5817234" h="2146300">
                <a:moveTo>
                  <a:pt x="100901" y="723900"/>
                </a:moveTo>
                <a:lnTo>
                  <a:pt x="85547" y="723900"/>
                </a:lnTo>
                <a:lnTo>
                  <a:pt x="77876" y="711200"/>
                </a:lnTo>
                <a:lnTo>
                  <a:pt x="70434" y="698500"/>
                </a:lnTo>
                <a:lnTo>
                  <a:pt x="63245" y="685800"/>
                </a:lnTo>
                <a:lnTo>
                  <a:pt x="56349" y="673100"/>
                </a:lnTo>
                <a:lnTo>
                  <a:pt x="64274" y="673100"/>
                </a:lnTo>
                <a:lnTo>
                  <a:pt x="71119" y="685800"/>
                </a:lnTo>
                <a:lnTo>
                  <a:pt x="78181" y="698500"/>
                </a:lnTo>
                <a:lnTo>
                  <a:pt x="85458" y="698500"/>
                </a:lnTo>
                <a:lnTo>
                  <a:pt x="93090" y="711200"/>
                </a:lnTo>
                <a:lnTo>
                  <a:pt x="100901" y="723900"/>
                </a:lnTo>
                <a:close/>
              </a:path>
              <a:path w="5817234" h="2146300">
                <a:moveTo>
                  <a:pt x="5716905" y="723900"/>
                </a:moveTo>
                <a:lnTo>
                  <a:pt x="5699899" y="723900"/>
                </a:lnTo>
                <a:lnTo>
                  <a:pt x="5710262" y="711200"/>
                </a:lnTo>
                <a:lnTo>
                  <a:pt x="5719953" y="698500"/>
                </a:lnTo>
                <a:lnTo>
                  <a:pt x="5728995" y="698500"/>
                </a:lnTo>
                <a:lnTo>
                  <a:pt x="5737707" y="685800"/>
                </a:lnTo>
                <a:lnTo>
                  <a:pt x="5745772" y="673100"/>
                </a:lnTo>
                <a:lnTo>
                  <a:pt x="5753239" y="673100"/>
                </a:lnTo>
                <a:lnTo>
                  <a:pt x="5744972" y="685800"/>
                </a:lnTo>
                <a:lnTo>
                  <a:pt x="5736158" y="698500"/>
                </a:lnTo>
                <a:lnTo>
                  <a:pt x="5726798" y="711200"/>
                </a:lnTo>
                <a:lnTo>
                  <a:pt x="5716905" y="723900"/>
                </a:lnTo>
                <a:close/>
              </a:path>
              <a:path w="5817234" h="2146300">
                <a:moveTo>
                  <a:pt x="2913519" y="2146300"/>
                </a:moveTo>
                <a:lnTo>
                  <a:pt x="2905012" y="2146300"/>
                </a:lnTo>
                <a:lnTo>
                  <a:pt x="118871" y="762000"/>
                </a:lnTo>
                <a:lnTo>
                  <a:pt x="101561" y="736600"/>
                </a:lnTo>
                <a:lnTo>
                  <a:pt x="93459" y="723900"/>
                </a:lnTo>
                <a:lnTo>
                  <a:pt x="100850" y="723900"/>
                </a:lnTo>
                <a:lnTo>
                  <a:pt x="108902" y="736600"/>
                </a:lnTo>
                <a:lnTo>
                  <a:pt x="125488" y="749300"/>
                </a:lnTo>
                <a:lnTo>
                  <a:pt x="123990" y="749300"/>
                </a:lnTo>
                <a:lnTo>
                  <a:pt x="2915643" y="2145222"/>
                </a:lnTo>
                <a:lnTo>
                  <a:pt x="2913519" y="2146300"/>
                </a:lnTo>
                <a:close/>
              </a:path>
              <a:path w="5817234" h="2146300">
                <a:moveTo>
                  <a:pt x="2926214" y="2146300"/>
                </a:moveTo>
                <a:lnTo>
                  <a:pt x="2917799" y="2146300"/>
                </a:lnTo>
                <a:lnTo>
                  <a:pt x="2915643" y="2145222"/>
                </a:lnTo>
                <a:lnTo>
                  <a:pt x="5666574" y="749300"/>
                </a:lnTo>
                <a:lnTo>
                  <a:pt x="5665736" y="749300"/>
                </a:lnTo>
                <a:lnTo>
                  <a:pt x="5677801" y="736600"/>
                </a:lnTo>
                <a:lnTo>
                  <a:pt x="5689092" y="736600"/>
                </a:lnTo>
                <a:lnTo>
                  <a:pt x="5700001" y="723900"/>
                </a:lnTo>
                <a:lnTo>
                  <a:pt x="5706440" y="723900"/>
                </a:lnTo>
                <a:lnTo>
                  <a:pt x="5695416" y="736600"/>
                </a:lnTo>
                <a:lnTo>
                  <a:pt x="5683834" y="749300"/>
                </a:lnTo>
                <a:lnTo>
                  <a:pt x="5671324" y="762000"/>
                </a:lnTo>
                <a:lnTo>
                  <a:pt x="2926214" y="2146300"/>
                </a:lnTo>
                <a:close/>
              </a:path>
              <a:path w="5817234" h="2146300">
                <a:moveTo>
                  <a:pt x="2917799" y="2146300"/>
                </a:moveTo>
                <a:lnTo>
                  <a:pt x="2913519" y="2146300"/>
                </a:lnTo>
                <a:lnTo>
                  <a:pt x="2915643" y="2145222"/>
                </a:lnTo>
                <a:lnTo>
                  <a:pt x="2917799" y="2146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0690" y="469582"/>
            <a:ext cx="201422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330066"/>
                </a:solidFill>
              </a:rPr>
              <a:t>课堂小</a:t>
            </a:r>
            <a:r>
              <a:rPr dirty="0" sz="3900" spc="-20">
                <a:solidFill>
                  <a:srgbClr val="330066"/>
                </a:solidFill>
              </a:rPr>
              <a:t>结</a:t>
            </a:r>
            <a:endParaRPr sz="3900"/>
          </a:p>
        </p:txBody>
      </p:sp>
      <p:sp>
        <p:nvSpPr>
          <p:cNvPr id="5" name="object 5"/>
          <p:cNvSpPr txBox="1"/>
          <p:nvPr/>
        </p:nvSpPr>
        <p:spPr>
          <a:xfrm>
            <a:off x="516890" y="1570037"/>
            <a:ext cx="21666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物质是由大量</a:t>
            </a:r>
            <a:r>
              <a:rPr dirty="0" sz="2400" spc="-10" b="1">
                <a:latin typeface="宋体"/>
                <a:cs typeface="宋体"/>
              </a:rPr>
              <a:t>分 </a:t>
            </a:r>
            <a:r>
              <a:rPr dirty="0" sz="2400" b="1">
                <a:latin typeface="宋体"/>
                <a:cs typeface="宋体"/>
              </a:rPr>
              <a:t>子组成</a:t>
            </a:r>
            <a:r>
              <a:rPr dirty="0" sz="2400" spc="-10" b="1">
                <a:latin typeface="宋体"/>
                <a:cs typeface="宋体"/>
              </a:rPr>
              <a:t>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6290" y="1570037"/>
            <a:ext cx="24726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分子永不停息的</a:t>
            </a:r>
            <a:r>
              <a:rPr dirty="0" sz="2400" spc="-10" b="1">
                <a:latin typeface="宋体"/>
                <a:cs typeface="宋体"/>
              </a:rPr>
              <a:t>做 </a:t>
            </a:r>
            <a:r>
              <a:rPr dirty="0" sz="2400" b="1">
                <a:latin typeface="宋体"/>
                <a:cs typeface="宋体"/>
              </a:rPr>
              <a:t>无规则运</a:t>
            </a:r>
            <a:r>
              <a:rPr dirty="0" sz="2400" spc="-10" b="1">
                <a:latin typeface="宋体"/>
                <a:cs typeface="宋体"/>
              </a:rPr>
              <a:t>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36690" y="1570037"/>
            <a:ext cx="18605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分子间的相</a:t>
            </a:r>
            <a:r>
              <a:rPr dirty="0" sz="2400" spc="-10" b="1">
                <a:latin typeface="宋体"/>
                <a:cs typeface="宋体"/>
              </a:rPr>
              <a:t>互 </a:t>
            </a:r>
            <a:r>
              <a:rPr dirty="0" sz="2400" b="1">
                <a:latin typeface="宋体"/>
                <a:cs typeface="宋体"/>
              </a:rPr>
              <a:t>作用</a:t>
            </a:r>
            <a:r>
              <a:rPr dirty="0" sz="2400" spc="-10" b="1">
                <a:latin typeface="宋体"/>
                <a:cs typeface="宋体"/>
              </a:rPr>
              <a:t>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76800" y="4381500"/>
            <a:ext cx="2687320" cy="1866900"/>
          </a:xfrm>
          <a:custGeom>
            <a:avLst/>
            <a:gdLst/>
            <a:ahLst/>
            <a:cxnLst/>
            <a:rect l="l" t="t" r="r" b="b"/>
            <a:pathLst>
              <a:path w="2687320" h="1866900">
                <a:moveTo>
                  <a:pt x="2686811" y="1866900"/>
                </a:moveTo>
                <a:lnTo>
                  <a:pt x="1245108" y="1289303"/>
                </a:lnTo>
                <a:lnTo>
                  <a:pt x="1519427" y="1208532"/>
                </a:lnTo>
                <a:lnTo>
                  <a:pt x="624839" y="838200"/>
                </a:lnTo>
                <a:lnTo>
                  <a:pt x="944879" y="723900"/>
                </a:lnTo>
                <a:lnTo>
                  <a:pt x="0" y="336803"/>
                </a:lnTo>
                <a:lnTo>
                  <a:pt x="1053084" y="0"/>
                </a:lnTo>
                <a:lnTo>
                  <a:pt x="1598676" y="525779"/>
                </a:lnTo>
                <a:lnTo>
                  <a:pt x="1374648" y="586739"/>
                </a:lnTo>
                <a:lnTo>
                  <a:pt x="2061972" y="1037844"/>
                </a:lnTo>
                <a:lnTo>
                  <a:pt x="1836420" y="1112520"/>
                </a:lnTo>
                <a:lnTo>
                  <a:pt x="2686811" y="1866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7677" y="3273107"/>
            <a:ext cx="7758430" cy="2712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90495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宋体"/>
                <a:cs typeface="宋体"/>
              </a:rPr>
              <a:t>分子动理</a:t>
            </a:r>
            <a:r>
              <a:rPr dirty="0" sz="4000" spc="-25" b="1">
                <a:solidFill>
                  <a:srgbClr val="FF0000"/>
                </a:solidFill>
                <a:latin typeface="宋体"/>
                <a:cs typeface="宋体"/>
              </a:rPr>
              <a:t>论</a:t>
            </a:r>
            <a:endParaRPr sz="4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30626" sz="5850" b="1">
                <a:solidFill>
                  <a:srgbClr val="330066"/>
                </a:solidFill>
                <a:latin typeface="宋体"/>
                <a:cs typeface="宋体"/>
              </a:rPr>
              <a:t>课下思</a:t>
            </a:r>
            <a:r>
              <a:rPr dirty="0" baseline="30626" sz="5850" spc="-30" b="1">
                <a:solidFill>
                  <a:srgbClr val="330066"/>
                </a:solidFill>
                <a:latin typeface="宋体"/>
                <a:cs typeface="宋体"/>
              </a:rPr>
              <a:t>考</a:t>
            </a:r>
            <a:r>
              <a:rPr dirty="0" baseline="30626" sz="5850" spc="-1214" b="1">
                <a:solidFill>
                  <a:srgbClr val="330066"/>
                </a:solidFill>
                <a:latin typeface="宋体"/>
                <a:cs typeface="宋体"/>
              </a:rPr>
              <a:t> </a:t>
            </a:r>
            <a:r>
              <a:rPr dirty="0" sz="4000">
                <a:solidFill>
                  <a:srgbClr val="CC00FF"/>
                </a:solidFill>
                <a:latin typeface="华文新魏"/>
                <a:cs typeface="华文新魏"/>
              </a:rPr>
              <a:t>既然分子间有引力，为</a:t>
            </a:r>
            <a:r>
              <a:rPr dirty="0" sz="4000" spc="-5">
                <a:solidFill>
                  <a:srgbClr val="CC00FF"/>
                </a:solidFill>
                <a:latin typeface="华文新魏"/>
                <a:cs typeface="华文新魏"/>
              </a:rPr>
              <a:t>何</a:t>
            </a:r>
            <a:endParaRPr sz="4000">
              <a:latin typeface="华文新魏"/>
              <a:cs typeface="华文新魏"/>
            </a:endParaRPr>
          </a:p>
          <a:p>
            <a:pPr marL="3173730">
              <a:lnSpc>
                <a:spcPct val="100000"/>
              </a:lnSpc>
            </a:pPr>
            <a:r>
              <a:rPr dirty="0" sz="4000">
                <a:solidFill>
                  <a:srgbClr val="CC00FF"/>
                </a:solidFill>
                <a:latin typeface="华文新魏"/>
                <a:cs typeface="华文新魏"/>
              </a:rPr>
              <a:t>破镜不能重圆</a:t>
            </a:r>
            <a:r>
              <a:rPr dirty="0" sz="4000" spc="-5">
                <a:solidFill>
                  <a:srgbClr val="CC00FF"/>
                </a:solidFill>
                <a:latin typeface="华文新魏"/>
                <a:cs typeface="华文新魏"/>
              </a:rPr>
              <a:t>？</a:t>
            </a:r>
            <a:endParaRPr sz="4000">
              <a:latin typeface="华文新魏"/>
              <a:cs typeface="华文新魏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6000" y="2532557"/>
            <a:ext cx="6719874" cy="695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2025-04-20T13:34:55Z</dcterms:created>
  <dcterms:modified xsi:type="dcterms:W3CDTF">2025-04-20T13:34:55Z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