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48995" y="12877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48640" y="151028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2561" y="1080693"/>
            <a:ext cx="10326877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27355" y="4625848"/>
            <a:ext cx="11337289" cy="1305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05708" y="1135532"/>
            <a:ext cx="5380583" cy="45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22270" y="1716913"/>
            <a:ext cx="5714365" cy="2741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jp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image" Target="../media/image39.png"/><Relationship Id="rId21" Type="http://schemas.openxmlformats.org/officeDocument/2006/relationships/image" Target="../media/image40.png"/><Relationship Id="rId22" Type="http://schemas.openxmlformats.org/officeDocument/2006/relationships/image" Target="../media/image41.png"/><Relationship Id="rId23" Type="http://schemas.openxmlformats.org/officeDocument/2006/relationships/image" Target="../media/image42.png"/><Relationship Id="rId24" Type="http://schemas.openxmlformats.org/officeDocument/2006/relationships/image" Target="../media/image43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29.png"/><Relationship Id="rId5" Type="http://schemas.openxmlformats.org/officeDocument/2006/relationships/image" Target="../media/image52.png"/><Relationship Id="rId6" Type="http://schemas.openxmlformats.org/officeDocument/2006/relationships/image" Target="../media/image7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jpg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6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72.png"/><Relationship Id="rId16" Type="http://schemas.openxmlformats.org/officeDocument/2006/relationships/image" Target="../media/image73.png"/><Relationship Id="rId17" Type="http://schemas.openxmlformats.org/officeDocument/2006/relationships/image" Target="../media/image74.jpg"/><Relationship Id="rId18" Type="http://schemas.openxmlformats.org/officeDocument/2006/relationships/image" Target="../media/image75.png"/><Relationship Id="rId19" Type="http://schemas.openxmlformats.org/officeDocument/2006/relationships/image" Target="../media/image76.png"/><Relationship Id="rId20" Type="http://schemas.openxmlformats.org/officeDocument/2006/relationships/image" Target="../media/image77.png"/><Relationship Id="rId21" Type="http://schemas.openxmlformats.org/officeDocument/2006/relationships/image" Target="../media/image78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9.jpg"/><Relationship Id="rId3" Type="http://schemas.openxmlformats.org/officeDocument/2006/relationships/image" Target="../media/image80.jpg"/><Relationship Id="rId4" Type="http://schemas.openxmlformats.org/officeDocument/2006/relationships/image" Target="../media/image81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323" y="875347"/>
            <a:ext cx="28708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  <a:latin typeface="微软雅黑"/>
                <a:cs typeface="微软雅黑"/>
              </a:rPr>
              <a:t>基础教育精品</a:t>
            </a:r>
            <a:r>
              <a:rPr dirty="0" sz="3200" spc="5">
                <a:solidFill>
                  <a:srgbClr val="FFFFFF"/>
                </a:solidFill>
                <a:latin typeface="微软雅黑"/>
                <a:cs typeface="微软雅黑"/>
              </a:rPr>
              <a:t>课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558982" y="2001062"/>
            <a:ext cx="3073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温度和温标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0939" y="3643096"/>
            <a:ext cx="2252980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0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年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级：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高</a:t>
            </a:r>
            <a:r>
              <a:rPr dirty="0" sz="2800" spc="-80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二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主讲人：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张</a:t>
            </a:r>
            <a:r>
              <a:rPr dirty="0" sz="2800" spc="-75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格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78120" y="3643096"/>
            <a:ext cx="6438265" cy="104648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760"/>
              </a:spcBef>
              <a:tabLst>
                <a:tab pos="728345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校：恩施土家族苗族自治州高级中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01384" y="1982723"/>
            <a:ext cx="1601723" cy="1554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9456" y="2753867"/>
            <a:ext cx="3288792" cy="3288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5300" y="1105535"/>
            <a:ext cx="78479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华文楷体"/>
                <a:cs typeface="华文楷体"/>
              </a:rPr>
              <a:t>为什么测量体温时要过一段时间才能取出温度计</a:t>
            </a:r>
            <a:r>
              <a:rPr dirty="0" spc="-5" b="0">
                <a:latin typeface="华文楷体"/>
                <a:cs typeface="华文楷体"/>
              </a:rPr>
              <a:t>？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0550" y="1958339"/>
            <a:ext cx="5714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为什么温度计的示数就是你的体温</a:t>
            </a:r>
            <a:r>
              <a:rPr dirty="0" sz="2800" spc="-5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3251" y="1899246"/>
            <a:ext cx="1650923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6445" y="1724799"/>
            <a:ext cx="8381365" cy="130556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热力学</a:t>
            </a:r>
            <a:r>
              <a:rPr dirty="0" sz="2800">
                <a:latin typeface="华文楷体"/>
                <a:cs typeface="华文楷体"/>
              </a:rPr>
              <a:t>：研究热现象中物质系统在平衡态时的性</a:t>
            </a:r>
            <a:r>
              <a:rPr dirty="0" sz="2800" spc="-5">
                <a:latin typeface="华文楷体"/>
                <a:cs typeface="华文楷体"/>
              </a:rPr>
              <a:t>质</a:t>
            </a:r>
            <a:endParaRPr sz="2800">
              <a:latin typeface="华文楷体"/>
              <a:cs typeface="华文楷体"/>
            </a:endParaRPr>
          </a:p>
          <a:p>
            <a:pPr marL="1257300">
              <a:lnSpc>
                <a:spcPct val="100000"/>
              </a:lnSpc>
              <a:spcBef>
                <a:spcPts val="1680"/>
              </a:spcBef>
            </a:pPr>
            <a:r>
              <a:rPr dirty="0" sz="2800">
                <a:latin typeface="华文楷体"/>
                <a:cs typeface="华文楷体"/>
              </a:rPr>
              <a:t>以及状态发生变化时与外界相互作用的学科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1390" y="155787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5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8995" y="12877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8640" y="151028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74508" y="1074064"/>
            <a:ext cx="2692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热力学研究对象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28772" y="3429000"/>
            <a:ext cx="3182620" cy="753110"/>
          </a:xfrm>
          <a:custGeom>
            <a:avLst/>
            <a:gdLst/>
            <a:ahLst/>
            <a:cxnLst/>
            <a:rect l="l" t="t" r="r" b="b"/>
            <a:pathLst>
              <a:path w="3182620" h="753110">
                <a:moveTo>
                  <a:pt x="3057143" y="752855"/>
                </a:moveTo>
                <a:lnTo>
                  <a:pt x="126491" y="752855"/>
                </a:lnTo>
                <a:lnTo>
                  <a:pt x="77320" y="742769"/>
                </a:lnTo>
                <a:lnTo>
                  <a:pt x="37223" y="715703"/>
                </a:lnTo>
                <a:lnTo>
                  <a:pt x="10138" y="675590"/>
                </a:lnTo>
                <a:lnTo>
                  <a:pt x="0" y="626363"/>
                </a:lnTo>
                <a:lnTo>
                  <a:pt x="0" y="124967"/>
                </a:lnTo>
                <a:lnTo>
                  <a:pt x="10138" y="76407"/>
                </a:lnTo>
                <a:lnTo>
                  <a:pt x="37223" y="36676"/>
                </a:lnTo>
                <a:lnTo>
                  <a:pt x="77320" y="9848"/>
                </a:lnTo>
                <a:lnTo>
                  <a:pt x="126491" y="0"/>
                </a:lnTo>
                <a:lnTo>
                  <a:pt x="3057143" y="0"/>
                </a:lnTo>
                <a:lnTo>
                  <a:pt x="3105539" y="9848"/>
                </a:lnTo>
                <a:lnTo>
                  <a:pt x="3145216" y="36676"/>
                </a:lnTo>
                <a:lnTo>
                  <a:pt x="3172099" y="76407"/>
                </a:lnTo>
                <a:lnTo>
                  <a:pt x="3182112" y="124967"/>
                </a:lnTo>
                <a:lnTo>
                  <a:pt x="3182112" y="626363"/>
                </a:lnTo>
                <a:lnTo>
                  <a:pt x="3172099" y="675590"/>
                </a:lnTo>
                <a:lnTo>
                  <a:pt x="3145216" y="715703"/>
                </a:lnTo>
                <a:lnTo>
                  <a:pt x="3105539" y="742769"/>
                </a:lnTo>
                <a:lnTo>
                  <a:pt x="3057143" y="75285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22891" y="3422650"/>
            <a:ext cx="3194050" cy="764540"/>
          </a:xfrm>
          <a:custGeom>
            <a:avLst/>
            <a:gdLst/>
            <a:ahLst/>
            <a:cxnLst/>
            <a:rect l="l" t="t" r="r" b="b"/>
            <a:pathLst>
              <a:path w="3194050" h="764539">
                <a:moveTo>
                  <a:pt x="3082353" y="763270"/>
                </a:moveTo>
                <a:lnTo>
                  <a:pt x="111709" y="763270"/>
                </a:lnTo>
                <a:lnTo>
                  <a:pt x="98844" y="760729"/>
                </a:lnTo>
                <a:lnTo>
                  <a:pt x="92583" y="758189"/>
                </a:lnTo>
                <a:lnTo>
                  <a:pt x="86461" y="756920"/>
                </a:lnTo>
                <a:lnTo>
                  <a:pt x="80479" y="754379"/>
                </a:lnTo>
                <a:lnTo>
                  <a:pt x="74637" y="751839"/>
                </a:lnTo>
                <a:lnTo>
                  <a:pt x="68961" y="748029"/>
                </a:lnTo>
                <a:lnTo>
                  <a:pt x="63436" y="745489"/>
                </a:lnTo>
                <a:lnTo>
                  <a:pt x="30099" y="716279"/>
                </a:lnTo>
                <a:lnTo>
                  <a:pt x="13004" y="689610"/>
                </a:lnTo>
                <a:lnTo>
                  <a:pt x="10363" y="684529"/>
                </a:lnTo>
                <a:lnTo>
                  <a:pt x="685" y="646429"/>
                </a:lnTo>
                <a:lnTo>
                  <a:pt x="0" y="632460"/>
                </a:lnTo>
                <a:lnTo>
                  <a:pt x="0" y="130810"/>
                </a:lnTo>
                <a:lnTo>
                  <a:pt x="5930" y="91439"/>
                </a:lnTo>
                <a:lnTo>
                  <a:pt x="8000" y="86360"/>
                </a:lnTo>
                <a:lnTo>
                  <a:pt x="10363" y="80010"/>
                </a:lnTo>
                <a:lnTo>
                  <a:pt x="13004" y="73660"/>
                </a:lnTo>
                <a:lnTo>
                  <a:pt x="15913" y="68579"/>
                </a:lnTo>
                <a:lnTo>
                  <a:pt x="19088" y="62229"/>
                </a:lnTo>
                <a:lnTo>
                  <a:pt x="38595" y="38100"/>
                </a:lnTo>
                <a:lnTo>
                  <a:pt x="43167" y="33020"/>
                </a:lnTo>
                <a:lnTo>
                  <a:pt x="47955" y="29210"/>
                </a:lnTo>
                <a:lnTo>
                  <a:pt x="52933" y="25400"/>
                </a:lnTo>
                <a:lnTo>
                  <a:pt x="58089" y="21589"/>
                </a:lnTo>
                <a:lnTo>
                  <a:pt x="63436" y="19050"/>
                </a:lnTo>
                <a:lnTo>
                  <a:pt x="68961" y="15239"/>
                </a:lnTo>
                <a:lnTo>
                  <a:pt x="74637" y="12700"/>
                </a:lnTo>
                <a:lnTo>
                  <a:pt x="80479" y="10160"/>
                </a:lnTo>
                <a:lnTo>
                  <a:pt x="92583" y="5079"/>
                </a:lnTo>
                <a:lnTo>
                  <a:pt x="118300" y="0"/>
                </a:lnTo>
                <a:lnTo>
                  <a:pt x="3075749" y="0"/>
                </a:lnTo>
                <a:lnTo>
                  <a:pt x="3101467" y="5079"/>
                </a:lnTo>
                <a:lnTo>
                  <a:pt x="3113582" y="10160"/>
                </a:lnTo>
                <a:lnTo>
                  <a:pt x="3119424" y="12700"/>
                </a:lnTo>
                <a:lnTo>
                  <a:pt x="119748" y="12700"/>
                </a:lnTo>
                <a:lnTo>
                  <a:pt x="113474" y="13970"/>
                </a:lnTo>
                <a:lnTo>
                  <a:pt x="107924" y="13970"/>
                </a:lnTo>
                <a:lnTo>
                  <a:pt x="101854" y="15239"/>
                </a:lnTo>
                <a:lnTo>
                  <a:pt x="102158" y="15239"/>
                </a:lnTo>
                <a:lnTo>
                  <a:pt x="96215" y="17779"/>
                </a:lnTo>
                <a:lnTo>
                  <a:pt x="96507" y="17779"/>
                </a:lnTo>
                <a:lnTo>
                  <a:pt x="90678" y="19050"/>
                </a:lnTo>
                <a:lnTo>
                  <a:pt x="90982" y="19050"/>
                </a:lnTo>
                <a:lnTo>
                  <a:pt x="85280" y="21589"/>
                </a:lnTo>
                <a:lnTo>
                  <a:pt x="85572" y="21589"/>
                </a:lnTo>
                <a:lnTo>
                  <a:pt x="80010" y="24129"/>
                </a:lnTo>
                <a:lnTo>
                  <a:pt x="80289" y="24129"/>
                </a:lnTo>
                <a:lnTo>
                  <a:pt x="74879" y="26670"/>
                </a:lnTo>
                <a:lnTo>
                  <a:pt x="75158" y="26670"/>
                </a:lnTo>
                <a:lnTo>
                  <a:pt x="69900" y="29210"/>
                </a:lnTo>
                <a:lnTo>
                  <a:pt x="70167" y="29210"/>
                </a:lnTo>
                <a:lnTo>
                  <a:pt x="66772" y="31750"/>
                </a:lnTo>
                <a:lnTo>
                  <a:pt x="65328" y="31750"/>
                </a:lnTo>
                <a:lnTo>
                  <a:pt x="60413" y="35560"/>
                </a:lnTo>
                <a:lnTo>
                  <a:pt x="60655" y="35560"/>
                </a:lnTo>
                <a:lnTo>
                  <a:pt x="55918" y="39370"/>
                </a:lnTo>
                <a:lnTo>
                  <a:pt x="56146" y="39370"/>
                </a:lnTo>
                <a:lnTo>
                  <a:pt x="51600" y="43179"/>
                </a:lnTo>
                <a:lnTo>
                  <a:pt x="51828" y="43179"/>
                </a:lnTo>
                <a:lnTo>
                  <a:pt x="47472" y="46989"/>
                </a:lnTo>
                <a:lnTo>
                  <a:pt x="47688" y="46989"/>
                </a:lnTo>
                <a:lnTo>
                  <a:pt x="43535" y="50800"/>
                </a:lnTo>
                <a:lnTo>
                  <a:pt x="43738" y="50800"/>
                </a:lnTo>
                <a:lnTo>
                  <a:pt x="39789" y="55879"/>
                </a:lnTo>
                <a:lnTo>
                  <a:pt x="39979" y="55879"/>
                </a:lnTo>
                <a:lnTo>
                  <a:pt x="36258" y="59689"/>
                </a:lnTo>
                <a:lnTo>
                  <a:pt x="36449" y="59689"/>
                </a:lnTo>
                <a:lnTo>
                  <a:pt x="32943" y="64770"/>
                </a:lnTo>
                <a:lnTo>
                  <a:pt x="33121" y="64770"/>
                </a:lnTo>
                <a:lnTo>
                  <a:pt x="29857" y="69850"/>
                </a:lnTo>
                <a:lnTo>
                  <a:pt x="30010" y="69850"/>
                </a:lnTo>
                <a:lnTo>
                  <a:pt x="27752" y="73660"/>
                </a:lnTo>
                <a:lnTo>
                  <a:pt x="27139" y="73660"/>
                </a:lnTo>
                <a:lnTo>
                  <a:pt x="24371" y="80010"/>
                </a:lnTo>
                <a:lnTo>
                  <a:pt x="24511" y="80010"/>
                </a:lnTo>
                <a:lnTo>
                  <a:pt x="21996" y="85089"/>
                </a:lnTo>
                <a:lnTo>
                  <a:pt x="22123" y="85089"/>
                </a:lnTo>
                <a:lnTo>
                  <a:pt x="19875" y="90170"/>
                </a:lnTo>
                <a:lnTo>
                  <a:pt x="18008" y="95250"/>
                </a:lnTo>
                <a:lnTo>
                  <a:pt x="16408" y="101600"/>
                </a:lnTo>
                <a:lnTo>
                  <a:pt x="15087" y="106679"/>
                </a:lnTo>
                <a:lnTo>
                  <a:pt x="14046" y="113029"/>
                </a:lnTo>
                <a:lnTo>
                  <a:pt x="13296" y="119379"/>
                </a:lnTo>
                <a:lnTo>
                  <a:pt x="12948" y="124460"/>
                </a:lnTo>
                <a:lnTo>
                  <a:pt x="12700" y="130810"/>
                </a:lnTo>
                <a:lnTo>
                  <a:pt x="12700" y="632460"/>
                </a:lnTo>
                <a:lnTo>
                  <a:pt x="12865" y="638810"/>
                </a:lnTo>
                <a:lnTo>
                  <a:pt x="13335" y="645160"/>
                </a:lnTo>
                <a:lnTo>
                  <a:pt x="14097" y="651510"/>
                </a:lnTo>
                <a:lnTo>
                  <a:pt x="14267" y="651510"/>
                </a:lnTo>
                <a:lnTo>
                  <a:pt x="15151" y="656589"/>
                </a:lnTo>
                <a:lnTo>
                  <a:pt x="16484" y="662939"/>
                </a:lnTo>
                <a:lnTo>
                  <a:pt x="18097" y="668020"/>
                </a:lnTo>
                <a:lnTo>
                  <a:pt x="19977" y="674370"/>
                </a:lnTo>
                <a:lnTo>
                  <a:pt x="20325" y="674370"/>
                </a:lnTo>
                <a:lnTo>
                  <a:pt x="22123" y="679450"/>
                </a:lnTo>
                <a:lnTo>
                  <a:pt x="21996" y="679450"/>
                </a:lnTo>
                <a:lnTo>
                  <a:pt x="24511" y="684529"/>
                </a:lnTo>
                <a:lnTo>
                  <a:pt x="24371" y="684529"/>
                </a:lnTo>
                <a:lnTo>
                  <a:pt x="27139" y="689610"/>
                </a:lnTo>
                <a:lnTo>
                  <a:pt x="27000" y="689610"/>
                </a:lnTo>
                <a:lnTo>
                  <a:pt x="30010" y="694689"/>
                </a:lnTo>
                <a:lnTo>
                  <a:pt x="29857" y="694689"/>
                </a:lnTo>
                <a:lnTo>
                  <a:pt x="33121" y="699770"/>
                </a:lnTo>
                <a:lnTo>
                  <a:pt x="32943" y="699770"/>
                </a:lnTo>
                <a:lnTo>
                  <a:pt x="36449" y="703579"/>
                </a:lnTo>
                <a:lnTo>
                  <a:pt x="36258" y="703579"/>
                </a:lnTo>
                <a:lnTo>
                  <a:pt x="39979" y="708660"/>
                </a:lnTo>
                <a:lnTo>
                  <a:pt x="39789" y="708660"/>
                </a:lnTo>
                <a:lnTo>
                  <a:pt x="43738" y="712470"/>
                </a:lnTo>
                <a:lnTo>
                  <a:pt x="43535" y="712470"/>
                </a:lnTo>
                <a:lnTo>
                  <a:pt x="47688" y="717550"/>
                </a:lnTo>
                <a:lnTo>
                  <a:pt x="48561" y="717550"/>
                </a:lnTo>
                <a:lnTo>
                  <a:pt x="51828" y="721360"/>
                </a:lnTo>
                <a:lnTo>
                  <a:pt x="51600" y="721360"/>
                </a:lnTo>
                <a:lnTo>
                  <a:pt x="56146" y="725170"/>
                </a:lnTo>
                <a:lnTo>
                  <a:pt x="55918" y="725170"/>
                </a:lnTo>
                <a:lnTo>
                  <a:pt x="60655" y="727710"/>
                </a:lnTo>
                <a:lnTo>
                  <a:pt x="60413" y="727710"/>
                </a:lnTo>
                <a:lnTo>
                  <a:pt x="65328" y="731520"/>
                </a:lnTo>
                <a:lnTo>
                  <a:pt x="65074" y="731520"/>
                </a:lnTo>
                <a:lnTo>
                  <a:pt x="70167" y="734060"/>
                </a:lnTo>
                <a:lnTo>
                  <a:pt x="69900" y="734060"/>
                </a:lnTo>
                <a:lnTo>
                  <a:pt x="75158" y="737870"/>
                </a:lnTo>
                <a:lnTo>
                  <a:pt x="74879" y="737870"/>
                </a:lnTo>
                <a:lnTo>
                  <a:pt x="80289" y="740410"/>
                </a:lnTo>
                <a:lnTo>
                  <a:pt x="80010" y="740410"/>
                </a:lnTo>
                <a:lnTo>
                  <a:pt x="85572" y="742950"/>
                </a:lnTo>
                <a:lnTo>
                  <a:pt x="85280" y="742950"/>
                </a:lnTo>
                <a:lnTo>
                  <a:pt x="90982" y="744220"/>
                </a:lnTo>
                <a:lnTo>
                  <a:pt x="90678" y="744220"/>
                </a:lnTo>
                <a:lnTo>
                  <a:pt x="96507" y="746760"/>
                </a:lnTo>
                <a:lnTo>
                  <a:pt x="96215" y="746760"/>
                </a:lnTo>
                <a:lnTo>
                  <a:pt x="102158" y="748029"/>
                </a:lnTo>
                <a:lnTo>
                  <a:pt x="101854" y="748029"/>
                </a:lnTo>
                <a:lnTo>
                  <a:pt x="107924" y="749300"/>
                </a:lnTo>
                <a:lnTo>
                  <a:pt x="107607" y="749300"/>
                </a:lnTo>
                <a:lnTo>
                  <a:pt x="113792" y="750570"/>
                </a:lnTo>
                <a:lnTo>
                  <a:pt x="113474" y="750570"/>
                </a:lnTo>
                <a:lnTo>
                  <a:pt x="119748" y="751839"/>
                </a:lnTo>
                <a:lnTo>
                  <a:pt x="3119424" y="751839"/>
                </a:lnTo>
                <a:lnTo>
                  <a:pt x="3113582" y="754379"/>
                </a:lnTo>
                <a:lnTo>
                  <a:pt x="3107588" y="756920"/>
                </a:lnTo>
                <a:lnTo>
                  <a:pt x="3101467" y="758189"/>
                </a:lnTo>
                <a:lnTo>
                  <a:pt x="3095218" y="760729"/>
                </a:lnTo>
                <a:lnTo>
                  <a:pt x="3082353" y="763270"/>
                </a:lnTo>
                <a:close/>
              </a:path>
              <a:path w="3194050" h="764539">
                <a:moveTo>
                  <a:pt x="3128987" y="33020"/>
                </a:moveTo>
                <a:lnTo>
                  <a:pt x="3123895" y="29210"/>
                </a:lnTo>
                <a:lnTo>
                  <a:pt x="3124161" y="29210"/>
                </a:lnTo>
                <a:lnTo>
                  <a:pt x="3118904" y="26670"/>
                </a:lnTo>
                <a:lnTo>
                  <a:pt x="3119170" y="26670"/>
                </a:lnTo>
                <a:lnTo>
                  <a:pt x="3113773" y="24129"/>
                </a:lnTo>
                <a:lnTo>
                  <a:pt x="3114040" y="24129"/>
                </a:lnTo>
                <a:lnTo>
                  <a:pt x="3108490" y="21589"/>
                </a:lnTo>
                <a:lnTo>
                  <a:pt x="3108782" y="21589"/>
                </a:lnTo>
                <a:lnTo>
                  <a:pt x="3103079" y="19050"/>
                </a:lnTo>
                <a:lnTo>
                  <a:pt x="3103372" y="19050"/>
                </a:lnTo>
                <a:lnTo>
                  <a:pt x="3097542" y="17779"/>
                </a:lnTo>
                <a:lnTo>
                  <a:pt x="3097847" y="17779"/>
                </a:lnTo>
                <a:lnTo>
                  <a:pt x="3091891" y="15239"/>
                </a:lnTo>
                <a:lnTo>
                  <a:pt x="3092208" y="15239"/>
                </a:lnTo>
                <a:lnTo>
                  <a:pt x="3086138" y="13970"/>
                </a:lnTo>
                <a:lnTo>
                  <a:pt x="3080588" y="13970"/>
                </a:lnTo>
                <a:lnTo>
                  <a:pt x="3074314" y="12700"/>
                </a:lnTo>
                <a:lnTo>
                  <a:pt x="3119424" y="12700"/>
                </a:lnTo>
                <a:lnTo>
                  <a:pt x="3125101" y="15239"/>
                </a:lnTo>
                <a:lnTo>
                  <a:pt x="3130613" y="19050"/>
                </a:lnTo>
                <a:lnTo>
                  <a:pt x="3135960" y="21589"/>
                </a:lnTo>
                <a:lnTo>
                  <a:pt x="3141129" y="25400"/>
                </a:lnTo>
                <a:lnTo>
                  <a:pt x="3146107" y="29210"/>
                </a:lnTo>
                <a:lnTo>
                  <a:pt x="3149290" y="31750"/>
                </a:lnTo>
                <a:lnTo>
                  <a:pt x="3128733" y="31750"/>
                </a:lnTo>
                <a:lnTo>
                  <a:pt x="3128987" y="33020"/>
                </a:lnTo>
                <a:close/>
              </a:path>
              <a:path w="3194050" h="764539">
                <a:moveTo>
                  <a:pt x="65074" y="33020"/>
                </a:moveTo>
                <a:lnTo>
                  <a:pt x="65328" y="31750"/>
                </a:lnTo>
                <a:lnTo>
                  <a:pt x="66772" y="31750"/>
                </a:lnTo>
                <a:lnTo>
                  <a:pt x="65074" y="33020"/>
                </a:lnTo>
                <a:close/>
              </a:path>
              <a:path w="3194050" h="764539">
                <a:moveTo>
                  <a:pt x="3167062" y="74929"/>
                </a:moveTo>
                <a:lnTo>
                  <a:pt x="3164039" y="69850"/>
                </a:lnTo>
                <a:lnTo>
                  <a:pt x="3164205" y="69850"/>
                </a:lnTo>
                <a:lnTo>
                  <a:pt x="3160941" y="64770"/>
                </a:lnTo>
                <a:lnTo>
                  <a:pt x="3161106" y="64770"/>
                </a:lnTo>
                <a:lnTo>
                  <a:pt x="3157613" y="59689"/>
                </a:lnTo>
                <a:lnTo>
                  <a:pt x="3157791" y="59689"/>
                </a:lnTo>
                <a:lnTo>
                  <a:pt x="3154070" y="55879"/>
                </a:lnTo>
                <a:lnTo>
                  <a:pt x="3154260" y="55879"/>
                </a:lnTo>
                <a:lnTo>
                  <a:pt x="3150323" y="50800"/>
                </a:lnTo>
                <a:lnTo>
                  <a:pt x="3150527" y="50800"/>
                </a:lnTo>
                <a:lnTo>
                  <a:pt x="3146374" y="46989"/>
                </a:lnTo>
                <a:lnTo>
                  <a:pt x="3146590" y="46989"/>
                </a:lnTo>
                <a:lnTo>
                  <a:pt x="3142234" y="43179"/>
                </a:lnTo>
                <a:lnTo>
                  <a:pt x="3142462" y="43179"/>
                </a:lnTo>
                <a:lnTo>
                  <a:pt x="3137903" y="39370"/>
                </a:lnTo>
                <a:lnTo>
                  <a:pt x="3138144" y="39370"/>
                </a:lnTo>
                <a:lnTo>
                  <a:pt x="3133407" y="35560"/>
                </a:lnTo>
                <a:lnTo>
                  <a:pt x="3133648" y="35560"/>
                </a:lnTo>
                <a:lnTo>
                  <a:pt x="3128733" y="31750"/>
                </a:lnTo>
                <a:lnTo>
                  <a:pt x="3149290" y="31750"/>
                </a:lnTo>
                <a:lnTo>
                  <a:pt x="3150882" y="33020"/>
                </a:lnTo>
                <a:lnTo>
                  <a:pt x="3155467" y="38100"/>
                </a:lnTo>
                <a:lnTo>
                  <a:pt x="3159823" y="41910"/>
                </a:lnTo>
                <a:lnTo>
                  <a:pt x="3178149" y="68579"/>
                </a:lnTo>
                <a:lnTo>
                  <a:pt x="3181057" y="73660"/>
                </a:lnTo>
                <a:lnTo>
                  <a:pt x="3166910" y="73660"/>
                </a:lnTo>
                <a:lnTo>
                  <a:pt x="3167062" y="74929"/>
                </a:lnTo>
                <a:close/>
              </a:path>
              <a:path w="3194050" h="764539">
                <a:moveTo>
                  <a:pt x="27000" y="74929"/>
                </a:moveTo>
                <a:lnTo>
                  <a:pt x="27139" y="73660"/>
                </a:lnTo>
                <a:lnTo>
                  <a:pt x="27752" y="73660"/>
                </a:lnTo>
                <a:lnTo>
                  <a:pt x="27000" y="74929"/>
                </a:lnTo>
                <a:close/>
              </a:path>
              <a:path w="3194050" h="764539">
                <a:moveTo>
                  <a:pt x="3192706" y="651510"/>
                </a:moveTo>
                <a:lnTo>
                  <a:pt x="3179965" y="651510"/>
                </a:lnTo>
                <a:lnTo>
                  <a:pt x="3180753" y="645160"/>
                </a:lnTo>
                <a:lnTo>
                  <a:pt x="3181210" y="638810"/>
                </a:lnTo>
                <a:lnTo>
                  <a:pt x="3181228" y="125729"/>
                </a:lnTo>
                <a:lnTo>
                  <a:pt x="3181197" y="124460"/>
                </a:lnTo>
                <a:lnTo>
                  <a:pt x="3180727" y="119379"/>
                </a:lnTo>
                <a:lnTo>
                  <a:pt x="3179965" y="113029"/>
                </a:lnTo>
                <a:lnTo>
                  <a:pt x="3178898" y="106679"/>
                </a:lnTo>
                <a:lnTo>
                  <a:pt x="3177565" y="101600"/>
                </a:lnTo>
                <a:lnTo>
                  <a:pt x="3175952" y="95250"/>
                </a:lnTo>
                <a:lnTo>
                  <a:pt x="3174072" y="90170"/>
                </a:lnTo>
                <a:lnTo>
                  <a:pt x="3171939" y="85089"/>
                </a:lnTo>
                <a:lnTo>
                  <a:pt x="3169551" y="80010"/>
                </a:lnTo>
                <a:lnTo>
                  <a:pt x="3166910" y="73660"/>
                </a:lnTo>
                <a:lnTo>
                  <a:pt x="3181057" y="73660"/>
                </a:lnTo>
                <a:lnTo>
                  <a:pt x="3183699" y="80010"/>
                </a:lnTo>
                <a:lnTo>
                  <a:pt x="3186061" y="86360"/>
                </a:lnTo>
                <a:lnTo>
                  <a:pt x="3188131" y="91439"/>
                </a:lnTo>
                <a:lnTo>
                  <a:pt x="3194050" y="130810"/>
                </a:lnTo>
                <a:lnTo>
                  <a:pt x="3194050" y="632460"/>
                </a:lnTo>
                <a:lnTo>
                  <a:pt x="3193884" y="640079"/>
                </a:lnTo>
                <a:lnTo>
                  <a:pt x="3193376" y="646429"/>
                </a:lnTo>
                <a:lnTo>
                  <a:pt x="3192706" y="651510"/>
                </a:lnTo>
                <a:close/>
              </a:path>
              <a:path w="3194050" h="764539">
                <a:moveTo>
                  <a:pt x="12852" y="125729"/>
                </a:moveTo>
                <a:lnTo>
                  <a:pt x="12865" y="124460"/>
                </a:lnTo>
                <a:lnTo>
                  <a:pt x="12852" y="125729"/>
                </a:lnTo>
                <a:close/>
              </a:path>
              <a:path w="3194050" h="764539">
                <a:moveTo>
                  <a:pt x="3181210" y="125729"/>
                </a:moveTo>
                <a:lnTo>
                  <a:pt x="3181113" y="124460"/>
                </a:lnTo>
                <a:lnTo>
                  <a:pt x="3181210" y="125729"/>
                </a:lnTo>
                <a:close/>
              </a:path>
              <a:path w="3194050" h="764539">
                <a:moveTo>
                  <a:pt x="14267" y="651510"/>
                </a:moveTo>
                <a:lnTo>
                  <a:pt x="14097" y="651510"/>
                </a:lnTo>
                <a:lnTo>
                  <a:pt x="14046" y="650239"/>
                </a:lnTo>
                <a:lnTo>
                  <a:pt x="14267" y="651510"/>
                </a:lnTo>
                <a:close/>
              </a:path>
              <a:path w="3194050" h="764539">
                <a:moveTo>
                  <a:pt x="3187303" y="674370"/>
                </a:moveTo>
                <a:lnTo>
                  <a:pt x="3174072" y="674370"/>
                </a:lnTo>
                <a:lnTo>
                  <a:pt x="3176054" y="668020"/>
                </a:lnTo>
                <a:lnTo>
                  <a:pt x="3177641" y="662939"/>
                </a:lnTo>
                <a:lnTo>
                  <a:pt x="3178962" y="656589"/>
                </a:lnTo>
                <a:lnTo>
                  <a:pt x="3180003" y="650239"/>
                </a:lnTo>
                <a:lnTo>
                  <a:pt x="3179965" y="651510"/>
                </a:lnTo>
                <a:lnTo>
                  <a:pt x="3192706" y="651510"/>
                </a:lnTo>
                <a:lnTo>
                  <a:pt x="3192538" y="652779"/>
                </a:lnTo>
                <a:lnTo>
                  <a:pt x="3191383" y="659129"/>
                </a:lnTo>
                <a:lnTo>
                  <a:pt x="3189909" y="665479"/>
                </a:lnTo>
                <a:lnTo>
                  <a:pt x="3188131" y="671829"/>
                </a:lnTo>
                <a:lnTo>
                  <a:pt x="3187303" y="674370"/>
                </a:lnTo>
                <a:close/>
              </a:path>
              <a:path w="3194050" h="764539">
                <a:moveTo>
                  <a:pt x="20325" y="674370"/>
                </a:moveTo>
                <a:lnTo>
                  <a:pt x="19977" y="674370"/>
                </a:lnTo>
                <a:lnTo>
                  <a:pt x="19875" y="673100"/>
                </a:lnTo>
                <a:lnTo>
                  <a:pt x="20325" y="674370"/>
                </a:lnTo>
                <a:close/>
              </a:path>
              <a:path w="3194050" h="764539">
                <a:moveTo>
                  <a:pt x="3162928" y="717550"/>
                </a:moveTo>
                <a:lnTo>
                  <a:pt x="3146374" y="717550"/>
                </a:lnTo>
                <a:lnTo>
                  <a:pt x="3150527" y="712470"/>
                </a:lnTo>
                <a:lnTo>
                  <a:pt x="3150323" y="712470"/>
                </a:lnTo>
                <a:lnTo>
                  <a:pt x="3154260" y="708660"/>
                </a:lnTo>
                <a:lnTo>
                  <a:pt x="3154070" y="708660"/>
                </a:lnTo>
                <a:lnTo>
                  <a:pt x="3157791" y="703579"/>
                </a:lnTo>
                <a:lnTo>
                  <a:pt x="3157613" y="703579"/>
                </a:lnTo>
                <a:lnTo>
                  <a:pt x="3161106" y="699770"/>
                </a:lnTo>
                <a:lnTo>
                  <a:pt x="3160941" y="699770"/>
                </a:lnTo>
                <a:lnTo>
                  <a:pt x="3164205" y="694689"/>
                </a:lnTo>
                <a:lnTo>
                  <a:pt x="3164039" y="694689"/>
                </a:lnTo>
                <a:lnTo>
                  <a:pt x="3167062" y="689610"/>
                </a:lnTo>
                <a:lnTo>
                  <a:pt x="3166910" y="689610"/>
                </a:lnTo>
                <a:lnTo>
                  <a:pt x="3169678" y="684529"/>
                </a:lnTo>
                <a:lnTo>
                  <a:pt x="3172066" y="679450"/>
                </a:lnTo>
                <a:lnTo>
                  <a:pt x="3174187" y="673100"/>
                </a:lnTo>
                <a:lnTo>
                  <a:pt x="3174072" y="674370"/>
                </a:lnTo>
                <a:lnTo>
                  <a:pt x="3187303" y="674370"/>
                </a:lnTo>
                <a:lnTo>
                  <a:pt x="3186061" y="678179"/>
                </a:lnTo>
                <a:lnTo>
                  <a:pt x="3183699" y="684529"/>
                </a:lnTo>
                <a:lnTo>
                  <a:pt x="3181057" y="689610"/>
                </a:lnTo>
                <a:lnTo>
                  <a:pt x="3178149" y="695960"/>
                </a:lnTo>
                <a:lnTo>
                  <a:pt x="3174974" y="701039"/>
                </a:lnTo>
                <a:lnTo>
                  <a:pt x="3171545" y="706120"/>
                </a:lnTo>
                <a:lnTo>
                  <a:pt x="3167875" y="711200"/>
                </a:lnTo>
                <a:lnTo>
                  <a:pt x="3163963" y="716279"/>
                </a:lnTo>
                <a:lnTo>
                  <a:pt x="3162928" y="717550"/>
                </a:lnTo>
                <a:close/>
              </a:path>
              <a:path w="3194050" h="764539">
                <a:moveTo>
                  <a:pt x="48561" y="717550"/>
                </a:moveTo>
                <a:lnTo>
                  <a:pt x="47688" y="717550"/>
                </a:lnTo>
                <a:lnTo>
                  <a:pt x="47472" y="716279"/>
                </a:lnTo>
                <a:lnTo>
                  <a:pt x="48561" y="717550"/>
                </a:lnTo>
                <a:close/>
              </a:path>
              <a:path w="3194050" h="764539">
                <a:moveTo>
                  <a:pt x="3119424" y="751839"/>
                </a:moveTo>
                <a:lnTo>
                  <a:pt x="3074314" y="751839"/>
                </a:lnTo>
                <a:lnTo>
                  <a:pt x="3080588" y="750570"/>
                </a:lnTo>
                <a:lnTo>
                  <a:pt x="3080270" y="750570"/>
                </a:lnTo>
                <a:lnTo>
                  <a:pt x="3086442" y="749300"/>
                </a:lnTo>
                <a:lnTo>
                  <a:pt x="3086138" y="749300"/>
                </a:lnTo>
                <a:lnTo>
                  <a:pt x="3092208" y="748029"/>
                </a:lnTo>
                <a:lnTo>
                  <a:pt x="3091891" y="748029"/>
                </a:lnTo>
                <a:lnTo>
                  <a:pt x="3097847" y="746760"/>
                </a:lnTo>
                <a:lnTo>
                  <a:pt x="3097542" y="746760"/>
                </a:lnTo>
                <a:lnTo>
                  <a:pt x="3103372" y="744220"/>
                </a:lnTo>
                <a:lnTo>
                  <a:pt x="3103079" y="744220"/>
                </a:lnTo>
                <a:lnTo>
                  <a:pt x="3108782" y="742950"/>
                </a:lnTo>
                <a:lnTo>
                  <a:pt x="3108490" y="742950"/>
                </a:lnTo>
                <a:lnTo>
                  <a:pt x="3114040" y="740410"/>
                </a:lnTo>
                <a:lnTo>
                  <a:pt x="3113773" y="740410"/>
                </a:lnTo>
                <a:lnTo>
                  <a:pt x="3119170" y="737870"/>
                </a:lnTo>
                <a:lnTo>
                  <a:pt x="3118904" y="737870"/>
                </a:lnTo>
                <a:lnTo>
                  <a:pt x="3124161" y="734060"/>
                </a:lnTo>
                <a:lnTo>
                  <a:pt x="3123895" y="734060"/>
                </a:lnTo>
                <a:lnTo>
                  <a:pt x="3128987" y="731520"/>
                </a:lnTo>
                <a:lnTo>
                  <a:pt x="3128733" y="731520"/>
                </a:lnTo>
                <a:lnTo>
                  <a:pt x="3133648" y="727710"/>
                </a:lnTo>
                <a:lnTo>
                  <a:pt x="3133407" y="727710"/>
                </a:lnTo>
                <a:lnTo>
                  <a:pt x="3138144" y="725170"/>
                </a:lnTo>
                <a:lnTo>
                  <a:pt x="3137903" y="725170"/>
                </a:lnTo>
                <a:lnTo>
                  <a:pt x="3142462" y="721360"/>
                </a:lnTo>
                <a:lnTo>
                  <a:pt x="3142234" y="721360"/>
                </a:lnTo>
                <a:lnTo>
                  <a:pt x="3146590" y="716279"/>
                </a:lnTo>
                <a:lnTo>
                  <a:pt x="3146374" y="717550"/>
                </a:lnTo>
                <a:lnTo>
                  <a:pt x="3162928" y="717550"/>
                </a:lnTo>
                <a:lnTo>
                  <a:pt x="3130613" y="745489"/>
                </a:lnTo>
                <a:lnTo>
                  <a:pt x="3125101" y="748029"/>
                </a:lnTo>
                <a:lnTo>
                  <a:pt x="3119424" y="751839"/>
                </a:lnTo>
                <a:close/>
              </a:path>
              <a:path w="3194050" h="764539">
                <a:moveTo>
                  <a:pt x="125793" y="751839"/>
                </a:moveTo>
                <a:lnTo>
                  <a:pt x="119748" y="751839"/>
                </a:lnTo>
                <a:lnTo>
                  <a:pt x="119430" y="750570"/>
                </a:lnTo>
                <a:lnTo>
                  <a:pt x="125793" y="751839"/>
                </a:lnTo>
                <a:close/>
              </a:path>
              <a:path w="3194050" h="764539">
                <a:moveTo>
                  <a:pt x="3074314" y="751839"/>
                </a:moveTo>
                <a:lnTo>
                  <a:pt x="3068256" y="751839"/>
                </a:lnTo>
                <a:lnTo>
                  <a:pt x="3074631" y="750570"/>
                </a:lnTo>
                <a:lnTo>
                  <a:pt x="3074314" y="751839"/>
                </a:lnTo>
                <a:close/>
              </a:path>
              <a:path w="3194050" h="764539">
                <a:moveTo>
                  <a:pt x="3069069" y="764539"/>
                </a:moveTo>
                <a:lnTo>
                  <a:pt x="124993" y="764539"/>
                </a:lnTo>
                <a:lnTo>
                  <a:pt x="118300" y="763270"/>
                </a:lnTo>
                <a:lnTo>
                  <a:pt x="3075749" y="763270"/>
                </a:lnTo>
                <a:lnTo>
                  <a:pt x="3069069" y="764539"/>
                </a:lnTo>
                <a:close/>
              </a:path>
            </a:pathLst>
          </a:custGeom>
          <a:solidFill>
            <a:srgbClr val="213E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106927" y="3537483"/>
            <a:ext cx="3225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FFFF"/>
                </a:solidFill>
                <a:latin typeface="华文楷体"/>
                <a:cs typeface="华文楷体"/>
              </a:rPr>
              <a:t>热力学的研究对象</a:t>
            </a:r>
            <a:r>
              <a:rPr dirty="0" sz="2800" spc="-5">
                <a:solidFill>
                  <a:srgbClr val="FFFFFF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53896" y="3107296"/>
            <a:ext cx="1674914" cy="1906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90" y="155787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5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48995" y="12877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8640" y="151028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7111" y="1712086"/>
            <a:ext cx="7597775" cy="2799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9855">
              <a:lnSpc>
                <a:spcPct val="150000"/>
              </a:lnSpc>
              <a:spcBef>
                <a:spcPts val="100"/>
              </a:spcBef>
            </a:pP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热力学系统：</a:t>
            </a:r>
            <a:r>
              <a:rPr dirty="0" sz="2800">
                <a:latin typeface="华文楷体"/>
                <a:cs typeface="华文楷体"/>
              </a:rPr>
              <a:t>把某个范围内</a:t>
            </a:r>
            <a:r>
              <a:rPr dirty="0" sz="2800">
                <a:solidFill>
                  <a:srgbClr val="1717F9"/>
                </a:solidFill>
                <a:latin typeface="华文楷体"/>
                <a:cs typeface="华文楷体"/>
              </a:rPr>
              <a:t>大量分子</a:t>
            </a:r>
            <a:r>
              <a:rPr dirty="0" sz="2800">
                <a:latin typeface="华文楷体"/>
                <a:cs typeface="华文楷体"/>
              </a:rPr>
              <a:t>组成的研</a:t>
            </a:r>
            <a:r>
              <a:rPr dirty="0" sz="2800" spc="-5">
                <a:latin typeface="华文楷体"/>
                <a:cs typeface="华文楷体"/>
              </a:rPr>
              <a:t>究 </a:t>
            </a:r>
            <a:r>
              <a:rPr dirty="0" sz="2800">
                <a:latin typeface="华文楷体"/>
                <a:cs typeface="华文楷体"/>
              </a:rPr>
              <a:t>对象叫做</a:t>
            </a: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热力学系统，简称系统</a:t>
            </a:r>
            <a:r>
              <a:rPr dirty="0" sz="2800" spc="-5">
                <a:solidFill>
                  <a:srgbClr val="FF00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17475" marR="5080">
              <a:lnSpc>
                <a:spcPct val="150000"/>
              </a:lnSpc>
              <a:spcBef>
                <a:spcPts val="1680"/>
              </a:spcBef>
            </a:pP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外界：</a:t>
            </a:r>
            <a:r>
              <a:rPr dirty="0" sz="2800">
                <a:latin typeface="华文楷体"/>
                <a:cs typeface="华文楷体"/>
              </a:rPr>
              <a:t>系统之外与系统发生相互作用的其他物</a:t>
            </a:r>
            <a:r>
              <a:rPr dirty="0" sz="2800" spc="-5">
                <a:latin typeface="华文楷体"/>
                <a:cs typeface="华文楷体"/>
              </a:rPr>
              <a:t>体 </a:t>
            </a:r>
            <a:r>
              <a:rPr dirty="0" sz="2800">
                <a:latin typeface="华文楷体"/>
                <a:cs typeface="华文楷体"/>
              </a:rPr>
              <a:t>统称为外界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74508" y="1074064"/>
            <a:ext cx="2692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热力学研究对象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90" y="155787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5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48995" y="12877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8640" y="151028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5577" y="1765058"/>
            <a:ext cx="6712584" cy="97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marR="5080" indent="-297815">
              <a:lnSpc>
                <a:spcPct val="1108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800" b="1">
                <a:latin typeface="华文楷体"/>
                <a:cs typeface="华文楷体"/>
              </a:rPr>
              <a:t>力学</a:t>
            </a:r>
            <a:r>
              <a:rPr dirty="0" sz="2800">
                <a:latin typeface="华文楷体"/>
                <a:cs typeface="华文楷体"/>
              </a:rPr>
              <a:t>：为描述物体（质点）的运动状态</a:t>
            </a:r>
            <a:r>
              <a:rPr dirty="0" sz="2800" spc="-5">
                <a:latin typeface="华文楷体"/>
                <a:cs typeface="华文楷体"/>
              </a:rPr>
              <a:t>：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速</a:t>
            </a:r>
            <a:r>
              <a:rPr dirty="0" u="heavy" sz="2800" spc="-5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度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155" y="2831185"/>
            <a:ext cx="180276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引入物理</a:t>
            </a:r>
            <a:r>
              <a:rPr dirty="0" sz="2800" spc="-5">
                <a:solidFill>
                  <a:srgbClr val="FF0000"/>
                </a:solidFill>
                <a:latin typeface="华文楷体"/>
                <a:cs typeface="华文楷体"/>
              </a:rPr>
              <a:t>量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7199" y="1074064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状态参量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44164" y="2422842"/>
            <a:ext cx="320154" cy="14052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75577" y="2689072"/>
            <a:ext cx="6766559" cy="2620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046730" marR="3000375">
              <a:lnSpc>
                <a:spcPct val="127400"/>
              </a:lnSpc>
              <a:spcBef>
                <a:spcPts val="100"/>
              </a:spcBef>
            </a:pPr>
            <a:r>
              <a:rPr dirty="0" u="heavy" sz="280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动</a:t>
            </a:r>
            <a:r>
              <a:rPr dirty="0" u="heavy" sz="2800" spc="-5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量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能</a:t>
            </a:r>
            <a:r>
              <a:rPr dirty="0" u="heavy" sz="2800" spc="-5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量</a:t>
            </a:r>
            <a:endParaRPr sz="2800">
              <a:latin typeface="华文楷体"/>
              <a:cs typeface="华文楷体"/>
            </a:endParaRPr>
          </a:p>
          <a:p>
            <a:pPr marL="298450" indent="-285750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800" b="1">
                <a:latin typeface="华文楷体"/>
                <a:cs typeface="华文楷体"/>
              </a:rPr>
              <a:t>热学</a:t>
            </a:r>
            <a:r>
              <a:rPr dirty="0" sz="2800">
                <a:latin typeface="华文楷体"/>
                <a:cs typeface="华文楷体"/>
              </a:rPr>
              <a:t>：为确定研究对象（系统）的状态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264160">
              <a:lnSpc>
                <a:spcPct val="100000"/>
              </a:lnSpc>
              <a:spcBef>
                <a:spcPts val="2985"/>
              </a:spcBef>
            </a:pP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引入物理</a:t>
            </a:r>
            <a:r>
              <a:rPr dirty="0" sz="2800" spc="-5">
                <a:solidFill>
                  <a:srgbClr val="FF0000"/>
                </a:solidFill>
                <a:latin typeface="华文楷体"/>
                <a:cs typeface="华文楷体"/>
              </a:rPr>
              <a:t>量</a:t>
            </a:r>
            <a:r>
              <a:rPr dirty="0" sz="2800" spc="-85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→（热力学）系统的状态参</a:t>
            </a:r>
            <a:r>
              <a:rPr dirty="0" sz="2800" spc="-5">
                <a:solidFill>
                  <a:srgbClr val="FF0000"/>
                </a:solidFill>
                <a:latin typeface="华文楷体"/>
                <a:cs typeface="华文楷体"/>
              </a:rPr>
              <a:t>量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5133" y="1872945"/>
            <a:ext cx="3754745" cy="3438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55810" y="3855961"/>
            <a:ext cx="1549400" cy="1132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14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力学参量： 压强</a:t>
            </a:r>
            <a:r>
              <a:rPr dirty="0" sz="240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2389" y="3216528"/>
            <a:ext cx="821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温度</a:t>
            </a:r>
            <a:r>
              <a:rPr dirty="0" sz="240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5293" y="2510472"/>
            <a:ext cx="330707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9110" algn="l"/>
              </a:tabLst>
            </a:pPr>
            <a:r>
              <a:rPr dirty="0" sz="2400">
                <a:latin typeface="华文楷体"/>
                <a:cs typeface="华文楷体"/>
              </a:rPr>
              <a:t>几何参量：	</a:t>
            </a:r>
            <a:r>
              <a:rPr dirty="0" baseline="-27777" sz="3600">
                <a:latin typeface="华文楷体"/>
                <a:cs typeface="华文楷体"/>
              </a:rPr>
              <a:t>热学参量：</a:t>
            </a:r>
            <a:endParaRPr baseline="-27777" sz="36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5293" y="3064192"/>
            <a:ext cx="8553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体积</a:t>
            </a:r>
            <a:r>
              <a:rPr dirty="0" sz="2400">
                <a:latin typeface="Times New Roman"/>
                <a:cs typeface="Times New Roman"/>
              </a:rPr>
              <a:t>V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390" y="155787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5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8995" y="12877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8640" y="151028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07199" y="1074064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状态参量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236" y="1016736"/>
            <a:ext cx="8590915" cy="3623945"/>
          </a:xfrm>
          <a:custGeom>
            <a:avLst/>
            <a:gdLst/>
            <a:ahLst/>
            <a:cxnLst/>
            <a:rect l="l" t="t" r="r" b="b"/>
            <a:pathLst>
              <a:path w="8590915" h="3623945">
                <a:moveTo>
                  <a:pt x="7887144" y="3623525"/>
                </a:moveTo>
                <a:lnTo>
                  <a:pt x="0" y="3623525"/>
                </a:lnTo>
                <a:lnTo>
                  <a:pt x="0" y="0"/>
                </a:lnTo>
                <a:lnTo>
                  <a:pt x="8501100" y="0"/>
                </a:lnTo>
                <a:lnTo>
                  <a:pt x="8501100" y="13233"/>
                </a:lnTo>
                <a:lnTo>
                  <a:pt x="13233" y="13233"/>
                </a:lnTo>
                <a:lnTo>
                  <a:pt x="13233" y="3610292"/>
                </a:lnTo>
                <a:lnTo>
                  <a:pt x="7900377" y="3610292"/>
                </a:lnTo>
                <a:lnTo>
                  <a:pt x="7887144" y="3623525"/>
                </a:lnTo>
                <a:close/>
              </a:path>
              <a:path w="8590915" h="3623945">
                <a:moveTo>
                  <a:pt x="8487867" y="2945611"/>
                </a:moveTo>
                <a:lnTo>
                  <a:pt x="8487867" y="13233"/>
                </a:lnTo>
                <a:lnTo>
                  <a:pt x="8501100" y="13233"/>
                </a:lnTo>
                <a:lnTo>
                  <a:pt x="8501100" y="2942303"/>
                </a:lnTo>
                <a:lnTo>
                  <a:pt x="8487867" y="2945611"/>
                </a:lnTo>
                <a:close/>
              </a:path>
              <a:path w="8590915" h="3623945">
                <a:moveTo>
                  <a:pt x="7876184" y="3597071"/>
                </a:moveTo>
                <a:lnTo>
                  <a:pt x="26454" y="3597071"/>
                </a:lnTo>
                <a:lnTo>
                  <a:pt x="26454" y="26466"/>
                </a:lnTo>
                <a:lnTo>
                  <a:pt x="8474646" y="26466"/>
                </a:lnTo>
                <a:lnTo>
                  <a:pt x="8474646" y="52920"/>
                </a:lnTo>
                <a:lnTo>
                  <a:pt x="52920" y="52920"/>
                </a:lnTo>
                <a:lnTo>
                  <a:pt x="52920" y="3570605"/>
                </a:lnTo>
                <a:lnTo>
                  <a:pt x="7833105" y="3570605"/>
                </a:lnTo>
                <a:lnTo>
                  <a:pt x="7832204" y="3574211"/>
                </a:lnTo>
                <a:lnTo>
                  <a:pt x="7885676" y="3587579"/>
                </a:lnTo>
                <a:lnTo>
                  <a:pt x="7876184" y="3597071"/>
                </a:lnTo>
                <a:close/>
              </a:path>
              <a:path w="8590915" h="3623945">
                <a:moveTo>
                  <a:pt x="8448179" y="2955533"/>
                </a:moveTo>
                <a:lnTo>
                  <a:pt x="8448179" y="52920"/>
                </a:lnTo>
                <a:lnTo>
                  <a:pt x="8474646" y="52920"/>
                </a:lnTo>
                <a:lnTo>
                  <a:pt x="8474646" y="2948916"/>
                </a:lnTo>
                <a:lnTo>
                  <a:pt x="8448179" y="2955533"/>
                </a:lnTo>
                <a:close/>
              </a:path>
              <a:path w="8590915" h="3623945">
                <a:moveTo>
                  <a:pt x="7836411" y="3557384"/>
                </a:moveTo>
                <a:lnTo>
                  <a:pt x="66141" y="3557384"/>
                </a:lnTo>
                <a:lnTo>
                  <a:pt x="66141" y="66154"/>
                </a:lnTo>
                <a:lnTo>
                  <a:pt x="8434959" y="66154"/>
                </a:lnTo>
                <a:lnTo>
                  <a:pt x="8434959" y="79375"/>
                </a:lnTo>
                <a:lnTo>
                  <a:pt x="79375" y="79375"/>
                </a:lnTo>
                <a:lnTo>
                  <a:pt x="79375" y="3544150"/>
                </a:lnTo>
                <a:lnTo>
                  <a:pt x="7839719" y="3544150"/>
                </a:lnTo>
                <a:lnTo>
                  <a:pt x="7836411" y="3557384"/>
                </a:lnTo>
                <a:close/>
              </a:path>
              <a:path w="8590915" h="3623945">
                <a:moveTo>
                  <a:pt x="8421725" y="2962146"/>
                </a:moveTo>
                <a:lnTo>
                  <a:pt x="8421725" y="79375"/>
                </a:lnTo>
                <a:lnTo>
                  <a:pt x="8434959" y="79375"/>
                </a:lnTo>
                <a:lnTo>
                  <a:pt x="8434959" y="2958838"/>
                </a:lnTo>
                <a:lnTo>
                  <a:pt x="8421725" y="2962146"/>
                </a:lnTo>
                <a:close/>
              </a:path>
              <a:path w="8590915" h="3623945">
                <a:moveTo>
                  <a:pt x="8501100" y="2955946"/>
                </a:moveTo>
                <a:lnTo>
                  <a:pt x="8501100" y="2942303"/>
                </a:lnTo>
                <a:lnTo>
                  <a:pt x="8590788" y="2919882"/>
                </a:lnTo>
                <a:lnTo>
                  <a:pt x="8566365" y="2944304"/>
                </a:lnTo>
                <a:lnTo>
                  <a:pt x="8547671" y="2944304"/>
                </a:lnTo>
                <a:lnTo>
                  <a:pt x="8501100" y="2955946"/>
                </a:lnTo>
                <a:close/>
              </a:path>
              <a:path w="8590915" h="3623945">
                <a:moveTo>
                  <a:pt x="8487867" y="2959254"/>
                </a:moveTo>
                <a:lnTo>
                  <a:pt x="8487867" y="2945611"/>
                </a:lnTo>
                <a:lnTo>
                  <a:pt x="8501100" y="2942303"/>
                </a:lnTo>
                <a:lnTo>
                  <a:pt x="8501100" y="2955946"/>
                </a:lnTo>
                <a:lnTo>
                  <a:pt x="8487867" y="2959254"/>
                </a:lnTo>
                <a:close/>
              </a:path>
              <a:path w="8590915" h="3623945">
                <a:moveTo>
                  <a:pt x="8517534" y="2993136"/>
                </a:moveTo>
                <a:lnTo>
                  <a:pt x="8501100" y="2993136"/>
                </a:lnTo>
                <a:lnTo>
                  <a:pt x="8501100" y="2990874"/>
                </a:lnTo>
                <a:lnTo>
                  <a:pt x="8547671" y="2944304"/>
                </a:lnTo>
                <a:lnTo>
                  <a:pt x="8566365" y="2944304"/>
                </a:lnTo>
                <a:lnTo>
                  <a:pt x="8517534" y="2993136"/>
                </a:lnTo>
                <a:close/>
              </a:path>
              <a:path w="8590915" h="3623945">
                <a:moveTo>
                  <a:pt x="8474646" y="2962559"/>
                </a:moveTo>
                <a:lnTo>
                  <a:pt x="8474646" y="2948916"/>
                </a:lnTo>
                <a:lnTo>
                  <a:pt x="8487867" y="2945611"/>
                </a:lnTo>
                <a:lnTo>
                  <a:pt x="8487867" y="2959254"/>
                </a:lnTo>
                <a:lnTo>
                  <a:pt x="8474646" y="2962559"/>
                </a:lnTo>
                <a:close/>
              </a:path>
              <a:path w="8590915" h="3623945">
                <a:moveTo>
                  <a:pt x="8448179" y="2969175"/>
                </a:moveTo>
                <a:lnTo>
                  <a:pt x="8448179" y="2955533"/>
                </a:lnTo>
                <a:lnTo>
                  <a:pt x="8474646" y="2948916"/>
                </a:lnTo>
                <a:lnTo>
                  <a:pt x="8474646" y="2962559"/>
                </a:lnTo>
                <a:lnTo>
                  <a:pt x="8448179" y="2969175"/>
                </a:lnTo>
                <a:close/>
              </a:path>
              <a:path w="8590915" h="3623945">
                <a:moveTo>
                  <a:pt x="8434959" y="2972480"/>
                </a:moveTo>
                <a:lnTo>
                  <a:pt x="8434959" y="2958838"/>
                </a:lnTo>
                <a:lnTo>
                  <a:pt x="8448179" y="2955533"/>
                </a:lnTo>
                <a:lnTo>
                  <a:pt x="8448179" y="2969175"/>
                </a:lnTo>
                <a:lnTo>
                  <a:pt x="8434959" y="2972480"/>
                </a:lnTo>
                <a:close/>
              </a:path>
              <a:path w="8590915" h="3623945">
                <a:moveTo>
                  <a:pt x="8487867" y="2972882"/>
                </a:moveTo>
                <a:lnTo>
                  <a:pt x="8487867" y="2959254"/>
                </a:lnTo>
                <a:lnTo>
                  <a:pt x="8501100" y="2955946"/>
                </a:lnTo>
                <a:lnTo>
                  <a:pt x="8501100" y="2969574"/>
                </a:lnTo>
                <a:lnTo>
                  <a:pt x="8487867" y="2972882"/>
                </a:lnTo>
                <a:close/>
              </a:path>
              <a:path w="8590915" h="3623945">
                <a:moveTo>
                  <a:pt x="8421725" y="2975788"/>
                </a:moveTo>
                <a:lnTo>
                  <a:pt x="8421725" y="2962146"/>
                </a:lnTo>
                <a:lnTo>
                  <a:pt x="8434959" y="2958838"/>
                </a:lnTo>
                <a:lnTo>
                  <a:pt x="8434959" y="2972480"/>
                </a:lnTo>
                <a:lnTo>
                  <a:pt x="8421725" y="2975788"/>
                </a:lnTo>
                <a:close/>
              </a:path>
              <a:path w="8590915" h="3623945">
                <a:moveTo>
                  <a:pt x="7845044" y="3577421"/>
                </a:moveTo>
                <a:lnTo>
                  <a:pt x="7832204" y="3574211"/>
                </a:lnTo>
                <a:lnTo>
                  <a:pt x="7956118" y="3078543"/>
                </a:lnTo>
                <a:lnTo>
                  <a:pt x="8421725" y="2962146"/>
                </a:lnTo>
                <a:lnTo>
                  <a:pt x="8421725" y="2975788"/>
                </a:lnTo>
                <a:lnTo>
                  <a:pt x="7967027" y="3089452"/>
                </a:lnTo>
                <a:lnTo>
                  <a:pt x="7845044" y="3577421"/>
                </a:lnTo>
                <a:close/>
              </a:path>
              <a:path w="8590915" h="3623945">
                <a:moveTo>
                  <a:pt x="8448179" y="2982804"/>
                </a:moveTo>
                <a:lnTo>
                  <a:pt x="8448179" y="2969175"/>
                </a:lnTo>
                <a:lnTo>
                  <a:pt x="8474646" y="2962559"/>
                </a:lnTo>
                <a:lnTo>
                  <a:pt x="8474646" y="2976187"/>
                </a:lnTo>
                <a:lnTo>
                  <a:pt x="8448179" y="2982804"/>
                </a:lnTo>
                <a:close/>
              </a:path>
              <a:path w="8590915" h="3623945">
                <a:moveTo>
                  <a:pt x="8501100" y="2972155"/>
                </a:moveTo>
                <a:lnTo>
                  <a:pt x="8501100" y="2969574"/>
                </a:lnTo>
                <a:lnTo>
                  <a:pt x="8504542" y="2968713"/>
                </a:lnTo>
                <a:lnTo>
                  <a:pt x="8501100" y="2972155"/>
                </a:lnTo>
                <a:close/>
              </a:path>
              <a:path w="8590915" h="3623945">
                <a:moveTo>
                  <a:pt x="8487867" y="2985389"/>
                </a:moveTo>
                <a:lnTo>
                  <a:pt x="8487867" y="2972882"/>
                </a:lnTo>
                <a:lnTo>
                  <a:pt x="8501100" y="2969574"/>
                </a:lnTo>
                <a:lnTo>
                  <a:pt x="8501100" y="2972155"/>
                </a:lnTo>
                <a:lnTo>
                  <a:pt x="8487867" y="2985389"/>
                </a:lnTo>
                <a:close/>
              </a:path>
              <a:path w="8590915" h="3623945">
                <a:moveTo>
                  <a:pt x="8498839" y="2993136"/>
                </a:moveTo>
                <a:lnTo>
                  <a:pt x="8487867" y="2993136"/>
                </a:lnTo>
                <a:lnTo>
                  <a:pt x="8487867" y="2985389"/>
                </a:lnTo>
                <a:lnTo>
                  <a:pt x="8501100" y="2972155"/>
                </a:lnTo>
                <a:lnTo>
                  <a:pt x="8501100" y="2990874"/>
                </a:lnTo>
                <a:lnTo>
                  <a:pt x="8498839" y="2993136"/>
                </a:lnTo>
                <a:close/>
              </a:path>
              <a:path w="8590915" h="3623945">
                <a:moveTo>
                  <a:pt x="8421725" y="2989417"/>
                </a:moveTo>
                <a:lnTo>
                  <a:pt x="8421725" y="2975788"/>
                </a:lnTo>
                <a:lnTo>
                  <a:pt x="8434959" y="2972480"/>
                </a:lnTo>
                <a:lnTo>
                  <a:pt x="8434959" y="2986109"/>
                </a:lnTo>
                <a:lnTo>
                  <a:pt x="8421725" y="2989417"/>
                </a:lnTo>
                <a:close/>
              </a:path>
              <a:path w="8590915" h="3623945">
                <a:moveTo>
                  <a:pt x="8480120" y="2993136"/>
                </a:moveTo>
                <a:lnTo>
                  <a:pt x="8474646" y="2993136"/>
                </a:lnTo>
                <a:lnTo>
                  <a:pt x="8474646" y="2976187"/>
                </a:lnTo>
                <a:lnTo>
                  <a:pt x="8487867" y="2972882"/>
                </a:lnTo>
                <a:lnTo>
                  <a:pt x="8487867" y="2985389"/>
                </a:lnTo>
                <a:lnTo>
                  <a:pt x="8480120" y="2993136"/>
                </a:lnTo>
                <a:close/>
              </a:path>
              <a:path w="8590915" h="3623945">
                <a:moveTo>
                  <a:pt x="8474646" y="2993136"/>
                </a:moveTo>
                <a:lnTo>
                  <a:pt x="8448179" y="2993136"/>
                </a:lnTo>
                <a:lnTo>
                  <a:pt x="8448179" y="2982804"/>
                </a:lnTo>
                <a:lnTo>
                  <a:pt x="8474646" y="2976187"/>
                </a:lnTo>
                <a:lnTo>
                  <a:pt x="8474646" y="2993136"/>
                </a:lnTo>
                <a:close/>
              </a:path>
              <a:path w="8590915" h="3623945">
                <a:moveTo>
                  <a:pt x="8448179" y="2993136"/>
                </a:moveTo>
                <a:lnTo>
                  <a:pt x="8434959" y="2993136"/>
                </a:lnTo>
                <a:lnTo>
                  <a:pt x="8434959" y="2986109"/>
                </a:lnTo>
                <a:lnTo>
                  <a:pt x="8448179" y="2982804"/>
                </a:lnTo>
                <a:lnTo>
                  <a:pt x="8448179" y="2993136"/>
                </a:lnTo>
                <a:close/>
              </a:path>
              <a:path w="8590915" h="3623945">
                <a:moveTo>
                  <a:pt x="8434959" y="2993136"/>
                </a:moveTo>
                <a:lnTo>
                  <a:pt x="8421725" y="2993136"/>
                </a:lnTo>
                <a:lnTo>
                  <a:pt x="8421725" y="2989417"/>
                </a:lnTo>
                <a:lnTo>
                  <a:pt x="8434959" y="2986109"/>
                </a:lnTo>
                <a:lnTo>
                  <a:pt x="8434959" y="2993136"/>
                </a:lnTo>
                <a:close/>
              </a:path>
              <a:path w="8590915" h="3623945">
                <a:moveTo>
                  <a:pt x="7871227" y="3527200"/>
                </a:moveTo>
                <a:lnTo>
                  <a:pt x="7977936" y="3100362"/>
                </a:lnTo>
                <a:lnTo>
                  <a:pt x="8421725" y="2989417"/>
                </a:lnTo>
                <a:lnTo>
                  <a:pt x="8421725" y="2993136"/>
                </a:lnTo>
                <a:lnTo>
                  <a:pt x="8480120" y="2993136"/>
                </a:lnTo>
                <a:lnTo>
                  <a:pt x="8455698" y="3017558"/>
                </a:lnTo>
                <a:lnTo>
                  <a:pt x="8418283" y="3017558"/>
                </a:lnTo>
                <a:lnTo>
                  <a:pt x="7999755" y="3122180"/>
                </a:lnTo>
                <a:lnTo>
                  <a:pt x="7907591" y="3490834"/>
                </a:lnTo>
                <a:lnTo>
                  <a:pt x="7871227" y="3527200"/>
                </a:lnTo>
                <a:close/>
              </a:path>
              <a:path w="8590915" h="3623945">
                <a:moveTo>
                  <a:pt x="7917205" y="3593465"/>
                </a:moveTo>
                <a:lnTo>
                  <a:pt x="7909217" y="3593465"/>
                </a:lnTo>
                <a:lnTo>
                  <a:pt x="7912789" y="3579174"/>
                </a:lnTo>
                <a:lnTo>
                  <a:pt x="8501100" y="2990874"/>
                </a:lnTo>
                <a:lnTo>
                  <a:pt x="8501100" y="2993136"/>
                </a:lnTo>
                <a:lnTo>
                  <a:pt x="8517534" y="2993136"/>
                </a:lnTo>
                <a:lnTo>
                  <a:pt x="7917205" y="3593465"/>
                </a:lnTo>
                <a:close/>
              </a:path>
              <a:path w="8590915" h="3623945">
                <a:moveTo>
                  <a:pt x="7919024" y="3554231"/>
                </a:moveTo>
                <a:lnTo>
                  <a:pt x="7931498" y="3504332"/>
                </a:lnTo>
                <a:lnTo>
                  <a:pt x="8418283" y="3017558"/>
                </a:lnTo>
                <a:lnTo>
                  <a:pt x="8455698" y="3017558"/>
                </a:lnTo>
                <a:lnTo>
                  <a:pt x="7919024" y="3554231"/>
                </a:lnTo>
                <a:close/>
              </a:path>
              <a:path w="8590915" h="3623945">
                <a:moveTo>
                  <a:pt x="7925777" y="3472648"/>
                </a:moveTo>
                <a:lnTo>
                  <a:pt x="8010664" y="3133090"/>
                </a:lnTo>
                <a:lnTo>
                  <a:pt x="8375154" y="3041967"/>
                </a:lnTo>
                <a:lnTo>
                  <a:pt x="8350733" y="3066389"/>
                </a:lnTo>
                <a:lnTo>
                  <a:pt x="8332025" y="3066389"/>
                </a:lnTo>
                <a:lnTo>
                  <a:pt x="8021574" y="3143999"/>
                </a:lnTo>
                <a:lnTo>
                  <a:pt x="7943965" y="3454460"/>
                </a:lnTo>
                <a:lnTo>
                  <a:pt x="7925777" y="3472648"/>
                </a:lnTo>
                <a:close/>
              </a:path>
              <a:path w="8590915" h="3623945">
                <a:moveTo>
                  <a:pt x="7937730" y="3479402"/>
                </a:moveTo>
                <a:lnTo>
                  <a:pt x="7943965" y="3454460"/>
                </a:lnTo>
                <a:lnTo>
                  <a:pt x="8332025" y="3066389"/>
                </a:lnTo>
                <a:lnTo>
                  <a:pt x="8350733" y="3066389"/>
                </a:lnTo>
                <a:lnTo>
                  <a:pt x="7937730" y="3479402"/>
                </a:lnTo>
                <a:close/>
              </a:path>
              <a:path w="8590915" h="3623945">
                <a:moveTo>
                  <a:pt x="7919541" y="3497591"/>
                </a:moveTo>
                <a:lnTo>
                  <a:pt x="7925777" y="3472648"/>
                </a:lnTo>
                <a:lnTo>
                  <a:pt x="7943965" y="3454460"/>
                </a:lnTo>
                <a:lnTo>
                  <a:pt x="7937730" y="3479402"/>
                </a:lnTo>
                <a:lnTo>
                  <a:pt x="7919541" y="3497591"/>
                </a:lnTo>
                <a:close/>
              </a:path>
              <a:path w="8590915" h="3623945">
                <a:moveTo>
                  <a:pt x="7901356" y="3515777"/>
                </a:moveTo>
                <a:lnTo>
                  <a:pt x="7907591" y="3490834"/>
                </a:lnTo>
                <a:lnTo>
                  <a:pt x="7925777" y="3472648"/>
                </a:lnTo>
                <a:lnTo>
                  <a:pt x="7919541" y="3497591"/>
                </a:lnTo>
                <a:lnTo>
                  <a:pt x="7901356" y="3515777"/>
                </a:lnTo>
                <a:close/>
              </a:path>
              <a:path w="8590915" h="3623945">
                <a:moveTo>
                  <a:pt x="7913309" y="3522520"/>
                </a:moveTo>
                <a:lnTo>
                  <a:pt x="7919541" y="3497591"/>
                </a:lnTo>
                <a:lnTo>
                  <a:pt x="7937730" y="3479402"/>
                </a:lnTo>
                <a:lnTo>
                  <a:pt x="7931498" y="3504332"/>
                </a:lnTo>
                <a:lnTo>
                  <a:pt x="7913309" y="3522520"/>
                </a:lnTo>
                <a:close/>
              </a:path>
              <a:path w="8590915" h="3623945">
                <a:moveTo>
                  <a:pt x="7864991" y="3552143"/>
                </a:moveTo>
                <a:lnTo>
                  <a:pt x="7871227" y="3527200"/>
                </a:lnTo>
                <a:lnTo>
                  <a:pt x="7907591" y="3490834"/>
                </a:lnTo>
                <a:lnTo>
                  <a:pt x="7901356" y="3515777"/>
                </a:lnTo>
                <a:lnTo>
                  <a:pt x="7864991" y="3552143"/>
                </a:lnTo>
                <a:close/>
              </a:path>
              <a:path w="8590915" h="3623945">
                <a:moveTo>
                  <a:pt x="7900834" y="3572421"/>
                </a:moveTo>
                <a:lnTo>
                  <a:pt x="7913309" y="3522520"/>
                </a:lnTo>
                <a:lnTo>
                  <a:pt x="7931498" y="3504332"/>
                </a:lnTo>
                <a:lnTo>
                  <a:pt x="7919024" y="3554231"/>
                </a:lnTo>
                <a:lnTo>
                  <a:pt x="7900834" y="3572421"/>
                </a:lnTo>
                <a:close/>
              </a:path>
              <a:path w="8590915" h="3623945">
                <a:moveTo>
                  <a:pt x="7883539" y="3587045"/>
                </a:moveTo>
                <a:lnTo>
                  <a:pt x="7857871" y="3580625"/>
                </a:lnTo>
                <a:lnTo>
                  <a:pt x="7864991" y="3552143"/>
                </a:lnTo>
                <a:lnTo>
                  <a:pt x="7901356" y="3515777"/>
                </a:lnTo>
                <a:lnTo>
                  <a:pt x="7895124" y="3540705"/>
                </a:lnTo>
                <a:lnTo>
                  <a:pt x="7865224" y="3570605"/>
                </a:lnTo>
                <a:lnTo>
                  <a:pt x="7887649" y="3570605"/>
                </a:lnTo>
                <a:lnTo>
                  <a:pt x="7883539" y="3587045"/>
                </a:lnTo>
                <a:close/>
              </a:path>
              <a:path w="8590915" h="3623945">
                <a:moveTo>
                  <a:pt x="7885676" y="3587579"/>
                </a:moveTo>
                <a:lnTo>
                  <a:pt x="7883539" y="3587045"/>
                </a:lnTo>
                <a:lnTo>
                  <a:pt x="7895124" y="3540705"/>
                </a:lnTo>
                <a:lnTo>
                  <a:pt x="7913309" y="3522520"/>
                </a:lnTo>
                <a:lnTo>
                  <a:pt x="7900834" y="3572421"/>
                </a:lnTo>
                <a:lnTo>
                  <a:pt x="7885676" y="3587579"/>
                </a:lnTo>
                <a:close/>
              </a:path>
              <a:path w="8590915" h="3623945">
                <a:moveTo>
                  <a:pt x="7859750" y="3557384"/>
                </a:moveTo>
                <a:lnTo>
                  <a:pt x="7850053" y="3557384"/>
                </a:lnTo>
                <a:lnTo>
                  <a:pt x="7853361" y="3544150"/>
                </a:lnTo>
                <a:lnTo>
                  <a:pt x="7854276" y="3544150"/>
                </a:lnTo>
                <a:lnTo>
                  <a:pt x="7871227" y="3527200"/>
                </a:lnTo>
                <a:lnTo>
                  <a:pt x="7864991" y="3552143"/>
                </a:lnTo>
                <a:lnTo>
                  <a:pt x="7859750" y="3557384"/>
                </a:lnTo>
                <a:close/>
              </a:path>
              <a:path w="8590915" h="3623945">
                <a:moveTo>
                  <a:pt x="7887649" y="3570605"/>
                </a:moveTo>
                <a:lnTo>
                  <a:pt x="7865224" y="3570605"/>
                </a:lnTo>
                <a:lnTo>
                  <a:pt x="7895124" y="3540705"/>
                </a:lnTo>
                <a:lnTo>
                  <a:pt x="7887649" y="3570605"/>
                </a:lnTo>
                <a:close/>
              </a:path>
              <a:path w="8590915" h="3623945">
                <a:moveTo>
                  <a:pt x="7900644" y="3591319"/>
                </a:moveTo>
                <a:lnTo>
                  <a:pt x="7896377" y="3590251"/>
                </a:lnTo>
                <a:lnTo>
                  <a:pt x="7900834" y="3572421"/>
                </a:lnTo>
                <a:lnTo>
                  <a:pt x="7919024" y="3554231"/>
                </a:lnTo>
                <a:lnTo>
                  <a:pt x="7912789" y="3579174"/>
                </a:lnTo>
                <a:lnTo>
                  <a:pt x="7900644" y="3591319"/>
                </a:lnTo>
                <a:close/>
              </a:path>
              <a:path w="8590915" h="3623945">
                <a:moveTo>
                  <a:pt x="7866426" y="3582767"/>
                </a:moveTo>
                <a:lnTo>
                  <a:pt x="7845044" y="3577421"/>
                </a:lnTo>
                <a:lnTo>
                  <a:pt x="7846748" y="3570605"/>
                </a:lnTo>
                <a:lnTo>
                  <a:pt x="7860376" y="3570605"/>
                </a:lnTo>
                <a:lnTo>
                  <a:pt x="7857871" y="3580625"/>
                </a:lnTo>
                <a:lnTo>
                  <a:pt x="7866426" y="3582767"/>
                </a:lnTo>
                <a:close/>
              </a:path>
              <a:path w="8590915" h="3623945">
                <a:moveTo>
                  <a:pt x="7909217" y="3593465"/>
                </a:moveTo>
                <a:lnTo>
                  <a:pt x="7900644" y="3591319"/>
                </a:lnTo>
                <a:lnTo>
                  <a:pt x="7912789" y="3579174"/>
                </a:lnTo>
                <a:lnTo>
                  <a:pt x="7909217" y="3593465"/>
                </a:lnTo>
                <a:close/>
              </a:path>
              <a:path w="8590915" h="3623945">
                <a:moveTo>
                  <a:pt x="7900377" y="3610292"/>
                </a:moveTo>
                <a:lnTo>
                  <a:pt x="7881670" y="3610292"/>
                </a:lnTo>
                <a:lnTo>
                  <a:pt x="7900642" y="3591321"/>
                </a:lnTo>
                <a:lnTo>
                  <a:pt x="7909217" y="3593465"/>
                </a:lnTo>
                <a:lnTo>
                  <a:pt x="7917205" y="3593465"/>
                </a:lnTo>
                <a:lnTo>
                  <a:pt x="7900377" y="361029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317235" y="1588008"/>
            <a:ext cx="3480816" cy="2231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1713" y="1059599"/>
            <a:ext cx="5235575" cy="33312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 indent="330200">
              <a:lnSpc>
                <a:spcPct val="151000"/>
              </a:lnSpc>
              <a:spcBef>
                <a:spcPts val="125"/>
              </a:spcBef>
            </a:pPr>
            <a:r>
              <a:rPr dirty="0" sz="2400" spc="65">
                <a:latin typeface="华文楷体"/>
                <a:cs typeface="华文楷体"/>
              </a:rPr>
              <a:t>假如一个容器用挡板</a:t>
            </a:r>
            <a:r>
              <a:rPr dirty="0" sz="2400" spc="65">
                <a:latin typeface="Times New Roman"/>
                <a:cs typeface="Times New Roman"/>
              </a:rPr>
              <a:t>K</a:t>
            </a:r>
            <a:r>
              <a:rPr dirty="0" sz="2400" spc="65">
                <a:latin typeface="华文楷体"/>
                <a:cs typeface="华文楷体"/>
              </a:rPr>
              <a:t>隔</a:t>
            </a:r>
            <a:r>
              <a:rPr dirty="0" sz="2400" spc="70">
                <a:latin typeface="华文楷体"/>
                <a:cs typeface="华文楷体"/>
              </a:rPr>
              <a:t>开，容</a:t>
            </a:r>
            <a:r>
              <a:rPr dirty="0" sz="2400">
                <a:latin typeface="华文楷体"/>
                <a:cs typeface="华文楷体"/>
              </a:rPr>
              <a:t>器 </a:t>
            </a:r>
            <a:r>
              <a:rPr dirty="0" sz="2400" spc="125">
                <a:latin typeface="华文楷体"/>
                <a:cs typeface="华文楷体"/>
              </a:rPr>
              <a:t>中的气体被</a:t>
            </a:r>
            <a:r>
              <a:rPr dirty="0" sz="2400" spc="130">
                <a:latin typeface="华文楷体"/>
                <a:cs typeface="华文楷体"/>
              </a:rPr>
              <a:t>分成</a:t>
            </a:r>
            <a:r>
              <a:rPr dirty="0" sz="2400" spc="130">
                <a:latin typeface="Times New Roman"/>
                <a:cs typeface="Times New Roman"/>
              </a:rPr>
              <a:t>A</a:t>
            </a:r>
            <a:r>
              <a:rPr dirty="0" sz="2400" spc="130">
                <a:latin typeface="华文楷体"/>
                <a:cs typeface="华文楷体"/>
              </a:rPr>
              <a:t>、</a:t>
            </a:r>
            <a:r>
              <a:rPr dirty="0" sz="2400" spc="125">
                <a:latin typeface="Times New Roman"/>
                <a:cs typeface="Times New Roman"/>
              </a:rPr>
              <a:t>B</a:t>
            </a:r>
            <a:r>
              <a:rPr dirty="0" sz="2400" spc="130">
                <a:latin typeface="华文楷体"/>
                <a:cs typeface="华文楷体"/>
              </a:rPr>
              <a:t>两部分，它</a:t>
            </a:r>
            <a:r>
              <a:rPr dirty="0" sz="2400">
                <a:latin typeface="华文楷体"/>
                <a:cs typeface="华文楷体"/>
              </a:rPr>
              <a:t>们 的压强分别为</a:t>
            </a:r>
            <a:r>
              <a:rPr dirty="0" sz="2400">
                <a:latin typeface="Times New Roman"/>
                <a:cs typeface="Times New Roman"/>
              </a:rPr>
              <a:t>P</a:t>
            </a:r>
            <a:r>
              <a:rPr dirty="0" baseline="-17921" sz="2325">
                <a:latin typeface="Times New Roman"/>
                <a:cs typeface="Times New Roman"/>
              </a:rPr>
              <a:t>A</a:t>
            </a:r>
            <a:r>
              <a:rPr dirty="0" sz="2400">
                <a:latin typeface="华文楷体"/>
                <a:cs typeface="华文楷体"/>
              </a:rPr>
              <a:t>、</a:t>
            </a:r>
            <a:r>
              <a:rPr dirty="0" sz="2400">
                <a:latin typeface="Times New Roman"/>
                <a:cs typeface="Times New Roman"/>
              </a:rPr>
              <a:t>P</a:t>
            </a:r>
            <a:r>
              <a:rPr dirty="0" baseline="-17921" sz="2325">
                <a:latin typeface="Times New Roman"/>
                <a:cs typeface="Times New Roman"/>
              </a:rPr>
              <a:t>B</a:t>
            </a:r>
            <a:r>
              <a:rPr dirty="0" sz="2400">
                <a:latin typeface="华文楷体"/>
                <a:cs typeface="华文楷体"/>
              </a:rPr>
              <a:t>，温度分别为</a:t>
            </a:r>
            <a:r>
              <a:rPr dirty="0" sz="2400" spc="-5">
                <a:latin typeface="Times New Roman"/>
                <a:cs typeface="Times New Roman"/>
              </a:rPr>
              <a:t>T</a:t>
            </a:r>
            <a:r>
              <a:rPr dirty="0" baseline="-17921" sz="2325">
                <a:latin typeface="Times New Roman"/>
                <a:cs typeface="Times New Roman"/>
              </a:rPr>
              <a:t>A</a:t>
            </a:r>
            <a:r>
              <a:rPr dirty="0" sz="2400">
                <a:latin typeface="华文楷体"/>
                <a:cs typeface="华文楷体"/>
              </a:rPr>
              <a:t>、</a:t>
            </a:r>
            <a:endParaRPr sz="2400">
              <a:latin typeface="华文楷体"/>
              <a:cs typeface="华文楷体"/>
            </a:endParaRPr>
          </a:p>
          <a:p>
            <a:pPr algn="just" marL="12700" marR="280670">
              <a:lnSpc>
                <a:spcPct val="150000"/>
              </a:lnSpc>
            </a:pPr>
            <a:r>
              <a:rPr dirty="0" sz="2400" spc="55">
                <a:latin typeface="Times New Roman"/>
                <a:cs typeface="Times New Roman"/>
              </a:rPr>
              <a:t>T</a:t>
            </a:r>
            <a:r>
              <a:rPr dirty="0" baseline="-17921" sz="2325" spc="89">
                <a:latin typeface="Times New Roman"/>
                <a:cs typeface="Times New Roman"/>
              </a:rPr>
              <a:t>B</a:t>
            </a:r>
            <a:r>
              <a:rPr dirty="0" sz="2400" spc="60">
                <a:latin typeface="华文楷体"/>
                <a:cs typeface="华文楷体"/>
              </a:rPr>
              <a:t>。打</a:t>
            </a:r>
            <a:r>
              <a:rPr dirty="0" sz="2400" spc="65">
                <a:latin typeface="华文楷体"/>
                <a:cs typeface="华文楷体"/>
              </a:rPr>
              <a:t>开挡板</a:t>
            </a:r>
            <a:r>
              <a:rPr dirty="0" sz="2400" spc="65">
                <a:latin typeface="Times New Roman"/>
                <a:cs typeface="Times New Roman"/>
              </a:rPr>
              <a:t>K</a:t>
            </a:r>
            <a:r>
              <a:rPr dirty="0" sz="2400" spc="65">
                <a:latin typeface="华文楷体"/>
                <a:cs typeface="华文楷体"/>
              </a:rPr>
              <a:t>后，如果容器与外</a:t>
            </a:r>
            <a:r>
              <a:rPr dirty="0" sz="2400">
                <a:latin typeface="华文楷体"/>
                <a:cs typeface="华文楷体"/>
              </a:rPr>
              <a:t>界 </a:t>
            </a:r>
            <a:r>
              <a:rPr dirty="0" sz="2400" spc="30">
                <a:latin typeface="华文楷体"/>
                <a:cs typeface="华文楷体"/>
              </a:rPr>
              <a:t>没有能量交换，经过一段时间</a:t>
            </a:r>
            <a:r>
              <a:rPr dirty="0" sz="2400" spc="35">
                <a:latin typeface="华文楷体"/>
                <a:cs typeface="华文楷体"/>
              </a:rPr>
              <a:t>后，</a:t>
            </a:r>
            <a:r>
              <a:rPr dirty="0" sz="2400">
                <a:latin typeface="华文楷体"/>
                <a:cs typeface="华文楷体"/>
              </a:rPr>
              <a:t>容 器内的气体会是什么状态</a:t>
            </a:r>
            <a:r>
              <a:rPr dirty="0" sz="2400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0536" y="1072896"/>
            <a:ext cx="2086356" cy="1412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26908" y="1058570"/>
            <a:ext cx="2115185" cy="1440815"/>
          </a:xfrm>
          <a:custGeom>
            <a:avLst/>
            <a:gdLst/>
            <a:ahLst/>
            <a:cxnLst/>
            <a:rect l="l" t="t" r="r" b="b"/>
            <a:pathLst>
              <a:path w="2115185" h="1440814">
                <a:moveTo>
                  <a:pt x="2114613" y="1440700"/>
                </a:moveTo>
                <a:lnTo>
                  <a:pt x="0" y="1440700"/>
                </a:lnTo>
                <a:lnTo>
                  <a:pt x="0" y="0"/>
                </a:lnTo>
                <a:lnTo>
                  <a:pt x="2114613" y="0"/>
                </a:lnTo>
                <a:lnTo>
                  <a:pt x="2114613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412125"/>
                </a:lnTo>
                <a:lnTo>
                  <a:pt x="14287" y="1412125"/>
                </a:lnTo>
                <a:lnTo>
                  <a:pt x="28575" y="1426413"/>
                </a:lnTo>
                <a:lnTo>
                  <a:pt x="2114613" y="1426413"/>
                </a:lnTo>
                <a:lnTo>
                  <a:pt x="2114613" y="1440700"/>
                </a:lnTo>
                <a:close/>
              </a:path>
              <a:path w="2115185" h="144081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115185" h="1440814">
                <a:moveTo>
                  <a:pt x="208603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086038" y="14287"/>
                </a:lnTo>
                <a:lnTo>
                  <a:pt x="2086038" y="28575"/>
                </a:lnTo>
                <a:close/>
              </a:path>
              <a:path w="2115185" h="1440814">
                <a:moveTo>
                  <a:pt x="2086038" y="1426413"/>
                </a:moveTo>
                <a:lnTo>
                  <a:pt x="2086038" y="14287"/>
                </a:lnTo>
                <a:lnTo>
                  <a:pt x="2100326" y="28575"/>
                </a:lnTo>
                <a:lnTo>
                  <a:pt x="2114613" y="28575"/>
                </a:lnTo>
                <a:lnTo>
                  <a:pt x="2114613" y="1412125"/>
                </a:lnTo>
                <a:lnTo>
                  <a:pt x="2100326" y="1412125"/>
                </a:lnTo>
                <a:lnTo>
                  <a:pt x="2086038" y="1426413"/>
                </a:lnTo>
                <a:close/>
              </a:path>
              <a:path w="2115185" h="1440814">
                <a:moveTo>
                  <a:pt x="2114613" y="28575"/>
                </a:moveTo>
                <a:lnTo>
                  <a:pt x="2100326" y="28575"/>
                </a:lnTo>
                <a:lnTo>
                  <a:pt x="2086038" y="14287"/>
                </a:lnTo>
                <a:lnTo>
                  <a:pt x="2114613" y="14287"/>
                </a:lnTo>
                <a:lnTo>
                  <a:pt x="2114613" y="28575"/>
                </a:lnTo>
                <a:close/>
              </a:path>
              <a:path w="2115185" h="1440814">
                <a:moveTo>
                  <a:pt x="28575" y="1426413"/>
                </a:moveTo>
                <a:lnTo>
                  <a:pt x="14287" y="1412125"/>
                </a:lnTo>
                <a:lnTo>
                  <a:pt x="28575" y="1412125"/>
                </a:lnTo>
                <a:lnTo>
                  <a:pt x="28575" y="1426413"/>
                </a:lnTo>
                <a:close/>
              </a:path>
              <a:path w="2115185" h="1440814">
                <a:moveTo>
                  <a:pt x="2086038" y="1426413"/>
                </a:moveTo>
                <a:lnTo>
                  <a:pt x="28575" y="1426413"/>
                </a:lnTo>
                <a:lnTo>
                  <a:pt x="28575" y="1412125"/>
                </a:lnTo>
                <a:lnTo>
                  <a:pt x="2086038" y="1412125"/>
                </a:lnTo>
                <a:lnTo>
                  <a:pt x="2086038" y="1426413"/>
                </a:lnTo>
                <a:close/>
              </a:path>
              <a:path w="2115185" h="1440814">
                <a:moveTo>
                  <a:pt x="2114613" y="1426413"/>
                </a:moveTo>
                <a:lnTo>
                  <a:pt x="2086038" y="1426413"/>
                </a:lnTo>
                <a:lnTo>
                  <a:pt x="2100326" y="1412125"/>
                </a:lnTo>
                <a:lnTo>
                  <a:pt x="2114613" y="1412125"/>
                </a:lnTo>
                <a:lnTo>
                  <a:pt x="2114613" y="14264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80488" y="1181100"/>
            <a:ext cx="906780" cy="1234440"/>
          </a:xfrm>
          <a:custGeom>
            <a:avLst/>
            <a:gdLst/>
            <a:ahLst/>
            <a:cxnLst/>
            <a:rect l="l" t="t" r="r" b="b"/>
            <a:pathLst>
              <a:path w="906779" h="1234439">
                <a:moveTo>
                  <a:pt x="0" y="1234439"/>
                </a:moveTo>
                <a:lnTo>
                  <a:pt x="906780" y="1234439"/>
                </a:lnTo>
                <a:lnTo>
                  <a:pt x="906780" y="0"/>
                </a:lnTo>
                <a:lnTo>
                  <a:pt x="0" y="0"/>
                </a:lnTo>
                <a:lnTo>
                  <a:pt x="0" y="12344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16736" y="1181100"/>
            <a:ext cx="958850" cy="1234440"/>
          </a:xfrm>
          <a:custGeom>
            <a:avLst/>
            <a:gdLst/>
            <a:ahLst/>
            <a:cxnLst/>
            <a:rect l="l" t="t" r="r" b="b"/>
            <a:pathLst>
              <a:path w="958850" h="1234439">
                <a:moveTo>
                  <a:pt x="0" y="1234439"/>
                </a:moveTo>
                <a:lnTo>
                  <a:pt x="958595" y="1234439"/>
                </a:lnTo>
                <a:lnTo>
                  <a:pt x="958595" y="0"/>
                </a:lnTo>
                <a:lnTo>
                  <a:pt x="0" y="0"/>
                </a:lnTo>
                <a:lnTo>
                  <a:pt x="0" y="12344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03108" y="1166253"/>
            <a:ext cx="1998980" cy="1264285"/>
          </a:xfrm>
          <a:custGeom>
            <a:avLst/>
            <a:gdLst/>
            <a:ahLst/>
            <a:cxnLst/>
            <a:rect l="l" t="t" r="r" b="b"/>
            <a:pathLst>
              <a:path w="1998979" h="1264285">
                <a:moveTo>
                  <a:pt x="1998726" y="1264183"/>
                </a:moveTo>
                <a:lnTo>
                  <a:pt x="0" y="1264183"/>
                </a:lnTo>
                <a:lnTo>
                  <a:pt x="0" y="0"/>
                </a:lnTo>
                <a:lnTo>
                  <a:pt x="1998726" y="0"/>
                </a:lnTo>
                <a:lnTo>
                  <a:pt x="1998726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1235608"/>
                </a:lnTo>
                <a:lnTo>
                  <a:pt x="14287" y="1235608"/>
                </a:lnTo>
                <a:lnTo>
                  <a:pt x="28575" y="1249895"/>
                </a:lnTo>
                <a:lnTo>
                  <a:pt x="1998726" y="1249895"/>
                </a:lnTo>
                <a:lnTo>
                  <a:pt x="1998726" y="1264183"/>
                </a:lnTo>
                <a:close/>
              </a:path>
              <a:path w="1998979" h="1264285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1998979" h="1264285">
                <a:moveTo>
                  <a:pt x="1970151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1970151" y="14287"/>
                </a:lnTo>
                <a:lnTo>
                  <a:pt x="1970151" y="28574"/>
                </a:lnTo>
                <a:close/>
              </a:path>
              <a:path w="1998979" h="1264285">
                <a:moveTo>
                  <a:pt x="1970151" y="1249895"/>
                </a:moveTo>
                <a:lnTo>
                  <a:pt x="1970151" y="14287"/>
                </a:lnTo>
                <a:lnTo>
                  <a:pt x="1984438" y="28574"/>
                </a:lnTo>
                <a:lnTo>
                  <a:pt x="1998726" y="28574"/>
                </a:lnTo>
                <a:lnTo>
                  <a:pt x="1998726" y="1235608"/>
                </a:lnTo>
                <a:lnTo>
                  <a:pt x="1984438" y="1235608"/>
                </a:lnTo>
                <a:lnTo>
                  <a:pt x="1970151" y="1249895"/>
                </a:lnTo>
                <a:close/>
              </a:path>
              <a:path w="1998979" h="1264285">
                <a:moveTo>
                  <a:pt x="1998726" y="28574"/>
                </a:moveTo>
                <a:lnTo>
                  <a:pt x="1984438" y="28574"/>
                </a:lnTo>
                <a:lnTo>
                  <a:pt x="1970151" y="14287"/>
                </a:lnTo>
                <a:lnTo>
                  <a:pt x="1998726" y="14287"/>
                </a:lnTo>
                <a:lnTo>
                  <a:pt x="1998726" y="28574"/>
                </a:lnTo>
                <a:close/>
              </a:path>
              <a:path w="1998979" h="1264285">
                <a:moveTo>
                  <a:pt x="28575" y="1249895"/>
                </a:moveTo>
                <a:lnTo>
                  <a:pt x="14287" y="1235608"/>
                </a:lnTo>
                <a:lnTo>
                  <a:pt x="28575" y="1235608"/>
                </a:lnTo>
                <a:lnTo>
                  <a:pt x="28575" y="1249895"/>
                </a:lnTo>
                <a:close/>
              </a:path>
              <a:path w="1998979" h="1264285">
                <a:moveTo>
                  <a:pt x="1970151" y="1249895"/>
                </a:moveTo>
                <a:lnTo>
                  <a:pt x="28575" y="1249895"/>
                </a:lnTo>
                <a:lnTo>
                  <a:pt x="28575" y="1235608"/>
                </a:lnTo>
                <a:lnTo>
                  <a:pt x="1970151" y="1235608"/>
                </a:lnTo>
                <a:lnTo>
                  <a:pt x="1970151" y="1249895"/>
                </a:lnTo>
                <a:close/>
              </a:path>
              <a:path w="1998979" h="1264285">
                <a:moveTo>
                  <a:pt x="1998726" y="1249895"/>
                </a:moveTo>
                <a:lnTo>
                  <a:pt x="1970151" y="1249895"/>
                </a:lnTo>
                <a:lnTo>
                  <a:pt x="1984438" y="1235608"/>
                </a:lnTo>
                <a:lnTo>
                  <a:pt x="1998726" y="1235608"/>
                </a:lnTo>
                <a:lnTo>
                  <a:pt x="1998726" y="1249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75332" y="1179575"/>
            <a:ext cx="105410" cy="1234440"/>
          </a:xfrm>
          <a:custGeom>
            <a:avLst/>
            <a:gdLst/>
            <a:ahLst/>
            <a:cxnLst/>
            <a:rect l="l" t="t" r="r" b="b"/>
            <a:pathLst>
              <a:path w="105410" h="1234439">
                <a:moveTo>
                  <a:pt x="0" y="0"/>
                </a:moveTo>
                <a:lnTo>
                  <a:pt x="105156" y="0"/>
                </a:lnTo>
                <a:lnTo>
                  <a:pt x="105156" y="1234439"/>
                </a:lnTo>
                <a:lnTo>
                  <a:pt x="0" y="1234439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60396" y="1164628"/>
            <a:ext cx="133985" cy="1264285"/>
          </a:xfrm>
          <a:custGeom>
            <a:avLst/>
            <a:gdLst/>
            <a:ahLst/>
            <a:cxnLst/>
            <a:rect l="l" t="t" r="r" b="b"/>
            <a:pathLst>
              <a:path w="133985" h="1264285">
                <a:moveTo>
                  <a:pt x="133654" y="1264183"/>
                </a:moveTo>
                <a:lnTo>
                  <a:pt x="0" y="1264183"/>
                </a:lnTo>
                <a:lnTo>
                  <a:pt x="0" y="0"/>
                </a:lnTo>
                <a:lnTo>
                  <a:pt x="133654" y="0"/>
                </a:lnTo>
                <a:lnTo>
                  <a:pt x="133654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235608"/>
                </a:lnTo>
                <a:lnTo>
                  <a:pt x="14287" y="1235608"/>
                </a:lnTo>
                <a:lnTo>
                  <a:pt x="28575" y="1249895"/>
                </a:lnTo>
                <a:lnTo>
                  <a:pt x="133654" y="1249895"/>
                </a:lnTo>
                <a:lnTo>
                  <a:pt x="133654" y="1264183"/>
                </a:lnTo>
                <a:close/>
              </a:path>
              <a:path w="133985" h="126428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33985" h="1264285">
                <a:moveTo>
                  <a:pt x="105079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05079" y="14287"/>
                </a:lnTo>
                <a:lnTo>
                  <a:pt x="105079" y="28575"/>
                </a:lnTo>
                <a:close/>
              </a:path>
              <a:path w="133985" h="1264285">
                <a:moveTo>
                  <a:pt x="105079" y="1249895"/>
                </a:moveTo>
                <a:lnTo>
                  <a:pt x="105079" y="14287"/>
                </a:lnTo>
                <a:lnTo>
                  <a:pt x="119367" y="28575"/>
                </a:lnTo>
                <a:lnTo>
                  <a:pt x="133654" y="28575"/>
                </a:lnTo>
                <a:lnTo>
                  <a:pt x="133654" y="1235608"/>
                </a:lnTo>
                <a:lnTo>
                  <a:pt x="119367" y="1235608"/>
                </a:lnTo>
                <a:lnTo>
                  <a:pt x="105079" y="1249895"/>
                </a:lnTo>
                <a:close/>
              </a:path>
              <a:path w="133985" h="1264285">
                <a:moveTo>
                  <a:pt x="133654" y="28575"/>
                </a:moveTo>
                <a:lnTo>
                  <a:pt x="119367" y="28575"/>
                </a:lnTo>
                <a:lnTo>
                  <a:pt x="105079" y="14287"/>
                </a:lnTo>
                <a:lnTo>
                  <a:pt x="133654" y="14287"/>
                </a:lnTo>
                <a:lnTo>
                  <a:pt x="133654" y="28575"/>
                </a:lnTo>
                <a:close/>
              </a:path>
              <a:path w="133985" h="1264285">
                <a:moveTo>
                  <a:pt x="28575" y="1249895"/>
                </a:moveTo>
                <a:lnTo>
                  <a:pt x="14287" y="1235608"/>
                </a:lnTo>
                <a:lnTo>
                  <a:pt x="28575" y="1235608"/>
                </a:lnTo>
                <a:lnTo>
                  <a:pt x="28575" y="1249895"/>
                </a:lnTo>
                <a:close/>
              </a:path>
              <a:path w="133985" h="1264285">
                <a:moveTo>
                  <a:pt x="105079" y="1249895"/>
                </a:moveTo>
                <a:lnTo>
                  <a:pt x="28575" y="1249895"/>
                </a:lnTo>
                <a:lnTo>
                  <a:pt x="28575" y="1235608"/>
                </a:lnTo>
                <a:lnTo>
                  <a:pt x="105079" y="1235608"/>
                </a:lnTo>
                <a:lnTo>
                  <a:pt x="105079" y="1249895"/>
                </a:lnTo>
                <a:close/>
              </a:path>
              <a:path w="133985" h="1264285">
                <a:moveTo>
                  <a:pt x="133654" y="1249895"/>
                </a:moveTo>
                <a:lnTo>
                  <a:pt x="105079" y="1249895"/>
                </a:lnTo>
                <a:lnTo>
                  <a:pt x="119367" y="1235608"/>
                </a:lnTo>
                <a:lnTo>
                  <a:pt x="133654" y="1235608"/>
                </a:lnTo>
                <a:lnTo>
                  <a:pt x="133654" y="1249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00300" y="1181100"/>
            <a:ext cx="886968" cy="12359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586786" y="1146441"/>
            <a:ext cx="271145" cy="99441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160" marR="5080" indent="-10795">
              <a:lnSpc>
                <a:spcPct val="158900"/>
              </a:lnSpc>
              <a:spcBef>
                <a:spcPts val="100"/>
              </a:spcBef>
            </a:pPr>
            <a:r>
              <a:rPr dirty="0" sz="2000">
                <a:solidFill>
                  <a:srgbClr val="FFC000"/>
                </a:solidFill>
              </a:rPr>
              <a:t>T</a:t>
            </a:r>
            <a:r>
              <a:rPr dirty="0" baseline="-17094" sz="1950" spc="-7">
                <a:solidFill>
                  <a:srgbClr val="FFC000"/>
                </a:solidFill>
              </a:rPr>
              <a:t>B  </a:t>
            </a:r>
            <a:r>
              <a:rPr dirty="0" sz="2000">
                <a:solidFill>
                  <a:srgbClr val="FFC000"/>
                </a:solidFill>
              </a:rPr>
              <a:t>P</a:t>
            </a:r>
            <a:r>
              <a:rPr dirty="0" baseline="-17094" sz="1950" spc="-7">
                <a:solidFill>
                  <a:srgbClr val="FFC000"/>
                </a:solidFill>
              </a:rPr>
              <a:t>B</a:t>
            </a:r>
            <a:endParaRPr baseline="-17094" sz="1950"/>
          </a:p>
        </p:txBody>
      </p:sp>
      <p:sp>
        <p:nvSpPr>
          <p:cNvPr id="11" name="object 11"/>
          <p:cNvSpPr/>
          <p:nvPr/>
        </p:nvSpPr>
        <p:spPr>
          <a:xfrm>
            <a:off x="7537704" y="1101852"/>
            <a:ext cx="2086355" cy="14112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23048" y="1086866"/>
            <a:ext cx="2115185" cy="1440815"/>
          </a:xfrm>
          <a:custGeom>
            <a:avLst/>
            <a:gdLst/>
            <a:ahLst/>
            <a:cxnLst/>
            <a:rect l="l" t="t" r="r" b="b"/>
            <a:pathLst>
              <a:path w="2115184" h="1440814">
                <a:moveTo>
                  <a:pt x="2114626" y="1440700"/>
                </a:moveTo>
                <a:lnTo>
                  <a:pt x="0" y="1440700"/>
                </a:lnTo>
                <a:lnTo>
                  <a:pt x="0" y="0"/>
                </a:lnTo>
                <a:lnTo>
                  <a:pt x="2114626" y="0"/>
                </a:lnTo>
                <a:lnTo>
                  <a:pt x="2114626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412125"/>
                </a:lnTo>
                <a:lnTo>
                  <a:pt x="14287" y="1412125"/>
                </a:lnTo>
                <a:lnTo>
                  <a:pt x="28575" y="1426413"/>
                </a:lnTo>
                <a:lnTo>
                  <a:pt x="2114626" y="1426413"/>
                </a:lnTo>
                <a:lnTo>
                  <a:pt x="2114626" y="1440700"/>
                </a:lnTo>
                <a:close/>
              </a:path>
              <a:path w="2115184" h="144081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115184" h="1440814">
                <a:moveTo>
                  <a:pt x="2086051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086051" y="14287"/>
                </a:lnTo>
                <a:lnTo>
                  <a:pt x="2086051" y="28575"/>
                </a:lnTo>
                <a:close/>
              </a:path>
              <a:path w="2115184" h="1440814">
                <a:moveTo>
                  <a:pt x="2086051" y="1426413"/>
                </a:moveTo>
                <a:lnTo>
                  <a:pt x="2086051" y="14287"/>
                </a:lnTo>
                <a:lnTo>
                  <a:pt x="2100338" y="28575"/>
                </a:lnTo>
                <a:lnTo>
                  <a:pt x="2114626" y="28575"/>
                </a:lnTo>
                <a:lnTo>
                  <a:pt x="2114626" y="1412125"/>
                </a:lnTo>
                <a:lnTo>
                  <a:pt x="2100338" y="1412125"/>
                </a:lnTo>
                <a:lnTo>
                  <a:pt x="2086051" y="1426413"/>
                </a:lnTo>
                <a:close/>
              </a:path>
              <a:path w="2115184" h="1440814">
                <a:moveTo>
                  <a:pt x="2114626" y="28575"/>
                </a:moveTo>
                <a:lnTo>
                  <a:pt x="2100338" y="28575"/>
                </a:lnTo>
                <a:lnTo>
                  <a:pt x="2086051" y="14287"/>
                </a:lnTo>
                <a:lnTo>
                  <a:pt x="2114626" y="14287"/>
                </a:lnTo>
                <a:lnTo>
                  <a:pt x="2114626" y="28575"/>
                </a:lnTo>
                <a:close/>
              </a:path>
              <a:path w="2115184" h="1440814">
                <a:moveTo>
                  <a:pt x="28575" y="1426413"/>
                </a:moveTo>
                <a:lnTo>
                  <a:pt x="14287" y="1412125"/>
                </a:lnTo>
                <a:lnTo>
                  <a:pt x="28575" y="1412125"/>
                </a:lnTo>
                <a:lnTo>
                  <a:pt x="28575" y="1426413"/>
                </a:lnTo>
                <a:close/>
              </a:path>
              <a:path w="2115184" h="1440814">
                <a:moveTo>
                  <a:pt x="2086051" y="1426413"/>
                </a:moveTo>
                <a:lnTo>
                  <a:pt x="28575" y="1426413"/>
                </a:lnTo>
                <a:lnTo>
                  <a:pt x="28575" y="1412125"/>
                </a:lnTo>
                <a:lnTo>
                  <a:pt x="2086051" y="1412125"/>
                </a:lnTo>
                <a:lnTo>
                  <a:pt x="2086051" y="1426413"/>
                </a:lnTo>
                <a:close/>
              </a:path>
              <a:path w="2115184" h="1440814">
                <a:moveTo>
                  <a:pt x="2114626" y="1426413"/>
                </a:moveTo>
                <a:lnTo>
                  <a:pt x="2086051" y="1426413"/>
                </a:lnTo>
                <a:lnTo>
                  <a:pt x="2100338" y="1412125"/>
                </a:lnTo>
                <a:lnTo>
                  <a:pt x="2114626" y="1412125"/>
                </a:lnTo>
                <a:lnTo>
                  <a:pt x="2114626" y="14264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99248" y="1194549"/>
            <a:ext cx="1998726" cy="12641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16736" y="1208532"/>
            <a:ext cx="955548" cy="12070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658581" y="1183322"/>
            <a:ext cx="281305" cy="982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57000"/>
              </a:lnSpc>
              <a:spcBef>
                <a:spcPts val="100"/>
              </a:spcBef>
            </a:pPr>
            <a:r>
              <a:rPr dirty="0" sz="2000" b="1">
                <a:solidFill>
                  <a:srgbClr val="FFC000"/>
                </a:solidFill>
                <a:latin typeface="华文楷体"/>
                <a:cs typeface="华文楷体"/>
              </a:rPr>
              <a:t>T</a:t>
            </a:r>
            <a:r>
              <a:rPr dirty="0" baseline="-17094" sz="1950" spc="-7" b="1">
                <a:solidFill>
                  <a:srgbClr val="FFC000"/>
                </a:solidFill>
                <a:latin typeface="华文楷体"/>
                <a:cs typeface="华文楷体"/>
              </a:rPr>
              <a:t>A  </a:t>
            </a:r>
            <a:r>
              <a:rPr dirty="0" sz="2000" b="1">
                <a:solidFill>
                  <a:srgbClr val="FFC000"/>
                </a:solidFill>
                <a:latin typeface="华文楷体"/>
                <a:cs typeface="华文楷体"/>
              </a:rPr>
              <a:t>P</a:t>
            </a:r>
            <a:r>
              <a:rPr dirty="0" baseline="-17094" sz="1950" spc="-7" b="1">
                <a:solidFill>
                  <a:srgbClr val="FFC000"/>
                </a:solidFill>
                <a:latin typeface="华文楷体"/>
                <a:cs typeface="华文楷体"/>
              </a:rPr>
              <a:t>A</a:t>
            </a:r>
            <a:endParaRPr baseline="-17094" sz="1950">
              <a:latin typeface="华文楷体"/>
              <a:cs typeface="华文楷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43984" y="1101852"/>
            <a:ext cx="2086356" cy="14112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430382" y="1086866"/>
            <a:ext cx="2115185" cy="1440815"/>
          </a:xfrm>
          <a:custGeom>
            <a:avLst/>
            <a:gdLst/>
            <a:ahLst/>
            <a:cxnLst/>
            <a:rect l="l" t="t" r="r" b="b"/>
            <a:pathLst>
              <a:path w="2115184" h="1440814">
                <a:moveTo>
                  <a:pt x="2114626" y="1440700"/>
                </a:moveTo>
                <a:lnTo>
                  <a:pt x="0" y="1440700"/>
                </a:lnTo>
                <a:lnTo>
                  <a:pt x="0" y="0"/>
                </a:lnTo>
                <a:lnTo>
                  <a:pt x="2114626" y="0"/>
                </a:lnTo>
                <a:lnTo>
                  <a:pt x="2114626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412125"/>
                </a:lnTo>
                <a:lnTo>
                  <a:pt x="14287" y="1412125"/>
                </a:lnTo>
                <a:lnTo>
                  <a:pt x="28575" y="1426413"/>
                </a:lnTo>
                <a:lnTo>
                  <a:pt x="2114626" y="1426413"/>
                </a:lnTo>
                <a:lnTo>
                  <a:pt x="2114626" y="1440700"/>
                </a:lnTo>
                <a:close/>
              </a:path>
              <a:path w="2115184" h="144081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115184" h="1440814">
                <a:moveTo>
                  <a:pt x="2086051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086051" y="14287"/>
                </a:lnTo>
                <a:lnTo>
                  <a:pt x="2086051" y="28575"/>
                </a:lnTo>
                <a:close/>
              </a:path>
              <a:path w="2115184" h="1440814">
                <a:moveTo>
                  <a:pt x="2086051" y="1426413"/>
                </a:moveTo>
                <a:lnTo>
                  <a:pt x="2086051" y="14287"/>
                </a:lnTo>
                <a:lnTo>
                  <a:pt x="2100338" y="28575"/>
                </a:lnTo>
                <a:lnTo>
                  <a:pt x="2114626" y="28575"/>
                </a:lnTo>
                <a:lnTo>
                  <a:pt x="2114626" y="1412125"/>
                </a:lnTo>
                <a:lnTo>
                  <a:pt x="2100338" y="1412125"/>
                </a:lnTo>
                <a:lnTo>
                  <a:pt x="2086051" y="1426413"/>
                </a:lnTo>
                <a:close/>
              </a:path>
              <a:path w="2115184" h="1440814">
                <a:moveTo>
                  <a:pt x="2114626" y="28575"/>
                </a:moveTo>
                <a:lnTo>
                  <a:pt x="2100338" y="28575"/>
                </a:lnTo>
                <a:lnTo>
                  <a:pt x="2086051" y="14287"/>
                </a:lnTo>
                <a:lnTo>
                  <a:pt x="2114626" y="14287"/>
                </a:lnTo>
                <a:lnTo>
                  <a:pt x="2114626" y="28575"/>
                </a:lnTo>
                <a:close/>
              </a:path>
              <a:path w="2115184" h="1440814">
                <a:moveTo>
                  <a:pt x="28575" y="1426413"/>
                </a:moveTo>
                <a:lnTo>
                  <a:pt x="14287" y="1412125"/>
                </a:lnTo>
                <a:lnTo>
                  <a:pt x="28575" y="1412125"/>
                </a:lnTo>
                <a:lnTo>
                  <a:pt x="28575" y="1426413"/>
                </a:lnTo>
                <a:close/>
              </a:path>
              <a:path w="2115184" h="1440814">
                <a:moveTo>
                  <a:pt x="2086051" y="1426413"/>
                </a:moveTo>
                <a:lnTo>
                  <a:pt x="28575" y="1426413"/>
                </a:lnTo>
                <a:lnTo>
                  <a:pt x="28575" y="1412125"/>
                </a:lnTo>
                <a:lnTo>
                  <a:pt x="2086051" y="1412125"/>
                </a:lnTo>
                <a:lnTo>
                  <a:pt x="2086051" y="1426413"/>
                </a:lnTo>
                <a:close/>
              </a:path>
              <a:path w="2115184" h="1440814">
                <a:moveTo>
                  <a:pt x="2114626" y="1426413"/>
                </a:moveTo>
                <a:lnTo>
                  <a:pt x="2086051" y="1426413"/>
                </a:lnTo>
                <a:lnTo>
                  <a:pt x="2100338" y="1412125"/>
                </a:lnTo>
                <a:lnTo>
                  <a:pt x="2114626" y="1412125"/>
                </a:lnTo>
                <a:lnTo>
                  <a:pt x="2114626" y="14264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20184" y="1208532"/>
            <a:ext cx="1971039" cy="1236345"/>
          </a:xfrm>
          <a:custGeom>
            <a:avLst/>
            <a:gdLst/>
            <a:ahLst/>
            <a:cxnLst/>
            <a:rect l="l" t="t" r="r" b="b"/>
            <a:pathLst>
              <a:path w="1971039" h="1236345">
                <a:moveTo>
                  <a:pt x="0" y="0"/>
                </a:moveTo>
                <a:lnTo>
                  <a:pt x="1970532" y="0"/>
                </a:lnTo>
                <a:lnTo>
                  <a:pt x="1970532" y="1235964"/>
                </a:lnTo>
                <a:lnTo>
                  <a:pt x="0" y="12359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06582" y="1194549"/>
            <a:ext cx="1998980" cy="1264285"/>
          </a:xfrm>
          <a:custGeom>
            <a:avLst/>
            <a:gdLst/>
            <a:ahLst/>
            <a:cxnLst/>
            <a:rect l="l" t="t" r="r" b="b"/>
            <a:pathLst>
              <a:path w="1998979" h="1264285">
                <a:moveTo>
                  <a:pt x="1998726" y="1264183"/>
                </a:moveTo>
                <a:lnTo>
                  <a:pt x="0" y="1264183"/>
                </a:lnTo>
                <a:lnTo>
                  <a:pt x="0" y="0"/>
                </a:lnTo>
                <a:lnTo>
                  <a:pt x="1998726" y="0"/>
                </a:lnTo>
                <a:lnTo>
                  <a:pt x="1998726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235608"/>
                </a:lnTo>
                <a:lnTo>
                  <a:pt x="14287" y="1235608"/>
                </a:lnTo>
                <a:lnTo>
                  <a:pt x="28575" y="1249895"/>
                </a:lnTo>
                <a:lnTo>
                  <a:pt x="1998726" y="1249895"/>
                </a:lnTo>
                <a:lnTo>
                  <a:pt x="1998726" y="1264183"/>
                </a:lnTo>
                <a:close/>
              </a:path>
              <a:path w="1998979" h="126428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998979" h="1264285">
                <a:moveTo>
                  <a:pt x="1970151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970151" y="14287"/>
                </a:lnTo>
                <a:lnTo>
                  <a:pt x="1970151" y="28575"/>
                </a:lnTo>
                <a:close/>
              </a:path>
              <a:path w="1998979" h="1264285">
                <a:moveTo>
                  <a:pt x="1970151" y="1249895"/>
                </a:moveTo>
                <a:lnTo>
                  <a:pt x="1970151" y="14287"/>
                </a:lnTo>
                <a:lnTo>
                  <a:pt x="1984438" y="28575"/>
                </a:lnTo>
                <a:lnTo>
                  <a:pt x="1998726" y="28575"/>
                </a:lnTo>
                <a:lnTo>
                  <a:pt x="1998726" y="1235608"/>
                </a:lnTo>
                <a:lnTo>
                  <a:pt x="1984438" y="1235608"/>
                </a:lnTo>
                <a:lnTo>
                  <a:pt x="1970151" y="1249895"/>
                </a:lnTo>
                <a:close/>
              </a:path>
              <a:path w="1998979" h="1264285">
                <a:moveTo>
                  <a:pt x="1998726" y="28575"/>
                </a:moveTo>
                <a:lnTo>
                  <a:pt x="1984438" y="28575"/>
                </a:lnTo>
                <a:lnTo>
                  <a:pt x="1970151" y="14287"/>
                </a:lnTo>
                <a:lnTo>
                  <a:pt x="1998726" y="14287"/>
                </a:lnTo>
                <a:lnTo>
                  <a:pt x="1998726" y="28575"/>
                </a:lnTo>
                <a:close/>
              </a:path>
              <a:path w="1998979" h="1264285">
                <a:moveTo>
                  <a:pt x="28575" y="1249895"/>
                </a:moveTo>
                <a:lnTo>
                  <a:pt x="14287" y="1235608"/>
                </a:lnTo>
                <a:lnTo>
                  <a:pt x="28575" y="1235608"/>
                </a:lnTo>
                <a:lnTo>
                  <a:pt x="28575" y="1249895"/>
                </a:lnTo>
                <a:close/>
              </a:path>
              <a:path w="1998979" h="1264285">
                <a:moveTo>
                  <a:pt x="1970151" y="1249895"/>
                </a:moveTo>
                <a:lnTo>
                  <a:pt x="28575" y="1249895"/>
                </a:lnTo>
                <a:lnTo>
                  <a:pt x="28575" y="1235608"/>
                </a:lnTo>
                <a:lnTo>
                  <a:pt x="1970151" y="1235608"/>
                </a:lnTo>
                <a:lnTo>
                  <a:pt x="1970151" y="1249895"/>
                </a:lnTo>
                <a:close/>
              </a:path>
              <a:path w="1998979" h="1264285">
                <a:moveTo>
                  <a:pt x="1998726" y="1249895"/>
                </a:moveTo>
                <a:lnTo>
                  <a:pt x="1970151" y="1249895"/>
                </a:lnTo>
                <a:lnTo>
                  <a:pt x="1984438" y="1235608"/>
                </a:lnTo>
                <a:lnTo>
                  <a:pt x="1998726" y="1235608"/>
                </a:lnTo>
                <a:lnTo>
                  <a:pt x="1998726" y="1249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03747" y="1208532"/>
            <a:ext cx="886968" cy="12359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20184" y="1237488"/>
            <a:ext cx="955548" cy="12070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288231" y="924433"/>
            <a:ext cx="2462530" cy="1782445"/>
          </a:xfrm>
          <a:custGeom>
            <a:avLst/>
            <a:gdLst/>
            <a:ahLst/>
            <a:cxnLst/>
            <a:rect l="l" t="t" r="r" b="b"/>
            <a:pathLst>
              <a:path w="2462529" h="1782445">
                <a:moveTo>
                  <a:pt x="12700" y="1775891"/>
                </a:moveTo>
                <a:lnTo>
                  <a:pt x="0" y="1775891"/>
                </a:lnTo>
                <a:lnTo>
                  <a:pt x="0" y="1725091"/>
                </a:lnTo>
                <a:lnTo>
                  <a:pt x="12700" y="1725091"/>
                </a:lnTo>
                <a:lnTo>
                  <a:pt x="12700" y="1775891"/>
                </a:lnTo>
                <a:close/>
              </a:path>
              <a:path w="2462529" h="1782445">
                <a:moveTo>
                  <a:pt x="12700" y="1686991"/>
                </a:moveTo>
                <a:lnTo>
                  <a:pt x="0" y="1686991"/>
                </a:lnTo>
                <a:lnTo>
                  <a:pt x="0" y="1636191"/>
                </a:lnTo>
                <a:lnTo>
                  <a:pt x="12700" y="1636191"/>
                </a:lnTo>
                <a:lnTo>
                  <a:pt x="12700" y="1686991"/>
                </a:lnTo>
                <a:close/>
              </a:path>
              <a:path w="2462529" h="1782445">
                <a:moveTo>
                  <a:pt x="12700" y="1598091"/>
                </a:moveTo>
                <a:lnTo>
                  <a:pt x="0" y="1598091"/>
                </a:lnTo>
                <a:lnTo>
                  <a:pt x="0" y="1547291"/>
                </a:lnTo>
                <a:lnTo>
                  <a:pt x="12700" y="1547291"/>
                </a:lnTo>
                <a:lnTo>
                  <a:pt x="12700" y="1598091"/>
                </a:lnTo>
                <a:close/>
              </a:path>
              <a:path w="2462529" h="1782445">
                <a:moveTo>
                  <a:pt x="12700" y="1509191"/>
                </a:moveTo>
                <a:lnTo>
                  <a:pt x="0" y="1509191"/>
                </a:lnTo>
                <a:lnTo>
                  <a:pt x="0" y="1458391"/>
                </a:lnTo>
                <a:lnTo>
                  <a:pt x="12700" y="1458391"/>
                </a:lnTo>
                <a:lnTo>
                  <a:pt x="12700" y="1509191"/>
                </a:lnTo>
                <a:close/>
              </a:path>
              <a:path w="2462529" h="1782445">
                <a:moveTo>
                  <a:pt x="12700" y="1420291"/>
                </a:moveTo>
                <a:lnTo>
                  <a:pt x="0" y="1420291"/>
                </a:lnTo>
                <a:lnTo>
                  <a:pt x="0" y="1369491"/>
                </a:lnTo>
                <a:lnTo>
                  <a:pt x="12700" y="1369491"/>
                </a:lnTo>
                <a:lnTo>
                  <a:pt x="12700" y="1420291"/>
                </a:lnTo>
                <a:close/>
              </a:path>
              <a:path w="2462529" h="1782445">
                <a:moveTo>
                  <a:pt x="12700" y="1331391"/>
                </a:moveTo>
                <a:lnTo>
                  <a:pt x="0" y="1331391"/>
                </a:lnTo>
                <a:lnTo>
                  <a:pt x="0" y="1280591"/>
                </a:lnTo>
                <a:lnTo>
                  <a:pt x="12700" y="1280591"/>
                </a:lnTo>
                <a:lnTo>
                  <a:pt x="12700" y="1331391"/>
                </a:lnTo>
                <a:close/>
              </a:path>
              <a:path w="2462529" h="1782445">
                <a:moveTo>
                  <a:pt x="12700" y="1242491"/>
                </a:moveTo>
                <a:lnTo>
                  <a:pt x="0" y="1242491"/>
                </a:lnTo>
                <a:lnTo>
                  <a:pt x="0" y="1191691"/>
                </a:lnTo>
                <a:lnTo>
                  <a:pt x="12700" y="1191691"/>
                </a:lnTo>
                <a:lnTo>
                  <a:pt x="12700" y="1242491"/>
                </a:lnTo>
                <a:close/>
              </a:path>
              <a:path w="2462529" h="1782445">
                <a:moveTo>
                  <a:pt x="12700" y="1153591"/>
                </a:moveTo>
                <a:lnTo>
                  <a:pt x="0" y="1153591"/>
                </a:lnTo>
                <a:lnTo>
                  <a:pt x="0" y="1102791"/>
                </a:lnTo>
                <a:lnTo>
                  <a:pt x="12700" y="1102791"/>
                </a:lnTo>
                <a:lnTo>
                  <a:pt x="12700" y="1153591"/>
                </a:lnTo>
                <a:close/>
              </a:path>
              <a:path w="2462529" h="1782445">
                <a:moveTo>
                  <a:pt x="12700" y="1064691"/>
                </a:moveTo>
                <a:lnTo>
                  <a:pt x="0" y="1064691"/>
                </a:lnTo>
                <a:lnTo>
                  <a:pt x="0" y="1013891"/>
                </a:lnTo>
                <a:lnTo>
                  <a:pt x="12700" y="1013891"/>
                </a:lnTo>
                <a:lnTo>
                  <a:pt x="12700" y="1064691"/>
                </a:lnTo>
                <a:close/>
              </a:path>
              <a:path w="2462529" h="1782445">
                <a:moveTo>
                  <a:pt x="12700" y="975791"/>
                </a:moveTo>
                <a:lnTo>
                  <a:pt x="0" y="975791"/>
                </a:lnTo>
                <a:lnTo>
                  <a:pt x="0" y="924991"/>
                </a:lnTo>
                <a:lnTo>
                  <a:pt x="12700" y="924991"/>
                </a:lnTo>
                <a:lnTo>
                  <a:pt x="12700" y="975791"/>
                </a:lnTo>
                <a:close/>
              </a:path>
              <a:path w="2462529" h="1782445">
                <a:moveTo>
                  <a:pt x="12700" y="886891"/>
                </a:moveTo>
                <a:lnTo>
                  <a:pt x="0" y="886891"/>
                </a:lnTo>
                <a:lnTo>
                  <a:pt x="0" y="836091"/>
                </a:lnTo>
                <a:lnTo>
                  <a:pt x="12700" y="836091"/>
                </a:lnTo>
                <a:lnTo>
                  <a:pt x="12700" y="886891"/>
                </a:lnTo>
                <a:close/>
              </a:path>
              <a:path w="2462529" h="1782445">
                <a:moveTo>
                  <a:pt x="12700" y="797991"/>
                </a:moveTo>
                <a:lnTo>
                  <a:pt x="0" y="797991"/>
                </a:lnTo>
                <a:lnTo>
                  <a:pt x="0" y="747191"/>
                </a:lnTo>
                <a:lnTo>
                  <a:pt x="12700" y="747191"/>
                </a:lnTo>
                <a:lnTo>
                  <a:pt x="12700" y="797991"/>
                </a:lnTo>
                <a:close/>
              </a:path>
              <a:path w="2462529" h="1782445">
                <a:moveTo>
                  <a:pt x="12700" y="709091"/>
                </a:moveTo>
                <a:lnTo>
                  <a:pt x="0" y="709091"/>
                </a:lnTo>
                <a:lnTo>
                  <a:pt x="0" y="658291"/>
                </a:lnTo>
                <a:lnTo>
                  <a:pt x="12700" y="658291"/>
                </a:lnTo>
                <a:lnTo>
                  <a:pt x="12700" y="709091"/>
                </a:lnTo>
                <a:close/>
              </a:path>
              <a:path w="2462529" h="1782445">
                <a:moveTo>
                  <a:pt x="12700" y="620191"/>
                </a:moveTo>
                <a:lnTo>
                  <a:pt x="0" y="620191"/>
                </a:lnTo>
                <a:lnTo>
                  <a:pt x="0" y="569391"/>
                </a:lnTo>
                <a:lnTo>
                  <a:pt x="12700" y="569391"/>
                </a:lnTo>
                <a:lnTo>
                  <a:pt x="12700" y="620191"/>
                </a:lnTo>
                <a:close/>
              </a:path>
              <a:path w="2462529" h="1782445">
                <a:moveTo>
                  <a:pt x="12700" y="531291"/>
                </a:moveTo>
                <a:lnTo>
                  <a:pt x="0" y="531291"/>
                </a:lnTo>
                <a:lnTo>
                  <a:pt x="0" y="480491"/>
                </a:lnTo>
                <a:lnTo>
                  <a:pt x="12700" y="480491"/>
                </a:lnTo>
                <a:lnTo>
                  <a:pt x="12700" y="531291"/>
                </a:lnTo>
                <a:close/>
              </a:path>
              <a:path w="2462529" h="1782445">
                <a:moveTo>
                  <a:pt x="12700" y="442391"/>
                </a:moveTo>
                <a:lnTo>
                  <a:pt x="0" y="442391"/>
                </a:lnTo>
                <a:lnTo>
                  <a:pt x="0" y="391591"/>
                </a:lnTo>
                <a:lnTo>
                  <a:pt x="12700" y="391591"/>
                </a:lnTo>
                <a:lnTo>
                  <a:pt x="12700" y="442391"/>
                </a:lnTo>
                <a:close/>
              </a:path>
              <a:path w="2462529" h="1782445">
                <a:moveTo>
                  <a:pt x="12700" y="353491"/>
                </a:moveTo>
                <a:lnTo>
                  <a:pt x="0" y="353491"/>
                </a:lnTo>
                <a:lnTo>
                  <a:pt x="0" y="302691"/>
                </a:lnTo>
                <a:lnTo>
                  <a:pt x="12700" y="302691"/>
                </a:lnTo>
                <a:lnTo>
                  <a:pt x="12700" y="353491"/>
                </a:lnTo>
                <a:close/>
              </a:path>
              <a:path w="2462529" h="1782445">
                <a:moveTo>
                  <a:pt x="12700" y="264591"/>
                </a:moveTo>
                <a:lnTo>
                  <a:pt x="0" y="264591"/>
                </a:lnTo>
                <a:lnTo>
                  <a:pt x="0" y="213791"/>
                </a:lnTo>
                <a:lnTo>
                  <a:pt x="12700" y="213791"/>
                </a:lnTo>
                <a:lnTo>
                  <a:pt x="12700" y="264591"/>
                </a:lnTo>
                <a:close/>
              </a:path>
              <a:path w="2462529" h="1782445">
                <a:moveTo>
                  <a:pt x="12700" y="175691"/>
                </a:moveTo>
                <a:lnTo>
                  <a:pt x="0" y="175691"/>
                </a:lnTo>
                <a:lnTo>
                  <a:pt x="0" y="124891"/>
                </a:lnTo>
                <a:lnTo>
                  <a:pt x="12700" y="124891"/>
                </a:lnTo>
                <a:lnTo>
                  <a:pt x="12700" y="175691"/>
                </a:lnTo>
                <a:close/>
              </a:path>
              <a:path w="2462529" h="1782445">
                <a:moveTo>
                  <a:pt x="12700" y="86791"/>
                </a:moveTo>
                <a:lnTo>
                  <a:pt x="0" y="86791"/>
                </a:lnTo>
                <a:lnTo>
                  <a:pt x="0" y="35991"/>
                </a:lnTo>
                <a:lnTo>
                  <a:pt x="12700" y="35991"/>
                </a:lnTo>
                <a:lnTo>
                  <a:pt x="12700" y="86791"/>
                </a:lnTo>
                <a:close/>
              </a:path>
              <a:path w="2462529" h="1782445">
                <a:moveTo>
                  <a:pt x="65608" y="12699"/>
                </a:moveTo>
                <a:lnTo>
                  <a:pt x="14808" y="12699"/>
                </a:lnTo>
                <a:lnTo>
                  <a:pt x="14808" y="0"/>
                </a:lnTo>
                <a:lnTo>
                  <a:pt x="65608" y="0"/>
                </a:lnTo>
                <a:lnTo>
                  <a:pt x="65608" y="12699"/>
                </a:lnTo>
                <a:close/>
              </a:path>
              <a:path w="2462529" h="1782445">
                <a:moveTo>
                  <a:pt x="154508" y="12699"/>
                </a:moveTo>
                <a:lnTo>
                  <a:pt x="103708" y="12699"/>
                </a:lnTo>
                <a:lnTo>
                  <a:pt x="103708" y="0"/>
                </a:lnTo>
                <a:lnTo>
                  <a:pt x="154508" y="0"/>
                </a:lnTo>
                <a:lnTo>
                  <a:pt x="154508" y="12699"/>
                </a:lnTo>
                <a:close/>
              </a:path>
              <a:path w="2462529" h="1782445">
                <a:moveTo>
                  <a:pt x="243408" y="12699"/>
                </a:moveTo>
                <a:lnTo>
                  <a:pt x="192608" y="12699"/>
                </a:lnTo>
                <a:lnTo>
                  <a:pt x="192608" y="0"/>
                </a:lnTo>
                <a:lnTo>
                  <a:pt x="243408" y="0"/>
                </a:lnTo>
                <a:lnTo>
                  <a:pt x="243408" y="12699"/>
                </a:lnTo>
                <a:close/>
              </a:path>
              <a:path w="2462529" h="1782445">
                <a:moveTo>
                  <a:pt x="332308" y="12699"/>
                </a:moveTo>
                <a:lnTo>
                  <a:pt x="281508" y="12699"/>
                </a:lnTo>
                <a:lnTo>
                  <a:pt x="281508" y="0"/>
                </a:lnTo>
                <a:lnTo>
                  <a:pt x="332308" y="0"/>
                </a:lnTo>
                <a:lnTo>
                  <a:pt x="332308" y="12699"/>
                </a:lnTo>
                <a:close/>
              </a:path>
              <a:path w="2462529" h="1782445">
                <a:moveTo>
                  <a:pt x="421208" y="12699"/>
                </a:moveTo>
                <a:lnTo>
                  <a:pt x="370408" y="12699"/>
                </a:lnTo>
                <a:lnTo>
                  <a:pt x="370408" y="0"/>
                </a:lnTo>
                <a:lnTo>
                  <a:pt x="421208" y="0"/>
                </a:lnTo>
                <a:lnTo>
                  <a:pt x="421208" y="12699"/>
                </a:lnTo>
                <a:close/>
              </a:path>
              <a:path w="2462529" h="1782445">
                <a:moveTo>
                  <a:pt x="510108" y="12699"/>
                </a:moveTo>
                <a:lnTo>
                  <a:pt x="459308" y="12699"/>
                </a:lnTo>
                <a:lnTo>
                  <a:pt x="459308" y="0"/>
                </a:lnTo>
                <a:lnTo>
                  <a:pt x="510108" y="0"/>
                </a:lnTo>
                <a:lnTo>
                  <a:pt x="510108" y="12699"/>
                </a:lnTo>
                <a:close/>
              </a:path>
              <a:path w="2462529" h="1782445">
                <a:moveTo>
                  <a:pt x="599008" y="12699"/>
                </a:moveTo>
                <a:lnTo>
                  <a:pt x="548208" y="12699"/>
                </a:lnTo>
                <a:lnTo>
                  <a:pt x="548208" y="0"/>
                </a:lnTo>
                <a:lnTo>
                  <a:pt x="599008" y="0"/>
                </a:lnTo>
                <a:lnTo>
                  <a:pt x="599008" y="12699"/>
                </a:lnTo>
                <a:close/>
              </a:path>
              <a:path w="2462529" h="1782445">
                <a:moveTo>
                  <a:pt x="687908" y="12699"/>
                </a:moveTo>
                <a:lnTo>
                  <a:pt x="637108" y="12699"/>
                </a:lnTo>
                <a:lnTo>
                  <a:pt x="637108" y="0"/>
                </a:lnTo>
                <a:lnTo>
                  <a:pt x="687908" y="0"/>
                </a:lnTo>
                <a:lnTo>
                  <a:pt x="687908" y="12699"/>
                </a:lnTo>
                <a:close/>
              </a:path>
              <a:path w="2462529" h="1782445">
                <a:moveTo>
                  <a:pt x="776808" y="12699"/>
                </a:moveTo>
                <a:lnTo>
                  <a:pt x="726008" y="12699"/>
                </a:lnTo>
                <a:lnTo>
                  <a:pt x="726008" y="0"/>
                </a:lnTo>
                <a:lnTo>
                  <a:pt x="776808" y="0"/>
                </a:lnTo>
                <a:lnTo>
                  <a:pt x="776808" y="12699"/>
                </a:lnTo>
                <a:close/>
              </a:path>
              <a:path w="2462529" h="1782445">
                <a:moveTo>
                  <a:pt x="865708" y="12699"/>
                </a:moveTo>
                <a:lnTo>
                  <a:pt x="814908" y="12699"/>
                </a:lnTo>
                <a:lnTo>
                  <a:pt x="814908" y="0"/>
                </a:lnTo>
                <a:lnTo>
                  <a:pt x="865708" y="0"/>
                </a:lnTo>
                <a:lnTo>
                  <a:pt x="865708" y="12699"/>
                </a:lnTo>
                <a:close/>
              </a:path>
              <a:path w="2462529" h="1782445">
                <a:moveTo>
                  <a:pt x="954608" y="12699"/>
                </a:moveTo>
                <a:lnTo>
                  <a:pt x="903808" y="12699"/>
                </a:lnTo>
                <a:lnTo>
                  <a:pt x="903808" y="0"/>
                </a:lnTo>
                <a:lnTo>
                  <a:pt x="954608" y="0"/>
                </a:lnTo>
                <a:lnTo>
                  <a:pt x="954608" y="12699"/>
                </a:lnTo>
                <a:close/>
              </a:path>
              <a:path w="2462529" h="1782445">
                <a:moveTo>
                  <a:pt x="1043508" y="12699"/>
                </a:moveTo>
                <a:lnTo>
                  <a:pt x="992708" y="12699"/>
                </a:lnTo>
                <a:lnTo>
                  <a:pt x="992708" y="0"/>
                </a:lnTo>
                <a:lnTo>
                  <a:pt x="1043508" y="0"/>
                </a:lnTo>
                <a:lnTo>
                  <a:pt x="1043508" y="12699"/>
                </a:lnTo>
                <a:close/>
              </a:path>
              <a:path w="2462529" h="1782445">
                <a:moveTo>
                  <a:pt x="1132408" y="12699"/>
                </a:moveTo>
                <a:lnTo>
                  <a:pt x="1081608" y="12699"/>
                </a:lnTo>
                <a:lnTo>
                  <a:pt x="1081608" y="0"/>
                </a:lnTo>
                <a:lnTo>
                  <a:pt x="1132408" y="0"/>
                </a:lnTo>
                <a:lnTo>
                  <a:pt x="1132408" y="12699"/>
                </a:lnTo>
                <a:close/>
              </a:path>
              <a:path w="2462529" h="1782445">
                <a:moveTo>
                  <a:pt x="1221308" y="12699"/>
                </a:moveTo>
                <a:lnTo>
                  <a:pt x="1170508" y="12699"/>
                </a:lnTo>
                <a:lnTo>
                  <a:pt x="1170508" y="0"/>
                </a:lnTo>
                <a:lnTo>
                  <a:pt x="1221308" y="0"/>
                </a:lnTo>
                <a:lnTo>
                  <a:pt x="1221308" y="12699"/>
                </a:lnTo>
                <a:close/>
              </a:path>
              <a:path w="2462529" h="1782445">
                <a:moveTo>
                  <a:pt x="1310208" y="12699"/>
                </a:moveTo>
                <a:lnTo>
                  <a:pt x="1259408" y="12699"/>
                </a:lnTo>
                <a:lnTo>
                  <a:pt x="1259408" y="0"/>
                </a:lnTo>
                <a:lnTo>
                  <a:pt x="1310208" y="0"/>
                </a:lnTo>
                <a:lnTo>
                  <a:pt x="1310208" y="12699"/>
                </a:lnTo>
                <a:close/>
              </a:path>
              <a:path w="2462529" h="1782445">
                <a:moveTo>
                  <a:pt x="1399108" y="12699"/>
                </a:moveTo>
                <a:lnTo>
                  <a:pt x="1348308" y="12699"/>
                </a:lnTo>
                <a:lnTo>
                  <a:pt x="1348308" y="0"/>
                </a:lnTo>
                <a:lnTo>
                  <a:pt x="1399108" y="0"/>
                </a:lnTo>
                <a:lnTo>
                  <a:pt x="1399108" y="12699"/>
                </a:lnTo>
                <a:close/>
              </a:path>
              <a:path w="2462529" h="1782445">
                <a:moveTo>
                  <a:pt x="1488008" y="12699"/>
                </a:moveTo>
                <a:lnTo>
                  <a:pt x="1437208" y="12699"/>
                </a:lnTo>
                <a:lnTo>
                  <a:pt x="1437208" y="0"/>
                </a:lnTo>
                <a:lnTo>
                  <a:pt x="1488008" y="0"/>
                </a:lnTo>
                <a:lnTo>
                  <a:pt x="1488008" y="12699"/>
                </a:lnTo>
                <a:close/>
              </a:path>
              <a:path w="2462529" h="1782445">
                <a:moveTo>
                  <a:pt x="1576908" y="12699"/>
                </a:moveTo>
                <a:lnTo>
                  <a:pt x="1526108" y="12699"/>
                </a:lnTo>
                <a:lnTo>
                  <a:pt x="1526108" y="0"/>
                </a:lnTo>
                <a:lnTo>
                  <a:pt x="1576908" y="0"/>
                </a:lnTo>
                <a:lnTo>
                  <a:pt x="1576908" y="12699"/>
                </a:lnTo>
                <a:close/>
              </a:path>
              <a:path w="2462529" h="1782445">
                <a:moveTo>
                  <a:pt x="1665808" y="12699"/>
                </a:moveTo>
                <a:lnTo>
                  <a:pt x="1615008" y="12699"/>
                </a:lnTo>
                <a:lnTo>
                  <a:pt x="1615008" y="0"/>
                </a:lnTo>
                <a:lnTo>
                  <a:pt x="1665808" y="0"/>
                </a:lnTo>
                <a:lnTo>
                  <a:pt x="1665808" y="12699"/>
                </a:lnTo>
                <a:close/>
              </a:path>
              <a:path w="2462529" h="1782445">
                <a:moveTo>
                  <a:pt x="1754708" y="12699"/>
                </a:moveTo>
                <a:lnTo>
                  <a:pt x="1703908" y="12699"/>
                </a:lnTo>
                <a:lnTo>
                  <a:pt x="1703908" y="0"/>
                </a:lnTo>
                <a:lnTo>
                  <a:pt x="1754708" y="0"/>
                </a:lnTo>
                <a:lnTo>
                  <a:pt x="1754708" y="12699"/>
                </a:lnTo>
                <a:close/>
              </a:path>
              <a:path w="2462529" h="1782445">
                <a:moveTo>
                  <a:pt x="1843608" y="12699"/>
                </a:moveTo>
                <a:lnTo>
                  <a:pt x="1792808" y="12699"/>
                </a:lnTo>
                <a:lnTo>
                  <a:pt x="1792808" y="0"/>
                </a:lnTo>
                <a:lnTo>
                  <a:pt x="1843608" y="0"/>
                </a:lnTo>
                <a:lnTo>
                  <a:pt x="1843608" y="12699"/>
                </a:lnTo>
                <a:close/>
              </a:path>
              <a:path w="2462529" h="1782445">
                <a:moveTo>
                  <a:pt x="1932508" y="12699"/>
                </a:moveTo>
                <a:lnTo>
                  <a:pt x="1881708" y="12699"/>
                </a:lnTo>
                <a:lnTo>
                  <a:pt x="1881708" y="0"/>
                </a:lnTo>
                <a:lnTo>
                  <a:pt x="1932508" y="0"/>
                </a:lnTo>
                <a:lnTo>
                  <a:pt x="1932508" y="12699"/>
                </a:lnTo>
                <a:close/>
              </a:path>
              <a:path w="2462529" h="1782445">
                <a:moveTo>
                  <a:pt x="2021408" y="12699"/>
                </a:moveTo>
                <a:lnTo>
                  <a:pt x="1970608" y="12699"/>
                </a:lnTo>
                <a:lnTo>
                  <a:pt x="1970608" y="0"/>
                </a:lnTo>
                <a:lnTo>
                  <a:pt x="2021408" y="0"/>
                </a:lnTo>
                <a:lnTo>
                  <a:pt x="2021408" y="12699"/>
                </a:lnTo>
                <a:close/>
              </a:path>
              <a:path w="2462529" h="1782445">
                <a:moveTo>
                  <a:pt x="2110308" y="12699"/>
                </a:moveTo>
                <a:lnTo>
                  <a:pt x="2059508" y="12699"/>
                </a:lnTo>
                <a:lnTo>
                  <a:pt x="2059508" y="0"/>
                </a:lnTo>
                <a:lnTo>
                  <a:pt x="2110308" y="0"/>
                </a:lnTo>
                <a:lnTo>
                  <a:pt x="2110308" y="12699"/>
                </a:lnTo>
                <a:close/>
              </a:path>
              <a:path w="2462529" h="1782445">
                <a:moveTo>
                  <a:pt x="2199208" y="12699"/>
                </a:moveTo>
                <a:lnTo>
                  <a:pt x="2148408" y="12699"/>
                </a:lnTo>
                <a:lnTo>
                  <a:pt x="2148408" y="0"/>
                </a:lnTo>
                <a:lnTo>
                  <a:pt x="2199208" y="0"/>
                </a:lnTo>
                <a:lnTo>
                  <a:pt x="2199208" y="12699"/>
                </a:lnTo>
                <a:close/>
              </a:path>
              <a:path w="2462529" h="1782445">
                <a:moveTo>
                  <a:pt x="2288108" y="12699"/>
                </a:moveTo>
                <a:lnTo>
                  <a:pt x="2237308" y="12699"/>
                </a:lnTo>
                <a:lnTo>
                  <a:pt x="2237308" y="0"/>
                </a:lnTo>
                <a:lnTo>
                  <a:pt x="2288108" y="0"/>
                </a:lnTo>
                <a:lnTo>
                  <a:pt x="2288108" y="12699"/>
                </a:lnTo>
                <a:close/>
              </a:path>
              <a:path w="2462529" h="1782445">
                <a:moveTo>
                  <a:pt x="2377008" y="12699"/>
                </a:moveTo>
                <a:lnTo>
                  <a:pt x="2326208" y="12699"/>
                </a:lnTo>
                <a:lnTo>
                  <a:pt x="2326208" y="0"/>
                </a:lnTo>
                <a:lnTo>
                  <a:pt x="2377008" y="0"/>
                </a:lnTo>
                <a:lnTo>
                  <a:pt x="2377008" y="12699"/>
                </a:lnTo>
                <a:close/>
              </a:path>
              <a:path w="2462529" h="1782445">
                <a:moveTo>
                  <a:pt x="2449575" y="12699"/>
                </a:moveTo>
                <a:lnTo>
                  <a:pt x="2415108" y="12699"/>
                </a:lnTo>
                <a:lnTo>
                  <a:pt x="2415108" y="0"/>
                </a:lnTo>
                <a:lnTo>
                  <a:pt x="2462275" y="0"/>
                </a:lnTo>
                <a:lnTo>
                  <a:pt x="2462275" y="6349"/>
                </a:lnTo>
                <a:lnTo>
                  <a:pt x="2449575" y="6349"/>
                </a:lnTo>
                <a:lnTo>
                  <a:pt x="2449575" y="12699"/>
                </a:lnTo>
                <a:close/>
              </a:path>
              <a:path w="2462529" h="1782445">
                <a:moveTo>
                  <a:pt x="2462275" y="16332"/>
                </a:moveTo>
                <a:lnTo>
                  <a:pt x="2449575" y="16332"/>
                </a:lnTo>
                <a:lnTo>
                  <a:pt x="2449575" y="6349"/>
                </a:lnTo>
                <a:lnTo>
                  <a:pt x="2455925" y="12699"/>
                </a:lnTo>
                <a:lnTo>
                  <a:pt x="2462275" y="12699"/>
                </a:lnTo>
                <a:lnTo>
                  <a:pt x="2462275" y="16332"/>
                </a:lnTo>
                <a:close/>
              </a:path>
              <a:path w="2462529" h="1782445">
                <a:moveTo>
                  <a:pt x="2462275" y="12699"/>
                </a:moveTo>
                <a:lnTo>
                  <a:pt x="2455925" y="12699"/>
                </a:lnTo>
                <a:lnTo>
                  <a:pt x="2449575" y="6349"/>
                </a:lnTo>
                <a:lnTo>
                  <a:pt x="2462275" y="6349"/>
                </a:lnTo>
                <a:lnTo>
                  <a:pt x="2462275" y="12699"/>
                </a:lnTo>
                <a:close/>
              </a:path>
              <a:path w="2462529" h="1782445">
                <a:moveTo>
                  <a:pt x="2462275" y="105232"/>
                </a:moveTo>
                <a:lnTo>
                  <a:pt x="2449575" y="105232"/>
                </a:lnTo>
                <a:lnTo>
                  <a:pt x="2449575" y="54432"/>
                </a:lnTo>
                <a:lnTo>
                  <a:pt x="2462275" y="54432"/>
                </a:lnTo>
                <a:lnTo>
                  <a:pt x="2462275" y="105232"/>
                </a:lnTo>
                <a:close/>
              </a:path>
              <a:path w="2462529" h="1782445">
                <a:moveTo>
                  <a:pt x="2462275" y="194132"/>
                </a:moveTo>
                <a:lnTo>
                  <a:pt x="2449575" y="194132"/>
                </a:lnTo>
                <a:lnTo>
                  <a:pt x="2449575" y="143332"/>
                </a:lnTo>
                <a:lnTo>
                  <a:pt x="2462275" y="143332"/>
                </a:lnTo>
                <a:lnTo>
                  <a:pt x="2462275" y="194132"/>
                </a:lnTo>
                <a:close/>
              </a:path>
              <a:path w="2462529" h="1782445">
                <a:moveTo>
                  <a:pt x="2462275" y="283032"/>
                </a:moveTo>
                <a:lnTo>
                  <a:pt x="2449575" y="283032"/>
                </a:lnTo>
                <a:lnTo>
                  <a:pt x="2449575" y="232232"/>
                </a:lnTo>
                <a:lnTo>
                  <a:pt x="2462275" y="232232"/>
                </a:lnTo>
                <a:lnTo>
                  <a:pt x="2462275" y="283032"/>
                </a:lnTo>
                <a:close/>
              </a:path>
              <a:path w="2462529" h="1782445">
                <a:moveTo>
                  <a:pt x="2462275" y="371932"/>
                </a:moveTo>
                <a:lnTo>
                  <a:pt x="2449575" y="371932"/>
                </a:lnTo>
                <a:lnTo>
                  <a:pt x="2449575" y="321132"/>
                </a:lnTo>
                <a:lnTo>
                  <a:pt x="2462275" y="321132"/>
                </a:lnTo>
                <a:lnTo>
                  <a:pt x="2462275" y="371932"/>
                </a:lnTo>
                <a:close/>
              </a:path>
              <a:path w="2462529" h="1782445">
                <a:moveTo>
                  <a:pt x="2462275" y="460832"/>
                </a:moveTo>
                <a:lnTo>
                  <a:pt x="2449575" y="460832"/>
                </a:lnTo>
                <a:lnTo>
                  <a:pt x="2449575" y="410032"/>
                </a:lnTo>
                <a:lnTo>
                  <a:pt x="2462275" y="410032"/>
                </a:lnTo>
                <a:lnTo>
                  <a:pt x="2462275" y="460832"/>
                </a:lnTo>
                <a:close/>
              </a:path>
              <a:path w="2462529" h="1782445">
                <a:moveTo>
                  <a:pt x="2462275" y="549732"/>
                </a:moveTo>
                <a:lnTo>
                  <a:pt x="2449575" y="549732"/>
                </a:lnTo>
                <a:lnTo>
                  <a:pt x="2449575" y="498932"/>
                </a:lnTo>
                <a:lnTo>
                  <a:pt x="2462275" y="498932"/>
                </a:lnTo>
                <a:lnTo>
                  <a:pt x="2462275" y="549732"/>
                </a:lnTo>
                <a:close/>
              </a:path>
              <a:path w="2462529" h="1782445">
                <a:moveTo>
                  <a:pt x="2462275" y="638632"/>
                </a:moveTo>
                <a:lnTo>
                  <a:pt x="2449575" y="638632"/>
                </a:lnTo>
                <a:lnTo>
                  <a:pt x="2449575" y="587832"/>
                </a:lnTo>
                <a:lnTo>
                  <a:pt x="2462275" y="587832"/>
                </a:lnTo>
                <a:lnTo>
                  <a:pt x="2462275" y="638632"/>
                </a:lnTo>
                <a:close/>
              </a:path>
              <a:path w="2462529" h="1782445">
                <a:moveTo>
                  <a:pt x="2462275" y="727532"/>
                </a:moveTo>
                <a:lnTo>
                  <a:pt x="2449575" y="727532"/>
                </a:lnTo>
                <a:lnTo>
                  <a:pt x="2449575" y="676732"/>
                </a:lnTo>
                <a:lnTo>
                  <a:pt x="2462275" y="676732"/>
                </a:lnTo>
                <a:lnTo>
                  <a:pt x="2462275" y="727532"/>
                </a:lnTo>
                <a:close/>
              </a:path>
              <a:path w="2462529" h="1782445">
                <a:moveTo>
                  <a:pt x="2462275" y="816432"/>
                </a:moveTo>
                <a:lnTo>
                  <a:pt x="2449575" y="816432"/>
                </a:lnTo>
                <a:lnTo>
                  <a:pt x="2449575" y="765632"/>
                </a:lnTo>
                <a:lnTo>
                  <a:pt x="2462275" y="765632"/>
                </a:lnTo>
                <a:lnTo>
                  <a:pt x="2462275" y="816432"/>
                </a:lnTo>
                <a:close/>
              </a:path>
              <a:path w="2462529" h="1782445">
                <a:moveTo>
                  <a:pt x="2462275" y="905332"/>
                </a:moveTo>
                <a:lnTo>
                  <a:pt x="2449575" y="905332"/>
                </a:lnTo>
                <a:lnTo>
                  <a:pt x="2449575" y="854532"/>
                </a:lnTo>
                <a:lnTo>
                  <a:pt x="2462275" y="854532"/>
                </a:lnTo>
                <a:lnTo>
                  <a:pt x="2462275" y="905332"/>
                </a:lnTo>
                <a:close/>
              </a:path>
              <a:path w="2462529" h="1782445">
                <a:moveTo>
                  <a:pt x="2462275" y="994232"/>
                </a:moveTo>
                <a:lnTo>
                  <a:pt x="2449575" y="994232"/>
                </a:lnTo>
                <a:lnTo>
                  <a:pt x="2449575" y="943432"/>
                </a:lnTo>
                <a:lnTo>
                  <a:pt x="2462275" y="943432"/>
                </a:lnTo>
                <a:lnTo>
                  <a:pt x="2462275" y="994232"/>
                </a:lnTo>
                <a:close/>
              </a:path>
              <a:path w="2462529" h="1782445">
                <a:moveTo>
                  <a:pt x="2462275" y="1083132"/>
                </a:moveTo>
                <a:lnTo>
                  <a:pt x="2449575" y="1083132"/>
                </a:lnTo>
                <a:lnTo>
                  <a:pt x="2449575" y="1032332"/>
                </a:lnTo>
                <a:lnTo>
                  <a:pt x="2462275" y="1032332"/>
                </a:lnTo>
                <a:lnTo>
                  <a:pt x="2462275" y="1083132"/>
                </a:lnTo>
                <a:close/>
              </a:path>
              <a:path w="2462529" h="1782445">
                <a:moveTo>
                  <a:pt x="2462275" y="1172032"/>
                </a:moveTo>
                <a:lnTo>
                  <a:pt x="2449575" y="1172032"/>
                </a:lnTo>
                <a:lnTo>
                  <a:pt x="2449575" y="1121232"/>
                </a:lnTo>
                <a:lnTo>
                  <a:pt x="2462275" y="1121232"/>
                </a:lnTo>
                <a:lnTo>
                  <a:pt x="2462275" y="1172032"/>
                </a:lnTo>
                <a:close/>
              </a:path>
              <a:path w="2462529" h="1782445">
                <a:moveTo>
                  <a:pt x="2462275" y="1260932"/>
                </a:moveTo>
                <a:lnTo>
                  <a:pt x="2449575" y="1260932"/>
                </a:lnTo>
                <a:lnTo>
                  <a:pt x="2449575" y="1210132"/>
                </a:lnTo>
                <a:lnTo>
                  <a:pt x="2462275" y="1210132"/>
                </a:lnTo>
                <a:lnTo>
                  <a:pt x="2462275" y="1260932"/>
                </a:lnTo>
                <a:close/>
              </a:path>
              <a:path w="2462529" h="1782445">
                <a:moveTo>
                  <a:pt x="2462275" y="1349832"/>
                </a:moveTo>
                <a:lnTo>
                  <a:pt x="2449575" y="1349832"/>
                </a:lnTo>
                <a:lnTo>
                  <a:pt x="2449575" y="1299032"/>
                </a:lnTo>
                <a:lnTo>
                  <a:pt x="2462275" y="1299032"/>
                </a:lnTo>
                <a:lnTo>
                  <a:pt x="2462275" y="1349832"/>
                </a:lnTo>
                <a:close/>
              </a:path>
              <a:path w="2462529" h="1782445">
                <a:moveTo>
                  <a:pt x="2462275" y="1438732"/>
                </a:moveTo>
                <a:lnTo>
                  <a:pt x="2449575" y="1438732"/>
                </a:lnTo>
                <a:lnTo>
                  <a:pt x="2449575" y="1387932"/>
                </a:lnTo>
                <a:lnTo>
                  <a:pt x="2462275" y="1387932"/>
                </a:lnTo>
                <a:lnTo>
                  <a:pt x="2462275" y="1438732"/>
                </a:lnTo>
                <a:close/>
              </a:path>
              <a:path w="2462529" h="1782445">
                <a:moveTo>
                  <a:pt x="2462275" y="1527632"/>
                </a:moveTo>
                <a:lnTo>
                  <a:pt x="2449575" y="1527632"/>
                </a:lnTo>
                <a:lnTo>
                  <a:pt x="2449575" y="1476832"/>
                </a:lnTo>
                <a:lnTo>
                  <a:pt x="2462275" y="1476832"/>
                </a:lnTo>
                <a:lnTo>
                  <a:pt x="2462275" y="1527632"/>
                </a:lnTo>
                <a:close/>
              </a:path>
              <a:path w="2462529" h="1782445">
                <a:moveTo>
                  <a:pt x="2462275" y="1616532"/>
                </a:moveTo>
                <a:lnTo>
                  <a:pt x="2449575" y="1616532"/>
                </a:lnTo>
                <a:lnTo>
                  <a:pt x="2449575" y="1565732"/>
                </a:lnTo>
                <a:lnTo>
                  <a:pt x="2462275" y="1565732"/>
                </a:lnTo>
                <a:lnTo>
                  <a:pt x="2462275" y="1616532"/>
                </a:lnTo>
                <a:close/>
              </a:path>
              <a:path w="2462529" h="1782445">
                <a:moveTo>
                  <a:pt x="2462275" y="1705432"/>
                </a:moveTo>
                <a:lnTo>
                  <a:pt x="2449575" y="1705432"/>
                </a:lnTo>
                <a:lnTo>
                  <a:pt x="2449575" y="1654632"/>
                </a:lnTo>
                <a:lnTo>
                  <a:pt x="2462275" y="1654632"/>
                </a:lnTo>
                <a:lnTo>
                  <a:pt x="2462275" y="1705432"/>
                </a:lnTo>
                <a:close/>
              </a:path>
              <a:path w="2462529" h="1782445">
                <a:moveTo>
                  <a:pt x="2449575" y="1775891"/>
                </a:moveTo>
                <a:lnTo>
                  <a:pt x="2449575" y="1743532"/>
                </a:lnTo>
                <a:lnTo>
                  <a:pt x="2462275" y="1743532"/>
                </a:lnTo>
                <a:lnTo>
                  <a:pt x="2462275" y="1769541"/>
                </a:lnTo>
                <a:lnTo>
                  <a:pt x="2455925" y="1769541"/>
                </a:lnTo>
                <a:lnTo>
                  <a:pt x="2449575" y="1775891"/>
                </a:lnTo>
                <a:close/>
              </a:path>
              <a:path w="2462529" h="1782445">
                <a:moveTo>
                  <a:pt x="2462275" y="1782241"/>
                </a:moveTo>
                <a:lnTo>
                  <a:pt x="2437485" y="1782241"/>
                </a:lnTo>
                <a:lnTo>
                  <a:pt x="2437485" y="1769541"/>
                </a:lnTo>
                <a:lnTo>
                  <a:pt x="2449575" y="1769541"/>
                </a:lnTo>
                <a:lnTo>
                  <a:pt x="2449575" y="1775891"/>
                </a:lnTo>
                <a:lnTo>
                  <a:pt x="2462275" y="1775891"/>
                </a:lnTo>
                <a:lnTo>
                  <a:pt x="2462275" y="1782241"/>
                </a:lnTo>
                <a:close/>
              </a:path>
              <a:path w="2462529" h="1782445">
                <a:moveTo>
                  <a:pt x="2462275" y="1775891"/>
                </a:moveTo>
                <a:lnTo>
                  <a:pt x="2449575" y="1775891"/>
                </a:lnTo>
                <a:lnTo>
                  <a:pt x="2455925" y="1769541"/>
                </a:lnTo>
                <a:lnTo>
                  <a:pt x="2462275" y="1769541"/>
                </a:lnTo>
                <a:lnTo>
                  <a:pt x="2462275" y="1775891"/>
                </a:lnTo>
                <a:close/>
              </a:path>
              <a:path w="2462529" h="1782445">
                <a:moveTo>
                  <a:pt x="2399385" y="1782241"/>
                </a:moveTo>
                <a:lnTo>
                  <a:pt x="2348585" y="1782241"/>
                </a:lnTo>
                <a:lnTo>
                  <a:pt x="2348585" y="1769541"/>
                </a:lnTo>
                <a:lnTo>
                  <a:pt x="2399385" y="1769541"/>
                </a:lnTo>
                <a:lnTo>
                  <a:pt x="2399385" y="1782241"/>
                </a:lnTo>
                <a:close/>
              </a:path>
              <a:path w="2462529" h="1782445">
                <a:moveTo>
                  <a:pt x="2310485" y="1782241"/>
                </a:moveTo>
                <a:lnTo>
                  <a:pt x="2259685" y="1782241"/>
                </a:lnTo>
                <a:lnTo>
                  <a:pt x="2259685" y="1769541"/>
                </a:lnTo>
                <a:lnTo>
                  <a:pt x="2310485" y="1769541"/>
                </a:lnTo>
                <a:lnTo>
                  <a:pt x="2310485" y="1782241"/>
                </a:lnTo>
                <a:close/>
              </a:path>
              <a:path w="2462529" h="1782445">
                <a:moveTo>
                  <a:pt x="2221585" y="1782241"/>
                </a:moveTo>
                <a:lnTo>
                  <a:pt x="2170785" y="1782241"/>
                </a:lnTo>
                <a:lnTo>
                  <a:pt x="2170785" y="1769541"/>
                </a:lnTo>
                <a:lnTo>
                  <a:pt x="2221585" y="1769541"/>
                </a:lnTo>
                <a:lnTo>
                  <a:pt x="2221585" y="1782241"/>
                </a:lnTo>
                <a:close/>
              </a:path>
              <a:path w="2462529" h="1782445">
                <a:moveTo>
                  <a:pt x="2132685" y="1782241"/>
                </a:moveTo>
                <a:lnTo>
                  <a:pt x="2081885" y="1782241"/>
                </a:lnTo>
                <a:lnTo>
                  <a:pt x="2081885" y="1769541"/>
                </a:lnTo>
                <a:lnTo>
                  <a:pt x="2132685" y="1769541"/>
                </a:lnTo>
                <a:lnTo>
                  <a:pt x="2132685" y="1782241"/>
                </a:lnTo>
                <a:close/>
              </a:path>
              <a:path w="2462529" h="1782445">
                <a:moveTo>
                  <a:pt x="2043785" y="1782241"/>
                </a:moveTo>
                <a:lnTo>
                  <a:pt x="1992985" y="1782241"/>
                </a:lnTo>
                <a:lnTo>
                  <a:pt x="1992985" y="1769541"/>
                </a:lnTo>
                <a:lnTo>
                  <a:pt x="2043785" y="1769541"/>
                </a:lnTo>
                <a:lnTo>
                  <a:pt x="2043785" y="1782241"/>
                </a:lnTo>
                <a:close/>
              </a:path>
              <a:path w="2462529" h="1782445">
                <a:moveTo>
                  <a:pt x="1954885" y="1782241"/>
                </a:moveTo>
                <a:lnTo>
                  <a:pt x="1904085" y="1782241"/>
                </a:lnTo>
                <a:lnTo>
                  <a:pt x="1904085" y="1769541"/>
                </a:lnTo>
                <a:lnTo>
                  <a:pt x="1954885" y="1769541"/>
                </a:lnTo>
                <a:lnTo>
                  <a:pt x="1954885" y="1782241"/>
                </a:lnTo>
                <a:close/>
              </a:path>
              <a:path w="2462529" h="1782445">
                <a:moveTo>
                  <a:pt x="1865985" y="1782241"/>
                </a:moveTo>
                <a:lnTo>
                  <a:pt x="1815185" y="1782241"/>
                </a:lnTo>
                <a:lnTo>
                  <a:pt x="1815185" y="1769541"/>
                </a:lnTo>
                <a:lnTo>
                  <a:pt x="1865985" y="1769541"/>
                </a:lnTo>
                <a:lnTo>
                  <a:pt x="1865985" y="1782241"/>
                </a:lnTo>
                <a:close/>
              </a:path>
              <a:path w="2462529" h="1782445">
                <a:moveTo>
                  <a:pt x="1777085" y="1782241"/>
                </a:moveTo>
                <a:lnTo>
                  <a:pt x="1726285" y="1782241"/>
                </a:lnTo>
                <a:lnTo>
                  <a:pt x="1726285" y="1769541"/>
                </a:lnTo>
                <a:lnTo>
                  <a:pt x="1777085" y="1769541"/>
                </a:lnTo>
                <a:lnTo>
                  <a:pt x="1777085" y="1782241"/>
                </a:lnTo>
                <a:close/>
              </a:path>
              <a:path w="2462529" h="1782445">
                <a:moveTo>
                  <a:pt x="1688185" y="1782241"/>
                </a:moveTo>
                <a:lnTo>
                  <a:pt x="1637385" y="1782241"/>
                </a:lnTo>
                <a:lnTo>
                  <a:pt x="1637385" y="1769541"/>
                </a:lnTo>
                <a:lnTo>
                  <a:pt x="1688185" y="1769541"/>
                </a:lnTo>
                <a:lnTo>
                  <a:pt x="1688185" y="1782241"/>
                </a:lnTo>
                <a:close/>
              </a:path>
              <a:path w="2462529" h="1782445">
                <a:moveTo>
                  <a:pt x="1599285" y="1782241"/>
                </a:moveTo>
                <a:lnTo>
                  <a:pt x="1548485" y="1782241"/>
                </a:lnTo>
                <a:lnTo>
                  <a:pt x="1548485" y="1769541"/>
                </a:lnTo>
                <a:lnTo>
                  <a:pt x="1599285" y="1769541"/>
                </a:lnTo>
                <a:lnTo>
                  <a:pt x="1599285" y="1782241"/>
                </a:lnTo>
                <a:close/>
              </a:path>
              <a:path w="2462529" h="1782445">
                <a:moveTo>
                  <a:pt x="1510385" y="1782241"/>
                </a:moveTo>
                <a:lnTo>
                  <a:pt x="1459585" y="1782241"/>
                </a:lnTo>
                <a:lnTo>
                  <a:pt x="1459585" y="1769541"/>
                </a:lnTo>
                <a:lnTo>
                  <a:pt x="1510385" y="1769541"/>
                </a:lnTo>
                <a:lnTo>
                  <a:pt x="1510385" y="1782241"/>
                </a:lnTo>
                <a:close/>
              </a:path>
              <a:path w="2462529" h="1782445">
                <a:moveTo>
                  <a:pt x="1421485" y="1782241"/>
                </a:moveTo>
                <a:lnTo>
                  <a:pt x="1370685" y="1782241"/>
                </a:lnTo>
                <a:lnTo>
                  <a:pt x="1370685" y="1769541"/>
                </a:lnTo>
                <a:lnTo>
                  <a:pt x="1421485" y="1769541"/>
                </a:lnTo>
                <a:lnTo>
                  <a:pt x="1421485" y="1782241"/>
                </a:lnTo>
                <a:close/>
              </a:path>
              <a:path w="2462529" h="1782445">
                <a:moveTo>
                  <a:pt x="1332585" y="1782241"/>
                </a:moveTo>
                <a:lnTo>
                  <a:pt x="1281785" y="1782241"/>
                </a:lnTo>
                <a:lnTo>
                  <a:pt x="1281785" y="1769541"/>
                </a:lnTo>
                <a:lnTo>
                  <a:pt x="1332585" y="1769541"/>
                </a:lnTo>
                <a:lnTo>
                  <a:pt x="1332585" y="1782241"/>
                </a:lnTo>
                <a:close/>
              </a:path>
              <a:path w="2462529" h="1782445">
                <a:moveTo>
                  <a:pt x="1243685" y="1782241"/>
                </a:moveTo>
                <a:lnTo>
                  <a:pt x="1192885" y="1782241"/>
                </a:lnTo>
                <a:lnTo>
                  <a:pt x="1192885" y="1769541"/>
                </a:lnTo>
                <a:lnTo>
                  <a:pt x="1243685" y="1769541"/>
                </a:lnTo>
                <a:lnTo>
                  <a:pt x="1243685" y="1782241"/>
                </a:lnTo>
                <a:close/>
              </a:path>
              <a:path w="2462529" h="1782445">
                <a:moveTo>
                  <a:pt x="1154785" y="1782241"/>
                </a:moveTo>
                <a:lnTo>
                  <a:pt x="1103985" y="1782241"/>
                </a:lnTo>
                <a:lnTo>
                  <a:pt x="1103985" y="1769541"/>
                </a:lnTo>
                <a:lnTo>
                  <a:pt x="1154785" y="1769541"/>
                </a:lnTo>
                <a:lnTo>
                  <a:pt x="1154785" y="1782241"/>
                </a:lnTo>
                <a:close/>
              </a:path>
              <a:path w="2462529" h="1782445">
                <a:moveTo>
                  <a:pt x="1065885" y="1782241"/>
                </a:moveTo>
                <a:lnTo>
                  <a:pt x="1015085" y="1782241"/>
                </a:lnTo>
                <a:lnTo>
                  <a:pt x="1015085" y="1769541"/>
                </a:lnTo>
                <a:lnTo>
                  <a:pt x="1065885" y="1769541"/>
                </a:lnTo>
                <a:lnTo>
                  <a:pt x="1065885" y="1782241"/>
                </a:lnTo>
                <a:close/>
              </a:path>
              <a:path w="2462529" h="1782445">
                <a:moveTo>
                  <a:pt x="976985" y="1782241"/>
                </a:moveTo>
                <a:lnTo>
                  <a:pt x="926185" y="1782241"/>
                </a:lnTo>
                <a:lnTo>
                  <a:pt x="926185" y="1769541"/>
                </a:lnTo>
                <a:lnTo>
                  <a:pt x="976985" y="1769541"/>
                </a:lnTo>
                <a:lnTo>
                  <a:pt x="976985" y="1782241"/>
                </a:lnTo>
                <a:close/>
              </a:path>
              <a:path w="2462529" h="1782445">
                <a:moveTo>
                  <a:pt x="888085" y="1782241"/>
                </a:moveTo>
                <a:lnTo>
                  <a:pt x="837285" y="1782241"/>
                </a:lnTo>
                <a:lnTo>
                  <a:pt x="837285" y="1769541"/>
                </a:lnTo>
                <a:lnTo>
                  <a:pt x="888085" y="1769541"/>
                </a:lnTo>
                <a:lnTo>
                  <a:pt x="888085" y="1782241"/>
                </a:lnTo>
                <a:close/>
              </a:path>
              <a:path w="2462529" h="1782445">
                <a:moveTo>
                  <a:pt x="799185" y="1782241"/>
                </a:moveTo>
                <a:lnTo>
                  <a:pt x="748385" y="1782241"/>
                </a:lnTo>
                <a:lnTo>
                  <a:pt x="748385" y="1769541"/>
                </a:lnTo>
                <a:lnTo>
                  <a:pt x="799185" y="1769541"/>
                </a:lnTo>
                <a:lnTo>
                  <a:pt x="799185" y="1782241"/>
                </a:lnTo>
                <a:close/>
              </a:path>
              <a:path w="2462529" h="1782445">
                <a:moveTo>
                  <a:pt x="710285" y="1782241"/>
                </a:moveTo>
                <a:lnTo>
                  <a:pt x="659485" y="1782241"/>
                </a:lnTo>
                <a:lnTo>
                  <a:pt x="659485" y="1769541"/>
                </a:lnTo>
                <a:lnTo>
                  <a:pt x="710285" y="1769541"/>
                </a:lnTo>
                <a:lnTo>
                  <a:pt x="710285" y="1782241"/>
                </a:lnTo>
                <a:close/>
              </a:path>
              <a:path w="2462529" h="1782445">
                <a:moveTo>
                  <a:pt x="621385" y="1782241"/>
                </a:moveTo>
                <a:lnTo>
                  <a:pt x="570585" y="1782241"/>
                </a:lnTo>
                <a:lnTo>
                  <a:pt x="570585" y="1769541"/>
                </a:lnTo>
                <a:lnTo>
                  <a:pt x="621385" y="1769541"/>
                </a:lnTo>
                <a:lnTo>
                  <a:pt x="621385" y="1782241"/>
                </a:lnTo>
                <a:close/>
              </a:path>
              <a:path w="2462529" h="1782445">
                <a:moveTo>
                  <a:pt x="532485" y="1782241"/>
                </a:moveTo>
                <a:lnTo>
                  <a:pt x="481685" y="1782241"/>
                </a:lnTo>
                <a:lnTo>
                  <a:pt x="481685" y="1769541"/>
                </a:lnTo>
                <a:lnTo>
                  <a:pt x="532485" y="1769541"/>
                </a:lnTo>
                <a:lnTo>
                  <a:pt x="532485" y="1782241"/>
                </a:lnTo>
                <a:close/>
              </a:path>
              <a:path w="2462529" h="1782445">
                <a:moveTo>
                  <a:pt x="443585" y="1782241"/>
                </a:moveTo>
                <a:lnTo>
                  <a:pt x="392785" y="1782241"/>
                </a:lnTo>
                <a:lnTo>
                  <a:pt x="392785" y="1769541"/>
                </a:lnTo>
                <a:lnTo>
                  <a:pt x="443585" y="1769541"/>
                </a:lnTo>
                <a:lnTo>
                  <a:pt x="443585" y="1782241"/>
                </a:lnTo>
                <a:close/>
              </a:path>
              <a:path w="2462529" h="1782445">
                <a:moveTo>
                  <a:pt x="354685" y="1782241"/>
                </a:moveTo>
                <a:lnTo>
                  <a:pt x="303885" y="1782241"/>
                </a:lnTo>
                <a:lnTo>
                  <a:pt x="303885" y="1769541"/>
                </a:lnTo>
                <a:lnTo>
                  <a:pt x="354685" y="1769541"/>
                </a:lnTo>
                <a:lnTo>
                  <a:pt x="354685" y="1782241"/>
                </a:lnTo>
                <a:close/>
              </a:path>
              <a:path w="2462529" h="1782445">
                <a:moveTo>
                  <a:pt x="265785" y="1782241"/>
                </a:moveTo>
                <a:lnTo>
                  <a:pt x="214985" y="1782241"/>
                </a:lnTo>
                <a:lnTo>
                  <a:pt x="214985" y="1769541"/>
                </a:lnTo>
                <a:lnTo>
                  <a:pt x="265785" y="1769541"/>
                </a:lnTo>
                <a:lnTo>
                  <a:pt x="265785" y="1782241"/>
                </a:lnTo>
                <a:close/>
              </a:path>
              <a:path w="2462529" h="1782445">
                <a:moveTo>
                  <a:pt x="176885" y="1782241"/>
                </a:moveTo>
                <a:lnTo>
                  <a:pt x="126085" y="1782241"/>
                </a:lnTo>
                <a:lnTo>
                  <a:pt x="126085" y="1769541"/>
                </a:lnTo>
                <a:lnTo>
                  <a:pt x="176885" y="1769541"/>
                </a:lnTo>
                <a:lnTo>
                  <a:pt x="176885" y="1782241"/>
                </a:lnTo>
                <a:close/>
              </a:path>
              <a:path w="2462529" h="1782445">
                <a:moveTo>
                  <a:pt x="87985" y="1782241"/>
                </a:moveTo>
                <a:lnTo>
                  <a:pt x="37185" y="1782241"/>
                </a:lnTo>
                <a:lnTo>
                  <a:pt x="37185" y="1769541"/>
                </a:lnTo>
                <a:lnTo>
                  <a:pt x="87985" y="1769541"/>
                </a:lnTo>
                <a:lnTo>
                  <a:pt x="87985" y="17822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520184" y="1635036"/>
            <a:ext cx="197103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70230">
              <a:lnSpc>
                <a:spcPct val="100000"/>
              </a:lnSpc>
              <a:spcBef>
                <a:spcPts val="105"/>
              </a:spcBef>
              <a:tabLst>
                <a:tab pos="1081405" algn="l"/>
              </a:tabLst>
            </a:pPr>
            <a:r>
              <a:rPr dirty="0" sz="2000" b="1">
                <a:solidFill>
                  <a:srgbClr val="FFC000"/>
                </a:solidFill>
                <a:latin typeface="华文楷体"/>
                <a:cs typeface="华文楷体"/>
              </a:rPr>
              <a:t>系	统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37704" y="1556486"/>
            <a:ext cx="20866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69925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C000"/>
                </a:solidFill>
                <a:latin typeface="华文楷体"/>
                <a:cs typeface="华文楷体"/>
              </a:rPr>
              <a:t>平衡态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93243" y="3424021"/>
            <a:ext cx="444665" cy="66502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33017" y="4788534"/>
            <a:ext cx="4375785" cy="102235"/>
          </a:xfrm>
          <a:custGeom>
            <a:avLst/>
            <a:gdLst/>
            <a:ahLst/>
            <a:cxnLst/>
            <a:rect l="l" t="t" r="r" b="b"/>
            <a:pathLst>
              <a:path w="4375785" h="102235">
                <a:moveTo>
                  <a:pt x="4290250" y="85725"/>
                </a:moveTo>
                <a:lnTo>
                  <a:pt x="4289954" y="57144"/>
                </a:lnTo>
                <a:lnTo>
                  <a:pt x="4311383" y="56921"/>
                </a:lnTo>
                <a:lnTo>
                  <a:pt x="4311091" y="28346"/>
                </a:lnTo>
                <a:lnTo>
                  <a:pt x="4289655" y="28346"/>
                </a:lnTo>
                <a:lnTo>
                  <a:pt x="4289361" y="0"/>
                </a:lnTo>
                <a:lnTo>
                  <a:pt x="4347572" y="28346"/>
                </a:lnTo>
                <a:lnTo>
                  <a:pt x="4311091" y="28346"/>
                </a:lnTo>
                <a:lnTo>
                  <a:pt x="4289657" y="28572"/>
                </a:lnTo>
                <a:lnTo>
                  <a:pt x="4348037" y="28572"/>
                </a:lnTo>
                <a:lnTo>
                  <a:pt x="4375531" y="41960"/>
                </a:lnTo>
                <a:lnTo>
                  <a:pt x="4290250" y="85725"/>
                </a:lnTo>
                <a:close/>
              </a:path>
              <a:path w="4375785" h="102235">
                <a:moveTo>
                  <a:pt x="4289954" y="57144"/>
                </a:moveTo>
                <a:lnTo>
                  <a:pt x="4289657" y="28572"/>
                </a:lnTo>
                <a:lnTo>
                  <a:pt x="4311091" y="28346"/>
                </a:lnTo>
                <a:lnTo>
                  <a:pt x="4311383" y="56921"/>
                </a:lnTo>
                <a:lnTo>
                  <a:pt x="4289954" y="57144"/>
                </a:lnTo>
                <a:close/>
              </a:path>
              <a:path w="4375785" h="102235">
                <a:moveTo>
                  <a:pt x="4200588" y="58077"/>
                </a:moveTo>
                <a:lnTo>
                  <a:pt x="4200296" y="29514"/>
                </a:lnTo>
                <a:lnTo>
                  <a:pt x="4289657" y="28572"/>
                </a:lnTo>
                <a:lnTo>
                  <a:pt x="4289954" y="57144"/>
                </a:lnTo>
                <a:lnTo>
                  <a:pt x="4200588" y="58077"/>
                </a:lnTo>
                <a:close/>
              </a:path>
              <a:path w="4375785" h="102235">
                <a:moveTo>
                  <a:pt x="292" y="102120"/>
                </a:moveTo>
                <a:lnTo>
                  <a:pt x="0" y="73545"/>
                </a:lnTo>
                <a:lnTo>
                  <a:pt x="114287" y="72351"/>
                </a:lnTo>
                <a:lnTo>
                  <a:pt x="114592" y="100926"/>
                </a:lnTo>
                <a:lnTo>
                  <a:pt x="292" y="102120"/>
                </a:lnTo>
                <a:close/>
              </a:path>
              <a:path w="4375785" h="102235">
                <a:moveTo>
                  <a:pt x="200317" y="100025"/>
                </a:moveTo>
                <a:lnTo>
                  <a:pt x="200012" y="71450"/>
                </a:lnTo>
                <a:lnTo>
                  <a:pt x="314299" y="70256"/>
                </a:lnTo>
                <a:lnTo>
                  <a:pt x="314604" y="98831"/>
                </a:lnTo>
                <a:lnTo>
                  <a:pt x="200317" y="100025"/>
                </a:lnTo>
                <a:close/>
              </a:path>
              <a:path w="4375785" h="102235">
                <a:moveTo>
                  <a:pt x="400329" y="97929"/>
                </a:moveTo>
                <a:lnTo>
                  <a:pt x="400024" y="69354"/>
                </a:lnTo>
                <a:lnTo>
                  <a:pt x="514324" y="68160"/>
                </a:lnTo>
                <a:lnTo>
                  <a:pt x="514616" y="96723"/>
                </a:lnTo>
                <a:lnTo>
                  <a:pt x="400329" y="97929"/>
                </a:lnTo>
                <a:close/>
              </a:path>
              <a:path w="4375785" h="102235">
                <a:moveTo>
                  <a:pt x="600341" y="95834"/>
                </a:moveTo>
                <a:lnTo>
                  <a:pt x="600036" y="67259"/>
                </a:lnTo>
                <a:lnTo>
                  <a:pt x="714336" y="66052"/>
                </a:lnTo>
                <a:lnTo>
                  <a:pt x="714629" y="94627"/>
                </a:lnTo>
                <a:lnTo>
                  <a:pt x="600341" y="95834"/>
                </a:lnTo>
                <a:close/>
              </a:path>
              <a:path w="4375785" h="102235">
                <a:moveTo>
                  <a:pt x="800354" y="93738"/>
                </a:moveTo>
                <a:lnTo>
                  <a:pt x="800049" y="65163"/>
                </a:lnTo>
                <a:lnTo>
                  <a:pt x="914349" y="63957"/>
                </a:lnTo>
                <a:lnTo>
                  <a:pt x="914641" y="92532"/>
                </a:lnTo>
                <a:lnTo>
                  <a:pt x="800354" y="93738"/>
                </a:lnTo>
                <a:close/>
              </a:path>
              <a:path w="4375785" h="102235">
                <a:moveTo>
                  <a:pt x="1000366" y="91630"/>
                </a:moveTo>
                <a:lnTo>
                  <a:pt x="1000074" y="63068"/>
                </a:lnTo>
                <a:lnTo>
                  <a:pt x="1114361" y="61861"/>
                </a:lnTo>
                <a:lnTo>
                  <a:pt x="1114666" y="90436"/>
                </a:lnTo>
                <a:lnTo>
                  <a:pt x="1000366" y="91630"/>
                </a:lnTo>
                <a:close/>
              </a:path>
              <a:path w="4375785" h="102235">
                <a:moveTo>
                  <a:pt x="1200378" y="89535"/>
                </a:moveTo>
                <a:lnTo>
                  <a:pt x="1200086" y="60960"/>
                </a:lnTo>
                <a:lnTo>
                  <a:pt x="1314373" y="59766"/>
                </a:lnTo>
                <a:lnTo>
                  <a:pt x="1314678" y="88341"/>
                </a:lnTo>
                <a:lnTo>
                  <a:pt x="1200378" y="89535"/>
                </a:lnTo>
                <a:close/>
              </a:path>
              <a:path w="4375785" h="102235">
                <a:moveTo>
                  <a:pt x="1400390" y="87439"/>
                </a:moveTo>
                <a:lnTo>
                  <a:pt x="1400098" y="58864"/>
                </a:lnTo>
                <a:lnTo>
                  <a:pt x="1514386" y="57670"/>
                </a:lnTo>
                <a:lnTo>
                  <a:pt x="1514690" y="86245"/>
                </a:lnTo>
                <a:lnTo>
                  <a:pt x="1400390" y="87439"/>
                </a:lnTo>
                <a:close/>
              </a:path>
              <a:path w="4375785" h="102235">
                <a:moveTo>
                  <a:pt x="1600415" y="85343"/>
                </a:moveTo>
                <a:lnTo>
                  <a:pt x="1600111" y="56768"/>
                </a:lnTo>
                <a:lnTo>
                  <a:pt x="1714398" y="55575"/>
                </a:lnTo>
                <a:lnTo>
                  <a:pt x="1714703" y="84150"/>
                </a:lnTo>
                <a:lnTo>
                  <a:pt x="1600415" y="85343"/>
                </a:lnTo>
                <a:close/>
              </a:path>
              <a:path w="4375785" h="102235">
                <a:moveTo>
                  <a:pt x="1800428" y="83248"/>
                </a:moveTo>
                <a:lnTo>
                  <a:pt x="1800123" y="54673"/>
                </a:lnTo>
                <a:lnTo>
                  <a:pt x="1914423" y="53479"/>
                </a:lnTo>
                <a:lnTo>
                  <a:pt x="1914715" y="82054"/>
                </a:lnTo>
                <a:lnTo>
                  <a:pt x="1800428" y="83248"/>
                </a:lnTo>
                <a:close/>
              </a:path>
              <a:path w="4375785" h="102235">
                <a:moveTo>
                  <a:pt x="2000440" y="81152"/>
                </a:moveTo>
                <a:lnTo>
                  <a:pt x="2000135" y="52577"/>
                </a:lnTo>
                <a:lnTo>
                  <a:pt x="2114435" y="51384"/>
                </a:lnTo>
                <a:lnTo>
                  <a:pt x="2114727" y="79946"/>
                </a:lnTo>
                <a:lnTo>
                  <a:pt x="2000440" y="81152"/>
                </a:lnTo>
                <a:close/>
              </a:path>
              <a:path w="4375785" h="102235">
                <a:moveTo>
                  <a:pt x="2200452" y="79057"/>
                </a:moveTo>
                <a:lnTo>
                  <a:pt x="2200148" y="50482"/>
                </a:lnTo>
                <a:lnTo>
                  <a:pt x="2314447" y="49275"/>
                </a:lnTo>
                <a:lnTo>
                  <a:pt x="2314740" y="77850"/>
                </a:lnTo>
                <a:lnTo>
                  <a:pt x="2200452" y="79057"/>
                </a:lnTo>
                <a:close/>
              </a:path>
              <a:path w="4375785" h="102235">
                <a:moveTo>
                  <a:pt x="2400465" y="76962"/>
                </a:moveTo>
                <a:lnTo>
                  <a:pt x="2400160" y="48387"/>
                </a:lnTo>
                <a:lnTo>
                  <a:pt x="2514460" y="47180"/>
                </a:lnTo>
                <a:lnTo>
                  <a:pt x="2514765" y="75755"/>
                </a:lnTo>
                <a:lnTo>
                  <a:pt x="2400465" y="76962"/>
                </a:lnTo>
                <a:close/>
              </a:path>
              <a:path w="4375785" h="102235">
                <a:moveTo>
                  <a:pt x="2600477" y="74853"/>
                </a:moveTo>
                <a:lnTo>
                  <a:pt x="2600185" y="46291"/>
                </a:lnTo>
                <a:lnTo>
                  <a:pt x="2714472" y="45085"/>
                </a:lnTo>
                <a:lnTo>
                  <a:pt x="2714777" y="73660"/>
                </a:lnTo>
                <a:lnTo>
                  <a:pt x="2600477" y="74853"/>
                </a:lnTo>
                <a:close/>
              </a:path>
              <a:path w="4375785" h="102235">
                <a:moveTo>
                  <a:pt x="2800489" y="72758"/>
                </a:moveTo>
                <a:lnTo>
                  <a:pt x="2800197" y="44183"/>
                </a:lnTo>
                <a:lnTo>
                  <a:pt x="2914484" y="42989"/>
                </a:lnTo>
                <a:lnTo>
                  <a:pt x="2914789" y="71564"/>
                </a:lnTo>
                <a:lnTo>
                  <a:pt x="2800489" y="72758"/>
                </a:lnTo>
                <a:close/>
              </a:path>
              <a:path w="4375785" h="102235">
                <a:moveTo>
                  <a:pt x="3000502" y="70662"/>
                </a:moveTo>
                <a:lnTo>
                  <a:pt x="3000209" y="42087"/>
                </a:lnTo>
                <a:lnTo>
                  <a:pt x="3114497" y="40893"/>
                </a:lnTo>
                <a:lnTo>
                  <a:pt x="3114802" y="69468"/>
                </a:lnTo>
                <a:lnTo>
                  <a:pt x="3000502" y="70662"/>
                </a:lnTo>
                <a:close/>
              </a:path>
              <a:path w="4375785" h="102235">
                <a:moveTo>
                  <a:pt x="3200527" y="68567"/>
                </a:moveTo>
                <a:lnTo>
                  <a:pt x="3200222" y="39992"/>
                </a:lnTo>
                <a:lnTo>
                  <a:pt x="3314522" y="38798"/>
                </a:lnTo>
                <a:lnTo>
                  <a:pt x="3314814" y="67373"/>
                </a:lnTo>
                <a:lnTo>
                  <a:pt x="3200527" y="68567"/>
                </a:lnTo>
                <a:close/>
              </a:path>
              <a:path w="4375785" h="102235">
                <a:moveTo>
                  <a:pt x="3400539" y="66471"/>
                </a:moveTo>
                <a:lnTo>
                  <a:pt x="3400234" y="37896"/>
                </a:lnTo>
                <a:lnTo>
                  <a:pt x="3514534" y="36702"/>
                </a:lnTo>
                <a:lnTo>
                  <a:pt x="3514826" y="65277"/>
                </a:lnTo>
                <a:lnTo>
                  <a:pt x="3400539" y="66471"/>
                </a:lnTo>
                <a:close/>
              </a:path>
              <a:path w="4375785" h="102235">
                <a:moveTo>
                  <a:pt x="3600551" y="64376"/>
                </a:moveTo>
                <a:lnTo>
                  <a:pt x="3600246" y="35801"/>
                </a:lnTo>
                <a:lnTo>
                  <a:pt x="3714546" y="34607"/>
                </a:lnTo>
                <a:lnTo>
                  <a:pt x="3714838" y="63182"/>
                </a:lnTo>
                <a:lnTo>
                  <a:pt x="3600551" y="64376"/>
                </a:lnTo>
                <a:close/>
              </a:path>
              <a:path w="4375785" h="102235">
                <a:moveTo>
                  <a:pt x="3800563" y="62280"/>
                </a:moveTo>
                <a:lnTo>
                  <a:pt x="3800259" y="33705"/>
                </a:lnTo>
                <a:lnTo>
                  <a:pt x="3914559" y="32499"/>
                </a:lnTo>
                <a:lnTo>
                  <a:pt x="3914851" y="61074"/>
                </a:lnTo>
                <a:lnTo>
                  <a:pt x="3800563" y="62280"/>
                </a:lnTo>
                <a:close/>
              </a:path>
              <a:path w="4375785" h="102235">
                <a:moveTo>
                  <a:pt x="4000576" y="60185"/>
                </a:moveTo>
                <a:lnTo>
                  <a:pt x="4000284" y="31610"/>
                </a:lnTo>
                <a:lnTo>
                  <a:pt x="4114571" y="30403"/>
                </a:lnTo>
                <a:lnTo>
                  <a:pt x="4114876" y="58978"/>
                </a:lnTo>
                <a:lnTo>
                  <a:pt x="4000576" y="60185"/>
                </a:lnTo>
                <a:close/>
              </a:path>
            </a:pathLst>
          </a:custGeom>
          <a:solidFill>
            <a:srgbClr val="7E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99465" y="3098660"/>
            <a:ext cx="7355205" cy="2345055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866140" indent="-285750">
              <a:lnSpc>
                <a:spcPct val="100000"/>
              </a:lnSpc>
              <a:spcBef>
                <a:spcPts val="1420"/>
              </a:spcBef>
              <a:buFont typeface="Arial"/>
              <a:buChar char="•"/>
              <a:tabLst>
                <a:tab pos="866140" algn="l"/>
                <a:tab pos="866775" algn="l"/>
              </a:tabLst>
            </a:pPr>
            <a:r>
              <a:rPr dirty="0" sz="2400" b="1">
                <a:latin typeface="华文楷体"/>
                <a:cs typeface="华文楷体"/>
              </a:rPr>
              <a:t>压强大的气体会向压强小的一方流动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lvl="1" marL="934085" marR="1836420" indent="-290195">
              <a:lnSpc>
                <a:spcPts val="4560"/>
              </a:lnSpc>
              <a:spcBef>
                <a:spcPts val="70"/>
              </a:spcBef>
              <a:buFont typeface="Arial"/>
              <a:buChar char="•"/>
              <a:tabLst>
                <a:tab pos="929640" algn="l"/>
                <a:tab pos="930275" algn="l"/>
              </a:tabLst>
            </a:pPr>
            <a:r>
              <a:rPr dirty="0" sz="2400" b="1">
                <a:latin typeface="华文楷体"/>
                <a:cs typeface="华文楷体"/>
              </a:rPr>
              <a:t>温度高的会向温度低的一方传热</a:t>
            </a:r>
            <a:r>
              <a:rPr dirty="0" sz="2400" spc="-5" b="1">
                <a:latin typeface="华文楷体"/>
                <a:cs typeface="华文楷体"/>
              </a:rPr>
              <a:t>。 </a:t>
            </a:r>
            <a:r>
              <a:rPr dirty="0" sz="2400" b="1">
                <a:solidFill>
                  <a:srgbClr val="C55A11"/>
                </a:solidFill>
                <a:latin typeface="华文楷体"/>
                <a:cs typeface="华文楷体"/>
              </a:rPr>
              <a:t>如果容器与外界没有能量交</a:t>
            </a:r>
            <a:r>
              <a:rPr dirty="0" sz="2400" spc="-5" b="1">
                <a:solidFill>
                  <a:srgbClr val="C55A11"/>
                </a:solidFill>
                <a:latin typeface="华文楷体"/>
                <a:cs typeface="华文楷体"/>
              </a:rPr>
              <a:t>换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989"/>
              </a:spcBef>
            </a:pPr>
            <a:r>
              <a:rPr dirty="0" sz="2400" b="1">
                <a:latin typeface="华文楷体"/>
                <a:cs typeface="华文楷体"/>
              </a:rPr>
              <a:t>经过一段时间后，容器各点的压强和温度都不再变化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138172" y="2694432"/>
            <a:ext cx="2193290" cy="1468120"/>
          </a:xfrm>
          <a:custGeom>
            <a:avLst/>
            <a:gdLst/>
            <a:ahLst/>
            <a:cxnLst/>
            <a:rect l="l" t="t" r="r" b="b"/>
            <a:pathLst>
              <a:path w="2193290" h="1468120">
                <a:moveTo>
                  <a:pt x="1927860" y="1467612"/>
                </a:moveTo>
                <a:lnTo>
                  <a:pt x="0" y="571500"/>
                </a:lnTo>
                <a:lnTo>
                  <a:pt x="266700" y="0"/>
                </a:lnTo>
                <a:lnTo>
                  <a:pt x="2193036" y="897636"/>
                </a:lnTo>
                <a:lnTo>
                  <a:pt x="1927860" y="1467612"/>
                </a:lnTo>
                <a:close/>
              </a:path>
            </a:pathLst>
          </a:custGeom>
          <a:solidFill>
            <a:srgbClr val="4471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054377" y="2610205"/>
            <a:ext cx="2361565" cy="1637030"/>
          </a:xfrm>
          <a:custGeom>
            <a:avLst/>
            <a:gdLst/>
            <a:ahLst/>
            <a:cxnLst/>
            <a:rect l="l" t="t" r="r" b="b"/>
            <a:pathLst>
              <a:path w="2361565" h="1637029">
                <a:moveTo>
                  <a:pt x="2041931" y="1636572"/>
                </a:moveTo>
                <a:lnTo>
                  <a:pt x="0" y="686231"/>
                </a:lnTo>
                <a:lnTo>
                  <a:pt x="319379" y="0"/>
                </a:lnTo>
                <a:lnTo>
                  <a:pt x="379795" y="28117"/>
                </a:lnTo>
                <a:lnTo>
                  <a:pt x="329641" y="28117"/>
                </a:lnTo>
                <a:lnTo>
                  <a:pt x="28117" y="675970"/>
                </a:lnTo>
                <a:lnTo>
                  <a:pt x="2031682" y="1608442"/>
                </a:lnTo>
                <a:lnTo>
                  <a:pt x="2055023" y="1608442"/>
                </a:lnTo>
                <a:lnTo>
                  <a:pt x="2041931" y="1636572"/>
                </a:lnTo>
                <a:close/>
              </a:path>
              <a:path w="2361565" h="1637029">
                <a:moveTo>
                  <a:pt x="2055023" y="1608442"/>
                </a:moveTo>
                <a:lnTo>
                  <a:pt x="2031682" y="1608442"/>
                </a:lnTo>
                <a:lnTo>
                  <a:pt x="2333193" y="960589"/>
                </a:lnTo>
                <a:lnTo>
                  <a:pt x="329641" y="28117"/>
                </a:lnTo>
                <a:lnTo>
                  <a:pt x="379795" y="28117"/>
                </a:lnTo>
                <a:lnTo>
                  <a:pt x="2361323" y="950328"/>
                </a:lnTo>
                <a:lnTo>
                  <a:pt x="2055023" y="1608442"/>
                </a:lnTo>
                <a:close/>
              </a:path>
              <a:path w="2361565" h="1637029">
                <a:moveTo>
                  <a:pt x="2021420" y="1580324"/>
                </a:moveTo>
                <a:lnTo>
                  <a:pt x="56235" y="665721"/>
                </a:lnTo>
                <a:lnTo>
                  <a:pt x="339890" y="56235"/>
                </a:lnTo>
                <a:lnTo>
                  <a:pt x="460747" y="112483"/>
                </a:lnTo>
                <a:lnTo>
                  <a:pt x="360413" y="112483"/>
                </a:lnTo>
                <a:lnTo>
                  <a:pt x="112483" y="645198"/>
                </a:lnTo>
                <a:lnTo>
                  <a:pt x="2000897" y="1524088"/>
                </a:lnTo>
                <a:lnTo>
                  <a:pt x="2047593" y="1524088"/>
                </a:lnTo>
                <a:lnTo>
                  <a:pt x="2021420" y="1580324"/>
                </a:lnTo>
                <a:close/>
              </a:path>
              <a:path w="2361565" h="1637029">
                <a:moveTo>
                  <a:pt x="2047593" y="1524088"/>
                </a:moveTo>
                <a:lnTo>
                  <a:pt x="2000897" y="1524088"/>
                </a:lnTo>
                <a:lnTo>
                  <a:pt x="2248827" y="991362"/>
                </a:lnTo>
                <a:lnTo>
                  <a:pt x="360413" y="112483"/>
                </a:lnTo>
                <a:lnTo>
                  <a:pt x="460747" y="112483"/>
                </a:lnTo>
                <a:lnTo>
                  <a:pt x="2305075" y="970851"/>
                </a:lnTo>
                <a:lnTo>
                  <a:pt x="2047593" y="1524088"/>
                </a:lnTo>
                <a:close/>
              </a:path>
              <a:path w="2361565" h="1637029">
                <a:moveTo>
                  <a:pt x="1990636" y="1495958"/>
                </a:moveTo>
                <a:lnTo>
                  <a:pt x="140601" y="634936"/>
                </a:lnTo>
                <a:lnTo>
                  <a:pt x="370674" y="140601"/>
                </a:lnTo>
                <a:lnTo>
                  <a:pt x="431090" y="168719"/>
                </a:lnTo>
                <a:lnTo>
                  <a:pt x="380936" y="168719"/>
                </a:lnTo>
                <a:lnTo>
                  <a:pt x="168732" y="624687"/>
                </a:lnTo>
                <a:lnTo>
                  <a:pt x="1980387" y="1467840"/>
                </a:lnTo>
                <a:lnTo>
                  <a:pt x="2003722" y="1467840"/>
                </a:lnTo>
                <a:lnTo>
                  <a:pt x="1990636" y="1495958"/>
                </a:lnTo>
                <a:close/>
              </a:path>
              <a:path w="2361565" h="1637029">
                <a:moveTo>
                  <a:pt x="2003722" y="1467840"/>
                </a:moveTo>
                <a:lnTo>
                  <a:pt x="1980387" y="1467840"/>
                </a:lnTo>
                <a:lnTo>
                  <a:pt x="2192591" y="1011885"/>
                </a:lnTo>
                <a:lnTo>
                  <a:pt x="380936" y="168719"/>
                </a:lnTo>
                <a:lnTo>
                  <a:pt x="431090" y="168719"/>
                </a:lnTo>
                <a:lnTo>
                  <a:pt x="2220709" y="1001623"/>
                </a:lnTo>
                <a:lnTo>
                  <a:pt x="2003722" y="146784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333853" y="2849003"/>
            <a:ext cx="1825586" cy="11807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60391" y="4555235"/>
            <a:ext cx="2196465" cy="1388745"/>
          </a:xfrm>
          <a:custGeom>
            <a:avLst/>
            <a:gdLst/>
            <a:ahLst/>
            <a:cxnLst/>
            <a:rect l="l" t="t" r="r" b="b"/>
            <a:pathLst>
              <a:path w="2196465" h="1388745">
                <a:moveTo>
                  <a:pt x="239268" y="1388364"/>
                </a:moveTo>
                <a:lnTo>
                  <a:pt x="0" y="804672"/>
                </a:lnTo>
                <a:lnTo>
                  <a:pt x="1956815" y="0"/>
                </a:lnTo>
                <a:lnTo>
                  <a:pt x="2196084" y="582167"/>
                </a:lnTo>
                <a:lnTo>
                  <a:pt x="239268" y="1388364"/>
                </a:lnTo>
                <a:close/>
              </a:path>
            </a:pathLst>
          </a:custGeom>
          <a:solidFill>
            <a:srgbClr val="4471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577511" y="4471708"/>
            <a:ext cx="2362835" cy="1554480"/>
          </a:xfrm>
          <a:custGeom>
            <a:avLst/>
            <a:gdLst/>
            <a:ahLst/>
            <a:cxnLst/>
            <a:rect l="l" t="t" r="r" b="b"/>
            <a:pathLst>
              <a:path w="2362834" h="1554479">
                <a:moveTo>
                  <a:pt x="288239" y="1554086"/>
                </a:moveTo>
                <a:lnTo>
                  <a:pt x="0" y="854201"/>
                </a:lnTo>
                <a:lnTo>
                  <a:pt x="2074138" y="0"/>
                </a:lnTo>
                <a:lnTo>
                  <a:pt x="2085519" y="27635"/>
                </a:lnTo>
                <a:lnTo>
                  <a:pt x="2062619" y="27635"/>
                </a:lnTo>
                <a:lnTo>
                  <a:pt x="27622" y="865708"/>
                </a:lnTo>
                <a:lnTo>
                  <a:pt x="299745" y="1526463"/>
                </a:lnTo>
                <a:lnTo>
                  <a:pt x="355311" y="1526463"/>
                </a:lnTo>
                <a:lnTo>
                  <a:pt x="288239" y="1554086"/>
                </a:lnTo>
                <a:close/>
              </a:path>
              <a:path w="2362834" h="1554479">
                <a:moveTo>
                  <a:pt x="355311" y="1526463"/>
                </a:moveTo>
                <a:lnTo>
                  <a:pt x="299745" y="1526463"/>
                </a:lnTo>
                <a:lnTo>
                  <a:pt x="2334742" y="688378"/>
                </a:lnTo>
                <a:lnTo>
                  <a:pt x="2062619" y="27635"/>
                </a:lnTo>
                <a:lnTo>
                  <a:pt x="2085519" y="27635"/>
                </a:lnTo>
                <a:lnTo>
                  <a:pt x="2362377" y="699884"/>
                </a:lnTo>
                <a:lnTo>
                  <a:pt x="355311" y="1526463"/>
                </a:lnTo>
                <a:close/>
              </a:path>
              <a:path w="2362834" h="1554479">
                <a:moveTo>
                  <a:pt x="311251" y="1498828"/>
                </a:moveTo>
                <a:lnTo>
                  <a:pt x="55257" y="877227"/>
                </a:lnTo>
                <a:lnTo>
                  <a:pt x="2051113" y="55257"/>
                </a:lnTo>
                <a:lnTo>
                  <a:pt x="2073875" y="110528"/>
                </a:lnTo>
                <a:lnTo>
                  <a:pt x="2028088" y="110528"/>
                </a:lnTo>
                <a:lnTo>
                  <a:pt x="110528" y="900252"/>
                </a:lnTo>
                <a:lnTo>
                  <a:pt x="334276" y="1443558"/>
                </a:lnTo>
                <a:lnTo>
                  <a:pt x="445455" y="1443558"/>
                </a:lnTo>
                <a:lnTo>
                  <a:pt x="311251" y="1498828"/>
                </a:lnTo>
                <a:close/>
              </a:path>
              <a:path w="2362834" h="1554479">
                <a:moveTo>
                  <a:pt x="445455" y="1443558"/>
                </a:moveTo>
                <a:lnTo>
                  <a:pt x="334276" y="1443558"/>
                </a:lnTo>
                <a:lnTo>
                  <a:pt x="2251849" y="653846"/>
                </a:lnTo>
                <a:lnTo>
                  <a:pt x="2028088" y="110528"/>
                </a:lnTo>
                <a:lnTo>
                  <a:pt x="2073875" y="110528"/>
                </a:lnTo>
                <a:lnTo>
                  <a:pt x="2307107" y="676859"/>
                </a:lnTo>
                <a:lnTo>
                  <a:pt x="445455" y="1443558"/>
                </a:lnTo>
                <a:close/>
              </a:path>
              <a:path w="2362834" h="1554479">
                <a:moveTo>
                  <a:pt x="345795" y="1415935"/>
                </a:moveTo>
                <a:lnTo>
                  <a:pt x="138150" y="911758"/>
                </a:lnTo>
                <a:lnTo>
                  <a:pt x="2016582" y="138163"/>
                </a:lnTo>
                <a:lnTo>
                  <a:pt x="2027958" y="165785"/>
                </a:lnTo>
                <a:lnTo>
                  <a:pt x="2005063" y="165785"/>
                </a:lnTo>
                <a:lnTo>
                  <a:pt x="165785" y="923264"/>
                </a:lnTo>
                <a:lnTo>
                  <a:pt x="357301" y="1388300"/>
                </a:lnTo>
                <a:lnTo>
                  <a:pt x="412897" y="1388300"/>
                </a:lnTo>
                <a:lnTo>
                  <a:pt x="345795" y="1415935"/>
                </a:lnTo>
                <a:close/>
              </a:path>
              <a:path w="2362834" h="1554479">
                <a:moveTo>
                  <a:pt x="412897" y="1388300"/>
                </a:moveTo>
                <a:lnTo>
                  <a:pt x="357301" y="1388300"/>
                </a:lnTo>
                <a:lnTo>
                  <a:pt x="2196579" y="630821"/>
                </a:lnTo>
                <a:lnTo>
                  <a:pt x="2005063" y="165785"/>
                </a:lnTo>
                <a:lnTo>
                  <a:pt x="2027958" y="165785"/>
                </a:lnTo>
                <a:lnTo>
                  <a:pt x="2224214" y="642327"/>
                </a:lnTo>
                <a:lnTo>
                  <a:pt x="412897" y="1388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053050" y="4774793"/>
            <a:ext cx="1434604" cy="94904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90" y="155787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5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48995" y="12877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8640" y="151028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5270" y="1563242"/>
            <a:ext cx="7492365" cy="194563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b="0">
                <a:solidFill>
                  <a:srgbClr val="FF0000"/>
                </a:solidFill>
                <a:latin typeface="华文楷体"/>
                <a:cs typeface="华文楷体"/>
              </a:rPr>
              <a:t>平衡态：</a:t>
            </a:r>
            <a:r>
              <a:rPr dirty="0" b="0">
                <a:latin typeface="华文楷体"/>
                <a:cs typeface="华文楷体"/>
              </a:rPr>
              <a:t>在没有外界影响的情况下，只要经过</a:t>
            </a:r>
            <a:r>
              <a:rPr dirty="0" spc="-5" b="0">
                <a:latin typeface="华文楷体"/>
                <a:cs typeface="华文楷体"/>
              </a:rPr>
              <a:t>足 </a:t>
            </a:r>
            <a:r>
              <a:rPr dirty="0" b="0">
                <a:latin typeface="华文楷体"/>
                <a:cs typeface="华文楷体"/>
              </a:rPr>
              <a:t>够长的时间，系统内各部分的</a:t>
            </a:r>
            <a:r>
              <a:rPr dirty="0" b="0">
                <a:solidFill>
                  <a:srgbClr val="1717F9"/>
                </a:solidFill>
                <a:latin typeface="华文楷体"/>
                <a:cs typeface="华文楷体"/>
              </a:rPr>
              <a:t>状态参量（温度</a:t>
            </a:r>
            <a:r>
              <a:rPr dirty="0" spc="-5" b="0">
                <a:solidFill>
                  <a:srgbClr val="1717F9"/>
                </a:solidFill>
                <a:latin typeface="华文楷体"/>
                <a:cs typeface="华文楷体"/>
              </a:rPr>
              <a:t>， </a:t>
            </a:r>
            <a:r>
              <a:rPr dirty="0" b="0">
                <a:solidFill>
                  <a:srgbClr val="1717F9"/>
                </a:solidFill>
                <a:latin typeface="华文楷体"/>
                <a:cs typeface="华文楷体"/>
              </a:rPr>
              <a:t>压强和体积）</a:t>
            </a:r>
            <a:r>
              <a:rPr dirty="0" b="0">
                <a:latin typeface="华文楷体"/>
                <a:cs typeface="华文楷体"/>
              </a:rPr>
              <a:t>能够达到的稳定状态</a:t>
            </a:r>
            <a:r>
              <a:rPr dirty="0" spc="-5" b="0">
                <a:latin typeface="华文楷体"/>
                <a:cs typeface="华文楷体"/>
              </a:rPr>
              <a:t>。</a:t>
            </a:r>
          </a:p>
        </p:txBody>
      </p:sp>
      <p:sp>
        <p:nvSpPr>
          <p:cNvPr id="6" name="object 6"/>
          <p:cNvSpPr/>
          <p:nvPr/>
        </p:nvSpPr>
        <p:spPr>
          <a:xfrm>
            <a:off x="794004" y="4503420"/>
            <a:ext cx="5314315" cy="523240"/>
          </a:xfrm>
          <a:custGeom>
            <a:avLst/>
            <a:gdLst/>
            <a:ahLst/>
            <a:cxnLst/>
            <a:rect l="l" t="t" r="r" b="b"/>
            <a:pathLst>
              <a:path w="5314315" h="523239">
                <a:moveTo>
                  <a:pt x="0" y="0"/>
                </a:moveTo>
                <a:lnTo>
                  <a:pt x="5314188" y="0"/>
                </a:lnTo>
                <a:lnTo>
                  <a:pt x="5314188" y="522731"/>
                </a:lnTo>
                <a:lnTo>
                  <a:pt x="0" y="522731"/>
                </a:lnTo>
                <a:lnTo>
                  <a:pt x="0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4004" y="3678935"/>
            <a:ext cx="3721735" cy="524510"/>
          </a:xfrm>
          <a:custGeom>
            <a:avLst/>
            <a:gdLst/>
            <a:ahLst/>
            <a:cxnLst/>
            <a:rect l="l" t="t" r="r" b="b"/>
            <a:pathLst>
              <a:path w="3721735" h="524510">
                <a:moveTo>
                  <a:pt x="0" y="0"/>
                </a:moveTo>
                <a:lnTo>
                  <a:pt x="3721608" y="0"/>
                </a:lnTo>
                <a:lnTo>
                  <a:pt x="3721608" y="524256"/>
                </a:lnTo>
                <a:lnTo>
                  <a:pt x="0" y="524256"/>
                </a:lnTo>
                <a:lnTo>
                  <a:pt x="0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3897" y="1074064"/>
            <a:ext cx="1168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平衡态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64181" y="1815782"/>
            <a:ext cx="2159000" cy="463550"/>
          </a:xfrm>
          <a:custGeom>
            <a:avLst/>
            <a:gdLst/>
            <a:ahLst/>
            <a:cxnLst/>
            <a:rect l="l" t="t" r="r" b="b"/>
            <a:pathLst>
              <a:path w="2159000" h="463550">
                <a:moveTo>
                  <a:pt x="2085124" y="463549"/>
                </a:moveTo>
                <a:lnTo>
                  <a:pt x="73647" y="463549"/>
                </a:lnTo>
                <a:lnTo>
                  <a:pt x="61010" y="459739"/>
                </a:lnTo>
                <a:lnTo>
                  <a:pt x="53009" y="457199"/>
                </a:lnTo>
                <a:lnTo>
                  <a:pt x="49161" y="455929"/>
                </a:lnTo>
                <a:lnTo>
                  <a:pt x="45402" y="453389"/>
                </a:lnTo>
                <a:lnTo>
                  <a:pt x="41757" y="452119"/>
                </a:lnTo>
                <a:lnTo>
                  <a:pt x="38227" y="449579"/>
                </a:lnTo>
                <a:lnTo>
                  <a:pt x="31407" y="444499"/>
                </a:lnTo>
                <a:lnTo>
                  <a:pt x="25349" y="438149"/>
                </a:lnTo>
                <a:lnTo>
                  <a:pt x="19862" y="433069"/>
                </a:lnTo>
                <a:lnTo>
                  <a:pt x="17170" y="429259"/>
                </a:lnTo>
                <a:lnTo>
                  <a:pt x="14744" y="425449"/>
                </a:lnTo>
                <a:lnTo>
                  <a:pt x="12484" y="422909"/>
                </a:lnTo>
                <a:lnTo>
                  <a:pt x="3797" y="402589"/>
                </a:lnTo>
                <a:lnTo>
                  <a:pt x="2616" y="398779"/>
                </a:lnTo>
                <a:lnTo>
                  <a:pt x="1650" y="394969"/>
                </a:lnTo>
                <a:lnTo>
                  <a:pt x="330" y="386079"/>
                </a:lnTo>
                <a:lnTo>
                  <a:pt x="110" y="383539"/>
                </a:lnTo>
                <a:lnTo>
                  <a:pt x="0" y="81279"/>
                </a:lnTo>
                <a:lnTo>
                  <a:pt x="330" y="77469"/>
                </a:lnTo>
                <a:lnTo>
                  <a:pt x="1650" y="68579"/>
                </a:lnTo>
                <a:lnTo>
                  <a:pt x="2616" y="64769"/>
                </a:lnTo>
                <a:lnTo>
                  <a:pt x="3797" y="60959"/>
                </a:lnTo>
                <a:lnTo>
                  <a:pt x="5168" y="55879"/>
                </a:lnTo>
                <a:lnTo>
                  <a:pt x="14744" y="38099"/>
                </a:lnTo>
                <a:lnTo>
                  <a:pt x="17170" y="34289"/>
                </a:lnTo>
                <a:lnTo>
                  <a:pt x="19862" y="30479"/>
                </a:lnTo>
                <a:lnTo>
                  <a:pt x="25349" y="25399"/>
                </a:lnTo>
                <a:lnTo>
                  <a:pt x="31407" y="19049"/>
                </a:lnTo>
                <a:lnTo>
                  <a:pt x="38227" y="13969"/>
                </a:lnTo>
                <a:lnTo>
                  <a:pt x="41757" y="11429"/>
                </a:lnTo>
                <a:lnTo>
                  <a:pt x="45402" y="10159"/>
                </a:lnTo>
                <a:lnTo>
                  <a:pt x="49161" y="7619"/>
                </a:lnTo>
                <a:lnTo>
                  <a:pt x="53009" y="6349"/>
                </a:lnTo>
                <a:lnTo>
                  <a:pt x="61010" y="3809"/>
                </a:lnTo>
                <a:lnTo>
                  <a:pt x="73647" y="0"/>
                </a:lnTo>
                <a:lnTo>
                  <a:pt x="2085124" y="0"/>
                </a:lnTo>
                <a:lnTo>
                  <a:pt x="2093620" y="2539"/>
                </a:lnTo>
                <a:lnTo>
                  <a:pt x="2105761" y="6349"/>
                </a:lnTo>
                <a:lnTo>
                  <a:pt x="2109609" y="7619"/>
                </a:lnTo>
                <a:lnTo>
                  <a:pt x="2113368" y="10159"/>
                </a:lnTo>
                <a:lnTo>
                  <a:pt x="2117013" y="11429"/>
                </a:lnTo>
                <a:lnTo>
                  <a:pt x="2120544" y="13969"/>
                </a:lnTo>
                <a:lnTo>
                  <a:pt x="2127364" y="19049"/>
                </a:lnTo>
                <a:lnTo>
                  <a:pt x="2133422" y="25399"/>
                </a:lnTo>
                <a:lnTo>
                  <a:pt x="2136165" y="27939"/>
                </a:lnTo>
                <a:lnTo>
                  <a:pt x="78320" y="27939"/>
                </a:lnTo>
                <a:lnTo>
                  <a:pt x="74739" y="29209"/>
                </a:lnTo>
                <a:lnTo>
                  <a:pt x="72618" y="29209"/>
                </a:lnTo>
                <a:lnTo>
                  <a:pt x="69164" y="30479"/>
                </a:lnTo>
                <a:lnTo>
                  <a:pt x="69837" y="30479"/>
                </a:lnTo>
                <a:lnTo>
                  <a:pt x="66459" y="31749"/>
                </a:lnTo>
                <a:lnTo>
                  <a:pt x="64465" y="31749"/>
                </a:lnTo>
                <a:lnTo>
                  <a:pt x="62852" y="33019"/>
                </a:lnTo>
                <a:lnTo>
                  <a:pt x="61874" y="33019"/>
                </a:lnTo>
                <a:lnTo>
                  <a:pt x="60305" y="34289"/>
                </a:lnTo>
                <a:lnTo>
                  <a:pt x="59347" y="34289"/>
                </a:lnTo>
                <a:lnTo>
                  <a:pt x="56299" y="36829"/>
                </a:lnTo>
                <a:lnTo>
                  <a:pt x="56896" y="36829"/>
                </a:lnTo>
                <a:lnTo>
                  <a:pt x="53936" y="38099"/>
                </a:lnTo>
                <a:lnTo>
                  <a:pt x="54508" y="38099"/>
                </a:lnTo>
                <a:lnTo>
                  <a:pt x="51663" y="39369"/>
                </a:lnTo>
                <a:lnTo>
                  <a:pt x="52209" y="39369"/>
                </a:lnTo>
                <a:lnTo>
                  <a:pt x="50838" y="40639"/>
                </a:lnTo>
                <a:lnTo>
                  <a:pt x="50241" y="40639"/>
                </a:lnTo>
                <a:lnTo>
                  <a:pt x="46364" y="44449"/>
                </a:lnTo>
                <a:lnTo>
                  <a:pt x="46037" y="44449"/>
                </a:lnTo>
                <a:lnTo>
                  <a:pt x="41351" y="49529"/>
                </a:lnTo>
                <a:lnTo>
                  <a:pt x="42011" y="49529"/>
                </a:lnTo>
                <a:lnTo>
                  <a:pt x="40932" y="50799"/>
                </a:lnTo>
                <a:lnTo>
                  <a:pt x="40259" y="50799"/>
                </a:lnTo>
                <a:lnTo>
                  <a:pt x="38912" y="53339"/>
                </a:lnTo>
                <a:lnTo>
                  <a:pt x="38620" y="53339"/>
                </a:lnTo>
                <a:lnTo>
                  <a:pt x="36728" y="55879"/>
                </a:lnTo>
                <a:lnTo>
                  <a:pt x="37084" y="55879"/>
                </a:lnTo>
                <a:lnTo>
                  <a:pt x="35331" y="58419"/>
                </a:lnTo>
                <a:lnTo>
                  <a:pt x="35661" y="58419"/>
                </a:lnTo>
                <a:lnTo>
                  <a:pt x="34061" y="60959"/>
                </a:lnTo>
                <a:lnTo>
                  <a:pt x="34366" y="60959"/>
                </a:lnTo>
                <a:lnTo>
                  <a:pt x="32905" y="63499"/>
                </a:lnTo>
                <a:lnTo>
                  <a:pt x="33172" y="63499"/>
                </a:lnTo>
                <a:lnTo>
                  <a:pt x="31877" y="66039"/>
                </a:lnTo>
                <a:lnTo>
                  <a:pt x="32118" y="66039"/>
                </a:lnTo>
                <a:lnTo>
                  <a:pt x="31356" y="68579"/>
                </a:lnTo>
                <a:lnTo>
                  <a:pt x="31191" y="68579"/>
                </a:lnTo>
                <a:lnTo>
                  <a:pt x="30530" y="71119"/>
                </a:lnTo>
                <a:lnTo>
                  <a:pt x="30378" y="71119"/>
                </a:lnTo>
                <a:lnTo>
                  <a:pt x="29836" y="73659"/>
                </a:lnTo>
                <a:lnTo>
                  <a:pt x="29070" y="77469"/>
                </a:lnTo>
                <a:lnTo>
                  <a:pt x="28879" y="80009"/>
                </a:lnTo>
                <a:lnTo>
                  <a:pt x="28604" y="82549"/>
                </a:lnTo>
                <a:lnTo>
                  <a:pt x="28519" y="83819"/>
                </a:lnTo>
                <a:lnTo>
                  <a:pt x="28511" y="379729"/>
                </a:lnTo>
                <a:lnTo>
                  <a:pt x="28790" y="383539"/>
                </a:lnTo>
                <a:lnTo>
                  <a:pt x="29184" y="386079"/>
                </a:lnTo>
                <a:lnTo>
                  <a:pt x="29718" y="389889"/>
                </a:lnTo>
                <a:lnTo>
                  <a:pt x="30378" y="392429"/>
                </a:lnTo>
                <a:lnTo>
                  <a:pt x="30530" y="392429"/>
                </a:lnTo>
                <a:lnTo>
                  <a:pt x="31191" y="394969"/>
                </a:lnTo>
                <a:lnTo>
                  <a:pt x="31356" y="394969"/>
                </a:lnTo>
                <a:lnTo>
                  <a:pt x="32118" y="397509"/>
                </a:lnTo>
                <a:lnTo>
                  <a:pt x="31877" y="397509"/>
                </a:lnTo>
                <a:lnTo>
                  <a:pt x="33172" y="400049"/>
                </a:lnTo>
                <a:lnTo>
                  <a:pt x="32905" y="400049"/>
                </a:lnTo>
                <a:lnTo>
                  <a:pt x="34366" y="402589"/>
                </a:lnTo>
                <a:lnTo>
                  <a:pt x="34061" y="402589"/>
                </a:lnTo>
                <a:lnTo>
                  <a:pt x="35661" y="405129"/>
                </a:lnTo>
                <a:lnTo>
                  <a:pt x="35331" y="405129"/>
                </a:lnTo>
                <a:lnTo>
                  <a:pt x="37084" y="407669"/>
                </a:lnTo>
                <a:lnTo>
                  <a:pt x="36728" y="407669"/>
                </a:lnTo>
                <a:lnTo>
                  <a:pt x="38620" y="410209"/>
                </a:lnTo>
                <a:lnTo>
                  <a:pt x="38912" y="410209"/>
                </a:lnTo>
                <a:lnTo>
                  <a:pt x="40259" y="412749"/>
                </a:lnTo>
                <a:lnTo>
                  <a:pt x="40932" y="412749"/>
                </a:lnTo>
                <a:lnTo>
                  <a:pt x="42011" y="414019"/>
                </a:lnTo>
                <a:lnTo>
                  <a:pt x="41351" y="414019"/>
                </a:lnTo>
                <a:lnTo>
                  <a:pt x="46037" y="419099"/>
                </a:lnTo>
                <a:lnTo>
                  <a:pt x="46364" y="419099"/>
                </a:lnTo>
                <a:lnTo>
                  <a:pt x="50241" y="422909"/>
                </a:lnTo>
                <a:lnTo>
                  <a:pt x="50838" y="422909"/>
                </a:lnTo>
                <a:lnTo>
                  <a:pt x="52209" y="424179"/>
                </a:lnTo>
                <a:lnTo>
                  <a:pt x="51663" y="424179"/>
                </a:lnTo>
                <a:lnTo>
                  <a:pt x="54508" y="425449"/>
                </a:lnTo>
                <a:lnTo>
                  <a:pt x="53936" y="425449"/>
                </a:lnTo>
                <a:lnTo>
                  <a:pt x="56896" y="426719"/>
                </a:lnTo>
                <a:lnTo>
                  <a:pt x="56299" y="426719"/>
                </a:lnTo>
                <a:lnTo>
                  <a:pt x="59347" y="429259"/>
                </a:lnTo>
                <a:lnTo>
                  <a:pt x="60305" y="429259"/>
                </a:lnTo>
                <a:lnTo>
                  <a:pt x="61874" y="430529"/>
                </a:lnTo>
                <a:lnTo>
                  <a:pt x="62852" y="430529"/>
                </a:lnTo>
                <a:lnTo>
                  <a:pt x="64465" y="431799"/>
                </a:lnTo>
                <a:lnTo>
                  <a:pt x="66459" y="431799"/>
                </a:lnTo>
                <a:lnTo>
                  <a:pt x="69837" y="433069"/>
                </a:lnTo>
                <a:lnTo>
                  <a:pt x="69164" y="433069"/>
                </a:lnTo>
                <a:lnTo>
                  <a:pt x="72618" y="434339"/>
                </a:lnTo>
                <a:lnTo>
                  <a:pt x="74739" y="434339"/>
                </a:lnTo>
                <a:lnTo>
                  <a:pt x="78320" y="435609"/>
                </a:lnTo>
                <a:lnTo>
                  <a:pt x="2136165" y="435609"/>
                </a:lnTo>
                <a:lnTo>
                  <a:pt x="2133422" y="438149"/>
                </a:lnTo>
                <a:lnTo>
                  <a:pt x="2127364" y="444499"/>
                </a:lnTo>
                <a:lnTo>
                  <a:pt x="2120544" y="449579"/>
                </a:lnTo>
                <a:lnTo>
                  <a:pt x="2117013" y="452119"/>
                </a:lnTo>
                <a:lnTo>
                  <a:pt x="2113368" y="453389"/>
                </a:lnTo>
                <a:lnTo>
                  <a:pt x="2109609" y="455929"/>
                </a:lnTo>
                <a:lnTo>
                  <a:pt x="2101799" y="458469"/>
                </a:lnTo>
                <a:lnTo>
                  <a:pt x="2093620" y="461009"/>
                </a:lnTo>
                <a:lnTo>
                  <a:pt x="2085124" y="463549"/>
                </a:lnTo>
                <a:close/>
              </a:path>
              <a:path w="2159000" h="463550">
                <a:moveTo>
                  <a:pt x="77609" y="29209"/>
                </a:moveTo>
                <a:lnTo>
                  <a:pt x="78320" y="27939"/>
                </a:lnTo>
                <a:lnTo>
                  <a:pt x="81254" y="27939"/>
                </a:lnTo>
                <a:lnTo>
                  <a:pt x="77609" y="29209"/>
                </a:lnTo>
                <a:close/>
              </a:path>
              <a:path w="2159000" h="463550">
                <a:moveTo>
                  <a:pt x="2081161" y="29209"/>
                </a:moveTo>
                <a:lnTo>
                  <a:pt x="2077516" y="27939"/>
                </a:lnTo>
                <a:lnTo>
                  <a:pt x="2080450" y="27939"/>
                </a:lnTo>
                <a:lnTo>
                  <a:pt x="2081161" y="29209"/>
                </a:lnTo>
                <a:close/>
              </a:path>
              <a:path w="2159000" h="463550">
                <a:moveTo>
                  <a:pt x="2097519" y="34289"/>
                </a:moveTo>
                <a:lnTo>
                  <a:pt x="2094306" y="31749"/>
                </a:lnTo>
                <a:lnTo>
                  <a:pt x="2092312" y="31749"/>
                </a:lnTo>
                <a:lnTo>
                  <a:pt x="2088934" y="30479"/>
                </a:lnTo>
                <a:lnTo>
                  <a:pt x="2089607" y="30479"/>
                </a:lnTo>
                <a:lnTo>
                  <a:pt x="2086152" y="29209"/>
                </a:lnTo>
                <a:lnTo>
                  <a:pt x="2084031" y="29209"/>
                </a:lnTo>
                <a:lnTo>
                  <a:pt x="2080450" y="27939"/>
                </a:lnTo>
                <a:lnTo>
                  <a:pt x="2136165" y="27939"/>
                </a:lnTo>
                <a:lnTo>
                  <a:pt x="2138908" y="30479"/>
                </a:lnTo>
                <a:lnTo>
                  <a:pt x="2140703" y="33019"/>
                </a:lnTo>
                <a:lnTo>
                  <a:pt x="2096897" y="33019"/>
                </a:lnTo>
                <a:lnTo>
                  <a:pt x="2097519" y="34289"/>
                </a:lnTo>
                <a:close/>
              </a:path>
              <a:path w="2159000" h="463550">
                <a:moveTo>
                  <a:pt x="71920" y="30479"/>
                </a:moveTo>
                <a:lnTo>
                  <a:pt x="72618" y="29209"/>
                </a:lnTo>
                <a:lnTo>
                  <a:pt x="75437" y="29209"/>
                </a:lnTo>
                <a:lnTo>
                  <a:pt x="71920" y="30479"/>
                </a:lnTo>
                <a:close/>
              </a:path>
              <a:path w="2159000" h="463550">
                <a:moveTo>
                  <a:pt x="2086851" y="30479"/>
                </a:moveTo>
                <a:lnTo>
                  <a:pt x="2083333" y="29209"/>
                </a:lnTo>
                <a:lnTo>
                  <a:pt x="2086152" y="29209"/>
                </a:lnTo>
                <a:lnTo>
                  <a:pt x="2086851" y="30479"/>
                </a:lnTo>
                <a:close/>
              </a:path>
              <a:path w="2159000" h="463550">
                <a:moveTo>
                  <a:pt x="63817" y="33019"/>
                </a:moveTo>
                <a:lnTo>
                  <a:pt x="64465" y="31749"/>
                </a:lnTo>
                <a:lnTo>
                  <a:pt x="67119" y="31749"/>
                </a:lnTo>
                <a:lnTo>
                  <a:pt x="63817" y="33019"/>
                </a:lnTo>
                <a:close/>
              </a:path>
              <a:path w="2159000" h="463550">
                <a:moveTo>
                  <a:pt x="2094953" y="33019"/>
                </a:moveTo>
                <a:lnTo>
                  <a:pt x="2091651" y="31749"/>
                </a:lnTo>
                <a:lnTo>
                  <a:pt x="2094306" y="31749"/>
                </a:lnTo>
                <a:lnTo>
                  <a:pt x="2094953" y="33019"/>
                </a:lnTo>
                <a:close/>
              </a:path>
              <a:path w="2159000" h="463550">
                <a:moveTo>
                  <a:pt x="61239" y="34289"/>
                </a:moveTo>
                <a:lnTo>
                  <a:pt x="61874" y="33019"/>
                </a:lnTo>
                <a:lnTo>
                  <a:pt x="62852" y="33019"/>
                </a:lnTo>
                <a:lnTo>
                  <a:pt x="61239" y="34289"/>
                </a:lnTo>
                <a:close/>
              </a:path>
              <a:path w="2159000" h="463550">
                <a:moveTo>
                  <a:pt x="2100033" y="35559"/>
                </a:moveTo>
                <a:lnTo>
                  <a:pt x="2096897" y="33019"/>
                </a:lnTo>
                <a:lnTo>
                  <a:pt x="2140703" y="33019"/>
                </a:lnTo>
                <a:lnTo>
                  <a:pt x="2141601" y="34289"/>
                </a:lnTo>
                <a:lnTo>
                  <a:pt x="2099424" y="34289"/>
                </a:lnTo>
                <a:lnTo>
                  <a:pt x="2100033" y="35559"/>
                </a:lnTo>
                <a:close/>
              </a:path>
              <a:path w="2159000" h="463550">
                <a:moveTo>
                  <a:pt x="58737" y="35559"/>
                </a:moveTo>
                <a:lnTo>
                  <a:pt x="59347" y="34289"/>
                </a:lnTo>
                <a:lnTo>
                  <a:pt x="60305" y="34289"/>
                </a:lnTo>
                <a:lnTo>
                  <a:pt x="58737" y="35559"/>
                </a:lnTo>
                <a:close/>
              </a:path>
              <a:path w="2159000" h="463550">
                <a:moveTo>
                  <a:pt x="2109304" y="41909"/>
                </a:moveTo>
                <a:lnTo>
                  <a:pt x="2106561" y="39369"/>
                </a:lnTo>
                <a:lnTo>
                  <a:pt x="2107107" y="39369"/>
                </a:lnTo>
                <a:lnTo>
                  <a:pt x="2104263" y="38099"/>
                </a:lnTo>
                <a:lnTo>
                  <a:pt x="2104834" y="38099"/>
                </a:lnTo>
                <a:lnTo>
                  <a:pt x="2101875" y="36829"/>
                </a:lnTo>
                <a:lnTo>
                  <a:pt x="2102472" y="36829"/>
                </a:lnTo>
                <a:lnTo>
                  <a:pt x="2099424" y="34289"/>
                </a:lnTo>
                <a:lnTo>
                  <a:pt x="2141601" y="34289"/>
                </a:lnTo>
                <a:lnTo>
                  <a:pt x="2144026" y="38099"/>
                </a:lnTo>
                <a:lnTo>
                  <a:pt x="2146287" y="40639"/>
                </a:lnTo>
                <a:lnTo>
                  <a:pt x="2108530" y="40639"/>
                </a:lnTo>
                <a:lnTo>
                  <a:pt x="2109304" y="41909"/>
                </a:lnTo>
                <a:close/>
              </a:path>
              <a:path w="2159000" h="463550">
                <a:moveTo>
                  <a:pt x="49466" y="41909"/>
                </a:moveTo>
                <a:lnTo>
                  <a:pt x="50241" y="40639"/>
                </a:lnTo>
                <a:lnTo>
                  <a:pt x="50838" y="40639"/>
                </a:lnTo>
                <a:lnTo>
                  <a:pt x="49466" y="41909"/>
                </a:lnTo>
                <a:close/>
              </a:path>
              <a:path w="2159000" h="463550">
                <a:moveTo>
                  <a:pt x="2113686" y="45719"/>
                </a:moveTo>
                <a:lnTo>
                  <a:pt x="2108530" y="40639"/>
                </a:lnTo>
                <a:lnTo>
                  <a:pt x="2146287" y="40639"/>
                </a:lnTo>
                <a:lnTo>
                  <a:pt x="2148382" y="44449"/>
                </a:lnTo>
                <a:lnTo>
                  <a:pt x="2112733" y="44449"/>
                </a:lnTo>
                <a:lnTo>
                  <a:pt x="2113686" y="45719"/>
                </a:lnTo>
                <a:close/>
              </a:path>
              <a:path w="2159000" h="463550">
                <a:moveTo>
                  <a:pt x="45072" y="45719"/>
                </a:moveTo>
                <a:lnTo>
                  <a:pt x="46037" y="44449"/>
                </a:lnTo>
                <a:lnTo>
                  <a:pt x="46364" y="44449"/>
                </a:lnTo>
                <a:lnTo>
                  <a:pt x="45072" y="45719"/>
                </a:lnTo>
                <a:close/>
              </a:path>
              <a:path w="2159000" h="463550">
                <a:moveTo>
                  <a:pt x="2118918" y="52069"/>
                </a:moveTo>
                <a:lnTo>
                  <a:pt x="2116759" y="49529"/>
                </a:lnTo>
                <a:lnTo>
                  <a:pt x="2117420" y="49529"/>
                </a:lnTo>
                <a:lnTo>
                  <a:pt x="2112733" y="44449"/>
                </a:lnTo>
                <a:lnTo>
                  <a:pt x="2148382" y="44449"/>
                </a:lnTo>
                <a:lnTo>
                  <a:pt x="2150300" y="48259"/>
                </a:lnTo>
                <a:lnTo>
                  <a:pt x="2151468" y="50799"/>
                </a:lnTo>
                <a:lnTo>
                  <a:pt x="2118512" y="50799"/>
                </a:lnTo>
                <a:lnTo>
                  <a:pt x="2118918" y="52069"/>
                </a:lnTo>
                <a:close/>
              </a:path>
              <a:path w="2159000" h="463550">
                <a:moveTo>
                  <a:pt x="39852" y="52069"/>
                </a:moveTo>
                <a:lnTo>
                  <a:pt x="40259" y="50799"/>
                </a:lnTo>
                <a:lnTo>
                  <a:pt x="40932" y="50799"/>
                </a:lnTo>
                <a:lnTo>
                  <a:pt x="39852" y="52069"/>
                </a:lnTo>
                <a:close/>
              </a:path>
              <a:path w="2159000" h="463550">
                <a:moveTo>
                  <a:pt x="2120531" y="54609"/>
                </a:moveTo>
                <a:lnTo>
                  <a:pt x="2118512" y="50799"/>
                </a:lnTo>
                <a:lnTo>
                  <a:pt x="2151468" y="50799"/>
                </a:lnTo>
                <a:lnTo>
                  <a:pt x="2152053" y="52069"/>
                </a:lnTo>
                <a:lnTo>
                  <a:pt x="2152569" y="53339"/>
                </a:lnTo>
                <a:lnTo>
                  <a:pt x="2120150" y="53339"/>
                </a:lnTo>
                <a:lnTo>
                  <a:pt x="2120531" y="54609"/>
                </a:lnTo>
                <a:close/>
              </a:path>
              <a:path w="2159000" h="463550">
                <a:moveTo>
                  <a:pt x="38239" y="54609"/>
                </a:moveTo>
                <a:lnTo>
                  <a:pt x="38620" y="53339"/>
                </a:lnTo>
                <a:lnTo>
                  <a:pt x="38912" y="53339"/>
                </a:lnTo>
                <a:lnTo>
                  <a:pt x="38239" y="54609"/>
                </a:lnTo>
                <a:close/>
              </a:path>
              <a:path w="2159000" h="463550">
                <a:moveTo>
                  <a:pt x="2127796" y="69849"/>
                </a:moveTo>
                <a:lnTo>
                  <a:pt x="2126653" y="66039"/>
                </a:lnTo>
                <a:lnTo>
                  <a:pt x="2126894" y="66039"/>
                </a:lnTo>
                <a:lnTo>
                  <a:pt x="2125599" y="63499"/>
                </a:lnTo>
                <a:lnTo>
                  <a:pt x="2125865" y="63499"/>
                </a:lnTo>
                <a:lnTo>
                  <a:pt x="2124405" y="60959"/>
                </a:lnTo>
                <a:lnTo>
                  <a:pt x="2124710" y="60959"/>
                </a:lnTo>
                <a:lnTo>
                  <a:pt x="2123109" y="58419"/>
                </a:lnTo>
                <a:lnTo>
                  <a:pt x="2123440" y="58419"/>
                </a:lnTo>
                <a:lnTo>
                  <a:pt x="2121687" y="55879"/>
                </a:lnTo>
                <a:lnTo>
                  <a:pt x="2122043" y="55879"/>
                </a:lnTo>
                <a:lnTo>
                  <a:pt x="2120150" y="53339"/>
                </a:lnTo>
                <a:lnTo>
                  <a:pt x="2152569" y="53339"/>
                </a:lnTo>
                <a:lnTo>
                  <a:pt x="2153602" y="55879"/>
                </a:lnTo>
                <a:lnTo>
                  <a:pt x="2154974" y="60959"/>
                </a:lnTo>
                <a:lnTo>
                  <a:pt x="2156155" y="64769"/>
                </a:lnTo>
                <a:lnTo>
                  <a:pt x="2157120" y="68579"/>
                </a:lnTo>
                <a:lnTo>
                  <a:pt x="2127580" y="68579"/>
                </a:lnTo>
                <a:lnTo>
                  <a:pt x="2127796" y="69849"/>
                </a:lnTo>
                <a:close/>
              </a:path>
              <a:path w="2159000" h="463550">
                <a:moveTo>
                  <a:pt x="30975" y="69849"/>
                </a:moveTo>
                <a:lnTo>
                  <a:pt x="31191" y="68579"/>
                </a:lnTo>
                <a:lnTo>
                  <a:pt x="31356" y="68579"/>
                </a:lnTo>
                <a:lnTo>
                  <a:pt x="30975" y="69849"/>
                </a:lnTo>
                <a:close/>
              </a:path>
              <a:path w="2159000" h="463550">
                <a:moveTo>
                  <a:pt x="2128570" y="72389"/>
                </a:moveTo>
                <a:lnTo>
                  <a:pt x="2127580" y="68579"/>
                </a:lnTo>
                <a:lnTo>
                  <a:pt x="2157120" y="68579"/>
                </a:lnTo>
                <a:lnTo>
                  <a:pt x="2157497" y="71119"/>
                </a:lnTo>
                <a:lnTo>
                  <a:pt x="2128393" y="71119"/>
                </a:lnTo>
                <a:lnTo>
                  <a:pt x="2128570" y="72389"/>
                </a:lnTo>
                <a:close/>
              </a:path>
              <a:path w="2159000" h="463550">
                <a:moveTo>
                  <a:pt x="30200" y="72389"/>
                </a:moveTo>
                <a:lnTo>
                  <a:pt x="30378" y="71119"/>
                </a:lnTo>
                <a:lnTo>
                  <a:pt x="30530" y="71119"/>
                </a:lnTo>
                <a:lnTo>
                  <a:pt x="30200" y="72389"/>
                </a:lnTo>
                <a:close/>
              </a:path>
              <a:path w="2159000" h="463550">
                <a:moveTo>
                  <a:pt x="2158828" y="83819"/>
                </a:moveTo>
                <a:lnTo>
                  <a:pt x="2130259" y="83819"/>
                </a:lnTo>
                <a:lnTo>
                  <a:pt x="2130221" y="82549"/>
                </a:lnTo>
                <a:lnTo>
                  <a:pt x="2129980" y="80009"/>
                </a:lnTo>
                <a:lnTo>
                  <a:pt x="2129586" y="77469"/>
                </a:lnTo>
                <a:lnTo>
                  <a:pt x="2129053" y="73659"/>
                </a:lnTo>
                <a:lnTo>
                  <a:pt x="2128393" y="71119"/>
                </a:lnTo>
                <a:lnTo>
                  <a:pt x="2157497" y="71119"/>
                </a:lnTo>
                <a:lnTo>
                  <a:pt x="2158441" y="77469"/>
                </a:lnTo>
                <a:lnTo>
                  <a:pt x="2158771" y="81279"/>
                </a:lnTo>
                <a:lnTo>
                  <a:pt x="2158828" y="83819"/>
                </a:lnTo>
                <a:close/>
              </a:path>
              <a:path w="2159000" h="463550">
                <a:moveTo>
                  <a:pt x="29565" y="74929"/>
                </a:moveTo>
                <a:lnTo>
                  <a:pt x="29718" y="73659"/>
                </a:lnTo>
                <a:lnTo>
                  <a:pt x="29565" y="74929"/>
                </a:lnTo>
                <a:close/>
              </a:path>
              <a:path w="2159000" h="463550">
                <a:moveTo>
                  <a:pt x="2129205" y="74929"/>
                </a:moveTo>
                <a:lnTo>
                  <a:pt x="2128934" y="73659"/>
                </a:lnTo>
                <a:lnTo>
                  <a:pt x="2129205" y="74929"/>
                </a:lnTo>
                <a:close/>
              </a:path>
              <a:path w="2159000" h="463550">
                <a:moveTo>
                  <a:pt x="28727" y="81279"/>
                </a:moveTo>
                <a:lnTo>
                  <a:pt x="28790" y="80009"/>
                </a:lnTo>
                <a:lnTo>
                  <a:pt x="28727" y="81279"/>
                </a:lnTo>
                <a:close/>
              </a:path>
              <a:path w="2159000" h="463550">
                <a:moveTo>
                  <a:pt x="2130044" y="81279"/>
                </a:moveTo>
                <a:lnTo>
                  <a:pt x="2129891" y="80009"/>
                </a:lnTo>
                <a:lnTo>
                  <a:pt x="2130044" y="81279"/>
                </a:lnTo>
                <a:close/>
              </a:path>
              <a:path w="2159000" h="463550">
                <a:moveTo>
                  <a:pt x="28523" y="83650"/>
                </a:moveTo>
                <a:lnTo>
                  <a:pt x="28549" y="82549"/>
                </a:lnTo>
                <a:lnTo>
                  <a:pt x="28523" y="83650"/>
                </a:lnTo>
                <a:close/>
              </a:path>
              <a:path w="2159000" h="463550">
                <a:moveTo>
                  <a:pt x="2130247" y="83650"/>
                </a:moveTo>
                <a:lnTo>
                  <a:pt x="2130166" y="82549"/>
                </a:lnTo>
                <a:lnTo>
                  <a:pt x="2130247" y="83650"/>
                </a:lnTo>
                <a:close/>
              </a:path>
              <a:path w="2159000" h="463550">
                <a:moveTo>
                  <a:pt x="28519" y="83819"/>
                </a:moveTo>
                <a:lnTo>
                  <a:pt x="28523" y="83650"/>
                </a:lnTo>
                <a:lnTo>
                  <a:pt x="28519" y="83819"/>
                </a:lnTo>
                <a:close/>
              </a:path>
              <a:path w="2159000" h="463550">
                <a:moveTo>
                  <a:pt x="2158799" y="380999"/>
                </a:moveTo>
                <a:lnTo>
                  <a:pt x="2130221" y="380999"/>
                </a:lnTo>
                <a:lnTo>
                  <a:pt x="2130259" y="379729"/>
                </a:lnTo>
                <a:lnTo>
                  <a:pt x="2130247" y="83650"/>
                </a:lnTo>
                <a:lnTo>
                  <a:pt x="2130259" y="83819"/>
                </a:lnTo>
                <a:lnTo>
                  <a:pt x="2158828" y="83819"/>
                </a:lnTo>
                <a:lnTo>
                  <a:pt x="2158799" y="380999"/>
                </a:lnTo>
                <a:close/>
              </a:path>
              <a:path w="2159000" h="463550">
                <a:moveTo>
                  <a:pt x="2130247" y="379899"/>
                </a:moveTo>
                <a:lnTo>
                  <a:pt x="2130251" y="379729"/>
                </a:lnTo>
                <a:lnTo>
                  <a:pt x="2130247" y="379899"/>
                </a:lnTo>
                <a:close/>
              </a:path>
              <a:path w="2159000" h="463550">
                <a:moveTo>
                  <a:pt x="28604" y="380999"/>
                </a:moveTo>
                <a:lnTo>
                  <a:pt x="28523" y="379899"/>
                </a:lnTo>
                <a:lnTo>
                  <a:pt x="28604" y="380999"/>
                </a:lnTo>
                <a:close/>
              </a:path>
              <a:path w="2159000" h="463550">
                <a:moveTo>
                  <a:pt x="2158661" y="383539"/>
                </a:moveTo>
                <a:lnTo>
                  <a:pt x="2129980" y="383539"/>
                </a:lnTo>
                <a:lnTo>
                  <a:pt x="2130247" y="379899"/>
                </a:lnTo>
                <a:lnTo>
                  <a:pt x="2130221" y="380999"/>
                </a:lnTo>
                <a:lnTo>
                  <a:pt x="2158799" y="380999"/>
                </a:lnTo>
                <a:lnTo>
                  <a:pt x="2158771" y="382269"/>
                </a:lnTo>
                <a:lnTo>
                  <a:pt x="2158661" y="383539"/>
                </a:lnTo>
                <a:close/>
              </a:path>
              <a:path w="2159000" h="463550">
                <a:moveTo>
                  <a:pt x="28879" y="383539"/>
                </a:moveTo>
                <a:lnTo>
                  <a:pt x="28727" y="382269"/>
                </a:lnTo>
                <a:lnTo>
                  <a:pt x="28879" y="383539"/>
                </a:lnTo>
                <a:close/>
              </a:path>
              <a:path w="2159000" h="463550">
                <a:moveTo>
                  <a:pt x="2157875" y="389889"/>
                </a:moveTo>
                <a:lnTo>
                  <a:pt x="2129053" y="389889"/>
                </a:lnTo>
                <a:lnTo>
                  <a:pt x="2129701" y="386079"/>
                </a:lnTo>
                <a:lnTo>
                  <a:pt x="2130044" y="382269"/>
                </a:lnTo>
                <a:lnTo>
                  <a:pt x="2129980" y="383539"/>
                </a:lnTo>
                <a:lnTo>
                  <a:pt x="2158661" y="383539"/>
                </a:lnTo>
                <a:lnTo>
                  <a:pt x="2158441" y="386079"/>
                </a:lnTo>
                <a:lnTo>
                  <a:pt x="2157875" y="389889"/>
                </a:lnTo>
                <a:close/>
              </a:path>
              <a:path w="2159000" h="463550">
                <a:moveTo>
                  <a:pt x="29836" y="389889"/>
                </a:moveTo>
                <a:lnTo>
                  <a:pt x="29565" y="388619"/>
                </a:lnTo>
                <a:lnTo>
                  <a:pt x="29836" y="389889"/>
                </a:lnTo>
                <a:close/>
              </a:path>
              <a:path w="2159000" h="463550">
                <a:moveTo>
                  <a:pt x="2157497" y="392429"/>
                </a:moveTo>
                <a:lnTo>
                  <a:pt x="2128393" y="392429"/>
                </a:lnTo>
                <a:lnTo>
                  <a:pt x="2129205" y="388619"/>
                </a:lnTo>
                <a:lnTo>
                  <a:pt x="2129053" y="389889"/>
                </a:lnTo>
                <a:lnTo>
                  <a:pt x="2157875" y="389889"/>
                </a:lnTo>
                <a:lnTo>
                  <a:pt x="2157497" y="392429"/>
                </a:lnTo>
                <a:close/>
              </a:path>
              <a:path w="2159000" h="463550">
                <a:moveTo>
                  <a:pt x="30530" y="392429"/>
                </a:moveTo>
                <a:lnTo>
                  <a:pt x="30378" y="392429"/>
                </a:lnTo>
                <a:lnTo>
                  <a:pt x="30200" y="391159"/>
                </a:lnTo>
                <a:lnTo>
                  <a:pt x="30530" y="392429"/>
                </a:lnTo>
                <a:close/>
              </a:path>
              <a:path w="2159000" h="463550">
                <a:moveTo>
                  <a:pt x="2157120" y="394969"/>
                </a:moveTo>
                <a:lnTo>
                  <a:pt x="2127580" y="394969"/>
                </a:lnTo>
                <a:lnTo>
                  <a:pt x="2128570" y="391159"/>
                </a:lnTo>
                <a:lnTo>
                  <a:pt x="2128393" y="392429"/>
                </a:lnTo>
                <a:lnTo>
                  <a:pt x="2157497" y="392429"/>
                </a:lnTo>
                <a:lnTo>
                  <a:pt x="2157120" y="394969"/>
                </a:lnTo>
                <a:close/>
              </a:path>
              <a:path w="2159000" h="463550">
                <a:moveTo>
                  <a:pt x="31356" y="394969"/>
                </a:moveTo>
                <a:lnTo>
                  <a:pt x="31191" y="394969"/>
                </a:lnTo>
                <a:lnTo>
                  <a:pt x="30975" y="393699"/>
                </a:lnTo>
                <a:lnTo>
                  <a:pt x="31356" y="394969"/>
                </a:lnTo>
                <a:close/>
              </a:path>
              <a:path w="2159000" h="463550">
                <a:moveTo>
                  <a:pt x="2152569" y="410209"/>
                </a:moveTo>
                <a:lnTo>
                  <a:pt x="2120150" y="410209"/>
                </a:lnTo>
                <a:lnTo>
                  <a:pt x="2122043" y="407669"/>
                </a:lnTo>
                <a:lnTo>
                  <a:pt x="2121687" y="407669"/>
                </a:lnTo>
                <a:lnTo>
                  <a:pt x="2123440" y="405129"/>
                </a:lnTo>
                <a:lnTo>
                  <a:pt x="2123109" y="405129"/>
                </a:lnTo>
                <a:lnTo>
                  <a:pt x="2124710" y="402589"/>
                </a:lnTo>
                <a:lnTo>
                  <a:pt x="2124405" y="402589"/>
                </a:lnTo>
                <a:lnTo>
                  <a:pt x="2125865" y="400049"/>
                </a:lnTo>
                <a:lnTo>
                  <a:pt x="2125599" y="400049"/>
                </a:lnTo>
                <a:lnTo>
                  <a:pt x="2126894" y="397509"/>
                </a:lnTo>
                <a:lnTo>
                  <a:pt x="2126653" y="397509"/>
                </a:lnTo>
                <a:lnTo>
                  <a:pt x="2127796" y="393699"/>
                </a:lnTo>
                <a:lnTo>
                  <a:pt x="2127580" y="394969"/>
                </a:lnTo>
                <a:lnTo>
                  <a:pt x="2157120" y="394969"/>
                </a:lnTo>
                <a:lnTo>
                  <a:pt x="2156155" y="398779"/>
                </a:lnTo>
                <a:lnTo>
                  <a:pt x="2154974" y="402589"/>
                </a:lnTo>
                <a:lnTo>
                  <a:pt x="2153602" y="407669"/>
                </a:lnTo>
                <a:lnTo>
                  <a:pt x="2152569" y="410209"/>
                </a:lnTo>
                <a:close/>
              </a:path>
              <a:path w="2159000" h="463550">
                <a:moveTo>
                  <a:pt x="38912" y="410209"/>
                </a:moveTo>
                <a:lnTo>
                  <a:pt x="38620" y="410209"/>
                </a:lnTo>
                <a:lnTo>
                  <a:pt x="38239" y="408939"/>
                </a:lnTo>
                <a:lnTo>
                  <a:pt x="38912" y="410209"/>
                </a:lnTo>
                <a:close/>
              </a:path>
              <a:path w="2159000" h="463550">
                <a:moveTo>
                  <a:pt x="2151468" y="412749"/>
                </a:moveTo>
                <a:lnTo>
                  <a:pt x="2118512" y="412749"/>
                </a:lnTo>
                <a:lnTo>
                  <a:pt x="2120531" y="408939"/>
                </a:lnTo>
                <a:lnTo>
                  <a:pt x="2120150" y="410209"/>
                </a:lnTo>
                <a:lnTo>
                  <a:pt x="2152569" y="410209"/>
                </a:lnTo>
                <a:lnTo>
                  <a:pt x="2152053" y="411479"/>
                </a:lnTo>
                <a:lnTo>
                  <a:pt x="2151468" y="412749"/>
                </a:lnTo>
                <a:close/>
              </a:path>
              <a:path w="2159000" h="463550">
                <a:moveTo>
                  <a:pt x="40932" y="412749"/>
                </a:moveTo>
                <a:lnTo>
                  <a:pt x="40259" y="412749"/>
                </a:lnTo>
                <a:lnTo>
                  <a:pt x="39852" y="411479"/>
                </a:lnTo>
                <a:lnTo>
                  <a:pt x="40932" y="412749"/>
                </a:lnTo>
                <a:close/>
              </a:path>
              <a:path w="2159000" h="463550">
                <a:moveTo>
                  <a:pt x="2148382" y="419099"/>
                </a:moveTo>
                <a:lnTo>
                  <a:pt x="2112733" y="419099"/>
                </a:lnTo>
                <a:lnTo>
                  <a:pt x="2117420" y="414019"/>
                </a:lnTo>
                <a:lnTo>
                  <a:pt x="2116759" y="414019"/>
                </a:lnTo>
                <a:lnTo>
                  <a:pt x="2118918" y="411479"/>
                </a:lnTo>
                <a:lnTo>
                  <a:pt x="2118512" y="412749"/>
                </a:lnTo>
                <a:lnTo>
                  <a:pt x="2151468" y="412749"/>
                </a:lnTo>
                <a:lnTo>
                  <a:pt x="2150300" y="415289"/>
                </a:lnTo>
                <a:lnTo>
                  <a:pt x="2148382" y="419099"/>
                </a:lnTo>
                <a:close/>
              </a:path>
              <a:path w="2159000" h="463550">
                <a:moveTo>
                  <a:pt x="46364" y="419099"/>
                </a:moveTo>
                <a:lnTo>
                  <a:pt x="46037" y="419099"/>
                </a:lnTo>
                <a:lnTo>
                  <a:pt x="45072" y="417829"/>
                </a:lnTo>
                <a:lnTo>
                  <a:pt x="46364" y="419099"/>
                </a:lnTo>
                <a:close/>
              </a:path>
              <a:path w="2159000" h="463550">
                <a:moveTo>
                  <a:pt x="2146287" y="422909"/>
                </a:moveTo>
                <a:lnTo>
                  <a:pt x="2108530" y="422909"/>
                </a:lnTo>
                <a:lnTo>
                  <a:pt x="2113686" y="417829"/>
                </a:lnTo>
                <a:lnTo>
                  <a:pt x="2112733" y="419099"/>
                </a:lnTo>
                <a:lnTo>
                  <a:pt x="2148382" y="419099"/>
                </a:lnTo>
                <a:lnTo>
                  <a:pt x="2146287" y="422909"/>
                </a:lnTo>
                <a:close/>
              </a:path>
              <a:path w="2159000" h="463550">
                <a:moveTo>
                  <a:pt x="50838" y="422909"/>
                </a:moveTo>
                <a:lnTo>
                  <a:pt x="50241" y="422909"/>
                </a:lnTo>
                <a:lnTo>
                  <a:pt x="49466" y="421639"/>
                </a:lnTo>
                <a:lnTo>
                  <a:pt x="50838" y="422909"/>
                </a:lnTo>
                <a:close/>
              </a:path>
              <a:path w="2159000" h="463550">
                <a:moveTo>
                  <a:pt x="2141601" y="429259"/>
                </a:moveTo>
                <a:lnTo>
                  <a:pt x="2099424" y="429259"/>
                </a:lnTo>
                <a:lnTo>
                  <a:pt x="2102472" y="426719"/>
                </a:lnTo>
                <a:lnTo>
                  <a:pt x="2101875" y="426719"/>
                </a:lnTo>
                <a:lnTo>
                  <a:pt x="2104834" y="425449"/>
                </a:lnTo>
                <a:lnTo>
                  <a:pt x="2104263" y="425449"/>
                </a:lnTo>
                <a:lnTo>
                  <a:pt x="2107107" y="424179"/>
                </a:lnTo>
                <a:lnTo>
                  <a:pt x="2106561" y="424179"/>
                </a:lnTo>
                <a:lnTo>
                  <a:pt x="2109304" y="421639"/>
                </a:lnTo>
                <a:lnTo>
                  <a:pt x="2108530" y="422909"/>
                </a:lnTo>
                <a:lnTo>
                  <a:pt x="2146287" y="422909"/>
                </a:lnTo>
                <a:lnTo>
                  <a:pt x="2144026" y="425449"/>
                </a:lnTo>
                <a:lnTo>
                  <a:pt x="2141601" y="429259"/>
                </a:lnTo>
                <a:close/>
              </a:path>
              <a:path w="2159000" h="463550">
                <a:moveTo>
                  <a:pt x="60305" y="429259"/>
                </a:moveTo>
                <a:lnTo>
                  <a:pt x="59347" y="429259"/>
                </a:lnTo>
                <a:lnTo>
                  <a:pt x="58737" y="427989"/>
                </a:lnTo>
                <a:lnTo>
                  <a:pt x="60305" y="429259"/>
                </a:lnTo>
                <a:close/>
              </a:path>
              <a:path w="2159000" h="463550">
                <a:moveTo>
                  <a:pt x="2140703" y="430529"/>
                </a:moveTo>
                <a:lnTo>
                  <a:pt x="2096897" y="430529"/>
                </a:lnTo>
                <a:lnTo>
                  <a:pt x="2100033" y="427989"/>
                </a:lnTo>
                <a:lnTo>
                  <a:pt x="2099424" y="429259"/>
                </a:lnTo>
                <a:lnTo>
                  <a:pt x="2141601" y="429259"/>
                </a:lnTo>
                <a:lnTo>
                  <a:pt x="2140703" y="430529"/>
                </a:lnTo>
                <a:close/>
              </a:path>
              <a:path w="2159000" h="463550">
                <a:moveTo>
                  <a:pt x="62852" y="430529"/>
                </a:moveTo>
                <a:lnTo>
                  <a:pt x="61874" y="430529"/>
                </a:lnTo>
                <a:lnTo>
                  <a:pt x="61239" y="429259"/>
                </a:lnTo>
                <a:lnTo>
                  <a:pt x="62852" y="430529"/>
                </a:lnTo>
                <a:close/>
              </a:path>
              <a:path w="2159000" h="463550">
                <a:moveTo>
                  <a:pt x="2136165" y="435609"/>
                </a:moveTo>
                <a:lnTo>
                  <a:pt x="2080450" y="435609"/>
                </a:lnTo>
                <a:lnTo>
                  <a:pt x="2084031" y="434339"/>
                </a:lnTo>
                <a:lnTo>
                  <a:pt x="2086152" y="434339"/>
                </a:lnTo>
                <a:lnTo>
                  <a:pt x="2089607" y="433069"/>
                </a:lnTo>
                <a:lnTo>
                  <a:pt x="2088934" y="433069"/>
                </a:lnTo>
                <a:lnTo>
                  <a:pt x="2092312" y="431799"/>
                </a:lnTo>
                <a:lnTo>
                  <a:pt x="2094306" y="431799"/>
                </a:lnTo>
                <a:lnTo>
                  <a:pt x="2097519" y="429259"/>
                </a:lnTo>
                <a:lnTo>
                  <a:pt x="2096897" y="430529"/>
                </a:lnTo>
                <a:lnTo>
                  <a:pt x="2140703" y="430529"/>
                </a:lnTo>
                <a:lnTo>
                  <a:pt x="2138908" y="433069"/>
                </a:lnTo>
                <a:lnTo>
                  <a:pt x="2136165" y="435609"/>
                </a:lnTo>
                <a:close/>
              </a:path>
              <a:path w="2159000" h="463550">
                <a:moveTo>
                  <a:pt x="67119" y="431799"/>
                </a:moveTo>
                <a:lnTo>
                  <a:pt x="64465" y="431799"/>
                </a:lnTo>
                <a:lnTo>
                  <a:pt x="63817" y="430529"/>
                </a:lnTo>
                <a:lnTo>
                  <a:pt x="67119" y="431799"/>
                </a:lnTo>
                <a:close/>
              </a:path>
              <a:path w="2159000" h="463550">
                <a:moveTo>
                  <a:pt x="2094306" y="431799"/>
                </a:moveTo>
                <a:lnTo>
                  <a:pt x="2091651" y="431799"/>
                </a:lnTo>
                <a:lnTo>
                  <a:pt x="2094953" y="430529"/>
                </a:lnTo>
                <a:lnTo>
                  <a:pt x="2094306" y="431799"/>
                </a:lnTo>
                <a:close/>
              </a:path>
              <a:path w="2159000" h="463550">
                <a:moveTo>
                  <a:pt x="75437" y="434339"/>
                </a:moveTo>
                <a:lnTo>
                  <a:pt x="72618" y="434339"/>
                </a:lnTo>
                <a:lnTo>
                  <a:pt x="71920" y="433069"/>
                </a:lnTo>
                <a:lnTo>
                  <a:pt x="75437" y="434339"/>
                </a:lnTo>
                <a:close/>
              </a:path>
              <a:path w="2159000" h="463550">
                <a:moveTo>
                  <a:pt x="2086152" y="434339"/>
                </a:moveTo>
                <a:lnTo>
                  <a:pt x="2083333" y="434339"/>
                </a:lnTo>
                <a:lnTo>
                  <a:pt x="2086851" y="433069"/>
                </a:lnTo>
                <a:lnTo>
                  <a:pt x="2086152" y="434339"/>
                </a:lnTo>
                <a:close/>
              </a:path>
              <a:path w="2159000" h="463550">
                <a:moveTo>
                  <a:pt x="81254" y="435609"/>
                </a:moveTo>
                <a:lnTo>
                  <a:pt x="78320" y="435609"/>
                </a:lnTo>
                <a:lnTo>
                  <a:pt x="77609" y="434339"/>
                </a:lnTo>
                <a:lnTo>
                  <a:pt x="81254" y="435609"/>
                </a:lnTo>
                <a:close/>
              </a:path>
              <a:path w="2159000" h="463550">
                <a:moveTo>
                  <a:pt x="2080450" y="435609"/>
                </a:moveTo>
                <a:lnTo>
                  <a:pt x="2077516" y="435609"/>
                </a:lnTo>
                <a:lnTo>
                  <a:pt x="2081161" y="434339"/>
                </a:lnTo>
                <a:lnTo>
                  <a:pt x="2080450" y="43560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965447"/>
            <a:ext cx="2157984" cy="2380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96795" y="4311396"/>
            <a:ext cx="9542145" cy="824865"/>
          </a:xfrm>
          <a:custGeom>
            <a:avLst/>
            <a:gdLst/>
            <a:ahLst/>
            <a:cxnLst/>
            <a:rect l="l" t="t" r="r" b="b"/>
            <a:pathLst>
              <a:path w="9542145" h="824864">
                <a:moveTo>
                  <a:pt x="9404604" y="824483"/>
                </a:moveTo>
                <a:lnTo>
                  <a:pt x="137160" y="824483"/>
                </a:lnTo>
                <a:lnTo>
                  <a:pt x="93641" y="817182"/>
                </a:lnTo>
                <a:lnTo>
                  <a:pt x="55900" y="797549"/>
                </a:lnTo>
                <a:lnTo>
                  <a:pt x="26203" y="767851"/>
                </a:lnTo>
                <a:lnTo>
                  <a:pt x="6814" y="730354"/>
                </a:lnTo>
                <a:lnTo>
                  <a:pt x="0" y="687324"/>
                </a:lnTo>
                <a:lnTo>
                  <a:pt x="0" y="137159"/>
                </a:lnTo>
                <a:lnTo>
                  <a:pt x="6814" y="93946"/>
                </a:lnTo>
                <a:lnTo>
                  <a:pt x="26203" y="56358"/>
                </a:lnTo>
                <a:lnTo>
                  <a:pt x="55900" y="26660"/>
                </a:lnTo>
                <a:lnTo>
                  <a:pt x="93641" y="7118"/>
                </a:lnTo>
                <a:lnTo>
                  <a:pt x="137160" y="0"/>
                </a:lnTo>
                <a:lnTo>
                  <a:pt x="9404604" y="0"/>
                </a:lnTo>
                <a:lnTo>
                  <a:pt x="9448244" y="7118"/>
                </a:lnTo>
                <a:lnTo>
                  <a:pt x="9486045" y="26660"/>
                </a:lnTo>
                <a:lnTo>
                  <a:pt x="9515743" y="56358"/>
                </a:lnTo>
                <a:lnTo>
                  <a:pt x="9535071" y="93946"/>
                </a:lnTo>
                <a:lnTo>
                  <a:pt x="9541764" y="137159"/>
                </a:lnTo>
                <a:lnTo>
                  <a:pt x="9541764" y="687324"/>
                </a:lnTo>
                <a:lnTo>
                  <a:pt x="9535071" y="730354"/>
                </a:lnTo>
                <a:lnTo>
                  <a:pt x="9515743" y="767851"/>
                </a:lnTo>
                <a:lnTo>
                  <a:pt x="9486045" y="797549"/>
                </a:lnTo>
                <a:lnTo>
                  <a:pt x="9448244" y="817182"/>
                </a:lnTo>
                <a:lnTo>
                  <a:pt x="9404604" y="82448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90064" y="4305300"/>
            <a:ext cx="9555480" cy="835660"/>
          </a:xfrm>
          <a:custGeom>
            <a:avLst/>
            <a:gdLst/>
            <a:ahLst/>
            <a:cxnLst/>
            <a:rect l="l" t="t" r="r" b="b"/>
            <a:pathLst>
              <a:path w="9555480" h="835660">
                <a:moveTo>
                  <a:pt x="9433725" y="834389"/>
                </a:moveTo>
                <a:lnTo>
                  <a:pt x="121754" y="834389"/>
                </a:lnTo>
                <a:lnTo>
                  <a:pt x="114681" y="833120"/>
                </a:lnTo>
                <a:lnTo>
                  <a:pt x="107734" y="830579"/>
                </a:lnTo>
                <a:lnTo>
                  <a:pt x="100914" y="829310"/>
                </a:lnTo>
                <a:lnTo>
                  <a:pt x="94234" y="826770"/>
                </a:lnTo>
                <a:lnTo>
                  <a:pt x="81356" y="821689"/>
                </a:lnTo>
                <a:lnTo>
                  <a:pt x="75158" y="817879"/>
                </a:lnTo>
                <a:lnTo>
                  <a:pt x="69138" y="815339"/>
                </a:lnTo>
                <a:lnTo>
                  <a:pt x="63309" y="811529"/>
                </a:lnTo>
                <a:lnTo>
                  <a:pt x="57683" y="807720"/>
                </a:lnTo>
                <a:lnTo>
                  <a:pt x="52260" y="802639"/>
                </a:lnTo>
                <a:lnTo>
                  <a:pt x="47053" y="798829"/>
                </a:lnTo>
                <a:lnTo>
                  <a:pt x="24523" y="772160"/>
                </a:lnTo>
                <a:lnTo>
                  <a:pt x="20789" y="767079"/>
                </a:lnTo>
                <a:lnTo>
                  <a:pt x="2921" y="721360"/>
                </a:lnTo>
                <a:lnTo>
                  <a:pt x="0" y="692150"/>
                </a:lnTo>
                <a:lnTo>
                  <a:pt x="0" y="143510"/>
                </a:lnTo>
                <a:lnTo>
                  <a:pt x="6451" y="100329"/>
                </a:lnTo>
                <a:lnTo>
                  <a:pt x="24523" y="62229"/>
                </a:lnTo>
                <a:lnTo>
                  <a:pt x="52260" y="31750"/>
                </a:lnTo>
                <a:lnTo>
                  <a:pt x="81356" y="13970"/>
                </a:lnTo>
                <a:lnTo>
                  <a:pt x="87718" y="10160"/>
                </a:lnTo>
                <a:lnTo>
                  <a:pt x="94234" y="7620"/>
                </a:lnTo>
                <a:lnTo>
                  <a:pt x="100914" y="6350"/>
                </a:lnTo>
                <a:lnTo>
                  <a:pt x="107734" y="3810"/>
                </a:lnTo>
                <a:lnTo>
                  <a:pt x="128943" y="0"/>
                </a:lnTo>
                <a:lnTo>
                  <a:pt x="9426536" y="0"/>
                </a:lnTo>
                <a:lnTo>
                  <a:pt x="9447745" y="3810"/>
                </a:lnTo>
                <a:lnTo>
                  <a:pt x="9454565" y="6350"/>
                </a:lnTo>
                <a:lnTo>
                  <a:pt x="9461246" y="7620"/>
                </a:lnTo>
                <a:lnTo>
                  <a:pt x="9467761" y="10160"/>
                </a:lnTo>
                <a:lnTo>
                  <a:pt x="9472002" y="12700"/>
                </a:lnTo>
                <a:lnTo>
                  <a:pt x="130378" y="12700"/>
                </a:lnTo>
                <a:lnTo>
                  <a:pt x="123520" y="13970"/>
                </a:lnTo>
                <a:lnTo>
                  <a:pt x="123825" y="13970"/>
                </a:lnTo>
                <a:lnTo>
                  <a:pt x="117068" y="15239"/>
                </a:lnTo>
                <a:lnTo>
                  <a:pt x="117386" y="15239"/>
                </a:lnTo>
                <a:lnTo>
                  <a:pt x="110743" y="16510"/>
                </a:lnTo>
                <a:lnTo>
                  <a:pt x="111048" y="16510"/>
                </a:lnTo>
                <a:lnTo>
                  <a:pt x="104533" y="17779"/>
                </a:lnTo>
                <a:lnTo>
                  <a:pt x="104838" y="17779"/>
                </a:lnTo>
                <a:lnTo>
                  <a:pt x="98450" y="20320"/>
                </a:lnTo>
                <a:lnTo>
                  <a:pt x="98755" y="20320"/>
                </a:lnTo>
                <a:lnTo>
                  <a:pt x="92519" y="22860"/>
                </a:lnTo>
                <a:lnTo>
                  <a:pt x="92798" y="22860"/>
                </a:lnTo>
                <a:lnTo>
                  <a:pt x="86728" y="25400"/>
                </a:lnTo>
                <a:lnTo>
                  <a:pt x="87007" y="25400"/>
                </a:lnTo>
                <a:lnTo>
                  <a:pt x="81076" y="27939"/>
                </a:lnTo>
                <a:lnTo>
                  <a:pt x="81356" y="27939"/>
                </a:lnTo>
                <a:lnTo>
                  <a:pt x="75603" y="30479"/>
                </a:lnTo>
                <a:lnTo>
                  <a:pt x="75869" y="30479"/>
                </a:lnTo>
                <a:lnTo>
                  <a:pt x="70294" y="34289"/>
                </a:lnTo>
                <a:lnTo>
                  <a:pt x="70548" y="34289"/>
                </a:lnTo>
                <a:lnTo>
                  <a:pt x="65163" y="38100"/>
                </a:lnTo>
                <a:lnTo>
                  <a:pt x="65417" y="38100"/>
                </a:lnTo>
                <a:lnTo>
                  <a:pt x="60223" y="41910"/>
                </a:lnTo>
                <a:lnTo>
                  <a:pt x="60464" y="41910"/>
                </a:lnTo>
                <a:lnTo>
                  <a:pt x="55473" y="45720"/>
                </a:lnTo>
                <a:lnTo>
                  <a:pt x="55702" y="45720"/>
                </a:lnTo>
                <a:lnTo>
                  <a:pt x="50939" y="50800"/>
                </a:lnTo>
                <a:lnTo>
                  <a:pt x="51155" y="50800"/>
                </a:lnTo>
                <a:lnTo>
                  <a:pt x="46609" y="54610"/>
                </a:lnTo>
                <a:lnTo>
                  <a:pt x="46812" y="54610"/>
                </a:lnTo>
                <a:lnTo>
                  <a:pt x="42494" y="59689"/>
                </a:lnTo>
                <a:lnTo>
                  <a:pt x="42684" y="59689"/>
                </a:lnTo>
                <a:lnTo>
                  <a:pt x="38608" y="64770"/>
                </a:lnTo>
                <a:lnTo>
                  <a:pt x="38798" y="64770"/>
                </a:lnTo>
                <a:lnTo>
                  <a:pt x="34963" y="69850"/>
                </a:lnTo>
                <a:lnTo>
                  <a:pt x="35140" y="69850"/>
                </a:lnTo>
                <a:lnTo>
                  <a:pt x="31572" y="74929"/>
                </a:lnTo>
                <a:lnTo>
                  <a:pt x="31724" y="74929"/>
                </a:lnTo>
                <a:lnTo>
                  <a:pt x="29082" y="80010"/>
                </a:lnTo>
                <a:lnTo>
                  <a:pt x="28575" y="80010"/>
                </a:lnTo>
                <a:lnTo>
                  <a:pt x="25539" y="86360"/>
                </a:lnTo>
                <a:lnTo>
                  <a:pt x="23472" y="91439"/>
                </a:lnTo>
                <a:lnTo>
                  <a:pt x="23050" y="91439"/>
                </a:lnTo>
                <a:lnTo>
                  <a:pt x="20586" y="97789"/>
                </a:lnTo>
                <a:lnTo>
                  <a:pt x="18542" y="104139"/>
                </a:lnTo>
                <a:lnTo>
                  <a:pt x="16776" y="110489"/>
                </a:lnTo>
                <a:lnTo>
                  <a:pt x="15328" y="116839"/>
                </a:lnTo>
                <a:lnTo>
                  <a:pt x="14185" y="123189"/>
                </a:lnTo>
                <a:lnTo>
                  <a:pt x="13360" y="129539"/>
                </a:lnTo>
                <a:lnTo>
                  <a:pt x="12865" y="135889"/>
                </a:lnTo>
                <a:lnTo>
                  <a:pt x="12700" y="143510"/>
                </a:lnTo>
                <a:lnTo>
                  <a:pt x="12700" y="692150"/>
                </a:lnTo>
                <a:lnTo>
                  <a:pt x="12877" y="698500"/>
                </a:lnTo>
                <a:lnTo>
                  <a:pt x="13385" y="706120"/>
                </a:lnTo>
                <a:lnTo>
                  <a:pt x="14236" y="712470"/>
                </a:lnTo>
                <a:lnTo>
                  <a:pt x="15392" y="718820"/>
                </a:lnTo>
                <a:lnTo>
                  <a:pt x="16852" y="725170"/>
                </a:lnTo>
                <a:lnTo>
                  <a:pt x="18630" y="731520"/>
                </a:lnTo>
                <a:lnTo>
                  <a:pt x="18971" y="731520"/>
                </a:lnTo>
                <a:lnTo>
                  <a:pt x="20688" y="736600"/>
                </a:lnTo>
                <a:lnTo>
                  <a:pt x="23050" y="742950"/>
                </a:lnTo>
                <a:lnTo>
                  <a:pt x="25666" y="749300"/>
                </a:lnTo>
                <a:lnTo>
                  <a:pt x="26146" y="749300"/>
                </a:lnTo>
                <a:lnTo>
                  <a:pt x="28575" y="754379"/>
                </a:lnTo>
                <a:lnTo>
                  <a:pt x="28422" y="754379"/>
                </a:lnTo>
                <a:lnTo>
                  <a:pt x="31724" y="759460"/>
                </a:lnTo>
                <a:lnTo>
                  <a:pt x="31572" y="759460"/>
                </a:lnTo>
                <a:lnTo>
                  <a:pt x="35140" y="765810"/>
                </a:lnTo>
                <a:lnTo>
                  <a:pt x="35730" y="765810"/>
                </a:lnTo>
                <a:lnTo>
                  <a:pt x="38798" y="770889"/>
                </a:lnTo>
                <a:lnTo>
                  <a:pt x="39423" y="770889"/>
                </a:lnTo>
                <a:lnTo>
                  <a:pt x="42684" y="775970"/>
                </a:lnTo>
                <a:lnTo>
                  <a:pt x="43573" y="775970"/>
                </a:lnTo>
                <a:lnTo>
                  <a:pt x="46812" y="779779"/>
                </a:lnTo>
                <a:lnTo>
                  <a:pt x="46609" y="779779"/>
                </a:lnTo>
                <a:lnTo>
                  <a:pt x="51155" y="784860"/>
                </a:lnTo>
                <a:lnTo>
                  <a:pt x="50939" y="784860"/>
                </a:lnTo>
                <a:lnTo>
                  <a:pt x="55702" y="788670"/>
                </a:lnTo>
                <a:lnTo>
                  <a:pt x="55473" y="788670"/>
                </a:lnTo>
                <a:lnTo>
                  <a:pt x="60464" y="793750"/>
                </a:lnTo>
                <a:lnTo>
                  <a:pt x="61521" y="793750"/>
                </a:lnTo>
                <a:lnTo>
                  <a:pt x="65417" y="797560"/>
                </a:lnTo>
                <a:lnTo>
                  <a:pt x="66958" y="797560"/>
                </a:lnTo>
                <a:lnTo>
                  <a:pt x="70548" y="800100"/>
                </a:lnTo>
                <a:lnTo>
                  <a:pt x="70294" y="800100"/>
                </a:lnTo>
                <a:lnTo>
                  <a:pt x="75869" y="803910"/>
                </a:lnTo>
                <a:lnTo>
                  <a:pt x="75603" y="803910"/>
                </a:lnTo>
                <a:lnTo>
                  <a:pt x="81356" y="807720"/>
                </a:lnTo>
                <a:lnTo>
                  <a:pt x="81076" y="807720"/>
                </a:lnTo>
                <a:lnTo>
                  <a:pt x="87007" y="810260"/>
                </a:lnTo>
                <a:lnTo>
                  <a:pt x="86728" y="810260"/>
                </a:lnTo>
                <a:lnTo>
                  <a:pt x="92798" y="812800"/>
                </a:lnTo>
                <a:lnTo>
                  <a:pt x="92519" y="812800"/>
                </a:lnTo>
                <a:lnTo>
                  <a:pt x="98755" y="815339"/>
                </a:lnTo>
                <a:lnTo>
                  <a:pt x="98450" y="815339"/>
                </a:lnTo>
                <a:lnTo>
                  <a:pt x="104838" y="816610"/>
                </a:lnTo>
                <a:lnTo>
                  <a:pt x="104533" y="816610"/>
                </a:lnTo>
                <a:lnTo>
                  <a:pt x="111048" y="819150"/>
                </a:lnTo>
                <a:lnTo>
                  <a:pt x="110743" y="819150"/>
                </a:lnTo>
                <a:lnTo>
                  <a:pt x="117386" y="820420"/>
                </a:lnTo>
                <a:lnTo>
                  <a:pt x="117068" y="820420"/>
                </a:lnTo>
                <a:lnTo>
                  <a:pt x="123825" y="821689"/>
                </a:lnTo>
                <a:lnTo>
                  <a:pt x="130060" y="821689"/>
                </a:lnTo>
                <a:lnTo>
                  <a:pt x="137033" y="822960"/>
                </a:lnTo>
                <a:lnTo>
                  <a:pt x="9470942" y="822960"/>
                </a:lnTo>
                <a:lnTo>
                  <a:pt x="9461246" y="826770"/>
                </a:lnTo>
                <a:lnTo>
                  <a:pt x="9454565" y="829310"/>
                </a:lnTo>
                <a:lnTo>
                  <a:pt x="9447745" y="830579"/>
                </a:lnTo>
                <a:lnTo>
                  <a:pt x="9440799" y="833120"/>
                </a:lnTo>
                <a:lnTo>
                  <a:pt x="9433725" y="834389"/>
                </a:lnTo>
                <a:close/>
              </a:path>
              <a:path w="9555480" h="835660">
                <a:moveTo>
                  <a:pt x="9527057" y="81279"/>
                </a:moveTo>
                <a:lnTo>
                  <a:pt x="9523755" y="74929"/>
                </a:lnTo>
                <a:lnTo>
                  <a:pt x="9523907" y="74929"/>
                </a:lnTo>
                <a:lnTo>
                  <a:pt x="9520339" y="69850"/>
                </a:lnTo>
                <a:lnTo>
                  <a:pt x="9520516" y="69850"/>
                </a:lnTo>
                <a:lnTo>
                  <a:pt x="9516681" y="64770"/>
                </a:lnTo>
                <a:lnTo>
                  <a:pt x="9516871" y="64770"/>
                </a:lnTo>
                <a:lnTo>
                  <a:pt x="9512795" y="59689"/>
                </a:lnTo>
                <a:lnTo>
                  <a:pt x="9512985" y="59689"/>
                </a:lnTo>
                <a:lnTo>
                  <a:pt x="9508667" y="54610"/>
                </a:lnTo>
                <a:lnTo>
                  <a:pt x="9508871" y="54610"/>
                </a:lnTo>
                <a:lnTo>
                  <a:pt x="9504324" y="50800"/>
                </a:lnTo>
                <a:lnTo>
                  <a:pt x="9504540" y="50800"/>
                </a:lnTo>
                <a:lnTo>
                  <a:pt x="9499777" y="45720"/>
                </a:lnTo>
                <a:lnTo>
                  <a:pt x="9499993" y="45720"/>
                </a:lnTo>
                <a:lnTo>
                  <a:pt x="9495015" y="41910"/>
                </a:lnTo>
                <a:lnTo>
                  <a:pt x="9495256" y="41910"/>
                </a:lnTo>
                <a:lnTo>
                  <a:pt x="9490062" y="38100"/>
                </a:lnTo>
                <a:lnTo>
                  <a:pt x="9490316" y="38100"/>
                </a:lnTo>
                <a:lnTo>
                  <a:pt x="9484931" y="34289"/>
                </a:lnTo>
                <a:lnTo>
                  <a:pt x="9485185" y="34289"/>
                </a:lnTo>
                <a:lnTo>
                  <a:pt x="9479610" y="30479"/>
                </a:lnTo>
                <a:lnTo>
                  <a:pt x="9479876" y="30479"/>
                </a:lnTo>
                <a:lnTo>
                  <a:pt x="9474123" y="27939"/>
                </a:lnTo>
                <a:lnTo>
                  <a:pt x="9474403" y="27939"/>
                </a:lnTo>
                <a:lnTo>
                  <a:pt x="9468472" y="25400"/>
                </a:lnTo>
                <a:lnTo>
                  <a:pt x="9468751" y="25400"/>
                </a:lnTo>
                <a:lnTo>
                  <a:pt x="9462681" y="22860"/>
                </a:lnTo>
                <a:lnTo>
                  <a:pt x="9462960" y="22860"/>
                </a:lnTo>
                <a:lnTo>
                  <a:pt x="9456724" y="20320"/>
                </a:lnTo>
                <a:lnTo>
                  <a:pt x="9457029" y="20320"/>
                </a:lnTo>
                <a:lnTo>
                  <a:pt x="9450641" y="17779"/>
                </a:lnTo>
                <a:lnTo>
                  <a:pt x="9450946" y="17779"/>
                </a:lnTo>
                <a:lnTo>
                  <a:pt x="9444431" y="16510"/>
                </a:lnTo>
                <a:lnTo>
                  <a:pt x="9444736" y="16510"/>
                </a:lnTo>
                <a:lnTo>
                  <a:pt x="9438093" y="15239"/>
                </a:lnTo>
                <a:lnTo>
                  <a:pt x="9438411" y="15239"/>
                </a:lnTo>
                <a:lnTo>
                  <a:pt x="9431655" y="13970"/>
                </a:lnTo>
                <a:lnTo>
                  <a:pt x="9431959" y="13970"/>
                </a:lnTo>
                <a:lnTo>
                  <a:pt x="9425089" y="12700"/>
                </a:lnTo>
                <a:lnTo>
                  <a:pt x="9472002" y="12700"/>
                </a:lnTo>
                <a:lnTo>
                  <a:pt x="9474123" y="13970"/>
                </a:lnTo>
                <a:lnTo>
                  <a:pt x="9480321" y="16510"/>
                </a:lnTo>
                <a:lnTo>
                  <a:pt x="9513417" y="41910"/>
                </a:lnTo>
                <a:lnTo>
                  <a:pt x="9538144" y="74929"/>
                </a:lnTo>
                <a:lnTo>
                  <a:pt x="9540684" y="80010"/>
                </a:lnTo>
                <a:lnTo>
                  <a:pt x="9526905" y="80010"/>
                </a:lnTo>
                <a:lnTo>
                  <a:pt x="9527057" y="81279"/>
                </a:lnTo>
                <a:close/>
              </a:path>
              <a:path w="9555480" h="835660">
                <a:moveTo>
                  <a:pt x="28422" y="81279"/>
                </a:moveTo>
                <a:lnTo>
                  <a:pt x="28575" y="80010"/>
                </a:lnTo>
                <a:lnTo>
                  <a:pt x="29082" y="80010"/>
                </a:lnTo>
                <a:lnTo>
                  <a:pt x="28422" y="81279"/>
                </a:lnTo>
                <a:close/>
              </a:path>
              <a:path w="9555480" h="835660">
                <a:moveTo>
                  <a:pt x="9532556" y="92710"/>
                </a:moveTo>
                <a:lnTo>
                  <a:pt x="9529813" y="86360"/>
                </a:lnTo>
                <a:lnTo>
                  <a:pt x="9529940" y="86360"/>
                </a:lnTo>
                <a:lnTo>
                  <a:pt x="9526905" y="80010"/>
                </a:lnTo>
                <a:lnTo>
                  <a:pt x="9540684" y="80010"/>
                </a:lnTo>
                <a:lnTo>
                  <a:pt x="9541319" y="81279"/>
                </a:lnTo>
                <a:lnTo>
                  <a:pt x="9544189" y="87629"/>
                </a:lnTo>
                <a:lnTo>
                  <a:pt x="9545736" y="91439"/>
                </a:lnTo>
                <a:lnTo>
                  <a:pt x="9532429" y="91439"/>
                </a:lnTo>
                <a:lnTo>
                  <a:pt x="9532556" y="92710"/>
                </a:lnTo>
                <a:close/>
              </a:path>
              <a:path w="9555480" h="835660">
                <a:moveTo>
                  <a:pt x="22923" y="92710"/>
                </a:moveTo>
                <a:lnTo>
                  <a:pt x="23050" y="91439"/>
                </a:lnTo>
                <a:lnTo>
                  <a:pt x="23472" y="91439"/>
                </a:lnTo>
                <a:lnTo>
                  <a:pt x="22923" y="92710"/>
                </a:lnTo>
                <a:close/>
              </a:path>
              <a:path w="9555480" h="835660">
                <a:moveTo>
                  <a:pt x="9554743" y="706120"/>
                </a:moveTo>
                <a:lnTo>
                  <a:pt x="9542094" y="706120"/>
                </a:lnTo>
                <a:lnTo>
                  <a:pt x="9542614" y="698500"/>
                </a:lnTo>
                <a:lnTo>
                  <a:pt x="9542780" y="692150"/>
                </a:lnTo>
                <a:lnTo>
                  <a:pt x="9542780" y="143510"/>
                </a:lnTo>
                <a:lnTo>
                  <a:pt x="9542602" y="135889"/>
                </a:lnTo>
                <a:lnTo>
                  <a:pt x="9542094" y="129539"/>
                </a:lnTo>
                <a:lnTo>
                  <a:pt x="9541243" y="123189"/>
                </a:lnTo>
                <a:lnTo>
                  <a:pt x="9540087" y="116839"/>
                </a:lnTo>
                <a:lnTo>
                  <a:pt x="9538614" y="110489"/>
                </a:lnTo>
                <a:lnTo>
                  <a:pt x="9536849" y="104139"/>
                </a:lnTo>
                <a:lnTo>
                  <a:pt x="9534779" y="97789"/>
                </a:lnTo>
                <a:lnTo>
                  <a:pt x="9532429" y="91439"/>
                </a:lnTo>
                <a:lnTo>
                  <a:pt x="9545736" y="91439"/>
                </a:lnTo>
                <a:lnTo>
                  <a:pt x="9555289" y="135889"/>
                </a:lnTo>
                <a:lnTo>
                  <a:pt x="9555480" y="143510"/>
                </a:lnTo>
                <a:lnTo>
                  <a:pt x="9555480" y="692150"/>
                </a:lnTo>
                <a:lnTo>
                  <a:pt x="9555289" y="699770"/>
                </a:lnTo>
                <a:lnTo>
                  <a:pt x="9554743" y="706120"/>
                </a:lnTo>
                <a:close/>
              </a:path>
              <a:path w="9555480" h="835660">
                <a:moveTo>
                  <a:pt x="13506" y="706120"/>
                </a:moveTo>
                <a:lnTo>
                  <a:pt x="13360" y="704850"/>
                </a:lnTo>
                <a:lnTo>
                  <a:pt x="13506" y="706120"/>
                </a:lnTo>
                <a:close/>
              </a:path>
              <a:path w="9555480" h="835660">
                <a:moveTo>
                  <a:pt x="9549991" y="731520"/>
                </a:moveTo>
                <a:lnTo>
                  <a:pt x="9536849" y="731520"/>
                </a:lnTo>
                <a:lnTo>
                  <a:pt x="9538703" y="725170"/>
                </a:lnTo>
                <a:lnTo>
                  <a:pt x="9540151" y="718820"/>
                </a:lnTo>
                <a:lnTo>
                  <a:pt x="9541294" y="712470"/>
                </a:lnTo>
                <a:lnTo>
                  <a:pt x="9542119" y="704850"/>
                </a:lnTo>
                <a:lnTo>
                  <a:pt x="9542094" y="706120"/>
                </a:lnTo>
                <a:lnTo>
                  <a:pt x="9554743" y="706120"/>
                </a:lnTo>
                <a:lnTo>
                  <a:pt x="9553829" y="713739"/>
                </a:lnTo>
                <a:lnTo>
                  <a:pt x="9552559" y="721360"/>
                </a:lnTo>
                <a:lnTo>
                  <a:pt x="9549991" y="731520"/>
                </a:lnTo>
                <a:close/>
              </a:path>
              <a:path w="9555480" h="835660">
                <a:moveTo>
                  <a:pt x="18971" y="731520"/>
                </a:moveTo>
                <a:lnTo>
                  <a:pt x="18630" y="731520"/>
                </a:lnTo>
                <a:lnTo>
                  <a:pt x="18542" y="730250"/>
                </a:lnTo>
                <a:lnTo>
                  <a:pt x="18971" y="731520"/>
                </a:lnTo>
                <a:close/>
              </a:path>
              <a:path w="9555480" h="835660">
                <a:moveTo>
                  <a:pt x="9543615" y="749300"/>
                </a:moveTo>
                <a:lnTo>
                  <a:pt x="9529813" y="749300"/>
                </a:lnTo>
                <a:lnTo>
                  <a:pt x="9532556" y="742950"/>
                </a:lnTo>
                <a:lnTo>
                  <a:pt x="9534893" y="736600"/>
                </a:lnTo>
                <a:lnTo>
                  <a:pt x="9536938" y="730250"/>
                </a:lnTo>
                <a:lnTo>
                  <a:pt x="9536849" y="731520"/>
                </a:lnTo>
                <a:lnTo>
                  <a:pt x="9549991" y="731520"/>
                </a:lnTo>
                <a:lnTo>
                  <a:pt x="9549028" y="735329"/>
                </a:lnTo>
                <a:lnTo>
                  <a:pt x="9546767" y="741679"/>
                </a:lnTo>
                <a:lnTo>
                  <a:pt x="9544189" y="748029"/>
                </a:lnTo>
                <a:lnTo>
                  <a:pt x="9543615" y="749300"/>
                </a:lnTo>
                <a:close/>
              </a:path>
              <a:path w="9555480" h="835660">
                <a:moveTo>
                  <a:pt x="26146" y="749300"/>
                </a:moveTo>
                <a:lnTo>
                  <a:pt x="25666" y="749300"/>
                </a:lnTo>
                <a:lnTo>
                  <a:pt x="25539" y="748029"/>
                </a:lnTo>
                <a:lnTo>
                  <a:pt x="26146" y="749300"/>
                </a:lnTo>
                <a:close/>
              </a:path>
              <a:path w="9555480" h="835660">
                <a:moveTo>
                  <a:pt x="9535380" y="765810"/>
                </a:moveTo>
                <a:lnTo>
                  <a:pt x="9520339" y="765810"/>
                </a:lnTo>
                <a:lnTo>
                  <a:pt x="9523907" y="759460"/>
                </a:lnTo>
                <a:lnTo>
                  <a:pt x="9523755" y="759460"/>
                </a:lnTo>
                <a:lnTo>
                  <a:pt x="9527057" y="754379"/>
                </a:lnTo>
                <a:lnTo>
                  <a:pt x="9526905" y="754379"/>
                </a:lnTo>
                <a:lnTo>
                  <a:pt x="9529940" y="748029"/>
                </a:lnTo>
                <a:lnTo>
                  <a:pt x="9529813" y="749300"/>
                </a:lnTo>
                <a:lnTo>
                  <a:pt x="9543615" y="749300"/>
                </a:lnTo>
                <a:lnTo>
                  <a:pt x="9541319" y="754379"/>
                </a:lnTo>
                <a:lnTo>
                  <a:pt x="9538144" y="760729"/>
                </a:lnTo>
                <a:lnTo>
                  <a:pt x="9535380" y="765810"/>
                </a:lnTo>
                <a:close/>
              </a:path>
              <a:path w="9555480" h="835660">
                <a:moveTo>
                  <a:pt x="35730" y="765810"/>
                </a:moveTo>
                <a:lnTo>
                  <a:pt x="35140" y="765810"/>
                </a:lnTo>
                <a:lnTo>
                  <a:pt x="34963" y="764539"/>
                </a:lnTo>
                <a:lnTo>
                  <a:pt x="35730" y="765810"/>
                </a:lnTo>
                <a:close/>
              </a:path>
              <a:path w="9555480" h="835660">
                <a:moveTo>
                  <a:pt x="9531880" y="770889"/>
                </a:moveTo>
                <a:lnTo>
                  <a:pt x="9516681" y="770889"/>
                </a:lnTo>
                <a:lnTo>
                  <a:pt x="9520516" y="764539"/>
                </a:lnTo>
                <a:lnTo>
                  <a:pt x="9520339" y="765810"/>
                </a:lnTo>
                <a:lnTo>
                  <a:pt x="9535380" y="765810"/>
                </a:lnTo>
                <a:lnTo>
                  <a:pt x="9534690" y="767079"/>
                </a:lnTo>
                <a:lnTo>
                  <a:pt x="9531880" y="770889"/>
                </a:lnTo>
                <a:close/>
              </a:path>
              <a:path w="9555480" h="835660">
                <a:moveTo>
                  <a:pt x="39423" y="770889"/>
                </a:moveTo>
                <a:lnTo>
                  <a:pt x="38798" y="770889"/>
                </a:lnTo>
                <a:lnTo>
                  <a:pt x="38608" y="769620"/>
                </a:lnTo>
                <a:lnTo>
                  <a:pt x="39423" y="770889"/>
                </a:lnTo>
                <a:close/>
              </a:path>
              <a:path w="9555480" h="835660">
                <a:moveTo>
                  <a:pt x="9528543" y="775970"/>
                </a:moveTo>
                <a:lnTo>
                  <a:pt x="9512795" y="775970"/>
                </a:lnTo>
                <a:lnTo>
                  <a:pt x="9516871" y="769620"/>
                </a:lnTo>
                <a:lnTo>
                  <a:pt x="9516681" y="770889"/>
                </a:lnTo>
                <a:lnTo>
                  <a:pt x="9531880" y="770889"/>
                </a:lnTo>
                <a:lnTo>
                  <a:pt x="9530943" y="772160"/>
                </a:lnTo>
                <a:lnTo>
                  <a:pt x="9528543" y="775970"/>
                </a:lnTo>
                <a:close/>
              </a:path>
              <a:path w="9555480" h="835660">
                <a:moveTo>
                  <a:pt x="43573" y="775970"/>
                </a:moveTo>
                <a:lnTo>
                  <a:pt x="42684" y="775970"/>
                </a:lnTo>
                <a:lnTo>
                  <a:pt x="42494" y="774700"/>
                </a:lnTo>
                <a:lnTo>
                  <a:pt x="43573" y="775970"/>
                </a:lnTo>
                <a:close/>
              </a:path>
              <a:path w="9555480" h="835660">
                <a:moveTo>
                  <a:pt x="9513417" y="793750"/>
                </a:moveTo>
                <a:lnTo>
                  <a:pt x="9495015" y="793750"/>
                </a:lnTo>
                <a:lnTo>
                  <a:pt x="9499993" y="788670"/>
                </a:lnTo>
                <a:lnTo>
                  <a:pt x="9499777" y="788670"/>
                </a:lnTo>
                <a:lnTo>
                  <a:pt x="9504540" y="784860"/>
                </a:lnTo>
                <a:lnTo>
                  <a:pt x="9504324" y="784860"/>
                </a:lnTo>
                <a:lnTo>
                  <a:pt x="9508871" y="779779"/>
                </a:lnTo>
                <a:lnTo>
                  <a:pt x="9508667" y="779779"/>
                </a:lnTo>
                <a:lnTo>
                  <a:pt x="9512985" y="774700"/>
                </a:lnTo>
                <a:lnTo>
                  <a:pt x="9512795" y="775970"/>
                </a:lnTo>
                <a:lnTo>
                  <a:pt x="9528543" y="775970"/>
                </a:lnTo>
                <a:lnTo>
                  <a:pt x="9526943" y="778510"/>
                </a:lnTo>
                <a:lnTo>
                  <a:pt x="9522688" y="783589"/>
                </a:lnTo>
                <a:lnTo>
                  <a:pt x="9518167" y="788670"/>
                </a:lnTo>
                <a:lnTo>
                  <a:pt x="9513417" y="793750"/>
                </a:lnTo>
                <a:close/>
              </a:path>
              <a:path w="9555480" h="835660">
                <a:moveTo>
                  <a:pt x="61521" y="793750"/>
                </a:moveTo>
                <a:lnTo>
                  <a:pt x="60464" y="793750"/>
                </a:lnTo>
                <a:lnTo>
                  <a:pt x="60223" y="792479"/>
                </a:lnTo>
                <a:lnTo>
                  <a:pt x="61521" y="793750"/>
                </a:lnTo>
                <a:close/>
              </a:path>
              <a:path w="9555480" h="835660">
                <a:moveTo>
                  <a:pt x="9509674" y="797560"/>
                </a:moveTo>
                <a:lnTo>
                  <a:pt x="9490062" y="797560"/>
                </a:lnTo>
                <a:lnTo>
                  <a:pt x="9495256" y="792479"/>
                </a:lnTo>
                <a:lnTo>
                  <a:pt x="9495015" y="793750"/>
                </a:lnTo>
                <a:lnTo>
                  <a:pt x="9513417" y="793750"/>
                </a:lnTo>
                <a:lnTo>
                  <a:pt x="9509674" y="797560"/>
                </a:lnTo>
                <a:close/>
              </a:path>
              <a:path w="9555480" h="835660">
                <a:moveTo>
                  <a:pt x="66958" y="797560"/>
                </a:moveTo>
                <a:lnTo>
                  <a:pt x="65417" y="797560"/>
                </a:lnTo>
                <a:lnTo>
                  <a:pt x="65163" y="796289"/>
                </a:lnTo>
                <a:lnTo>
                  <a:pt x="66958" y="797560"/>
                </a:lnTo>
                <a:close/>
              </a:path>
              <a:path w="9555480" h="835660">
                <a:moveTo>
                  <a:pt x="9470942" y="822960"/>
                </a:moveTo>
                <a:lnTo>
                  <a:pt x="9418446" y="822960"/>
                </a:lnTo>
                <a:lnTo>
                  <a:pt x="9425419" y="821689"/>
                </a:lnTo>
                <a:lnTo>
                  <a:pt x="9431655" y="821689"/>
                </a:lnTo>
                <a:lnTo>
                  <a:pt x="9438411" y="820420"/>
                </a:lnTo>
                <a:lnTo>
                  <a:pt x="9438093" y="820420"/>
                </a:lnTo>
                <a:lnTo>
                  <a:pt x="9444736" y="819150"/>
                </a:lnTo>
                <a:lnTo>
                  <a:pt x="9444431" y="819150"/>
                </a:lnTo>
                <a:lnTo>
                  <a:pt x="9450946" y="816610"/>
                </a:lnTo>
                <a:lnTo>
                  <a:pt x="9450641" y="816610"/>
                </a:lnTo>
                <a:lnTo>
                  <a:pt x="9457029" y="815339"/>
                </a:lnTo>
                <a:lnTo>
                  <a:pt x="9456724" y="815339"/>
                </a:lnTo>
                <a:lnTo>
                  <a:pt x="9462960" y="812800"/>
                </a:lnTo>
                <a:lnTo>
                  <a:pt x="9462681" y="812800"/>
                </a:lnTo>
                <a:lnTo>
                  <a:pt x="9468751" y="810260"/>
                </a:lnTo>
                <a:lnTo>
                  <a:pt x="9468472" y="810260"/>
                </a:lnTo>
                <a:lnTo>
                  <a:pt x="9474403" y="807720"/>
                </a:lnTo>
                <a:lnTo>
                  <a:pt x="9474123" y="807720"/>
                </a:lnTo>
                <a:lnTo>
                  <a:pt x="9479876" y="803910"/>
                </a:lnTo>
                <a:lnTo>
                  <a:pt x="9479610" y="803910"/>
                </a:lnTo>
                <a:lnTo>
                  <a:pt x="9485185" y="800100"/>
                </a:lnTo>
                <a:lnTo>
                  <a:pt x="9484931" y="800100"/>
                </a:lnTo>
                <a:lnTo>
                  <a:pt x="9490316" y="796289"/>
                </a:lnTo>
                <a:lnTo>
                  <a:pt x="9490062" y="797560"/>
                </a:lnTo>
                <a:lnTo>
                  <a:pt x="9509674" y="797560"/>
                </a:lnTo>
                <a:lnTo>
                  <a:pt x="9508426" y="798829"/>
                </a:lnTo>
                <a:lnTo>
                  <a:pt x="9503219" y="802639"/>
                </a:lnTo>
                <a:lnTo>
                  <a:pt x="9497796" y="807720"/>
                </a:lnTo>
                <a:lnTo>
                  <a:pt x="9492170" y="811529"/>
                </a:lnTo>
                <a:lnTo>
                  <a:pt x="9486341" y="815339"/>
                </a:lnTo>
                <a:lnTo>
                  <a:pt x="9480321" y="817879"/>
                </a:lnTo>
                <a:lnTo>
                  <a:pt x="9474123" y="821689"/>
                </a:lnTo>
                <a:lnTo>
                  <a:pt x="9470942" y="822960"/>
                </a:lnTo>
                <a:close/>
              </a:path>
              <a:path w="9555480" h="835660">
                <a:moveTo>
                  <a:pt x="9419247" y="835660"/>
                </a:moveTo>
                <a:lnTo>
                  <a:pt x="136232" y="835660"/>
                </a:lnTo>
                <a:lnTo>
                  <a:pt x="128943" y="834389"/>
                </a:lnTo>
                <a:lnTo>
                  <a:pt x="9426536" y="834389"/>
                </a:lnTo>
                <a:lnTo>
                  <a:pt x="9419247" y="835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94004" y="3671328"/>
            <a:ext cx="10586085" cy="1236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48640" indent="-457200">
              <a:lnSpc>
                <a:spcPct val="100000"/>
              </a:lnSpc>
              <a:spcBef>
                <a:spcPts val="95"/>
              </a:spcBef>
              <a:buFont typeface="Wingdings"/>
              <a:buChar char=""/>
              <a:tabLst>
                <a:tab pos="549275" algn="l"/>
              </a:tabLst>
            </a:pPr>
            <a:r>
              <a:rPr dirty="0" sz="2800">
                <a:latin typeface="华文楷体"/>
                <a:cs typeface="华文楷体"/>
              </a:rPr>
              <a:t>平衡态是</a:t>
            </a: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理想</a:t>
            </a:r>
            <a:r>
              <a:rPr dirty="0" sz="2800">
                <a:latin typeface="华文楷体"/>
                <a:cs typeface="华文楷体"/>
              </a:rPr>
              <a:t>情</a:t>
            </a:r>
            <a:r>
              <a:rPr dirty="0" sz="2800" spc="-5">
                <a:latin typeface="华文楷体"/>
                <a:cs typeface="华文楷体"/>
              </a:rPr>
              <a:t>况</a:t>
            </a:r>
            <a:endParaRPr sz="2800">
              <a:latin typeface="华文楷体"/>
              <a:cs typeface="华文楷体"/>
            </a:endParaRPr>
          </a:p>
          <a:p>
            <a:pPr marL="548640" indent="-457200">
              <a:lnSpc>
                <a:spcPct val="100000"/>
              </a:lnSpc>
              <a:spcBef>
                <a:spcPts val="2815"/>
              </a:spcBef>
              <a:buFont typeface="Wingdings"/>
              <a:buChar char=""/>
              <a:tabLst>
                <a:tab pos="549275" algn="l"/>
              </a:tabLst>
            </a:pPr>
            <a:r>
              <a:rPr dirty="0" baseline="-5952" sz="4200">
                <a:latin typeface="华文楷体"/>
                <a:cs typeface="华文楷体"/>
              </a:rPr>
              <a:t>热</a:t>
            </a:r>
            <a:r>
              <a:rPr dirty="0" baseline="-5952" sz="4200" spc="-3397">
                <a:latin typeface="华文楷体"/>
                <a:cs typeface="华文楷体"/>
              </a:rPr>
              <a:t>力</a:t>
            </a:r>
            <a:r>
              <a:rPr dirty="0" sz="2800" spc="-540">
                <a:solidFill>
                  <a:srgbClr val="FFFFFF"/>
                </a:solidFill>
                <a:latin typeface="华文楷体"/>
                <a:cs typeface="华文楷体"/>
              </a:rPr>
              <a:t>系</a:t>
            </a:r>
            <a:r>
              <a:rPr dirty="0" baseline="-5952" sz="4200" spc="-3397">
                <a:latin typeface="华文楷体"/>
                <a:cs typeface="华文楷体"/>
              </a:rPr>
              <a:t>学</a:t>
            </a:r>
            <a:r>
              <a:rPr dirty="0" sz="2800" spc="-540">
                <a:solidFill>
                  <a:srgbClr val="FFFFFF"/>
                </a:solidFill>
                <a:latin typeface="华文楷体"/>
                <a:cs typeface="华文楷体"/>
              </a:rPr>
              <a:t>统</a:t>
            </a:r>
            <a:r>
              <a:rPr dirty="0" baseline="-5952" sz="4200" spc="-3397">
                <a:latin typeface="华文楷体"/>
                <a:cs typeface="华文楷体"/>
              </a:rPr>
              <a:t>平</a:t>
            </a:r>
            <a:r>
              <a:rPr dirty="0" sz="2800" spc="-540">
                <a:solidFill>
                  <a:srgbClr val="FFFFFF"/>
                </a:solidFill>
                <a:latin typeface="华文楷体"/>
                <a:cs typeface="华文楷体"/>
              </a:rPr>
              <a:t>达</a:t>
            </a:r>
            <a:r>
              <a:rPr dirty="0" baseline="-5952" sz="4200" spc="-3397">
                <a:latin typeface="华文楷体"/>
                <a:cs typeface="华文楷体"/>
              </a:rPr>
              <a:t>衡</a:t>
            </a:r>
            <a:r>
              <a:rPr dirty="0" sz="2800" spc="-540">
                <a:solidFill>
                  <a:srgbClr val="FFFFFF"/>
                </a:solidFill>
                <a:latin typeface="华文楷体"/>
                <a:cs typeface="华文楷体"/>
              </a:rPr>
              <a:t>到</a:t>
            </a:r>
            <a:r>
              <a:rPr dirty="0" baseline="-5952" sz="4200" spc="-3397">
                <a:latin typeface="华文楷体"/>
                <a:cs typeface="华文楷体"/>
              </a:rPr>
              <a:t>态</a:t>
            </a:r>
            <a:r>
              <a:rPr dirty="0" sz="2800" spc="-540">
                <a:solidFill>
                  <a:srgbClr val="FFFFFF"/>
                </a:solidFill>
                <a:latin typeface="华文楷体"/>
                <a:cs typeface="华文楷体"/>
              </a:rPr>
              <a:t>平</a:t>
            </a:r>
            <a:r>
              <a:rPr dirty="0" baseline="-5952" sz="4200" spc="-3397">
                <a:latin typeface="华文楷体"/>
                <a:cs typeface="华文楷体"/>
              </a:rPr>
              <a:t>是</a:t>
            </a:r>
            <a:r>
              <a:rPr dirty="0" sz="2800" spc="-540">
                <a:solidFill>
                  <a:srgbClr val="FFFFFF"/>
                </a:solidFill>
                <a:latin typeface="华文楷体"/>
                <a:cs typeface="华文楷体"/>
              </a:rPr>
              <a:t>衡</a:t>
            </a:r>
            <a:r>
              <a:rPr dirty="0" baseline="-5952" sz="4200" spc="-3397">
                <a:latin typeface="华文楷体"/>
                <a:cs typeface="华文楷体"/>
              </a:rPr>
              <a:t>一</a:t>
            </a:r>
            <a:r>
              <a:rPr dirty="0" sz="2800" spc="-540">
                <a:solidFill>
                  <a:srgbClr val="FFFFFF"/>
                </a:solidFill>
                <a:latin typeface="华文楷体"/>
                <a:cs typeface="华文楷体"/>
              </a:rPr>
              <a:t>态</a:t>
            </a:r>
            <a:r>
              <a:rPr dirty="0" baseline="-5952" sz="4200" spc="-3397">
                <a:latin typeface="华文楷体"/>
                <a:cs typeface="华文楷体"/>
              </a:rPr>
              <a:t>种</a:t>
            </a:r>
            <a:r>
              <a:rPr dirty="0" sz="2800" spc="-540">
                <a:solidFill>
                  <a:srgbClr val="FFFFFF"/>
                </a:solidFill>
                <a:latin typeface="华文楷体"/>
                <a:cs typeface="华文楷体"/>
              </a:rPr>
              <a:t>时</a:t>
            </a:r>
            <a:r>
              <a:rPr dirty="0" baseline="-5952" sz="4200" spc="-3397">
                <a:solidFill>
                  <a:srgbClr val="FF0000"/>
                </a:solidFill>
                <a:latin typeface="华文楷体"/>
                <a:cs typeface="华文楷体"/>
              </a:rPr>
              <a:t>动</a:t>
            </a:r>
            <a:r>
              <a:rPr dirty="0" sz="2800" spc="-540">
                <a:solidFill>
                  <a:srgbClr val="FFFFFF"/>
                </a:solidFill>
                <a:latin typeface="华文楷体"/>
                <a:cs typeface="华文楷体"/>
              </a:rPr>
              <a:t>，</a:t>
            </a:r>
            <a:r>
              <a:rPr dirty="0" baseline="-5952" sz="4200" spc="-3397">
                <a:solidFill>
                  <a:srgbClr val="FF0000"/>
                </a:solidFill>
                <a:latin typeface="华文楷体"/>
                <a:cs typeface="华文楷体"/>
              </a:rPr>
              <a:t>态</a:t>
            </a:r>
            <a:r>
              <a:rPr dirty="0" sz="2800" spc="-540">
                <a:solidFill>
                  <a:srgbClr val="FFFFFF"/>
                </a:solidFill>
                <a:latin typeface="华文楷体"/>
                <a:cs typeface="华文楷体"/>
              </a:rPr>
              <a:t>微</a:t>
            </a:r>
            <a:r>
              <a:rPr dirty="0" baseline="-5952" sz="4200" spc="-3397">
                <a:solidFill>
                  <a:srgbClr val="FF0000"/>
                </a:solidFill>
                <a:latin typeface="华文楷体"/>
                <a:cs typeface="华文楷体"/>
              </a:rPr>
              <a:t>平</a:t>
            </a:r>
            <a:r>
              <a:rPr dirty="0" sz="2800" spc="-540">
                <a:solidFill>
                  <a:srgbClr val="FFFFFF"/>
                </a:solidFill>
                <a:latin typeface="华文楷体"/>
                <a:cs typeface="华文楷体"/>
              </a:rPr>
              <a:t>观</a:t>
            </a:r>
            <a:r>
              <a:rPr dirty="0" baseline="-5952" sz="4200" spc="-3397">
                <a:solidFill>
                  <a:srgbClr val="FF0000"/>
                </a:solidFill>
                <a:latin typeface="华文楷体"/>
                <a:cs typeface="华文楷体"/>
              </a:rPr>
              <a:t>衡</a:t>
            </a:r>
            <a:r>
              <a:rPr dirty="0" sz="2800">
                <a:solidFill>
                  <a:srgbClr val="FFFFFF"/>
                </a:solidFill>
                <a:latin typeface="华文楷体"/>
                <a:cs typeface="华文楷体"/>
              </a:rPr>
              <a:t>上的每一个粒子是否都处于平衡呢</a:t>
            </a:r>
            <a:r>
              <a:rPr dirty="0" sz="2800" spc="-5">
                <a:solidFill>
                  <a:srgbClr val="FFFFFF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2919" y="1214627"/>
            <a:ext cx="6010656" cy="1277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58087" y="1185760"/>
            <a:ext cx="636270" cy="915669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spc="-5" b="1">
                <a:latin typeface="Times New Roman"/>
                <a:cs typeface="Times New Roman"/>
              </a:rPr>
              <a:t>10</a:t>
            </a:r>
            <a:r>
              <a:rPr dirty="0" baseline="21367" sz="1950" spc="-7" b="1">
                <a:latin typeface="Times New Roman"/>
                <a:cs typeface="Times New Roman"/>
              </a:rPr>
              <a:t>o</a:t>
            </a:r>
            <a:r>
              <a:rPr dirty="0" sz="2000" spc="-5" b="1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  <a:p>
            <a:pPr marL="72390">
              <a:lnSpc>
                <a:spcPct val="100000"/>
              </a:lnSpc>
              <a:spcBef>
                <a:spcPts val="1105"/>
              </a:spcBef>
            </a:pPr>
            <a:r>
              <a:rPr dirty="0" sz="2000" spc="-5" b="1">
                <a:latin typeface="Times New Roman"/>
                <a:cs typeface="Times New Roman"/>
              </a:rPr>
              <a:t>5at</a:t>
            </a:r>
            <a:r>
              <a:rPr dirty="0" sz="2000" b="1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7106" y="1289824"/>
            <a:ext cx="767080" cy="80708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775"/>
              </a:spcBef>
            </a:pPr>
            <a:r>
              <a:rPr dirty="0" sz="2000" spc="-5" b="1">
                <a:latin typeface="Times New Roman"/>
                <a:cs typeface="Times New Roman"/>
              </a:rPr>
              <a:t>12</a:t>
            </a:r>
            <a:r>
              <a:rPr dirty="0" baseline="21367" sz="1950" spc="-7" b="1">
                <a:latin typeface="Times New Roman"/>
                <a:cs typeface="Times New Roman"/>
              </a:rPr>
              <a:t>o</a:t>
            </a:r>
            <a:r>
              <a:rPr dirty="0" sz="2000" spc="-5" b="1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000" spc="-5" b="1">
                <a:latin typeface="Times New Roman"/>
                <a:cs typeface="Times New Roman"/>
              </a:rPr>
              <a:t>5.5at</a:t>
            </a:r>
            <a:r>
              <a:rPr dirty="0" sz="2000" b="1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57955" y="1737360"/>
            <a:ext cx="304800" cy="3307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43198" y="1723364"/>
            <a:ext cx="334010" cy="360045"/>
          </a:xfrm>
          <a:custGeom>
            <a:avLst/>
            <a:gdLst/>
            <a:ahLst/>
            <a:cxnLst/>
            <a:rect l="l" t="t" r="r" b="b"/>
            <a:pathLst>
              <a:path w="334010" h="360044">
                <a:moveTo>
                  <a:pt x="333540" y="359613"/>
                </a:moveTo>
                <a:lnTo>
                  <a:pt x="0" y="359613"/>
                </a:lnTo>
                <a:lnTo>
                  <a:pt x="0" y="0"/>
                </a:lnTo>
                <a:lnTo>
                  <a:pt x="333540" y="0"/>
                </a:lnTo>
                <a:lnTo>
                  <a:pt x="33354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31038"/>
                </a:lnTo>
                <a:lnTo>
                  <a:pt x="14287" y="331038"/>
                </a:lnTo>
                <a:lnTo>
                  <a:pt x="28575" y="345325"/>
                </a:lnTo>
                <a:lnTo>
                  <a:pt x="333540" y="345325"/>
                </a:lnTo>
                <a:lnTo>
                  <a:pt x="333540" y="359613"/>
                </a:lnTo>
                <a:close/>
              </a:path>
              <a:path w="334010" h="36004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334010" h="360044">
                <a:moveTo>
                  <a:pt x="30496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304965" y="14287"/>
                </a:lnTo>
                <a:lnTo>
                  <a:pt x="304965" y="28575"/>
                </a:lnTo>
                <a:close/>
              </a:path>
              <a:path w="334010" h="360044">
                <a:moveTo>
                  <a:pt x="304965" y="345325"/>
                </a:moveTo>
                <a:lnTo>
                  <a:pt x="304965" y="14287"/>
                </a:lnTo>
                <a:lnTo>
                  <a:pt x="319252" y="28575"/>
                </a:lnTo>
                <a:lnTo>
                  <a:pt x="333540" y="28575"/>
                </a:lnTo>
                <a:lnTo>
                  <a:pt x="333540" y="331038"/>
                </a:lnTo>
                <a:lnTo>
                  <a:pt x="319252" y="331038"/>
                </a:lnTo>
                <a:lnTo>
                  <a:pt x="304965" y="345325"/>
                </a:lnTo>
                <a:close/>
              </a:path>
              <a:path w="334010" h="360044">
                <a:moveTo>
                  <a:pt x="333540" y="28575"/>
                </a:moveTo>
                <a:lnTo>
                  <a:pt x="319252" y="28575"/>
                </a:lnTo>
                <a:lnTo>
                  <a:pt x="304965" y="14287"/>
                </a:lnTo>
                <a:lnTo>
                  <a:pt x="333540" y="14287"/>
                </a:lnTo>
                <a:lnTo>
                  <a:pt x="333540" y="28575"/>
                </a:lnTo>
                <a:close/>
              </a:path>
              <a:path w="334010" h="360044">
                <a:moveTo>
                  <a:pt x="28575" y="345325"/>
                </a:moveTo>
                <a:lnTo>
                  <a:pt x="14287" y="331038"/>
                </a:lnTo>
                <a:lnTo>
                  <a:pt x="28575" y="331038"/>
                </a:lnTo>
                <a:lnTo>
                  <a:pt x="28575" y="345325"/>
                </a:lnTo>
                <a:close/>
              </a:path>
              <a:path w="334010" h="360044">
                <a:moveTo>
                  <a:pt x="304965" y="345325"/>
                </a:moveTo>
                <a:lnTo>
                  <a:pt x="28575" y="345325"/>
                </a:lnTo>
                <a:lnTo>
                  <a:pt x="28575" y="331038"/>
                </a:lnTo>
                <a:lnTo>
                  <a:pt x="304965" y="331038"/>
                </a:lnTo>
                <a:lnTo>
                  <a:pt x="304965" y="345325"/>
                </a:lnTo>
                <a:close/>
              </a:path>
              <a:path w="334010" h="360044">
                <a:moveTo>
                  <a:pt x="333540" y="345325"/>
                </a:moveTo>
                <a:lnTo>
                  <a:pt x="304965" y="345325"/>
                </a:lnTo>
                <a:lnTo>
                  <a:pt x="319252" y="331038"/>
                </a:lnTo>
                <a:lnTo>
                  <a:pt x="333540" y="331038"/>
                </a:lnTo>
                <a:lnTo>
                  <a:pt x="333540" y="345325"/>
                </a:lnTo>
                <a:close/>
              </a:path>
            </a:pathLst>
          </a:custGeom>
          <a:solidFill>
            <a:srgbClr val="07070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61499" y="1550161"/>
            <a:ext cx="40640" cy="238760"/>
          </a:xfrm>
          <a:custGeom>
            <a:avLst/>
            <a:gdLst/>
            <a:ahLst/>
            <a:cxnLst/>
            <a:rect l="l" t="t" r="r" b="b"/>
            <a:pathLst>
              <a:path w="40639" h="238760">
                <a:moveTo>
                  <a:pt x="2108" y="238455"/>
                </a:moveTo>
                <a:lnTo>
                  <a:pt x="0" y="330"/>
                </a:lnTo>
                <a:lnTo>
                  <a:pt x="38087" y="0"/>
                </a:lnTo>
                <a:lnTo>
                  <a:pt x="40208" y="238125"/>
                </a:lnTo>
                <a:lnTo>
                  <a:pt x="2108" y="238455"/>
                </a:lnTo>
                <a:close/>
              </a:path>
            </a:pathLst>
          </a:custGeom>
          <a:solidFill>
            <a:srgbClr val="07070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77158" y="1551120"/>
            <a:ext cx="407034" cy="0"/>
          </a:xfrm>
          <a:custGeom>
            <a:avLst/>
            <a:gdLst/>
            <a:ahLst/>
            <a:cxnLst/>
            <a:rect l="l" t="t" r="r" b="b"/>
            <a:pathLst>
              <a:path w="407035" h="0">
                <a:moveTo>
                  <a:pt x="0" y="0"/>
                </a:moveTo>
                <a:lnTo>
                  <a:pt x="406768" y="0"/>
                </a:lnTo>
              </a:path>
            </a:pathLst>
          </a:custGeom>
          <a:ln w="39687">
            <a:solidFill>
              <a:srgbClr val="07070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210509" y="2769057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绝热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55990" y="2535351"/>
            <a:ext cx="634365" cy="304165"/>
          </a:xfrm>
          <a:custGeom>
            <a:avLst/>
            <a:gdLst/>
            <a:ahLst/>
            <a:cxnLst/>
            <a:rect l="l" t="t" r="r" b="b"/>
            <a:pathLst>
              <a:path w="634364" h="304164">
                <a:moveTo>
                  <a:pt x="622630" y="303898"/>
                </a:moveTo>
                <a:lnTo>
                  <a:pt x="0" y="26085"/>
                </a:lnTo>
                <a:lnTo>
                  <a:pt x="11645" y="0"/>
                </a:lnTo>
                <a:lnTo>
                  <a:pt x="634276" y="277812"/>
                </a:lnTo>
                <a:lnTo>
                  <a:pt x="622630" y="30389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44783" y="2471178"/>
            <a:ext cx="557530" cy="362585"/>
          </a:xfrm>
          <a:custGeom>
            <a:avLst/>
            <a:gdLst/>
            <a:ahLst/>
            <a:cxnLst/>
            <a:rect l="l" t="t" r="r" b="b"/>
            <a:pathLst>
              <a:path w="557529" h="362585">
                <a:moveTo>
                  <a:pt x="15125" y="362394"/>
                </a:moveTo>
                <a:lnTo>
                  <a:pt x="0" y="338137"/>
                </a:lnTo>
                <a:lnTo>
                  <a:pt x="542163" y="0"/>
                </a:lnTo>
                <a:lnTo>
                  <a:pt x="557288" y="24244"/>
                </a:lnTo>
                <a:lnTo>
                  <a:pt x="15125" y="36239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72586" y="1947811"/>
            <a:ext cx="0" cy="807085"/>
          </a:xfrm>
          <a:custGeom>
            <a:avLst/>
            <a:gdLst/>
            <a:ahLst/>
            <a:cxnLst/>
            <a:rect l="l" t="t" r="r" b="b"/>
            <a:pathLst>
              <a:path w="0" h="807085">
                <a:moveTo>
                  <a:pt x="0" y="0"/>
                </a:moveTo>
                <a:lnTo>
                  <a:pt x="0" y="806678"/>
                </a:lnTo>
              </a:path>
            </a:pathLst>
          </a:custGeom>
          <a:ln w="349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36586" y="1130769"/>
            <a:ext cx="1748789" cy="550545"/>
          </a:xfrm>
          <a:custGeom>
            <a:avLst/>
            <a:gdLst/>
            <a:ahLst/>
            <a:cxnLst/>
            <a:rect l="l" t="t" r="r" b="b"/>
            <a:pathLst>
              <a:path w="1748790" h="550544">
                <a:moveTo>
                  <a:pt x="4762" y="545604"/>
                </a:moveTo>
                <a:lnTo>
                  <a:pt x="0" y="545604"/>
                </a:lnTo>
                <a:lnTo>
                  <a:pt x="0" y="507504"/>
                </a:lnTo>
                <a:lnTo>
                  <a:pt x="9525" y="507504"/>
                </a:lnTo>
                <a:lnTo>
                  <a:pt x="9525" y="540842"/>
                </a:lnTo>
                <a:lnTo>
                  <a:pt x="4762" y="540842"/>
                </a:lnTo>
                <a:lnTo>
                  <a:pt x="4762" y="545604"/>
                </a:lnTo>
                <a:close/>
              </a:path>
              <a:path w="1748790" h="550544">
                <a:moveTo>
                  <a:pt x="29908" y="550367"/>
                </a:moveTo>
                <a:lnTo>
                  <a:pt x="4762" y="550367"/>
                </a:lnTo>
                <a:lnTo>
                  <a:pt x="4762" y="540842"/>
                </a:lnTo>
                <a:lnTo>
                  <a:pt x="9525" y="540842"/>
                </a:lnTo>
                <a:lnTo>
                  <a:pt x="9525" y="545604"/>
                </a:lnTo>
                <a:lnTo>
                  <a:pt x="29908" y="545604"/>
                </a:lnTo>
                <a:lnTo>
                  <a:pt x="29908" y="550367"/>
                </a:lnTo>
                <a:close/>
              </a:path>
              <a:path w="1748790" h="550544">
                <a:moveTo>
                  <a:pt x="29908" y="545604"/>
                </a:moveTo>
                <a:lnTo>
                  <a:pt x="9525" y="545604"/>
                </a:lnTo>
                <a:lnTo>
                  <a:pt x="9525" y="540842"/>
                </a:lnTo>
                <a:lnTo>
                  <a:pt x="29908" y="540842"/>
                </a:lnTo>
                <a:lnTo>
                  <a:pt x="29908" y="545604"/>
                </a:lnTo>
                <a:close/>
              </a:path>
              <a:path w="1748790" h="550544">
                <a:moveTo>
                  <a:pt x="9525" y="478929"/>
                </a:moveTo>
                <a:lnTo>
                  <a:pt x="0" y="478929"/>
                </a:lnTo>
                <a:lnTo>
                  <a:pt x="0" y="440829"/>
                </a:lnTo>
                <a:lnTo>
                  <a:pt x="9525" y="440829"/>
                </a:lnTo>
                <a:lnTo>
                  <a:pt x="9525" y="478929"/>
                </a:lnTo>
                <a:close/>
              </a:path>
              <a:path w="1748790" h="550544">
                <a:moveTo>
                  <a:pt x="9525" y="412254"/>
                </a:moveTo>
                <a:lnTo>
                  <a:pt x="0" y="412254"/>
                </a:lnTo>
                <a:lnTo>
                  <a:pt x="0" y="374154"/>
                </a:lnTo>
                <a:lnTo>
                  <a:pt x="9525" y="374154"/>
                </a:lnTo>
                <a:lnTo>
                  <a:pt x="9525" y="412254"/>
                </a:lnTo>
                <a:close/>
              </a:path>
              <a:path w="1748790" h="550544">
                <a:moveTo>
                  <a:pt x="9525" y="345579"/>
                </a:moveTo>
                <a:lnTo>
                  <a:pt x="0" y="345579"/>
                </a:lnTo>
                <a:lnTo>
                  <a:pt x="0" y="307479"/>
                </a:lnTo>
                <a:lnTo>
                  <a:pt x="9525" y="307479"/>
                </a:lnTo>
                <a:lnTo>
                  <a:pt x="9525" y="345579"/>
                </a:lnTo>
                <a:close/>
              </a:path>
              <a:path w="1748790" h="550544">
                <a:moveTo>
                  <a:pt x="9525" y="278904"/>
                </a:moveTo>
                <a:lnTo>
                  <a:pt x="0" y="278904"/>
                </a:lnTo>
                <a:lnTo>
                  <a:pt x="0" y="240804"/>
                </a:lnTo>
                <a:lnTo>
                  <a:pt x="9525" y="240804"/>
                </a:lnTo>
                <a:lnTo>
                  <a:pt x="9525" y="278904"/>
                </a:lnTo>
                <a:close/>
              </a:path>
              <a:path w="1748790" h="550544">
                <a:moveTo>
                  <a:pt x="9525" y="212229"/>
                </a:moveTo>
                <a:lnTo>
                  <a:pt x="0" y="212229"/>
                </a:lnTo>
                <a:lnTo>
                  <a:pt x="0" y="174129"/>
                </a:lnTo>
                <a:lnTo>
                  <a:pt x="9525" y="174129"/>
                </a:lnTo>
                <a:lnTo>
                  <a:pt x="9525" y="212229"/>
                </a:lnTo>
                <a:close/>
              </a:path>
              <a:path w="1748790" h="550544">
                <a:moveTo>
                  <a:pt x="9525" y="145554"/>
                </a:moveTo>
                <a:lnTo>
                  <a:pt x="0" y="145554"/>
                </a:lnTo>
                <a:lnTo>
                  <a:pt x="0" y="107454"/>
                </a:lnTo>
                <a:lnTo>
                  <a:pt x="9525" y="107454"/>
                </a:lnTo>
                <a:lnTo>
                  <a:pt x="9525" y="145554"/>
                </a:lnTo>
                <a:close/>
              </a:path>
              <a:path w="1748790" h="550544">
                <a:moveTo>
                  <a:pt x="9525" y="78879"/>
                </a:moveTo>
                <a:lnTo>
                  <a:pt x="0" y="78879"/>
                </a:lnTo>
                <a:lnTo>
                  <a:pt x="0" y="40779"/>
                </a:lnTo>
                <a:lnTo>
                  <a:pt x="9525" y="40779"/>
                </a:lnTo>
                <a:lnTo>
                  <a:pt x="9525" y="78879"/>
                </a:lnTo>
                <a:close/>
              </a:path>
              <a:path w="1748790" h="550544">
                <a:moveTo>
                  <a:pt x="9525" y="12204"/>
                </a:moveTo>
                <a:lnTo>
                  <a:pt x="0" y="12204"/>
                </a:lnTo>
                <a:lnTo>
                  <a:pt x="0" y="0"/>
                </a:lnTo>
                <a:lnTo>
                  <a:pt x="35407" y="0"/>
                </a:lnTo>
                <a:lnTo>
                  <a:pt x="35407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12204"/>
                </a:lnTo>
                <a:close/>
              </a:path>
              <a:path w="1748790" h="550544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1748790" h="550544">
                <a:moveTo>
                  <a:pt x="35407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35407" y="4762"/>
                </a:lnTo>
                <a:lnTo>
                  <a:pt x="35407" y="9524"/>
                </a:lnTo>
                <a:close/>
              </a:path>
              <a:path w="1748790" h="550544">
                <a:moveTo>
                  <a:pt x="102082" y="9524"/>
                </a:moveTo>
                <a:lnTo>
                  <a:pt x="63982" y="9524"/>
                </a:lnTo>
                <a:lnTo>
                  <a:pt x="63982" y="0"/>
                </a:lnTo>
                <a:lnTo>
                  <a:pt x="102082" y="0"/>
                </a:lnTo>
                <a:lnTo>
                  <a:pt x="102082" y="9524"/>
                </a:lnTo>
                <a:close/>
              </a:path>
              <a:path w="1748790" h="550544">
                <a:moveTo>
                  <a:pt x="168757" y="9524"/>
                </a:moveTo>
                <a:lnTo>
                  <a:pt x="130657" y="9524"/>
                </a:lnTo>
                <a:lnTo>
                  <a:pt x="130657" y="0"/>
                </a:lnTo>
                <a:lnTo>
                  <a:pt x="168757" y="0"/>
                </a:lnTo>
                <a:lnTo>
                  <a:pt x="168757" y="9524"/>
                </a:lnTo>
                <a:close/>
              </a:path>
              <a:path w="1748790" h="550544">
                <a:moveTo>
                  <a:pt x="235432" y="9524"/>
                </a:moveTo>
                <a:lnTo>
                  <a:pt x="197332" y="9524"/>
                </a:lnTo>
                <a:lnTo>
                  <a:pt x="197332" y="0"/>
                </a:lnTo>
                <a:lnTo>
                  <a:pt x="235432" y="0"/>
                </a:lnTo>
                <a:lnTo>
                  <a:pt x="235432" y="9524"/>
                </a:lnTo>
                <a:close/>
              </a:path>
              <a:path w="1748790" h="550544">
                <a:moveTo>
                  <a:pt x="302107" y="9524"/>
                </a:moveTo>
                <a:lnTo>
                  <a:pt x="264007" y="9524"/>
                </a:lnTo>
                <a:lnTo>
                  <a:pt x="264007" y="0"/>
                </a:lnTo>
                <a:lnTo>
                  <a:pt x="302107" y="0"/>
                </a:lnTo>
                <a:lnTo>
                  <a:pt x="302107" y="9524"/>
                </a:lnTo>
                <a:close/>
              </a:path>
              <a:path w="1748790" h="550544">
                <a:moveTo>
                  <a:pt x="368782" y="9524"/>
                </a:moveTo>
                <a:lnTo>
                  <a:pt x="330682" y="9524"/>
                </a:lnTo>
                <a:lnTo>
                  <a:pt x="330682" y="0"/>
                </a:lnTo>
                <a:lnTo>
                  <a:pt x="368782" y="0"/>
                </a:lnTo>
                <a:lnTo>
                  <a:pt x="368782" y="9524"/>
                </a:lnTo>
                <a:close/>
              </a:path>
              <a:path w="1748790" h="550544">
                <a:moveTo>
                  <a:pt x="435457" y="9524"/>
                </a:moveTo>
                <a:lnTo>
                  <a:pt x="397357" y="9524"/>
                </a:lnTo>
                <a:lnTo>
                  <a:pt x="397357" y="0"/>
                </a:lnTo>
                <a:lnTo>
                  <a:pt x="435457" y="0"/>
                </a:lnTo>
                <a:lnTo>
                  <a:pt x="435457" y="9524"/>
                </a:lnTo>
                <a:close/>
              </a:path>
              <a:path w="1748790" h="550544">
                <a:moveTo>
                  <a:pt x="502132" y="9524"/>
                </a:moveTo>
                <a:lnTo>
                  <a:pt x="464032" y="9524"/>
                </a:lnTo>
                <a:lnTo>
                  <a:pt x="464032" y="0"/>
                </a:lnTo>
                <a:lnTo>
                  <a:pt x="502132" y="0"/>
                </a:lnTo>
                <a:lnTo>
                  <a:pt x="502132" y="9524"/>
                </a:lnTo>
                <a:close/>
              </a:path>
              <a:path w="1748790" h="550544">
                <a:moveTo>
                  <a:pt x="568807" y="9524"/>
                </a:moveTo>
                <a:lnTo>
                  <a:pt x="530707" y="9524"/>
                </a:lnTo>
                <a:lnTo>
                  <a:pt x="530707" y="0"/>
                </a:lnTo>
                <a:lnTo>
                  <a:pt x="568807" y="0"/>
                </a:lnTo>
                <a:lnTo>
                  <a:pt x="568807" y="9524"/>
                </a:lnTo>
                <a:close/>
              </a:path>
              <a:path w="1748790" h="550544">
                <a:moveTo>
                  <a:pt x="635482" y="9524"/>
                </a:moveTo>
                <a:lnTo>
                  <a:pt x="597382" y="9524"/>
                </a:lnTo>
                <a:lnTo>
                  <a:pt x="597382" y="0"/>
                </a:lnTo>
                <a:lnTo>
                  <a:pt x="635482" y="0"/>
                </a:lnTo>
                <a:lnTo>
                  <a:pt x="635482" y="9524"/>
                </a:lnTo>
                <a:close/>
              </a:path>
              <a:path w="1748790" h="550544">
                <a:moveTo>
                  <a:pt x="702157" y="9524"/>
                </a:moveTo>
                <a:lnTo>
                  <a:pt x="664057" y="9524"/>
                </a:lnTo>
                <a:lnTo>
                  <a:pt x="664057" y="0"/>
                </a:lnTo>
                <a:lnTo>
                  <a:pt x="702157" y="0"/>
                </a:lnTo>
                <a:lnTo>
                  <a:pt x="702157" y="9524"/>
                </a:lnTo>
                <a:close/>
              </a:path>
              <a:path w="1748790" h="550544">
                <a:moveTo>
                  <a:pt x="768832" y="9524"/>
                </a:moveTo>
                <a:lnTo>
                  <a:pt x="730732" y="9524"/>
                </a:lnTo>
                <a:lnTo>
                  <a:pt x="730732" y="0"/>
                </a:lnTo>
                <a:lnTo>
                  <a:pt x="768832" y="0"/>
                </a:lnTo>
                <a:lnTo>
                  <a:pt x="768832" y="9524"/>
                </a:lnTo>
                <a:close/>
              </a:path>
              <a:path w="1748790" h="550544">
                <a:moveTo>
                  <a:pt x="835507" y="9524"/>
                </a:moveTo>
                <a:lnTo>
                  <a:pt x="797407" y="9524"/>
                </a:lnTo>
                <a:lnTo>
                  <a:pt x="797407" y="0"/>
                </a:lnTo>
                <a:lnTo>
                  <a:pt x="835507" y="0"/>
                </a:lnTo>
                <a:lnTo>
                  <a:pt x="835507" y="9524"/>
                </a:lnTo>
                <a:close/>
              </a:path>
              <a:path w="1748790" h="550544">
                <a:moveTo>
                  <a:pt x="902182" y="9524"/>
                </a:moveTo>
                <a:lnTo>
                  <a:pt x="864082" y="9524"/>
                </a:lnTo>
                <a:lnTo>
                  <a:pt x="864082" y="0"/>
                </a:lnTo>
                <a:lnTo>
                  <a:pt x="902182" y="0"/>
                </a:lnTo>
                <a:lnTo>
                  <a:pt x="902182" y="9524"/>
                </a:lnTo>
                <a:close/>
              </a:path>
              <a:path w="1748790" h="550544">
                <a:moveTo>
                  <a:pt x="968857" y="9524"/>
                </a:moveTo>
                <a:lnTo>
                  <a:pt x="930757" y="9524"/>
                </a:lnTo>
                <a:lnTo>
                  <a:pt x="930757" y="0"/>
                </a:lnTo>
                <a:lnTo>
                  <a:pt x="968857" y="0"/>
                </a:lnTo>
                <a:lnTo>
                  <a:pt x="968857" y="9524"/>
                </a:lnTo>
                <a:close/>
              </a:path>
              <a:path w="1748790" h="550544">
                <a:moveTo>
                  <a:pt x="1035532" y="9524"/>
                </a:moveTo>
                <a:lnTo>
                  <a:pt x="997432" y="9524"/>
                </a:lnTo>
                <a:lnTo>
                  <a:pt x="997432" y="0"/>
                </a:lnTo>
                <a:lnTo>
                  <a:pt x="1035532" y="0"/>
                </a:lnTo>
                <a:lnTo>
                  <a:pt x="1035532" y="9524"/>
                </a:lnTo>
                <a:close/>
              </a:path>
              <a:path w="1748790" h="550544">
                <a:moveTo>
                  <a:pt x="1102207" y="9524"/>
                </a:moveTo>
                <a:lnTo>
                  <a:pt x="1064107" y="9524"/>
                </a:lnTo>
                <a:lnTo>
                  <a:pt x="1064107" y="0"/>
                </a:lnTo>
                <a:lnTo>
                  <a:pt x="1102207" y="0"/>
                </a:lnTo>
                <a:lnTo>
                  <a:pt x="1102207" y="9524"/>
                </a:lnTo>
                <a:close/>
              </a:path>
              <a:path w="1748790" h="550544">
                <a:moveTo>
                  <a:pt x="1168882" y="9524"/>
                </a:moveTo>
                <a:lnTo>
                  <a:pt x="1130782" y="9524"/>
                </a:lnTo>
                <a:lnTo>
                  <a:pt x="1130782" y="0"/>
                </a:lnTo>
                <a:lnTo>
                  <a:pt x="1168882" y="0"/>
                </a:lnTo>
                <a:lnTo>
                  <a:pt x="1168882" y="9524"/>
                </a:lnTo>
                <a:close/>
              </a:path>
              <a:path w="1748790" h="550544">
                <a:moveTo>
                  <a:pt x="1235557" y="9524"/>
                </a:moveTo>
                <a:lnTo>
                  <a:pt x="1197457" y="9524"/>
                </a:lnTo>
                <a:lnTo>
                  <a:pt x="1197457" y="0"/>
                </a:lnTo>
                <a:lnTo>
                  <a:pt x="1235557" y="0"/>
                </a:lnTo>
                <a:lnTo>
                  <a:pt x="1235557" y="9524"/>
                </a:lnTo>
                <a:close/>
              </a:path>
              <a:path w="1748790" h="550544">
                <a:moveTo>
                  <a:pt x="1302232" y="9524"/>
                </a:moveTo>
                <a:lnTo>
                  <a:pt x="1264132" y="9524"/>
                </a:lnTo>
                <a:lnTo>
                  <a:pt x="1264132" y="0"/>
                </a:lnTo>
                <a:lnTo>
                  <a:pt x="1302232" y="0"/>
                </a:lnTo>
                <a:lnTo>
                  <a:pt x="1302232" y="9524"/>
                </a:lnTo>
                <a:close/>
              </a:path>
              <a:path w="1748790" h="550544">
                <a:moveTo>
                  <a:pt x="1368907" y="9524"/>
                </a:moveTo>
                <a:lnTo>
                  <a:pt x="1330807" y="9524"/>
                </a:lnTo>
                <a:lnTo>
                  <a:pt x="1330807" y="0"/>
                </a:lnTo>
                <a:lnTo>
                  <a:pt x="1368907" y="0"/>
                </a:lnTo>
                <a:lnTo>
                  <a:pt x="1368907" y="9524"/>
                </a:lnTo>
                <a:close/>
              </a:path>
              <a:path w="1748790" h="550544">
                <a:moveTo>
                  <a:pt x="1435582" y="9524"/>
                </a:moveTo>
                <a:lnTo>
                  <a:pt x="1397482" y="9524"/>
                </a:lnTo>
                <a:lnTo>
                  <a:pt x="1397482" y="0"/>
                </a:lnTo>
                <a:lnTo>
                  <a:pt x="1435582" y="0"/>
                </a:lnTo>
                <a:lnTo>
                  <a:pt x="1435582" y="9524"/>
                </a:lnTo>
                <a:close/>
              </a:path>
              <a:path w="1748790" h="550544">
                <a:moveTo>
                  <a:pt x="1502257" y="9524"/>
                </a:moveTo>
                <a:lnTo>
                  <a:pt x="1464157" y="9524"/>
                </a:lnTo>
                <a:lnTo>
                  <a:pt x="1464157" y="0"/>
                </a:lnTo>
                <a:lnTo>
                  <a:pt x="1502257" y="0"/>
                </a:lnTo>
                <a:lnTo>
                  <a:pt x="1502257" y="9524"/>
                </a:lnTo>
                <a:close/>
              </a:path>
              <a:path w="1748790" h="550544">
                <a:moveTo>
                  <a:pt x="1568932" y="9524"/>
                </a:moveTo>
                <a:lnTo>
                  <a:pt x="1530832" y="9524"/>
                </a:lnTo>
                <a:lnTo>
                  <a:pt x="1530832" y="0"/>
                </a:lnTo>
                <a:lnTo>
                  <a:pt x="1568932" y="0"/>
                </a:lnTo>
                <a:lnTo>
                  <a:pt x="1568932" y="9524"/>
                </a:lnTo>
                <a:close/>
              </a:path>
              <a:path w="1748790" h="550544">
                <a:moveTo>
                  <a:pt x="1635607" y="9524"/>
                </a:moveTo>
                <a:lnTo>
                  <a:pt x="1597507" y="9524"/>
                </a:lnTo>
                <a:lnTo>
                  <a:pt x="1597507" y="0"/>
                </a:lnTo>
                <a:lnTo>
                  <a:pt x="1635607" y="0"/>
                </a:lnTo>
                <a:lnTo>
                  <a:pt x="1635607" y="9524"/>
                </a:lnTo>
                <a:close/>
              </a:path>
              <a:path w="1748790" h="550544">
                <a:moveTo>
                  <a:pt x="1702282" y="9524"/>
                </a:moveTo>
                <a:lnTo>
                  <a:pt x="1664182" y="9524"/>
                </a:lnTo>
                <a:lnTo>
                  <a:pt x="1664182" y="0"/>
                </a:lnTo>
                <a:lnTo>
                  <a:pt x="1702282" y="0"/>
                </a:lnTo>
                <a:lnTo>
                  <a:pt x="1702282" y="9524"/>
                </a:lnTo>
                <a:close/>
              </a:path>
              <a:path w="1748790" h="550544">
                <a:moveTo>
                  <a:pt x="1738668" y="9524"/>
                </a:moveTo>
                <a:lnTo>
                  <a:pt x="1730857" y="9524"/>
                </a:lnTo>
                <a:lnTo>
                  <a:pt x="1730857" y="0"/>
                </a:lnTo>
                <a:lnTo>
                  <a:pt x="1748193" y="0"/>
                </a:lnTo>
                <a:lnTo>
                  <a:pt x="1748193" y="4762"/>
                </a:lnTo>
                <a:lnTo>
                  <a:pt x="1738668" y="4762"/>
                </a:lnTo>
                <a:lnTo>
                  <a:pt x="1738668" y="9524"/>
                </a:lnTo>
                <a:close/>
              </a:path>
              <a:path w="1748790" h="550544">
                <a:moveTo>
                  <a:pt x="1748193" y="30289"/>
                </a:moveTo>
                <a:lnTo>
                  <a:pt x="1738668" y="30289"/>
                </a:lnTo>
                <a:lnTo>
                  <a:pt x="1738668" y="4762"/>
                </a:lnTo>
                <a:lnTo>
                  <a:pt x="1743430" y="9524"/>
                </a:lnTo>
                <a:lnTo>
                  <a:pt x="1748193" y="9524"/>
                </a:lnTo>
                <a:lnTo>
                  <a:pt x="1748193" y="30289"/>
                </a:lnTo>
                <a:close/>
              </a:path>
              <a:path w="1748790" h="550544">
                <a:moveTo>
                  <a:pt x="1748193" y="9524"/>
                </a:moveTo>
                <a:lnTo>
                  <a:pt x="1743430" y="9524"/>
                </a:lnTo>
                <a:lnTo>
                  <a:pt x="1738668" y="4762"/>
                </a:lnTo>
                <a:lnTo>
                  <a:pt x="1748193" y="4762"/>
                </a:lnTo>
                <a:lnTo>
                  <a:pt x="1748193" y="9524"/>
                </a:lnTo>
                <a:close/>
              </a:path>
              <a:path w="1748790" h="550544">
                <a:moveTo>
                  <a:pt x="1748193" y="96964"/>
                </a:moveTo>
                <a:lnTo>
                  <a:pt x="1738668" y="96964"/>
                </a:lnTo>
                <a:lnTo>
                  <a:pt x="1738668" y="58864"/>
                </a:lnTo>
                <a:lnTo>
                  <a:pt x="1748193" y="58864"/>
                </a:lnTo>
                <a:lnTo>
                  <a:pt x="1748193" y="96964"/>
                </a:lnTo>
                <a:close/>
              </a:path>
              <a:path w="1748790" h="550544">
                <a:moveTo>
                  <a:pt x="1748193" y="163639"/>
                </a:moveTo>
                <a:lnTo>
                  <a:pt x="1738668" y="163639"/>
                </a:lnTo>
                <a:lnTo>
                  <a:pt x="1738668" y="125539"/>
                </a:lnTo>
                <a:lnTo>
                  <a:pt x="1748193" y="125539"/>
                </a:lnTo>
                <a:lnTo>
                  <a:pt x="1748193" y="163639"/>
                </a:lnTo>
                <a:close/>
              </a:path>
              <a:path w="1748790" h="550544">
                <a:moveTo>
                  <a:pt x="1748193" y="230314"/>
                </a:moveTo>
                <a:lnTo>
                  <a:pt x="1738668" y="230314"/>
                </a:lnTo>
                <a:lnTo>
                  <a:pt x="1738668" y="192214"/>
                </a:lnTo>
                <a:lnTo>
                  <a:pt x="1748193" y="192214"/>
                </a:lnTo>
                <a:lnTo>
                  <a:pt x="1748193" y="230314"/>
                </a:lnTo>
                <a:close/>
              </a:path>
              <a:path w="1748790" h="550544">
                <a:moveTo>
                  <a:pt x="1748193" y="296989"/>
                </a:moveTo>
                <a:lnTo>
                  <a:pt x="1738668" y="296989"/>
                </a:lnTo>
                <a:lnTo>
                  <a:pt x="1738668" y="258889"/>
                </a:lnTo>
                <a:lnTo>
                  <a:pt x="1748193" y="258889"/>
                </a:lnTo>
                <a:lnTo>
                  <a:pt x="1748193" y="296989"/>
                </a:lnTo>
                <a:close/>
              </a:path>
              <a:path w="1748790" h="550544">
                <a:moveTo>
                  <a:pt x="1748193" y="363664"/>
                </a:moveTo>
                <a:lnTo>
                  <a:pt x="1738668" y="363664"/>
                </a:lnTo>
                <a:lnTo>
                  <a:pt x="1738668" y="325564"/>
                </a:lnTo>
                <a:lnTo>
                  <a:pt x="1748193" y="325564"/>
                </a:lnTo>
                <a:lnTo>
                  <a:pt x="1748193" y="363664"/>
                </a:lnTo>
                <a:close/>
              </a:path>
              <a:path w="1748790" h="550544">
                <a:moveTo>
                  <a:pt x="1748193" y="430339"/>
                </a:moveTo>
                <a:lnTo>
                  <a:pt x="1738668" y="430339"/>
                </a:lnTo>
                <a:lnTo>
                  <a:pt x="1738668" y="392239"/>
                </a:lnTo>
                <a:lnTo>
                  <a:pt x="1748193" y="392239"/>
                </a:lnTo>
                <a:lnTo>
                  <a:pt x="1748193" y="430339"/>
                </a:lnTo>
                <a:close/>
              </a:path>
              <a:path w="1748790" h="550544">
                <a:moveTo>
                  <a:pt x="1748193" y="497014"/>
                </a:moveTo>
                <a:lnTo>
                  <a:pt x="1738668" y="497014"/>
                </a:lnTo>
                <a:lnTo>
                  <a:pt x="1738668" y="458914"/>
                </a:lnTo>
                <a:lnTo>
                  <a:pt x="1748193" y="458914"/>
                </a:lnTo>
                <a:lnTo>
                  <a:pt x="1748193" y="497014"/>
                </a:lnTo>
                <a:close/>
              </a:path>
              <a:path w="1748790" h="550544">
                <a:moveTo>
                  <a:pt x="1738668" y="545604"/>
                </a:moveTo>
                <a:lnTo>
                  <a:pt x="1738668" y="525589"/>
                </a:lnTo>
                <a:lnTo>
                  <a:pt x="1748193" y="525589"/>
                </a:lnTo>
                <a:lnTo>
                  <a:pt x="1748193" y="540842"/>
                </a:lnTo>
                <a:lnTo>
                  <a:pt x="1743430" y="540842"/>
                </a:lnTo>
                <a:lnTo>
                  <a:pt x="1738668" y="545604"/>
                </a:lnTo>
                <a:close/>
              </a:path>
              <a:path w="1748790" h="550544">
                <a:moveTo>
                  <a:pt x="1748193" y="550367"/>
                </a:moveTo>
                <a:lnTo>
                  <a:pt x="1725358" y="550367"/>
                </a:lnTo>
                <a:lnTo>
                  <a:pt x="1725358" y="540842"/>
                </a:lnTo>
                <a:lnTo>
                  <a:pt x="1738668" y="540842"/>
                </a:lnTo>
                <a:lnTo>
                  <a:pt x="1738668" y="545604"/>
                </a:lnTo>
                <a:lnTo>
                  <a:pt x="1748193" y="545604"/>
                </a:lnTo>
                <a:lnTo>
                  <a:pt x="1748193" y="550367"/>
                </a:lnTo>
                <a:close/>
              </a:path>
              <a:path w="1748790" h="550544">
                <a:moveTo>
                  <a:pt x="1748193" y="545604"/>
                </a:moveTo>
                <a:lnTo>
                  <a:pt x="1738668" y="545604"/>
                </a:lnTo>
                <a:lnTo>
                  <a:pt x="1743430" y="540842"/>
                </a:lnTo>
                <a:lnTo>
                  <a:pt x="1748193" y="540842"/>
                </a:lnTo>
                <a:lnTo>
                  <a:pt x="1748193" y="545604"/>
                </a:lnTo>
                <a:close/>
              </a:path>
              <a:path w="1748790" h="550544">
                <a:moveTo>
                  <a:pt x="1696783" y="550367"/>
                </a:moveTo>
                <a:lnTo>
                  <a:pt x="1658683" y="550367"/>
                </a:lnTo>
                <a:lnTo>
                  <a:pt x="1658683" y="540842"/>
                </a:lnTo>
                <a:lnTo>
                  <a:pt x="1696783" y="540842"/>
                </a:lnTo>
                <a:lnTo>
                  <a:pt x="1696783" y="550367"/>
                </a:lnTo>
                <a:close/>
              </a:path>
              <a:path w="1748790" h="550544">
                <a:moveTo>
                  <a:pt x="1630108" y="550367"/>
                </a:moveTo>
                <a:lnTo>
                  <a:pt x="1592008" y="550367"/>
                </a:lnTo>
                <a:lnTo>
                  <a:pt x="1592008" y="540842"/>
                </a:lnTo>
                <a:lnTo>
                  <a:pt x="1630108" y="540842"/>
                </a:lnTo>
                <a:lnTo>
                  <a:pt x="1630108" y="550367"/>
                </a:lnTo>
                <a:close/>
              </a:path>
              <a:path w="1748790" h="550544">
                <a:moveTo>
                  <a:pt x="1563433" y="550367"/>
                </a:moveTo>
                <a:lnTo>
                  <a:pt x="1525333" y="550367"/>
                </a:lnTo>
                <a:lnTo>
                  <a:pt x="1525333" y="540842"/>
                </a:lnTo>
                <a:lnTo>
                  <a:pt x="1563433" y="540842"/>
                </a:lnTo>
                <a:lnTo>
                  <a:pt x="1563433" y="550367"/>
                </a:lnTo>
                <a:close/>
              </a:path>
              <a:path w="1748790" h="550544">
                <a:moveTo>
                  <a:pt x="1496758" y="550367"/>
                </a:moveTo>
                <a:lnTo>
                  <a:pt x="1458658" y="550367"/>
                </a:lnTo>
                <a:lnTo>
                  <a:pt x="1458658" y="540842"/>
                </a:lnTo>
                <a:lnTo>
                  <a:pt x="1496758" y="540842"/>
                </a:lnTo>
                <a:lnTo>
                  <a:pt x="1496758" y="550367"/>
                </a:lnTo>
                <a:close/>
              </a:path>
              <a:path w="1748790" h="550544">
                <a:moveTo>
                  <a:pt x="1430083" y="550367"/>
                </a:moveTo>
                <a:lnTo>
                  <a:pt x="1391983" y="550367"/>
                </a:lnTo>
                <a:lnTo>
                  <a:pt x="1391983" y="540842"/>
                </a:lnTo>
                <a:lnTo>
                  <a:pt x="1430083" y="540842"/>
                </a:lnTo>
                <a:lnTo>
                  <a:pt x="1430083" y="550367"/>
                </a:lnTo>
                <a:close/>
              </a:path>
              <a:path w="1748790" h="550544">
                <a:moveTo>
                  <a:pt x="1363408" y="550367"/>
                </a:moveTo>
                <a:lnTo>
                  <a:pt x="1325308" y="550367"/>
                </a:lnTo>
                <a:lnTo>
                  <a:pt x="1325308" y="540842"/>
                </a:lnTo>
                <a:lnTo>
                  <a:pt x="1363408" y="540842"/>
                </a:lnTo>
                <a:lnTo>
                  <a:pt x="1363408" y="550367"/>
                </a:lnTo>
                <a:close/>
              </a:path>
              <a:path w="1748790" h="550544">
                <a:moveTo>
                  <a:pt x="1296733" y="550367"/>
                </a:moveTo>
                <a:lnTo>
                  <a:pt x="1258633" y="550367"/>
                </a:lnTo>
                <a:lnTo>
                  <a:pt x="1258633" y="540842"/>
                </a:lnTo>
                <a:lnTo>
                  <a:pt x="1296733" y="540842"/>
                </a:lnTo>
                <a:lnTo>
                  <a:pt x="1296733" y="550367"/>
                </a:lnTo>
                <a:close/>
              </a:path>
              <a:path w="1748790" h="550544">
                <a:moveTo>
                  <a:pt x="1230058" y="550367"/>
                </a:moveTo>
                <a:lnTo>
                  <a:pt x="1191958" y="550367"/>
                </a:lnTo>
                <a:lnTo>
                  <a:pt x="1191958" y="540842"/>
                </a:lnTo>
                <a:lnTo>
                  <a:pt x="1230058" y="540842"/>
                </a:lnTo>
                <a:lnTo>
                  <a:pt x="1230058" y="550367"/>
                </a:lnTo>
                <a:close/>
              </a:path>
              <a:path w="1748790" h="550544">
                <a:moveTo>
                  <a:pt x="1163383" y="550367"/>
                </a:moveTo>
                <a:lnTo>
                  <a:pt x="1125283" y="550367"/>
                </a:lnTo>
                <a:lnTo>
                  <a:pt x="1125283" y="540842"/>
                </a:lnTo>
                <a:lnTo>
                  <a:pt x="1163383" y="540842"/>
                </a:lnTo>
                <a:lnTo>
                  <a:pt x="1163383" y="550367"/>
                </a:lnTo>
                <a:close/>
              </a:path>
              <a:path w="1748790" h="550544">
                <a:moveTo>
                  <a:pt x="1096708" y="550367"/>
                </a:moveTo>
                <a:lnTo>
                  <a:pt x="1058608" y="550367"/>
                </a:lnTo>
                <a:lnTo>
                  <a:pt x="1058608" y="540842"/>
                </a:lnTo>
                <a:lnTo>
                  <a:pt x="1096708" y="540842"/>
                </a:lnTo>
                <a:lnTo>
                  <a:pt x="1096708" y="550367"/>
                </a:lnTo>
                <a:close/>
              </a:path>
              <a:path w="1748790" h="550544">
                <a:moveTo>
                  <a:pt x="1030033" y="550367"/>
                </a:moveTo>
                <a:lnTo>
                  <a:pt x="991933" y="550367"/>
                </a:lnTo>
                <a:lnTo>
                  <a:pt x="991933" y="540842"/>
                </a:lnTo>
                <a:lnTo>
                  <a:pt x="1030033" y="540842"/>
                </a:lnTo>
                <a:lnTo>
                  <a:pt x="1030033" y="550367"/>
                </a:lnTo>
                <a:close/>
              </a:path>
              <a:path w="1748790" h="550544">
                <a:moveTo>
                  <a:pt x="963358" y="550367"/>
                </a:moveTo>
                <a:lnTo>
                  <a:pt x="925258" y="550367"/>
                </a:lnTo>
                <a:lnTo>
                  <a:pt x="925258" y="540842"/>
                </a:lnTo>
                <a:lnTo>
                  <a:pt x="963358" y="540842"/>
                </a:lnTo>
                <a:lnTo>
                  <a:pt x="963358" y="550367"/>
                </a:lnTo>
                <a:close/>
              </a:path>
              <a:path w="1748790" h="550544">
                <a:moveTo>
                  <a:pt x="896683" y="550367"/>
                </a:moveTo>
                <a:lnTo>
                  <a:pt x="858583" y="550367"/>
                </a:lnTo>
                <a:lnTo>
                  <a:pt x="858583" y="540842"/>
                </a:lnTo>
                <a:lnTo>
                  <a:pt x="896683" y="540842"/>
                </a:lnTo>
                <a:lnTo>
                  <a:pt x="896683" y="550367"/>
                </a:lnTo>
                <a:close/>
              </a:path>
              <a:path w="1748790" h="550544">
                <a:moveTo>
                  <a:pt x="830008" y="550367"/>
                </a:moveTo>
                <a:lnTo>
                  <a:pt x="791908" y="550367"/>
                </a:lnTo>
                <a:lnTo>
                  <a:pt x="791908" y="540842"/>
                </a:lnTo>
                <a:lnTo>
                  <a:pt x="830008" y="540842"/>
                </a:lnTo>
                <a:lnTo>
                  <a:pt x="830008" y="550367"/>
                </a:lnTo>
                <a:close/>
              </a:path>
              <a:path w="1748790" h="550544">
                <a:moveTo>
                  <a:pt x="763333" y="550367"/>
                </a:moveTo>
                <a:lnTo>
                  <a:pt x="725233" y="550367"/>
                </a:lnTo>
                <a:lnTo>
                  <a:pt x="725233" y="540842"/>
                </a:lnTo>
                <a:lnTo>
                  <a:pt x="763333" y="540842"/>
                </a:lnTo>
                <a:lnTo>
                  <a:pt x="763333" y="550367"/>
                </a:lnTo>
                <a:close/>
              </a:path>
              <a:path w="1748790" h="550544">
                <a:moveTo>
                  <a:pt x="696658" y="550367"/>
                </a:moveTo>
                <a:lnTo>
                  <a:pt x="658558" y="550367"/>
                </a:lnTo>
                <a:lnTo>
                  <a:pt x="658558" y="540842"/>
                </a:lnTo>
                <a:lnTo>
                  <a:pt x="696658" y="540842"/>
                </a:lnTo>
                <a:lnTo>
                  <a:pt x="696658" y="550367"/>
                </a:lnTo>
                <a:close/>
              </a:path>
              <a:path w="1748790" h="550544">
                <a:moveTo>
                  <a:pt x="629983" y="550367"/>
                </a:moveTo>
                <a:lnTo>
                  <a:pt x="591883" y="550367"/>
                </a:lnTo>
                <a:lnTo>
                  <a:pt x="591883" y="540842"/>
                </a:lnTo>
                <a:lnTo>
                  <a:pt x="629983" y="540842"/>
                </a:lnTo>
                <a:lnTo>
                  <a:pt x="629983" y="550367"/>
                </a:lnTo>
                <a:close/>
              </a:path>
              <a:path w="1748790" h="550544">
                <a:moveTo>
                  <a:pt x="563308" y="550367"/>
                </a:moveTo>
                <a:lnTo>
                  <a:pt x="525208" y="550367"/>
                </a:lnTo>
                <a:lnTo>
                  <a:pt x="525208" y="540842"/>
                </a:lnTo>
                <a:lnTo>
                  <a:pt x="563308" y="540842"/>
                </a:lnTo>
                <a:lnTo>
                  <a:pt x="563308" y="550367"/>
                </a:lnTo>
                <a:close/>
              </a:path>
              <a:path w="1748790" h="550544">
                <a:moveTo>
                  <a:pt x="496633" y="550367"/>
                </a:moveTo>
                <a:lnTo>
                  <a:pt x="458533" y="550367"/>
                </a:lnTo>
                <a:lnTo>
                  <a:pt x="458533" y="540842"/>
                </a:lnTo>
                <a:lnTo>
                  <a:pt x="496633" y="540842"/>
                </a:lnTo>
                <a:lnTo>
                  <a:pt x="496633" y="550367"/>
                </a:lnTo>
                <a:close/>
              </a:path>
              <a:path w="1748790" h="550544">
                <a:moveTo>
                  <a:pt x="429958" y="550367"/>
                </a:moveTo>
                <a:lnTo>
                  <a:pt x="391858" y="550367"/>
                </a:lnTo>
                <a:lnTo>
                  <a:pt x="391858" y="540842"/>
                </a:lnTo>
                <a:lnTo>
                  <a:pt x="429958" y="540842"/>
                </a:lnTo>
                <a:lnTo>
                  <a:pt x="429958" y="550367"/>
                </a:lnTo>
                <a:close/>
              </a:path>
              <a:path w="1748790" h="550544">
                <a:moveTo>
                  <a:pt x="363283" y="550367"/>
                </a:moveTo>
                <a:lnTo>
                  <a:pt x="325183" y="550367"/>
                </a:lnTo>
                <a:lnTo>
                  <a:pt x="325183" y="540842"/>
                </a:lnTo>
                <a:lnTo>
                  <a:pt x="363283" y="540842"/>
                </a:lnTo>
                <a:lnTo>
                  <a:pt x="363283" y="550367"/>
                </a:lnTo>
                <a:close/>
              </a:path>
              <a:path w="1748790" h="550544">
                <a:moveTo>
                  <a:pt x="296608" y="550367"/>
                </a:moveTo>
                <a:lnTo>
                  <a:pt x="258508" y="550367"/>
                </a:lnTo>
                <a:lnTo>
                  <a:pt x="258508" y="540842"/>
                </a:lnTo>
                <a:lnTo>
                  <a:pt x="296608" y="540842"/>
                </a:lnTo>
                <a:lnTo>
                  <a:pt x="296608" y="550367"/>
                </a:lnTo>
                <a:close/>
              </a:path>
              <a:path w="1748790" h="550544">
                <a:moveTo>
                  <a:pt x="229933" y="550367"/>
                </a:moveTo>
                <a:lnTo>
                  <a:pt x="191833" y="550367"/>
                </a:lnTo>
                <a:lnTo>
                  <a:pt x="191833" y="540842"/>
                </a:lnTo>
                <a:lnTo>
                  <a:pt x="229933" y="540842"/>
                </a:lnTo>
                <a:lnTo>
                  <a:pt x="229933" y="550367"/>
                </a:lnTo>
                <a:close/>
              </a:path>
              <a:path w="1748790" h="550544">
                <a:moveTo>
                  <a:pt x="163258" y="550367"/>
                </a:moveTo>
                <a:lnTo>
                  <a:pt x="125158" y="550367"/>
                </a:lnTo>
                <a:lnTo>
                  <a:pt x="125158" y="540842"/>
                </a:lnTo>
                <a:lnTo>
                  <a:pt x="163258" y="540842"/>
                </a:lnTo>
                <a:lnTo>
                  <a:pt x="163258" y="550367"/>
                </a:lnTo>
                <a:close/>
              </a:path>
              <a:path w="1748790" h="550544">
                <a:moveTo>
                  <a:pt x="96583" y="550367"/>
                </a:moveTo>
                <a:lnTo>
                  <a:pt x="58483" y="550367"/>
                </a:lnTo>
                <a:lnTo>
                  <a:pt x="58483" y="540842"/>
                </a:lnTo>
                <a:lnTo>
                  <a:pt x="96583" y="540842"/>
                </a:lnTo>
                <a:lnTo>
                  <a:pt x="96583" y="55036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943985">
              <a:lnSpc>
                <a:spcPct val="100000"/>
              </a:lnSpc>
              <a:spcBef>
                <a:spcPts val="95"/>
              </a:spcBef>
            </a:pPr>
            <a:r>
              <a:rPr dirty="0"/>
              <a:t>力学平</a:t>
            </a:r>
            <a:r>
              <a:rPr dirty="0" spc="-10"/>
              <a:t>衡</a:t>
            </a:r>
          </a:p>
        </p:txBody>
      </p:sp>
      <p:sp>
        <p:nvSpPr>
          <p:cNvPr id="15" name="object 15"/>
          <p:cNvSpPr/>
          <p:nvPr/>
        </p:nvSpPr>
        <p:spPr>
          <a:xfrm>
            <a:off x="2010956" y="3845585"/>
            <a:ext cx="1063625" cy="8661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76500" y="4698491"/>
            <a:ext cx="152400" cy="457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63393" y="4685372"/>
            <a:ext cx="177800" cy="482600"/>
          </a:xfrm>
          <a:custGeom>
            <a:avLst/>
            <a:gdLst/>
            <a:ahLst/>
            <a:cxnLst/>
            <a:rect l="l" t="t" r="r" b="b"/>
            <a:pathLst>
              <a:path w="177800" h="482600">
                <a:moveTo>
                  <a:pt x="177800" y="482600"/>
                </a:moveTo>
                <a:lnTo>
                  <a:pt x="0" y="482600"/>
                </a:lnTo>
                <a:lnTo>
                  <a:pt x="0" y="0"/>
                </a:lnTo>
                <a:lnTo>
                  <a:pt x="177800" y="0"/>
                </a:lnTo>
                <a:lnTo>
                  <a:pt x="17780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457200"/>
                </a:lnTo>
                <a:lnTo>
                  <a:pt x="12700" y="457200"/>
                </a:lnTo>
                <a:lnTo>
                  <a:pt x="25400" y="469900"/>
                </a:lnTo>
                <a:lnTo>
                  <a:pt x="177800" y="469900"/>
                </a:lnTo>
                <a:lnTo>
                  <a:pt x="177800" y="482600"/>
                </a:lnTo>
                <a:close/>
              </a:path>
              <a:path w="177800" h="4826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77800" h="482600">
                <a:moveTo>
                  <a:pt x="15240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52400" y="12700"/>
                </a:lnTo>
                <a:lnTo>
                  <a:pt x="152400" y="25400"/>
                </a:lnTo>
                <a:close/>
              </a:path>
              <a:path w="177800" h="482600">
                <a:moveTo>
                  <a:pt x="152400" y="469900"/>
                </a:moveTo>
                <a:lnTo>
                  <a:pt x="152400" y="12700"/>
                </a:lnTo>
                <a:lnTo>
                  <a:pt x="165100" y="25400"/>
                </a:lnTo>
                <a:lnTo>
                  <a:pt x="177800" y="25400"/>
                </a:lnTo>
                <a:lnTo>
                  <a:pt x="177800" y="457200"/>
                </a:lnTo>
                <a:lnTo>
                  <a:pt x="165100" y="457200"/>
                </a:lnTo>
                <a:lnTo>
                  <a:pt x="152400" y="469900"/>
                </a:lnTo>
                <a:close/>
              </a:path>
              <a:path w="177800" h="482600">
                <a:moveTo>
                  <a:pt x="177800" y="25400"/>
                </a:moveTo>
                <a:lnTo>
                  <a:pt x="165100" y="25400"/>
                </a:lnTo>
                <a:lnTo>
                  <a:pt x="152400" y="12700"/>
                </a:lnTo>
                <a:lnTo>
                  <a:pt x="177800" y="12700"/>
                </a:lnTo>
                <a:lnTo>
                  <a:pt x="177800" y="25400"/>
                </a:lnTo>
                <a:close/>
              </a:path>
              <a:path w="177800" h="482600">
                <a:moveTo>
                  <a:pt x="25400" y="469900"/>
                </a:moveTo>
                <a:lnTo>
                  <a:pt x="12700" y="457200"/>
                </a:lnTo>
                <a:lnTo>
                  <a:pt x="25400" y="457200"/>
                </a:lnTo>
                <a:lnTo>
                  <a:pt x="25400" y="469900"/>
                </a:lnTo>
                <a:close/>
              </a:path>
              <a:path w="177800" h="482600">
                <a:moveTo>
                  <a:pt x="152400" y="469900"/>
                </a:moveTo>
                <a:lnTo>
                  <a:pt x="25400" y="469900"/>
                </a:lnTo>
                <a:lnTo>
                  <a:pt x="25400" y="457200"/>
                </a:lnTo>
                <a:lnTo>
                  <a:pt x="152400" y="457200"/>
                </a:lnTo>
                <a:lnTo>
                  <a:pt x="152400" y="469900"/>
                </a:lnTo>
                <a:close/>
              </a:path>
              <a:path w="177800" h="482600">
                <a:moveTo>
                  <a:pt x="177800" y="469900"/>
                </a:moveTo>
                <a:lnTo>
                  <a:pt x="152400" y="469900"/>
                </a:lnTo>
                <a:lnTo>
                  <a:pt x="165100" y="457200"/>
                </a:lnTo>
                <a:lnTo>
                  <a:pt x="177800" y="457200"/>
                </a:lnTo>
                <a:lnTo>
                  <a:pt x="177800" y="46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71700" y="5155691"/>
            <a:ext cx="762000" cy="152400"/>
          </a:xfrm>
          <a:custGeom>
            <a:avLst/>
            <a:gdLst/>
            <a:ahLst/>
            <a:cxnLst/>
            <a:rect l="l" t="t" r="r" b="b"/>
            <a:pathLst>
              <a:path w="762000" h="152400">
                <a:moveTo>
                  <a:pt x="0" y="0"/>
                </a:moveTo>
                <a:lnTo>
                  <a:pt x="762000" y="0"/>
                </a:lnTo>
                <a:lnTo>
                  <a:pt x="762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57006" y="5140985"/>
            <a:ext cx="790575" cy="180975"/>
          </a:xfrm>
          <a:custGeom>
            <a:avLst/>
            <a:gdLst/>
            <a:ahLst/>
            <a:cxnLst/>
            <a:rect l="l" t="t" r="r" b="b"/>
            <a:pathLst>
              <a:path w="790575" h="180975">
                <a:moveTo>
                  <a:pt x="790575" y="180975"/>
                </a:moveTo>
                <a:lnTo>
                  <a:pt x="0" y="180975"/>
                </a:lnTo>
                <a:lnTo>
                  <a:pt x="0" y="0"/>
                </a:lnTo>
                <a:lnTo>
                  <a:pt x="790575" y="0"/>
                </a:lnTo>
                <a:lnTo>
                  <a:pt x="79057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52400"/>
                </a:lnTo>
                <a:lnTo>
                  <a:pt x="14287" y="152400"/>
                </a:lnTo>
                <a:lnTo>
                  <a:pt x="28575" y="166687"/>
                </a:lnTo>
                <a:lnTo>
                  <a:pt x="790575" y="166687"/>
                </a:lnTo>
                <a:lnTo>
                  <a:pt x="790575" y="180975"/>
                </a:lnTo>
                <a:close/>
              </a:path>
              <a:path w="790575" h="1809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790575" h="180975">
                <a:moveTo>
                  <a:pt x="76200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762000" y="14287"/>
                </a:lnTo>
                <a:lnTo>
                  <a:pt x="762000" y="28575"/>
                </a:lnTo>
                <a:close/>
              </a:path>
              <a:path w="790575" h="180975">
                <a:moveTo>
                  <a:pt x="762000" y="166687"/>
                </a:moveTo>
                <a:lnTo>
                  <a:pt x="762000" y="14287"/>
                </a:lnTo>
                <a:lnTo>
                  <a:pt x="776287" y="28575"/>
                </a:lnTo>
                <a:lnTo>
                  <a:pt x="790575" y="28575"/>
                </a:lnTo>
                <a:lnTo>
                  <a:pt x="790575" y="152400"/>
                </a:lnTo>
                <a:lnTo>
                  <a:pt x="776287" y="152400"/>
                </a:lnTo>
                <a:lnTo>
                  <a:pt x="762000" y="166687"/>
                </a:lnTo>
                <a:close/>
              </a:path>
              <a:path w="790575" h="180975">
                <a:moveTo>
                  <a:pt x="790575" y="28575"/>
                </a:moveTo>
                <a:lnTo>
                  <a:pt x="776287" y="28575"/>
                </a:lnTo>
                <a:lnTo>
                  <a:pt x="762000" y="14287"/>
                </a:lnTo>
                <a:lnTo>
                  <a:pt x="790575" y="14287"/>
                </a:lnTo>
                <a:lnTo>
                  <a:pt x="790575" y="28575"/>
                </a:lnTo>
                <a:close/>
              </a:path>
              <a:path w="790575" h="180975">
                <a:moveTo>
                  <a:pt x="28575" y="166687"/>
                </a:moveTo>
                <a:lnTo>
                  <a:pt x="14287" y="152400"/>
                </a:lnTo>
                <a:lnTo>
                  <a:pt x="28575" y="152400"/>
                </a:lnTo>
                <a:lnTo>
                  <a:pt x="28575" y="166687"/>
                </a:lnTo>
                <a:close/>
              </a:path>
              <a:path w="790575" h="180975">
                <a:moveTo>
                  <a:pt x="762000" y="166687"/>
                </a:moveTo>
                <a:lnTo>
                  <a:pt x="28575" y="166687"/>
                </a:lnTo>
                <a:lnTo>
                  <a:pt x="28575" y="152400"/>
                </a:lnTo>
                <a:lnTo>
                  <a:pt x="762000" y="152400"/>
                </a:lnTo>
                <a:lnTo>
                  <a:pt x="762000" y="166687"/>
                </a:lnTo>
                <a:close/>
              </a:path>
              <a:path w="790575" h="180975">
                <a:moveTo>
                  <a:pt x="790575" y="166687"/>
                </a:moveTo>
                <a:lnTo>
                  <a:pt x="762000" y="166687"/>
                </a:lnTo>
                <a:lnTo>
                  <a:pt x="776287" y="152400"/>
                </a:lnTo>
                <a:lnTo>
                  <a:pt x="790575" y="152400"/>
                </a:lnTo>
                <a:lnTo>
                  <a:pt x="790575" y="166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27833" y="4191343"/>
            <a:ext cx="27241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等线"/>
                <a:cs typeface="等线"/>
              </a:rPr>
              <a:t>+</a:t>
            </a:r>
            <a:endParaRPr sz="2800">
              <a:latin typeface="等线"/>
              <a:cs typeface="等线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59533" y="3848443"/>
            <a:ext cx="98361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3265" algn="l"/>
              </a:tabLst>
            </a:pPr>
            <a:r>
              <a:rPr dirty="0" sz="2800" spc="-5" b="1">
                <a:latin typeface="等线"/>
                <a:cs typeface="等线"/>
              </a:rPr>
              <a:t>+</a:t>
            </a:r>
            <a:r>
              <a:rPr dirty="0" sz="2800" spc="-5" b="1">
                <a:latin typeface="等线"/>
                <a:cs typeface="等线"/>
              </a:rPr>
              <a:t>	</a:t>
            </a:r>
            <a:r>
              <a:rPr dirty="0" sz="2800" spc="-5" b="1">
                <a:latin typeface="等线"/>
                <a:cs typeface="等线"/>
              </a:rPr>
              <a:t>+</a:t>
            </a:r>
            <a:endParaRPr sz="2800">
              <a:latin typeface="等线"/>
              <a:cs typeface="等线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11255" y="3845585"/>
            <a:ext cx="974725" cy="8661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12791" y="4698491"/>
            <a:ext cx="152400" cy="457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00193" y="4685372"/>
            <a:ext cx="177800" cy="482600"/>
          </a:xfrm>
          <a:custGeom>
            <a:avLst/>
            <a:gdLst/>
            <a:ahLst/>
            <a:cxnLst/>
            <a:rect l="l" t="t" r="r" b="b"/>
            <a:pathLst>
              <a:path w="177800" h="482600">
                <a:moveTo>
                  <a:pt x="177800" y="482600"/>
                </a:moveTo>
                <a:lnTo>
                  <a:pt x="0" y="482600"/>
                </a:lnTo>
                <a:lnTo>
                  <a:pt x="0" y="0"/>
                </a:lnTo>
                <a:lnTo>
                  <a:pt x="177800" y="0"/>
                </a:lnTo>
                <a:lnTo>
                  <a:pt x="17780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457200"/>
                </a:lnTo>
                <a:lnTo>
                  <a:pt x="12700" y="457200"/>
                </a:lnTo>
                <a:lnTo>
                  <a:pt x="25400" y="469900"/>
                </a:lnTo>
                <a:lnTo>
                  <a:pt x="177800" y="469900"/>
                </a:lnTo>
                <a:lnTo>
                  <a:pt x="177800" y="482600"/>
                </a:lnTo>
                <a:close/>
              </a:path>
              <a:path w="177800" h="4826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77800" h="482600">
                <a:moveTo>
                  <a:pt x="15240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52400" y="12700"/>
                </a:lnTo>
                <a:lnTo>
                  <a:pt x="152400" y="25400"/>
                </a:lnTo>
                <a:close/>
              </a:path>
              <a:path w="177800" h="482600">
                <a:moveTo>
                  <a:pt x="152400" y="469900"/>
                </a:moveTo>
                <a:lnTo>
                  <a:pt x="152400" y="12700"/>
                </a:lnTo>
                <a:lnTo>
                  <a:pt x="165100" y="25400"/>
                </a:lnTo>
                <a:lnTo>
                  <a:pt x="177800" y="25400"/>
                </a:lnTo>
                <a:lnTo>
                  <a:pt x="177800" y="457200"/>
                </a:lnTo>
                <a:lnTo>
                  <a:pt x="165100" y="457200"/>
                </a:lnTo>
                <a:lnTo>
                  <a:pt x="152400" y="469900"/>
                </a:lnTo>
                <a:close/>
              </a:path>
              <a:path w="177800" h="482600">
                <a:moveTo>
                  <a:pt x="177800" y="25400"/>
                </a:moveTo>
                <a:lnTo>
                  <a:pt x="165100" y="25400"/>
                </a:lnTo>
                <a:lnTo>
                  <a:pt x="152400" y="12700"/>
                </a:lnTo>
                <a:lnTo>
                  <a:pt x="177800" y="12700"/>
                </a:lnTo>
                <a:lnTo>
                  <a:pt x="177800" y="25400"/>
                </a:lnTo>
                <a:close/>
              </a:path>
              <a:path w="177800" h="482600">
                <a:moveTo>
                  <a:pt x="25400" y="469900"/>
                </a:moveTo>
                <a:lnTo>
                  <a:pt x="12700" y="457200"/>
                </a:lnTo>
                <a:lnTo>
                  <a:pt x="25400" y="457200"/>
                </a:lnTo>
                <a:lnTo>
                  <a:pt x="25400" y="469900"/>
                </a:lnTo>
                <a:close/>
              </a:path>
              <a:path w="177800" h="482600">
                <a:moveTo>
                  <a:pt x="152400" y="469900"/>
                </a:moveTo>
                <a:lnTo>
                  <a:pt x="25400" y="469900"/>
                </a:lnTo>
                <a:lnTo>
                  <a:pt x="25400" y="457200"/>
                </a:lnTo>
                <a:lnTo>
                  <a:pt x="152400" y="457200"/>
                </a:lnTo>
                <a:lnTo>
                  <a:pt x="152400" y="469900"/>
                </a:lnTo>
                <a:close/>
              </a:path>
              <a:path w="177800" h="482600">
                <a:moveTo>
                  <a:pt x="177800" y="469900"/>
                </a:moveTo>
                <a:lnTo>
                  <a:pt x="152400" y="469900"/>
                </a:lnTo>
                <a:lnTo>
                  <a:pt x="165100" y="457200"/>
                </a:lnTo>
                <a:lnTo>
                  <a:pt x="177800" y="457200"/>
                </a:lnTo>
                <a:lnTo>
                  <a:pt x="177800" y="46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07991" y="5155691"/>
            <a:ext cx="762000" cy="152400"/>
          </a:xfrm>
          <a:custGeom>
            <a:avLst/>
            <a:gdLst/>
            <a:ahLst/>
            <a:cxnLst/>
            <a:rect l="l" t="t" r="r" b="b"/>
            <a:pathLst>
              <a:path w="762000" h="152400">
                <a:moveTo>
                  <a:pt x="0" y="0"/>
                </a:moveTo>
                <a:lnTo>
                  <a:pt x="762000" y="0"/>
                </a:lnTo>
                <a:lnTo>
                  <a:pt x="762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493805" y="5140985"/>
            <a:ext cx="790575" cy="180975"/>
          </a:xfrm>
          <a:custGeom>
            <a:avLst/>
            <a:gdLst/>
            <a:ahLst/>
            <a:cxnLst/>
            <a:rect l="l" t="t" r="r" b="b"/>
            <a:pathLst>
              <a:path w="790575" h="180975">
                <a:moveTo>
                  <a:pt x="790575" y="180975"/>
                </a:moveTo>
                <a:lnTo>
                  <a:pt x="0" y="180975"/>
                </a:lnTo>
                <a:lnTo>
                  <a:pt x="0" y="0"/>
                </a:lnTo>
                <a:lnTo>
                  <a:pt x="790575" y="0"/>
                </a:lnTo>
                <a:lnTo>
                  <a:pt x="79057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52400"/>
                </a:lnTo>
                <a:lnTo>
                  <a:pt x="14287" y="152400"/>
                </a:lnTo>
                <a:lnTo>
                  <a:pt x="28575" y="166687"/>
                </a:lnTo>
                <a:lnTo>
                  <a:pt x="790575" y="166687"/>
                </a:lnTo>
                <a:lnTo>
                  <a:pt x="790575" y="180975"/>
                </a:lnTo>
                <a:close/>
              </a:path>
              <a:path w="790575" h="1809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790575" h="180975">
                <a:moveTo>
                  <a:pt x="76200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762000" y="14287"/>
                </a:lnTo>
                <a:lnTo>
                  <a:pt x="762000" y="28575"/>
                </a:lnTo>
                <a:close/>
              </a:path>
              <a:path w="790575" h="180975">
                <a:moveTo>
                  <a:pt x="762000" y="166687"/>
                </a:moveTo>
                <a:lnTo>
                  <a:pt x="762000" y="14287"/>
                </a:lnTo>
                <a:lnTo>
                  <a:pt x="776287" y="28575"/>
                </a:lnTo>
                <a:lnTo>
                  <a:pt x="790575" y="28575"/>
                </a:lnTo>
                <a:lnTo>
                  <a:pt x="790575" y="152400"/>
                </a:lnTo>
                <a:lnTo>
                  <a:pt x="776287" y="152400"/>
                </a:lnTo>
                <a:lnTo>
                  <a:pt x="762000" y="166687"/>
                </a:lnTo>
                <a:close/>
              </a:path>
              <a:path w="790575" h="180975">
                <a:moveTo>
                  <a:pt x="790575" y="28575"/>
                </a:moveTo>
                <a:lnTo>
                  <a:pt x="776287" y="28575"/>
                </a:lnTo>
                <a:lnTo>
                  <a:pt x="762000" y="14287"/>
                </a:lnTo>
                <a:lnTo>
                  <a:pt x="790575" y="14287"/>
                </a:lnTo>
                <a:lnTo>
                  <a:pt x="790575" y="28575"/>
                </a:lnTo>
                <a:close/>
              </a:path>
              <a:path w="790575" h="180975">
                <a:moveTo>
                  <a:pt x="28575" y="166687"/>
                </a:moveTo>
                <a:lnTo>
                  <a:pt x="14287" y="152400"/>
                </a:lnTo>
                <a:lnTo>
                  <a:pt x="28575" y="152400"/>
                </a:lnTo>
                <a:lnTo>
                  <a:pt x="28575" y="166687"/>
                </a:lnTo>
                <a:close/>
              </a:path>
              <a:path w="790575" h="180975">
                <a:moveTo>
                  <a:pt x="762000" y="166687"/>
                </a:moveTo>
                <a:lnTo>
                  <a:pt x="28575" y="166687"/>
                </a:lnTo>
                <a:lnTo>
                  <a:pt x="28575" y="152400"/>
                </a:lnTo>
                <a:lnTo>
                  <a:pt x="762000" y="152400"/>
                </a:lnTo>
                <a:lnTo>
                  <a:pt x="762000" y="166687"/>
                </a:lnTo>
                <a:close/>
              </a:path>
              <a:path w="790575" h="180975">
                <a:moveTo>
                  <a:pt x="790575" y="166687"/>
                </a:moveTo>
                <a:lnTo>
                  <a:pt x="762000" y="166687"/>
                </a:lnTo>
                <a:lnTo>
                  <a:pt x="776287" y="152400"/>
                </a:lnTo>
                <a:lnTo>
                  <a:pt x="790575" y="152400"/>
                </a:lnTo>
                <a:lnTo>
                  <a:pt x="790575" y="166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497933" y="3848443"/>
            <a:ext cx="812800" cy="705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680"/>
              </a:lnSpc>
              <a:spcBef>
                <a:spcPts val="95"/>
              </a:spcBef>
            </a:pPr>
            <a:r>
              <a:rPr dirty="0" sz="2800" spc="-5" b="1">
                <a:latin typeface="等线"/>
                <a:cs typeface="等线"/>
              </a:rPr>
              <a:t>- </a:t>
            </a:r>
            <a:r>
              <a:rPr dirty="0" baseline="35714" sz="4200" spc="-7" b="1">
                <a:latin typeface="等线"/>
                <a:cs typeface="等线"/>
              </a:rPr>
              <a:t>-</a:t>
            </a:r>
            <a:r>
              <a:rPr dirty="0" baseline="35714" sz="4200" spc="405" b="1">
                <a:latin typeface="等线"/>
                <a:cs typeface="等线"/>
              </a:rPr>
              <a:t> </a:t>
            </a:r>
            <a:r>
              <a:rPr dirty="0" sz="2800" spc="-5" b="1">
                <a:latin typeface="等线"/>
                <a:cs typeface="等线"/>
              </a:rPr>
              <a:t>-</a:t>
            </a:r>
            <a:endParaRPr sz="2800">
              <a:latin typeface="等线"/>
              <a:cs typeface="等线"/>
            </a:endParaRPr>
          </a:p>
          <a:p>
            <a:pPr marL="25400">
              <a:lnSpc>
                <a:spcPts val="2680"/>
              </a:lnSpc>
            </a:pPr>
            <a:r>
              <a:rPr dirty="0" baseline="1984" sz="4200" spc="-7" b="1">
                <a:latin typeface="等线"/>
                <a:cs typeface="等线"/>
              </a:rPr>
              <a:t>- </a:t>
            </a:r>
            <a:r>
              <a:rPr dirty="0" baseline="-19841" sz="4200" spc="-7" b="1">
                <a:latin typeface="等线"/>
                <a:cs typeface="等线"/>
              </a:rPr>
              <a:t>-</a:t>
            </a:r>
            <a:r>
              <a:rPr dirty="0" baseline="-19841" sz="4200" spc="405" b="1">
                <a:latin typeface="等线"/>
                <a:cs typeface="等线"/>
              </a:rPr>
              <a:t> </a:t>
            </a:r>
            <a:r>
              <a:rPr dirty="0" sz="2800" spc="-5" b="1">
                <a:latin typeface="等线"/>
                <a:cs typeface="等线"/>
              </a:rPr>
              <a:t>-</a:t>
            </a:r>
            <a:endParaRPr sz="2800">
              <a:latin typeface="等线"/>
              <a:cs typeface="等线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221943" y="3615486"/>
            <a:ext cx="1748789" cy="550545"/>
          </a:xfrm>
          <a:custGeom>
            <a:avLst/>
            <a:gdLst/>
            <a:ahLst/>
            <a:cxnLst/>
            <a:rect l="l" t="t" r="r" b="b"/>
            <a:pathLst>
              <a:path w="1748790" h="550545">
                <a:moveTo>
                  <a:pt x="4762" y="545604"/>
                </a:moveTo>
                <a:lnTo>
                  <a:pt x="0" y="545604"/>
                </a:lnTo>
                <a:lnTo>
                  <a:pt x="0" y="507504"/>
                </a:lnTo>
                <a:lnTo>
                  <a:pt x="9525" y="507504"/>
                </a:lnTo>
                <a:lnTo>
                  <a:pt x="9525" y="540842"/>
                </a:lnTo>
                <a:lnTo>
                  <a:pt x="4762" y="540842"/>
                </a:lnTo>
                <a:lnTo>
                  <a:pt x="4762" y="545604"/>
                </a:lnTo>
                <a:close/>
              </a:path>
              <a:path w="1748790" h="550545">
                <a:moveTo>
                  <a:pt x="29921" y="550367"/>
                </a:moveTo>
                <a:lnTo>
                  <a:pt x="4762" y="550367"/>
                </a:lnTo>
                <a:lnTo>
                  <a:pt x="4762" y="540842"/>
                </a:lnTo>
                <a:lnTo>
                  <a:pt x="9525" y="540842"/>
                </a:lnTo>
                <a:lnTo>
                  <a:pt x="9525" y="545604"/>
                </a:lnTo>
                <a:lnTo>
                  <a:pt x="29921" y="545604"/>
                </a:lnTo>
                <a:lnTo>
                  <a:pt x="29921" y="550367"/>
                </a:lnTo>
                <a:close/>
              </a:path>
              <a:path w="1748790" h="550545">
                <a:moveTo>
                  <a:pt x="29921" y="545604"/>
                </a:moveTo>
                <a:lnTo>
                  <a:pt x="9525" y="545604"/>
                </a:lnTo>
                <a:lnTo>
                  <a:pt x="9525" y="540842"/>
                </a:lnTo>
                <a:lnTo>
                  <a:pt x="29921" y="540842"/>
                </a:lnTo>
                <a:lnTo>
                  <a:pt x="29921" y="545604"/>
                </a:lnTo>
                <a:close/>
              </a:path>
              <a:path w="1748790" h="550545">
                <a:moveTo>
                  <a:pt x="9525" y="478929"/>
                </a:moveTo>
                <a:lnTo>
                  <a:pt x="0" y="478929"/>
                </a:lnTo>
                <a:lnTo>
                  <a:pt x="0" y="440829"/>
                </a:lnTo>
                <a:lnTo>
                  <a:pt x="9525" y="440829"/>
                </a:lnTo>
                <a:lnTo>
                  <a:pt x="9525" y="478929"/>
                </a:lnTo>
                <a:close/>
              </a:path>
              <a:path w="1748790" h="550545">
                <a:moveTo>
                  <a:pt x="9525" y="412254"/>
                </a:moveTo>
                <a:lnTo>
                  <a:pt x="0" y="412254"/>
                </a:lnTo>
                <a:lnTo>
                  <a:pt x="0" y="374154"/>
                </a:lnTo>
                <a:lnTo>
                  <a:pt x="9525" y="374154"/>
                </a:lnTo>
                <a:lnTo>
                  <a:pt x="9525" y="412254"/>
                </a:lnTo>
                <a:close/>
              </a:path>
              <a:path w="1748790" h="550545">
                <a:moveTo>
                  <a:pt x="9525" y="345579"/>
                </a:moveTo>
                <a:lnTo>
                  <a:pt x="0" y="345579"/>
                </a:lnTo>
                <a:lnTo>
                  <a:pt x="0" y="307479"/>
                </a:lnTo>
                <a:lnTo>
                  <a:pt x="9525" y="307479"/>
                </a:lnTo>
                <a:lnTo>
                  <a:pt x="9525" y="345579"/>
                </a:lnTo>
                <a:close/>
              </a:path>
              <a:path w="1748790" h="550545">
                <a:moveTo>
                  <a:pt x="9525" y="278904"/>
                </a:moveTo>
                <a:lnTo>
                  <a:pt x="0" y="278904"/>
                </a:lnTo>
                <a:lnTo>
                  <a:pt x="0" y="240804"/>
                </a:lnTo>
                <a:lnTo>
                  <a:pt x="9525" y="240804"/>
                </a:lnTo>
                <a:lnTo>
                  <a:pt x="9525" y="278904"/>
                </a:lnTo>
                <a:close/>
              </a:path>
              <a:path w="1748790" h="550545">
                <a:moveTo>
                  <a:pt x="9525" y="212229"/>
                </a:moveTo>
                <a:lnTo>
                  <a:pt x="0" y="212229"/>
                </a:lnTo>
                <a:lnTo>
                  <a:pt x="0" y="174129"/>
                </a:lnTo>
                <a:lnTo>
                  <a:pt x="9525" y="174129"/>
                </a:lnTo>
                <a:lnTo>
                  <a:pt x="9525" y="212229"/>
                </a:lnTo>
                <a:close/>
              </a:path>
              <a:path w="1748790" h="550545">
                <a:moveTo>
                  <a:pt x="9525" y="145554"/>
                </a:moveTo>
                <a:lnTo>
                  <a:pt x="0" y="145554"/>
                </a:lnTo>
                <a:lnTo>
                  <a:pt x="0" y="107454"/>
                </a:lnTo>
                <a:lnTo>
                  <a:pt x="9525" y="107454"/>
                </a:lnTo>
                <a:lnTo>
                  <a:pt x="9525" y="145554"/>
                </a:lnTo>
                <a:close/>
              </a:path>
              <a:path w="1748790" h="550545">
                <a:moveTo>
                  <a:pt x="9525" y="78879"/>
                </a:moveTo>
                <a:lnTo>
                  <a:pt x="0" y="78879"/>
                </a:lnTo>
                <a:lnTo>
                  <a:pt x="0" y="40779"/>
                </a:lnTo>
                <a:lnTo>
                  <a:pt x="9525" y="40779"/>
                </a:lnTo>
                <a:lnTo>
                  <a:pt x="9525" y="78879"/>
                </a:lnTo>
                <a:close/>
              </a:path>
              <a:path w="1748790" h="550545">
                <a:moveTo>
                  <a:pt x="9525" y="12204"/>
                </a:moveTo>
                <a:lnTo>
                  <a:pt x="0" y="12204"/>
                </a:lnTo>
                <a:lnTo>
                  <a:pt x="0" y="0"/>
                </a:lnTo>
                <a:lnTo>
                  <a:pt x="35420" y="0"/>
                </a:lnTo>
                <a:lnTo>
                  <a:pt x="3542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204"/>
                </a:lnTo>
                <a:close/>
              </a:path>
              <a:path w="1748790" h="55054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748790" h="550545">
                <a:moveTo>
                  <a:pt x="3542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5420" y="4762"/>
                </a:lnTo>
                <a:lnTo>
                  <a:pt x="35420" y="9525"/>
                </a:lnTo>
                <a:close/>
              </a:path>
              <a:path w="1748790" h="550545">
                <a:moveTo>
                  <a:pt x="102095" y="9525"/>
                </a:moveTo>
                <a:lnTo>
                  <a:pt x="63995" y="9525"/>
                </a:lnTo>
                <a:lnTo>
                  <a:pt x="63995" y="0"/>
                </a:lnTo>
                <a:lnTo>
                  <a:pt x="102095" y="0"/>
                </a:lnTo>
                <a:lnTo>
                  <a:pt x="102095" y="9525"/>
                </a:lnTo>
                <a:close/>
              </a:path>
              <a:path w="1748790" h="550545">
                <a:moveTo>
                  <a:pt x="168770" y="9525"/>
                </a:moveTo>
                <a:lnTo>
                  <a:pt x="130670" y="9525"/>
                </a:lnTo>
                <a:lnTo>
                  <a:pt x="130670" y="0"/>
                </a:lnTo>
                <a:lnTo>
                  <a:pt x="168770" y="0"/>
                </a:lnTo>
                <a:lnTo>
                  <a:pt x="168770" y="9525"/>
                </a:lnTo>
                <a:close/>
              </a:path>
              <a:path w="1748790" h="550545">
                <a:moveTo>
                  <a:pt x="235445" y="9525"/>
                </a:moveTo>
                <a:lnTo>
                  <a:pt x="197345" y="9525"/>
                </a:lnTo>
                <a:lnTo>
                  <a:pt x="197345" y="0"/>
                </a:lnTo>
                <a:lnTo>
                  <a:pt x="235445" y="0"/>
                </a:lnTo>
                <a:lnTo>
                  <a:pt x="235445" y="9525"/>
                </a:lnTo>
                <a:close/>
              </a:path>
              <a:path w="1748790" h="550545">
                <a:moveTo>
                  <a:pt x="302120" y="9525"/>
                </a:moveTo>
                <a:lnTo>
                  <a:pt x="264020" y="9525"/>
                </a:lnTo>
                <a:lnTo>
                  <a:pt x="264020" y="0"/>
                </a:lnTo>
                <a:lnTo>
                  <a:pt x="302120" y="0"/>
                </a:lnTo>
                <a:lnTo>
                  <a:pt x="302120" y="9525"/>
                </a:lnTo>
                <a:close/>
              </a:path>
              <a:path w="1748790" h="550545">
                <a:moveTo>
                  <a:pt x="368795" y="9525"/>
                </a:moveTo>
                <a:lnTo>
                  <a:pt x="330695" y="9525"/>
                </a:lnTo>
                <a:lnTo>
                  <a:pt x="330695" y="0"/>
                </a:lnTo>
                <a:lnTo>
                  <a:pt x="368795" y="0"/>
                </a:lnTo>
                <a:lnTo>
                  <a:pt x="368795" y="9525"/>
                </a:lnTo>
                <a:close/>
              </a:path>
              <a:path w="1748790" h="550545">
                <a:moveTo>
                  <a:pt x="435470" y="9525"/>
                </a:moveTo>
                <a:lnTo>
                  <a:pt x="397370" y="9525"/>
                </a:lnTo>
                <a:lnTo>
                  <a:pt x="397370" y="0"/>
                </a:lnTo>
                <a:lnTo>
                  <a:pt x="435470" y="0"/>
                </a:lnTo>
                <a:lnTo>
                  <a:pt x="435470" y="9525"/>
                </a:lnTo>
                <a:close/>
              </a:path>
              <a:path w="1748790" h="550545">
                <a:moveTo>
                  <a:pt x="502145" y="9525"/>
                </a:moveTo>
                <a:lnTo>
                  <a:pt x="464045" y="9525"/>
                </a:lnTo>
                <a:lnTo>
                  <a:pt x="464045" y="0"/>
                </a:lnTo>
                <a:lnTo>
                  <a:pt x="502145" y="0"/>
                </a:lnTo>
                <a:lnTo>
                  <a:pt x="502145" y="9525"/>
                </a:lnTo>
                <a:close/>
              </a:path>
              <a:path w="1748790" h="550545">
                <a:moveTo>
                  <a:pt x="568820" y="9525"/>
                </a:moveTo>
                <a:lnTo>
                  <a:pt x="530720" y="9525"/>
                </a:lnTo>
                <a:lnTo>
                  <a:pt x="530720" y="0"/>
                </a:lnTo>
                <a:lnTo>
                  <a:pt x="568820" y="0"/>
                </a:lnTo>
                <a:lnTo>
                  <a:pt x="568820" y="9525"/>
                </a:lnTo>
                <a:close/>
              </a:path>
              <a:path w="1748790" h="550545">
                <a:moveTo>
                  <a:pt x="635495" y="9525"/>
                </a:moveTo>
                <a:lnTo>
                  <a:pt x="597395" y="9525"/>
                </a:lnTo>
                <a:lnTo>
                  <a:pt x="597395" y="0"/>
                </a:lnTo>
                <a:lnTo>
                  <a:pt x="635495" y="0"/>
                </a:lnTo>
                <a:lnTo>
                  <a:pt x="635495" y="9525"/>
                </a:lnTo>
                <a:close/>
              </a:path>
              <a:path w="1748790" h="550545">
                <a:moveTo>
                  <a:pt x="702170" y="9525"/>
                </a:moveTo>
                <a:lnTo>
                  <a:pt x="664070" y="9525"/>
                </a:lnTo>
                <a:lnTo>
                  <a:pt x="664070" y="0"/>
                </a:lnTo>
                <a:lnTo>
                  <a:pt x="702170" y="0"/>
                </a:lnTo>
                <a:lnTo>
                  <a:pt x="702170" y="9525"/>
                </a:lnTo>
                <a:close/>
              </a:path>
              <a:path w="1748790" h="550545">
                <a:moveTo>
                  <a:pt x="768845" y="9525"/>
                </a:moveTo>
                <a:lnTo>
                  <a:pt x="730745" y="9525"/>
                </a:lnTo>
                <a:lnTo>
                  <a:pt x="730745" y="0"/>
                </a:lnTo>
                <a:lnTo>
                  <a:pt x="768845" y="0"/>
                </a:lnTo>
                <a:lnTo>
                  <a:pt x="768845" y="9525"/>
                </a:lnTo>
                <a:close/>
              </a:path>
              <a:path w="1748790" h="550545">
                <a:moveTo>
                  <a:pt x="835520" y="9525"/>
                </a:moveTo>
                <a:lnTo>
                  <a:pt x="797420" y="9525"/>
                </a:lnTo>
                <a:lnTo>
                  <a:pt x="797420" y="0"/>
                </a:lnTo>
                <a:lnTo>
                  <a:pt x="835520" y="0"/>
                </a:lnTo>
                <a:lnTo>
                  <a:pt x="835520" y="9525"/>
                </a:lnTo>
                <a:close/>
              </a:path>
              <a:path w="1748790" h="550545">
                <a:moveTo>
                  <a:pt x="902195" y="9525"/>
                </a:moveTo>
                <a:lnTo>
                  <a:pt x="864095" y="9525"/>
                </a:lnTo>
                <a:lnTo>
                  <a:pt x="864095" y="0"/>
                </a:lnTo>
                <a:lnTo>
                  <a:pt x="902195" y="0"/>
                </a:lnTo>
                <a:lnTo>
                  <a:pt x="902195" y="9525"/>
                </a:lnTo>
                <a:close/>
              </a:path>
              <a:path w="1748790" h="550545">
                <a:moveTo>
                  <a:pt x="968870" y="9525"/>
                </a:moveTo>
                <a:lnTo>
                  <a:pt x="930770" y="9525"/>
                </a:lnTo>
                <a:lnTo>
                  <a:pt x="930770" y="0"/>
                </a:lnTo>
                <a:lnTo>
                  <a:pt x="968870" y="0"/>
                </a:lnTo>
                <a:lnTo>
                  <a:pt x="968870" y="9525"/>
                </a:lnTo>
                <a:close/>
              </a:path>
              <a:path w="1748790" h="550545">
                <a:moveTo>
                  <a:pt x="1035545" y="9525"/>
                </a:moveTo>
                <a:lnTo>
                  <a:pt x="997445" y="9525"/>
                </a:lnTo>
                <a:lnTo>
                  <a:pt x="997445" y="0"/>
                </a:lnTo>
                <a:lnTo>
                  <a:pt x="1035545" y="0"/>
                </a:lnTo>
                <a:lnTo>
                  <a:pt x="1035545" y="9525"/>
                </a:lnTo>
                <a:close/>
              </a:path>
              <a:path w="1748790" h="550545">
                <a:moveTo>
                  <a:pt x="1102220" y="9525"/>
                </a:moveTo>
                <a:lnTo>
                  <a:pt x="1064120" y="9525"/>
                </a:lnTo>
                <a:lnTo>
                  <a:pt x="1064120" y="0"/>
                </a:lnTo>
                <a:lnTo>
                  <a:pt x="1102220" y="0"/>
                </a:lnTo>
                <a:lnTo>
                  <a:pt x="1102220" y="9525"/>
                </a:lnTo>
                <a:close/>
              </a:path>
              <a:path w="1748790" h="550545">
                <a:moveTo>
                  <a:pt x="1168895" y="9525"/>
                </a:moveTo>
                <a:lnTo>
                  <a:pt x="1130795" y="9525"/>
                </a:lnTo>
                <a:lnTo>
                  <a:pt x="1130795" y="0"/>
                </a:lnTo>
                <a:lnTo>
                  <a:pt x="1168895" y="0"/>
                </a:lnTo>
                <a:lnTo>
                  <a:pt x="1168895" y="9525"/>
                </a:lnTo>
                <a:close/>
              </a:path>
              <a:path w="1748790" h="550545">
                <a:moveTo>
                  <a:pt x="1235570" y="9525"/>
                </a:moveTo>
                <a:lnTo>
                  <a:pt x="1197470" y="9525"/>
                </a:lnTo>
                <a:lnTo>
                  <a:pt x="1197470" y="0"/>
                </a:lnTo>
                <a:lnTo>
                  <a:pt x="1235570" y="0"/>
                </a:lnTo>
                <a:lnTo>
                  <a:pt x="1235570" y="9525"/>
                </a:lnTo>
                <a:close/>
              </a:path>
              <a:path w="1748790" h="550545">
                <a:moveTo>
                  <a:pt x="1302245" y="9525"/>
                </a:moveTo>
                <a:lnTo>
                  <a:pt x="1264145" y="9525"/>
                </a:lnTo>
                <a:lnTo>
                  <a:pt x="1264145" y="0"/>
                </a:lnTo>
                <a:lnTo>
                  <a:pt x="1302245" y="0"/>
                </a:lnTo>
                <a:lnTo>
                  <a:pt x="1302245" y="9525"/>
                </a:lnTo>
                <a:close/>
              </a:path>
              <a:path w="1748790" h="550545">
                <a:moveTo>
                  <a:pt x="1368920" y="9525"/>
                </a:moveTo>
                <a:lnTo>
                  <a:pt x="1330820" y="9525"/>
                </a:lnTo>
                <a:lnTo>
                  <a:pt x="1330820" y="0"/>
                </a:lnTo>
                <a:lnTo>
                  <a:pt x="1368920" y="0"/>
                </a:lnTo>
                <a:lnTo>
                  <a:pt x="1368920" y="9525"/>
                </a:lnTo>
                <a:close/>
              </a:path>
              <a:path w="1748790" h="550545">
                <a:moveTo>
                  <a:pt x="1435595" y="9525"/>
                </a:moveTo>
                <a:lnTo>
                  <a:pt x="1397495" y="9525"/>
                </a:lnTo>
                <a:lnTo>
                  <a:pt x="1397495" y="0"/>
                </a:lnTo>
                <a:lnTo>
                  <a:pt x="1435595" y="0"/>
                </a:lnTo>
                <a:lnTo>
                  <a:pt x="1435595" y="9525"/>
                </a:lnTo>
                <a:close/>
              </a:path>
              <a:path w="1748790" h="550545">
                <a:moveTo>
                  <a:pt x="1502270" y="9525"/>
                </a:moveTo>
                <a:lnTo>
                  <a:pt x="1464170" y="9525"/>
                </a:lnTo>
                <a:lnTo>
                  <a:pt x="1464170" y="0"/>
                </a:lnTo>
                <a:lnTo>
                  <a:pt x="1502270" y="0"/>
                </a:lnTo>
                <a:lnTo>
                  <a:pt x="1502270" y="9525"/>
                </a:lnTo>
                <a:close/>
              </a:path>
              <a:path w="1748790" h="550545">
                <a:moveTo>
                  <a:pt x="1568945" y="9525"/>
                </a:moveTo>
                <a:lnTo>
                  <a:pt x="1530845" y="9525"/>
                </a:lnTo>
                <a:lnTo>
                  <a:pt x="1530845" y="0"/>
                </a:lnTo>
                <a:lnTo>
                  <a:pt x="1568945" y="0"/>
                </a:lnTo>
                <a:lnTo>
                  <a:pt x="1568945" y="9525"/>
                </a:lnTo>
                <a:close/>
              </a:path>
              <a:path w="1748790" h="550545">
                <a:moveTo>
                  <a:pt x="1635620" y="9525"/>
                </a:moveTo>
                <a:lnTo>
                  <a:pt x="1597520" y="9525"/>
                </a:lnTo>
                <a:lnTo>
                  <a:pt x="1597520" y="0"/>
                </a:lnTo>
                <a:lnTo>
                  <a:pt x="1635620" y="0"/>
                </a:lnTo>
                <a:lnTo>
                  <a:pt x="1635620" y="9525"/>
                </a:lnTo>
                <a:close/>
              </a:path>
              <a:path w="1748790" h="550545">
                <a:moveTo>
                  <a:pt x="1702295" y="9525"/>
                </a:moveTo>
                <a:lnTo>
                  <a:pt x="1664195" y="9525"/>
                </a:lnTo>
                <a:lnTo>
                  <a:pt x="1664195" y="0"/>
                </a:lnTo>
                <a:lnTo>
                  <a:pt x="1702295" y="0"/>
                </a:lnTo>
                <a:lnTo>
                  <a:pt x="1702295" y="9525"/>
                </a:lnTo>
                <a:close/>
              </a:path>
              <a:path w="1748790" h="550545">
                <a:moveTo>
                  <a:pt x="1738680" y="9525"/>
                </a:moveTo>
                <a:lnTo>
                  <a:pt x="1730870" y="9525"/>
                </a:lnTo>
                <a:lnTo>
                  <a:pt x="1730870" y="0"/>
                </a:lnTo>
                <a:lnTo>
                  <a:pt x="1748205" y="0"/>
                </a:lnTo>
                <a:lnTo>
                  <a:pt x="1748205" y="4762"/>
                </a:lnTo>
                <a:lnTo>
                  <a:pt x="1738680" y="4762"/>
                </a:lnTo>
                <a:lnTo>
                  <a:pt x="1738680" y="9525"/>
                </a:lnTo>
                <a:close/>
              </a:path>
              <a:path w="1748790" h="550545">
                <a:moveTo>
                  <a:pt x="1748205" y="30289"/>
                </a:moveTo>
                <a:lnTo>
                  <a:pt x="1738680" y="30289"/>
                </a:lnTo>
                <a:lnTo>
                  <a:pt x="1738680" y="4762"/>
                </a:lnTo>
                <a:lnTo>
                  <a:pt x="1743443" y="9525"/>
                </a:lnTo>
                <a:lnTo>
                  <a:pt x="1748205" y="9525"/>
                </a:lnTo>
                <a:lnTo>
                  <a:pt x="1748205" y="30289"/>
                </a:lnTo>
                <a:close/>
              </a:path>
              <a:path w="1748790" h="550545">
                <a:moveTo>
                  <a:pt x="1748205" y="9525"/>
                </a:moveTo>
                <a:lnTo>
                  <a:pt x="1743443" y="9525"/>
                </a:lnTo>
                <a:lnTo>
                  <a:pt x="1738680" y="4762"/>
                </a:lnTo>
                <a:lnTo>
                  <a:pt x="1748205" y="4762"/>
                </a:lnTo>
                <a:lnTo>
                  <a:pt x="1748205" y="9525"/>
                </a:lnTo>
                <a:close/>
              </a:path>
              <a:path w="1748790" h="550545">
                <a:moveTo>
                  <a:pt x="1748205" y="96964"/>
                </a:moveTo>
                <a:lnTo>
                  <a:pt x="1738680" y="96964"/>
                </a:lnTo>
                <a:lnTo>
                  <a:pt x="1738680" y="58864"/>
                </a:lnTo>
                <a:lnTo>
                  <a:pt x="1748205" y="58864"/>
                </a:lnTo>
                <a:lnTo>
                  <a:pt x="1748205" y="96964"/>
                </a:lnTo>
                <a:close/>
              </a:path>
              <a:path w="1748790" h="550545">
                <a:moveTo>
                  <a:pt x="1748205" y="163639"/>
                </a:moveTo>
                <a:lnTo>
                  <a:pt x="1738680" y="163639"/>
                </a:lnTo>
                <a:lnTo>
                  <a:pt x="1738680" y="125539"/>
                </a:lnTo>
                <a:lnTo>
                  <a:pt x="1748205" y="125539"/>
                </a:lnTo>
                <a:lnTo>
                  <a:pt x="1748205" y="163639"/>
                </a:lnTo>
                <a:close/>
              </a:path>
              <a:path w="1748790" h="550545">
                <a:moveTo>
                  <a:pt x="1748205" y="230314"/>
                </a:moveTo>
                <a:lnTo>
                  <a:pt x="1738680" y="230314"/>
                </a:lnTo>
                <a:lnTo>
                  <a:pt x="1738680" y="192214"/>
                </a:lnTo>
                <a:lnTo>
                  <a:pt x="1748205" y="192214"/>
                </a:lnTo>
                <a:lnTo>
                  <a:pt x="1748205" y="230314"/>
                </a:lnTo>
                <a:close/>
              </a:path>
              <a:path w="1748790" h="550545">
                <a:moveTo>
                  <a:pt x="1748205" y="296989"/>
                </a:moveTo>
                <a:lnTo>
                  <a:pt x="1738680" y="296989"/>
                </a:lnTo>
                <a:lnTo>
                  <a:pt x="1738680" y="258889"/>
                </a:lnTo>
                <a:lnTo>
                  <a:pt x="1748205" y="258889"/>
                </a:lnTo>
                <a:lnTo>
                  <a:pt x="1748205" y="296989"/>
                </a:lnTo>
                <a:close/>
              </a:path>
              <a:path w="1748790" h="550545">
                <a:moveTo>
                  <a:pt x="1748205" y="363664"/>
                </a:moveTo>
                <a:lnTo>
                  <a:pt x="1738680" y="363664"/>
                </a:lnTo>
                <a:lnTo>
                  <a:pt x="1738680" y="325564"/>
                </a:lnTo>
                <a:lnTo>
                  <a:pt x="1748205" y="325564"/>
                </a:lnTo>
                <a:lnTo>
                  <a:pt x="1748205" y="363664"/>
                </a:lnTo>
                <a:close/>
              </a:path>
              <a:path w="1748790" h="550545">
                <a:moveTo>
                  <a:pt x="1748205" y="430339"/>
                </a:moveTo>
                <a:lnTo>
                  <a:pt x="1738680" y="430339"/>
                </a:lnTo>
                <a:lnTo>
                  <a:pt x="1738680" y="392239"/>
                </a:lnTo>
                <a:lnTo>
                  <a:pt x="1748205" y="392239"/>
                </a:lnTo>
                <a:lnTo>
                  <a:pt x="1748205" y="430339"/>
                </a:lnTo>
                <a:close/>
              </a:path>
              <a:path w="1748790" h="550545">
                <a:moveTo>
                  <a:pt x="1748205" y="497014"/>
                </a:moveTo>
                <a:lnTo>
                  <a:pt x="1738680" y="497014"/>
                </a:lnTo>
                <a:lnTo>
                  <a:pt x="1738680" y="458914"/>
                </a:lnTo>
                <a:lnTo>
                  <a:pt x="1748205" y="458914"/>
                </a:lnTo>
                <a:lnTo>
                  <a:pt x="1748205" y="497014"/>
                </a:lnTo>
                <a:close/>
              </a:path>
              <a:path w="1748790" h="550545">
                <a:moveTo>
                  <a:pt x="1738680" y="545604"/>
                </a:moveTo>
                <a:lnTo>
                  <a:pt x="1738680" y="525589"/>
                </a:lnTo>
                <a:lnTo>
                  <a:pt x="1748205" y="525589"/>
                </a:lnTo>
                <a:lnTo>
                  <a:pt x="1748205" y="540842"/>
                </a:lnTo>
                <a:lnTo>
                  <a:pt x="1743443" y="540842"/>
                </a:lnTo>
                <a:lnTo>
                  <a:pt x="1738680" y="545604"/>
                </a:lnTo>
                <a:close/>
              </a:path>
              <a:path w="1748790" h="550545">
                <a:moveTo>
                  <a:pt x="1748205" y="550367"/>
                </a:moveTo>
                <a:lnTo>
                  <a:pt x="1725371" y="550367"/>
                </a:lnTo>
                <a:lnTo>
                  <a:pt x="1725371" y="540842"/>
                </a:lnTo>
                <a:lnTo>
                  <a:pt x="1738680" y="540842"/>
                </a:lnTo>
                <a:lnTo>
                  <a:pt x="1738680" y="545604"/>
                </a:lnTo>
                <a:lnTo>
                  <a:pt x="1748205" y="545604"/>
                </a:lnTo>
                <a:lnTo>
                  <a:pt x="1748205" y="550367"/>
                </a:lnTo>
                <a:close/>
              </a:path>
              <a:path w="1748790" h="550545">
                <a:moveTo>
                  <a:pt x="1748205" y="545604"/>
                </a:moveTo>
                <a:lnTo>
                  <a:pt x="1738680" y="545604"/>
                </a:lnTo>
                <a:lnTo>
                  <a:pt x="1743443" y="540842"/>
                </a:lnTo>
                <a:lnTo>
                  <a:pt x="1748205" y="540842"/>
                </a:lnTo>
                <a:lnTo>
                  <a:pt x="1748205" y="545604"/>
                </a:lnTo>
                <a:close/>
              </a:path>
              <a:path w="1748790" h="550545">
                <a:moveTo>
                  <a:pt x="1696796" y="550367"/>
                </a:moveTo>
                <a:lnTo>
                  <a:pt x="1658696" y="550367"/>
                </a:lnTo>
                <a:lnTo>
                  <a:pt x="1658696" y="540842"/>
                </a:lnTo>
                <a:lnTo>
                  <a:pt x="1696796" y="540842"/>
                </a:lnTo>
                <a:lnTo>
                  <a:pt x="1696796" y="550367"/>
                </a:lnTo>
                <a:close/>
              </a:path>
              <a:path w="1748790" h="550545">
                <a:moveTo>
                  <a:pt x="1630121" y="550367"/>
                </a:moveTo>
                <a:lnTo>
                  <a:pt x="1592021" y="550367"/>
                </a:lnTo>
                <a:lnTo>
                  <a:pt x="1592021" y="540842"/>
                </a:lnTo>
                <a:lnTo>
                  <a:pt x="1630121" y="540842"/>
                </a:lnTo>
                <a:lnTo>
                  <a:pt x="1630121" y="550367"/>
                </a:lnTo>
                <a:close/>
              </a:path>
              <a:path w="1748790" h="550545">
                <a:moveTo>
                  <a:pt x="1563446" y="550367"/>
                </a:moveTo>
                <a:lnTo>
                  <a:pt x="1525346" y="550367"/>
                </a:lnTo>
                <a:lnTo>
                  <a:pt x="1525346" y="540842"/>
                </a:lnTo>
                <a:lnTo>
                  <a:pt x="1563446" y="540842"/>
                </a:lnTo>
                <a:lnTo>
                  <a:pt x="1563446" y="550367"/>
                </a:lnTo>
                <a:close/>
              </a:path>
              <a:path w="1748790" h="550545">
                <a:moveTo>
                  <a:pt x="1496771" y="550367"/>
                </a:moveTo>
                <a:lnTo>
                  <a:pt x="1458671" y="550367"/>
                </a:lnTo>
                <a:lnTo>
                  <a:pt x="1458671" y="540842"/>
                </a:lnTo>
                <a:lnTo>
                  <a:pt x="1496771" y="540842"/>
                </a:lnTo>
                <a:lnTo>
                  <a:pt x="1496771" y="550367"/>
                </a:lnTo>
                <a:close/>
              </a:path>
              <a:path w="1748790" h="550545">
                <a:moveTo>
                  <a:pt x="1430096" y="550367"/>
                </a:moveTo>
                <a:lnTo>
                  <a:pt x="1391996" y="550367"/>
                </a:lnTo>
                <a:lnTo>
                  <a:pt x="1391996" y="540842"/>
                </a:lnTo>
                <a:lnTo>
                  <a:pt x="1430096" y="540842"/>
                </a:lnTo>
                <a:lnTo>
                  <a:pt x="1430096" y="550367"/>
                </a:lnTo>
                <a:close/>
              </a:path>
              <a:path w="1748790" h="550545">
                <a:moveTo>
                  <a:pt x="1363421" y="550367"/>
                </a:moveTo>
                <a:lnTo>
                  <a:pt x="1325321" y="550367"/>
                </a:lnTo>
                <a:lnTo>
                  <a:pt x="1325321" y="540842"/>
                </a:lnTo>
                <a:lnTo>
                  <a:pt x="1363421" y="540842"/>
                </a:lnTo>
                <a:lnTo>
                  <a:pt x="1363421" y="550367"/>
                </a:lnTo>
                <a:close/>
              </a:path>
              <a:path w="1748790" h="550545">
                <a:moveTo>
                  <a:pt x="1296746" y="550367"/>
                </a:moveTo>
                <a:lnTo>
                  <a:pt x="1258646" y="550367"/>
                </a:lnTo>
                <a:lnTo>
                  <a:pt x="1258646" y="540842"/>
                </a:lnTo>
                <a:lnTo>
                  <a:pt x="1296746" y="540842"/>
                </a:lnTo>
                <a:lnTo>
                  <a:pt x="1296746" y="550367"/>
                </a:lnTo>
                <a:close/>
              </a:path>
              <a:path w="1748790" h="550545">
                <a:moveTo>
                  <a:pt x="1230071" y="550367"/>
                </a:moveTo>
                <a:lnTo>
                  <a:pt x="1191971" y="550367"/>
                </a:lnTo>
                <a:lnTo>
                  <a:pt x="1191971" y="540842"/>
                </a:lnTo>
                <a:lnTo>
                  <a:pt x="1230071" y="540842"/>
                </a:lnTo>
                <a:lnTo>
                  <a:pt x="1230071" y="550367"/>
                </a:lnTo>
                <a:close/>
              </a:path>
              <a:path w="1748790" h="550545">
                <a:moveTo>
                  <a:pt x="1163396" y="550367"/>
                </a:moveTo>
                <a:lnTo>
                  <a:pt x="1125296" y="550367"/>
                </a:lnTo>
                <a:lnTo>
                  <a:pt x="1125296" y="540842"/>
                </a:lnTo>
                <a:lnTo>
                  <a:pt x="1163396" y="540842"/>
                </a:lnTo>
                <a:lnTo>
                  <a:pt x="1163396" y="550367"/>
                </a:lnTo>
                <a:close/>
              </a:path>
              <a:path w="1748790" h="550545">
                <a:moveTo>
                  <a:pt x="1096721" y="550367"/>
                </a:moveTo>
                <a:lnTo>
                  <a:pt x="1058621" y="550367"/>
                </a:lnTo>
                <a:lnTo>
                  <a:pt x="1058621" y="540842"/>
                </a:lnTo>
                <a:lnTo>
                  <a:pt x="1096721" y="540842"/>
                </a:lnTo>
                <a:lnTo>
                  <a:pt x="1096721" y="550367"/>
                </a:lnTo>
                <a:close/>
              </a:path>
              <a:path w="1748790" h="550545">
                <a:moveTo>
                  <a:pt x="1030046" y="550367"/>
                </a:moveTo>
                <a:lnTo>
                  <a:pt x="991946" y="550367"/>
                </a:lnTo>
                <a:lnTo>
                  <a:pt x="991946" y="540842"/>
                </a:lnTo>
                <a:lnTo>
                  <a:pt x="1030046" y="540842"/>
                </a:lnTo>
                <a:lnTo>
                  <a:pt x="1030046" y="550367"/>
                </a:lnTo>
                <a:close/>
              </a:path>
              <a:path w="1748790" h="550545">
                <a:moveTo>
                  <a:pt x="963371" y="550367"/>
                </a:moveTo>
                <a:lnTo>
                  <a:pt x="925271" y="550367"/>
                </a:lnTo>
                <a:lnTo>
                  <a:pt x="925271" y="540842"/>
                </a:lnTo>
                <a:lnTo>
                  <a:pt x="963371" y="540842"/>
                </a:lnTo>
                <a:lnTo>
                  <a:pt x="963371" y="550367"/>
                </a:lnTo>
                <a:close/>
              </a:path>
              <a:path w="1748790" h="550545">
                <a:moveTo>
                  <a:pt x="896696" y="550367"/>
                </a:moveTo>
                <a:lnTo>
                  <a:pt x="858596" y="550367"/>
                </a:lnTo>
                <a:lnTo>
                  <a:pt x="858596" y="540842"/>
                </a:lnTo>
                <a:lnTo>
                  <a:pt x="896696" y="540842"/>
                </a:lnTo>
                <a:lnTo>
                  <a:pt x="896696" y="550367"/>
                </a:lnTo>
                <a:close/>
              </a:path>
              <a:path w="1748790" h="550545">
                <a:moveTo>
                  <a:pt x="830021" y="550367"/>
                </a:moveTo>
                <a:lnTo>
                  <a:pt x="791921" y="550367"/>
                </a:lnTo>
                <a:lnTo>
                  <a:pt x="791921" y="540842"/>
                </a:lnTo>
                <a:lnTo>
                  <a:pt x="830021" y="540842"/>
                </a:lnTo>
                <a:lnTo>
                  <a:pt x="830021" y="550367"/>
                </a:lnTo>
                <a:close/>
              </a:path>
              <a:path w="1748790" h="550545">
                <a:moveTo>
                  <a:pt x="763346" y="550367"/>
                </a:moveTo>
                <a:lnTo>
                  <a:pt x="725246" y="550367"/>
                </a:lnTo>
                <a:lnTo>
                  <a:pt x="725246" y="540842"/>
                </a:lnTo>
                <a:lnTo>
                  <a:pt x="763346" y="540842"/>
                </a:lnTo>
                <a:lnTo>
                  <a:pt x="763346" y="550367"/>
                </a:lnTo>
                <a:close/>
              </a:path>
              <a:path w="1748790" h="550545">
                <a:moveTo>
                  <a:pt x="696671" y="550367"/>
                </a:moveTo>
                <a:lnTo>
                  <a:pt x="658571" y="550367"/>
                </a:lnTo>
                <a:lnTo>
                  <a:pt x="658571" y="540842"/>
                </a:lnTo>
                <a:lnTo>
                  <a:pt x="696671" y="540842"/>
                </a:lnTo>
                <a:lnTo>
                  <a:pt x="696671" y="550367"/>
                </a:lnTo>
                <a:close/>
              </a:path>
              <a:path w="1748790" h="550545">
                <a:moveTo>
                  <a:pt x="629996" y="550367"/>
                </a:moveTo>
                <a:lnTo>
                  <a:pt x="591896" y="550367"/>
                </a:lnTo>
                <a:lnTo>
                  <a:pt x="591896" y="540842"/>
                </a:lnTo>
                <a:lnTo>
                  <a:pt x="629996" y="540842"/>
                </a:lnTo>
                <a:lnTo>
                  <a:pt x="629996" y="550367"/>
                </a:lnTo>
                <a:close/>
              </a:path>
              <a:path w="1748790" h="550545">
                <a:moveTo>
                  <a:pt x="563321" y="550367"/>
                </a:moveTo>
                <a:lnTo>
                  <a:pt x="525221" y="550367"/>
                </a:lnTo>
                <a:lnTo>
                  <a:pt x="525221" y="540842"/>
                </a:lnTo>
                <a:lnTo>
                  <a:pt x="563321" y="540842"/>
                </a:lnTo>
                <a:lnTo>
                  <a:pt x="563321" y="550367"/>
                </a:lnTo>
                <a:close/>
              </a:path>
              <a:path w="1748790" h="550545">
                <a:moveTo>
                  <a:pt x="496646" y="550367"/>
                </a:moveTo>
                <a:lnTo>
                  <a:pt x="458546" y="550367"/>
                </a:lnTo>
                <a:lnTo>
                  <a:pt x="458546" y="540842"/>
                </a:lnTo>
                <a:lnTo>
                  <a:pt x="496646" y="540842"/>
                </a:lnTo>
                <a:lnTo>
                  <a:pt x="496646" y="550367"/>
                </a:lnTo>
                <a:close/>
              </a:path>
              <a:path w="1748790" h="550545">
                <a:moveTo>
                  <a:pt x="429971" y="550367"/>
                </a:moveTo>
                <a:lnTo>
                  <a:pt x="391871" y="550367"/>
                </a:lnTo>
                <a:lnTo>
                  <a:pt x="391871" y="540842"/>
                </a:lnTo>
                <a:lnTo>
                  <a:pt x="429971" y="540842"/>
                </a:lnTo>
                <a:lnTo>
                  <a:pt x="429971" y="550367"/>
                </a:lnTo>
                <a:close/>
              </a:path>
              <a:path w="1748790" h="550545">
                <a:moveTo>
                  <a:pt x="363296" y="550367"/>
                </a:moveTo>
                <a:lnTo>
                  <a:pt x="325196" y="550367"/>
                </a:lnTo>
                <a:lnTo>
                  <a:pt x="325196" y="540842"/>
                </a:lnTo>
                <a:lnTo>
                  <a:pt x="363296" y="540842"/>
                </a:lnTo>
                <a:lnTo>
                  <a:pt x="363296" y="550367"/>
                </a:lnTo>
                <a:close/>
              </a:path>
              <a:path w="1748790" h="550545">
                <a:moveTo>
                  <a:pt x="296621" y="550367"/>
                </a:moveTo>
                <a:lnTo>
                  <a:pt x="258521" y="550367"/>
                </a:lnTo>
                <a:lnTo>
                  <a:pt x="258521" y="540842"/>
                </a:lnTo>
                <a:lnTo>
                  <a:pt x="296621" y="540842"/>
                </a:lnTo>
                <a:lnTo>
                  <a:pt x="296621" y="550367"/>
                </a:lnTo>
                <a:close/>
              </a:path>
              <a:path w="1748790" h="550545">
                <a:moveTo>
                  <a:pt x="229946" y="550367"/>
                </a:moveTo>
                <a:lnTo>
                  <a:pt x="191846" y="550367"/>
                </a:lnTo>
                <a:lnTo>
                  <a:pt x="191846" y="540842"/>
                </a:lnTo>
                <a:lnTo>
                  <a:pt x="229946" y="540842"/>
                </a:lnTo>
                <a:lnTo>
                  <a:pt x="229946" y="550367"/>
                </a:lnTo>
                <a:close/>
              </a:path>
              <a:path w="1748790" h="550545">
                <a:moveTo>
                  <a:pt x="163271" y="550367"/>
                </a:moveTo>
                <a:lnTo>
                  <a:pt x="125171" y="550367"/>
                </a:lnTo>
                <a:lnTo>
                  <a:pt x="125171" y="540842"/>
                </a:lnTo>
                <a:lnTo>
                  <a:pt x="163271" y="540842"/>
                </a:lnTo>
                <a:lnTo>
                  <a:pt x="163271" y="550367"/>
                </a:lnTo>
                <a:close/>
              </a:path>
              <a:path w="1748790" h="550545">
                <a:moveTo>
                  <a:pt x="96596" y="550367"/>
                </a:moveTo>
                <a:lnTo>
                  <a:pt x="58496" y="550367"/>
                </a:lnTo>
                <a:lnTo>
                  <a:pt x="58496" y="540842"/>
                </a:lnTo>
                <a:lnTo>
                  <a:pt x="96596" y="540842"/>
                </a:lnTo>
                <a:lnTo>
                  <a:pt x="96596" y="55036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322591" y="3620249"/>
            <a:ext cx="14490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静电平</a:t>
            </a:r>
            <a:r>
              <a:rPr dirty="0" sz="2800" spc="-10" b="1">
                <a:latin typeface="华文楷体"/>
                <a:cs typeface="华文楷体"/>
              </a:rPr>
              <a:t>衡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107097" y="2356078"/>
            <a:ext cx="2165350" cy="855980"/>
          </a:xfrm>
          <a:custGeom>
            <a:avLst/>
            <a:gdLst/>
            <a:ahLst/>
            <a:cxnLst/>
            <a:rect l="l" t="t" r="r" b="b"/>
            <a:pathLst>
              <a:path w="2165350" h="855980">
                <a:moveTo>
                  <a:pt x="4762" y="851217"/>
                </a:moveTo>
                <a:lnTo>
                  <a:pt x="0" y="851217"/>
                </a:lnTo>
                <a:lnTo>
                  <a:pt x="0" y="813117"/>
                </a:lnTo>
                <a:lnTo>
                  <a:pt x="9525" y="813117"/>
                </a:lnTo>
                <a:lnTo>
                  <a:pt x="9525" y="846454"/>
                </a:lnTo>
                <a:lnTo>
                  <a:pt x="4762" y="846454"/>
                </a:lnTo>
                <a:lnTo>
                  <a:pt x="4762" y="851217"/>
                </a:lnTo>
                <a:close/>
              </a:path>
              <a:path w="2165350" h="855980">
                <a:moveTo>
                  <a:pt x="7467" y="855979"/>
                </a:moveTo>
                <a:lnTo>
                  <a:pt x="4762" y="855979"/>
                </a:lnTo>
                <a:lnTo>
                  <a:pt x="4762" y="846454"/>
                </a:lnTo>
                <a:lnTo>
                  <a:pt x="7467" y="846454"/>
                </a:lnTo>
                <a:lnTo>
                  <a:pt x="7467" y="855979"/>
                </a:lnTo>
                <a:close/>
              </a:path>
              <a:path w="2165350" h="855980">
                <a:moveTo>
                  <a:pt x="9525" y="851217"/>
                </a:moveTo>
                <a:lnTo>
                  <a:pt x="7467" y="851217"/>
                </a:lnTo>
                <a:lnTo>
                  <a:pt x="7467" y="846454"/>
                </a:lnTo>
                <a:lnTo>
                  <a:pt x="9525" y="846454"/>
                </a:lnTo>
                <a:lnTo>
                  <a:pt x="9525" y="851217"/>
                </a:lnTo>
                <a:close/>
              </a:path>
              <a:path w="2165350" h="855980">
                <a:moveTo>
                  <a:pt x="9525" y="784542"/>
                </a:moveTo>
                <a:lnTo>
                  <a:pt x="0" y="784542"/>
                </a:lnTo>
                <a:lnTo>
                  <a:pt x="0" y="746442"/>
                </a:lnTo>
                <a:lnTo>
                  <a:pt x="9525" y="746442"/>
                </a:lnTo>
                <a:lnTo>
                  <a:pt x="9525" y="784542"/>
                </a:lnTo>
                <a:close/>
              </a:path>
              <a:path w="2165350" h="855980">
                <a:moveTo>
                  <a:pt x="9525" y="717867"/>
                </a:moveTo>
                <a:lnTo>
                  <a:pt x="0" y="717867"/>
                </a:lnTo>
                <a:lnTo>
                  <a:pt x="0" y="679767"/>
                </a:lnTo>
                <a:lnTo>
                  <a:pt x="9525" y="679767"/>
                </a:lnTo>
                <a:lnTo>
                  <a:pt x="9525" y="717867"/>
                </a:lnTo>
                <a:close/>
              </a:path>
              <a:path w="2165350" h="855980">
                <a:moveTo>
                  <a:pt x="9525" y="651192"/>
                </a:moveTo>
                <a:lnTo>
                  <a:pt x="0" y="651192"/>
                </a:lnTo>
                <a:lnTo>
                  <a:pt x="0" y="613092"/>
                </a:lnTo>
                <a:lnTo>
                  <a:pt x="9525" y="613092"/>
                </a:lnTo>
                <a:lnTo>
                  <a:pt x="9525" y="651192"/>
                </a:lnTo>
                <a:close/>
              </a:path>
              <a:path w="2165350" h="855980">
                <a:moveTo>
                  <a:pt x="9525" y="584517"/>
                </a:moveTo>
                <a:lnTo>
                  <a:pt x="0" y="584517"/>
                </a:lnTo>
                <a:lnTo>
                  <a:pt x="0" y="546417"/>
                </a:lnTo>
                <a:lnTo>
                  <a:pt x="9525" y="546417"/>
                </a:lnTo>
                <a:lnTo>
                  <a:pt x="9525" y="584517"/>
                </a:lnTo>
                <a:close/>
              </a:path>
              <a:path w="2165350" h="855980">
                <a:moveTo>
                  <a:pt x="9525" y="517842"/>
                </a:moveTo>
                <a:lnTo>
                  <a:pt x="0" y="517842"/>
                </a:lnTo>
                <a:lnTo>
                  <a:pt x="0" y="479742"/>
                </a:lnTo>
                <a:lnTo>
                  <a:pt x="9525" y="479742"/>
                </a:lnTo>
                <a:lnTo>
                  <a:pt x="9525" y="517842"/>
                </a:lnTo>
                <a:close/>
              </a:path>
              <a:path w="2165350" h="855980">
                <a:moveTo>
                  <a:pt x="9525" y="451167"/>
                </a:moveTo>
                <a:lnTo>
                  <a:pt x="0" y="451167"/>
                </a:lnTo>
                <a:lnTo>
                  <a:pt x="0" y="413067"/>
                </a:lnTo>
                <a:lnTo>
                  <a:pt x="9525" y="413067"/>
                </a:lnTo>
                <a:lnTo>
                  <a:pt x="9525" y="451167"/>
                </a:lnTo>
                <a:close/>
              </a:path>
              <a:path w="2165350" h="855980">
                <a:moveTo>
                  <a:pt x="9525" y="384492"/>
                </a:moveTo>
                <a:lnTo>
                  <a:pt x="0" y="384492"/>
                </a:lnTo>
                <a:lnTo>
                  <a:pt x="0" y="346392"/>
                </a:lnTo>
                <a:lnTo>
                  <a:pt x="9525" y="346392"/>
                </a:lnTo>
                <a:lnTo>
                  <a:pt x="9525" y="384492"/>
                </a:lnTo>
                <a:close/>
              </a:path>
              <a:path w="2165350" h="855980">
                <a:moveTo>
                  <a:pt x="9525" y="317817"/>
                </a:moveTo>
                <a:lnTo>
                  <a:pt x="0" y="317817"/>
                </a:lnTo>
                <a:lnTo>
                  <a:pt x="0" y="279717"/>
                </a:lnTo>
                <a:lnTo>
                  <a:pt x="9525" y="279717"/>
                </a:lnTo>
                <a:lnTo>
                  <a:pt x="9525" y="317817"/>
                </a:lnTo>
                <a:close/>
              </a:path>
              <a:path w="2165350" h="855980">
                <a:moveTo>
                  <a:pt x="9525" y="251142"/>
                </a:moveTo>
                <a:lnTo>
                  <a:pt x="0" y="251142"/>
                </a:lnTo>
                <a:lnTo>
                  <a:pt x="0" y="213042"/>
                </a:lnTo>
                <a:lnTo>
                  <a:pt x="9525" y="213042"/>
                </a:lnTo>
                <a:lnTo>
                  <a:pt x="9525" y="251142"/>
                </a:lnTo>
                <a:close/>
              </a:path>
              <a:path w="2165350" h="855980">
                <a:moveTo>
                  <a:pt x="9525" y="184467"/>
                </a:moveTo>
                <a:lnTo>
                  <a:pt x="0" y="184467"/>
                </a:lnTo>
                <a:lnTo>
                  <a:pt x="0" y="146367"/>
                </a:lnTo>
                <a:lnTo>
                  <a:pt x="9525" y="146367"/>
                </a:lnTo>
                <a:lnTo>
                  <a:pt x="9525" y="184467"/>
                </a:lnTo>
                <a:close/>
              </a:path>
              <a:path w="2165350" h="855980">
                <a:moveTo>
                  <a:pt x="9525" y="117792"/>
                </a:moveTo>
                <a:lnTo>
                  <a:pt x="0" y="117792"/>
                </a:lnTo>
                <a:lnTo>
                  <a:pt x="0" y="79692"/>
                </a:lnTo>
                <a:lnTo>
                  <a:pt x="9525" y="79692"/>
                </a:lnTo>
                <a:lnTo>
                  <a:pt x="9525" y="117792"/>
                </a:lnTo>
                <a:close/>
              </a:path>
              <a:path w="2165350" h="855980">
                <a:moveTo>
                  <a:pt x="9525" y="51117"/>
                </a:moveTo>
                <a:lnTo>
                  <a:pt x="0" y="51117"/>
                </a:lnTo>
                <a:lnTo>
                  <a:pt x="0" y="13017"/>
                </a:lnTo>
                <a:lnTo>
                  <a:pt x="9525" y="13017"/>
                </a:lnTo>
                <a:lnTo>
                  <a:pt x="9525" y="51117"/>
                </a:lnTo>
                <a:close/>
              </a:path>
              <a:path w="2165350" h="855980">
                <a:moveTo>
                  <a:pt x="63182" y="9524"/>
                </a:moveTo>
                <a:lnTo>
                  <a:pt x="25082" y="9524"/>
                </a:lnTo>
                <a:lnTo>
                  <a:pt x="25082" y="0"/>
                </a:lnTo>
                <a:lnTo>
                  <a:pt x="63182" y="0"/>
                </a:lnTo>
                <a:lnTo>
                  <a:pt x="63182" y="9524"/>
                </a:lnTo>
                <a:close/>
              </a:path>
              <a:path w="2165350" h="855980">
                <a:moveTo>
                  <a:pt x="129857" y="9524"/>
                </a:moveTo>
                <a:lnTo>
                  <a:pt x="91757" y="9524"/>
                </a:lnTo>
                <a:lnTo>
                  <a:pt x="91757" y="0"/>
                </a:lnTo>
                <a:lnTo>
                  <a:pt x="129857" y="0"/>
                </a:lnTo>
                <a:lnTo>
                  <a:pt x="129857" y="9524"/>
                </a:lnTo>
                <a:close/>
              </a:path>
              <a:path w="2165350" h="855980">
                <a:moveTo>
                  <a:pt x="196532" y="9524"/>
                </a:moveTo>
                <a:lnTo>
                  <a:pt x="158432" y="9524"/>
                </a:lnTo>
                <a:lnTo>
                  <a:pt x="158432" y="0"/>
                </a:lnTo>
                <a:lnTo>
                  <a:pt x="196532" y="0"/>
                </a:lnTo>
                <a:lnTo>
                  <a:pt x="196532" y="9524"/>
                </a:lnTo>
                <a:close/>
              </a:path>
              <a:path w="2165350" h="855980">
                <a:moveTo>
                  <a:pt x="263207" y="9524"/>
                </a:moveTo>
                <a:lnTo>
                  <a:pt x="225107" y="9524"/>
                </a:lnTo>
                <a:lnTo>
                  <a:pt x="225107" y="0"/>
                </a:lnTo>
                <a:lnTo>
                  <a:pt x="263207" y="0"/>
                </a:lnTo>
                <a:lnTo>
                  <a:pt x="263207" y="9524"/>
                </a:lnTo>
                <a:close/>
              </a:path>
              <a:path w="2165350" h="855980">
                <a:moveTo>
                  <a:pt x="329882" y="9524"/>
                </a:moveTo>
                <a:lnTo>
                  <a:pt x="291782" y="9524"/>
                </a:lnTo>
                <a:lnTo>
                  <a:pt x="291782" y="0"/>
                </a:lnTo>
                <a:lnTo>
                  <a:pt x="329882" y="0"/>
                </a:lnTo>
                <a:lnTo>
                  <a:pt x="329882" y="9524"/>
                </a:lnTo>
                <a:close/>
              </a:path>
              <a:path w="2165350" h="855980">
                <a:moveTo>
                  <a:pt x="396557" y="9524"/>
                </a:moveTo>
                <a:lnTo>
                  <a:pt x="358457" y="9524"/>
                </a:lnTo>
                <a:lnTo>
                  <a:pt x="358457" y="0"/>
                </a:lnTo>
                <a:lnTo>
                  <a:pt x="396557" y="0"/>
                </a:lnTo>
                <a:lnTo>
                  <a:pt x="396557" y="9524"/>
                </a:lnTo>
                <a:close/>
              </a:path>
              <a:path w="2165350" h="855980">
                <a:moveTo>
                  <a:pt x="463232" y="9524"/>
                </a:moveTo>
                <a:lnTo>
                  <a:pt x="425132" y="9524"/>
                </a:lnTo>
                <a:lnTo>
                  <a:pt x="425132" y="0"/>
                </a:lnTo>
                <a:lnTo>
                  <a:pt x="463232" y="0"/>
                </a:lnTo>
                <a:lnTo>
                  <a:pt x="463232" y="9524"/>
                </a:lnTo>
                <a:close/>
              </a:path>
              <a:path w="2165350" h="855980">
                <a:moveTo>
                  <a:pt x="529907" y="9524"/>
                </a:moveTo>
                <a:lnTo>
                  <a:pt x="491807" y="9524"/>
                </a:lnTo>
                <a:lnTo>
                  <a:pt x="491807" y="0"/>
                </a:lnTo>
                <a:lnTo>
                  <a:pt x="529907" y="0"/>
                </a:lnTo>
                <a:lnTo>
                  <a:pt x="529907" y="9524"/>
                </a:lnTo>
                <a:close/>
              </a:path>
              <a:path w="2165350" h="855980">
                <a:moveTo>
                  <a:pt x="596582" y="9524"/>
                </a:moveTo>
                <a:lnTo>
                  <a:pt x="558482" y="9524"/>
                </a:lnTo>
                <a:lnTo>
                  <a:pt x="558482" y="0"/>
                </a:lnTo>
                <a:lnTo>
                  <a:pt x="596582" y="0"/>
                </a:lnTo>
                <a:lnTo>
                  <a:pt x="596582" y="9524"/>
                </a:lnTo>
                <a:close/>
              </a:path>
              <a:path w="2165350" h="855980">
                <a:moveTo>
                  <a:pt x="663257" y="9524"/>
                </a:moveTo>
                <a:lnTo>
                  <a:pt x="625157" y="9524"/>
                </a:lnTo>
                <a:lnTo>
                  <a:pt x="625157" y="0"/>
                </a:lnTo>
                <a:lnTo>
                  <a:pt x="663257" y="0"/>
                </a:lnTo>
                <a:lnTo>
                  <a:pt x="663257" y="9524"/>
                </a:lnTo>
                <a:close/>
              </a:path>
              <a:path w="2165350" h="855980">
                <a:moveTo>
                  <a:pt x="729932" y="9524"/>
                </a:moveTo>
                <a:lnTo>
                  <a:pt x="691832" y="9524"/>
                </a:lnTo>
                <a:lnTo>
                  <a:pt x="691832" y="0"/>
                </a:lnTo>
                <a:lnTo>
                  <a:pt x="729932" y="0"/>
                </a:lnTo>
                <a:lnTo>
                  <a:pt x="729932" y="9524"/>
                </a:lnTo>
                <a:close/>
              </a:path>
              <a:path w="2165350" h="855980">
                <a:moveTo>
                  <a:pt x="796607" y="9524"/>
                </a:moveTo>
                <a:lnTo>
                  <a:pt x="758507" y="9524"/>
                </a:lnTo>
                <a:lnTo>
                  <a:pt x="758507" y="0"/>
                </a:lnTo>
                <a:lnTo>
                  <a:pt x="796607" y="0"/>
                </a:lnTo>
                <a:lnTo>
                  <a:pt x="796607" y="9524"/>
                </a:lnTo>
                <a:close/>
              </a:path>
              <a:path w="2165350" h="855980">
                <a:moveTo>
                  <a:pt x="863282" y="9524"/>
                </a:moveTo>
                <a:lnTo>
                  <a:pt x="825182" y="9524"/>
                </a:lnTo>
                <a:lnTo>
                  <a:pt x="825182" y="0"/>
                </a:lnTo>
                <a:lnTo>
                  <a:pt x="863282" y="0"/>
                </a:lnTo>
                <a:lnTo>
                  <a:pt x="863282" y="9524"/>
                </a:lnTo>
                <a:close/>
              </a:path>
              <a:path w="2165350" h="855980">
                <a:moveTo>
                  <a:pt x="929957" y="9524"/>
                </a:moveTo>
                <a:lnTo>
                  <a:pt x="891857" y="9524"/>
                </a:lnTo>
                <a:lnTo>
                  <a:pt x="891857" y="0"/>
                </a:lnTo>
                <a:lnTo>
                  <a:pt x="929957" y="0"/>
                </a:lnTo>
                <a:lnTo>
                  <a:pt x="929957" y="9524"/>
                </a:lnTo>
                <a:close/>
              </a:path>
              <a:path w="2165350" h="855980">
                <a:moveTo>
                  <a:pt x="996632" y="9524"/>
                </a:moveTo>
                <a:lnTo>
                  <a:pt x="958532" y="9524"/>
                </a:lnTo>
                <a:lnTo>
                  <a:pt x="958532" y="0"/>
                </a:lnTo>
                <a:lnTo>
                  <a:pt x="996632" y="0"/>
                </a:lnTo>
                <a:lnTo>
                  <a:pt x="996632" y="9524"/>
                </a:lnTo>
                <a:close/>
              </a:path>
              <a:path w="2165350" h="855980">
                <a:moveTo>
                  <a:pt x="1063307" y="9524"/>
                </a:moveTo>
                <a:lnTo>
                  <a:pt x="1025207" y="9524"/>
                </a:lnTo>
                <a:lnTo>
                  <a:pt x="1025207" y="0"/>
                </a:lnTo>
                <a:lnTo>
                  <a:pt x="1063307" y="0"/>
                </a:lnTo>
                <a:lnTo>
                  <a:pt x="1063307" y="9524"/>
                </a:lnTo>
                <a:close/>
              </a:path>
              <a:path w="2165350" h="855980">
                <a:moveTo>
                  <a:pt x="1129982" y="9524"/>
                </a:moveTo>
                <a:lnTo>
                  <a:pt x="1091882" y="9524"/>
                </a:lnTo>
                <a:lnTo>
                  <a:pt x="1091882" y="0"/>
                </a:lnTo>
                <a:lnTo>
                  <a:pt x="1129982" y="0"/>
                </a:lnTo>
                <a:lnTo>
                  <a:pt x="1129982" y="9524"/>
                </a:lnTo>
                <a:close/>
              </a:path>
              <a:path w="2165350" h="855980">
                <a:moveTo>
                  <a:pt x="1196657" y="9524"/>
                </a:moveTo>
                <a:lnTo>
                  <a:pt x="1158557" y="9524"/>
                </a:lnTo>
                <a:lnTo>
                  <a:pt x="1158557" y="0"/>
                </a:lnTo>
                <a:lnTo>
                  <a:pt x="1196657" y="0"/>
                </a:lnTo>
                <a:lnTo>
                  <a:pt x="1196657" y="9524"/>
                </a:lnTo>
                <a:close/>
              </a:path>
              <a:path w="2165350" h="855980">
                <a:moveTo>
                  <a:pt x="1263332" y="9524"/>
                </a:moveTo>
                <a:lnTo>
                  <a:pt x="1225232" y="9524"/>
                </a:lnTo>
                <a:lnTo>
                  <a:pt x="1225232" y="0"/>
                </a:lnTo>
                <a:lnTo>
                  <a:pt x="1263332" y="0"/>
                </a:lnTo>
                <a:lnTo>
                  <a:pt x="1263332" y="9524"/>
                </a:lnTo>
                <a:close/>
              </a:path>
              <a:path w="2165350" h="855980">
                <a:moveTo>
                  <a:pt x="1330007" y="9524"/>
                </a:moveTo>
                <a:lnTo>
                  <a:pt x="1291907" y="9524"/>
                </a:lnTo>
                <a:lnTo>
                  <a:pt x="1291907" y="0"/>
                </a:lnTo>
                <a:lnTo>
                  <a:pt x="1330007" y="0"/>
                </a:lnTo>
                <a:lnTo>
                  <a:pt x="1330007" y="9524"/>
                </a:lnTo>
                <a:close/>
              </a:path>
              <a:path w="2165350" h="855980">
                <a:moveTo>
                  <a:pt x="1396682" y="9524"/>
                </a:moveTo>
                <a:lnTo>
                  <a:pt x="1358582" y="9524"/>
                </a:lnTo>
                <a:lnTo>
                  <a:pt x="1358582" y="0"/>
                </a:lnTo>
                <a:lnTo>
                  <a:pt x="1396682" y="0"/>
                </a:lnTo>
                <a:lnTo>
                  <a:pt x="1396682" y="9524"/>
                </a:lnTo>
                <a:close/>
              </a:path>
              <a:path w="2165350" h="855980">
                <a:moveTo>
                  <a:pt x="1463357" y="9524"/>
                </a:moveTo>
                <a:lnTo>
                  <a:pt x="1425257" y="9524"/>
                </a:lnTo>
                <a:lnTo>
                  <a:pt x="1425257" y="0"/>
                </a:lnTo>
                <a:lnTo>
                  <a:pt x="1463357" y="0"/>
                </a:lnTo>
                <a:lnTo>
                  <a:pt x="1463357" y="9524"/>
                </a:lnTo>
                <a:close/>
              </a:path>
              <a:path w="2165350" h="855980">
                <a:moveTo>
                  <a:pt x="1530032" y="9524"/>
                </a:moveTo>
                <a:lnTo>
                  <a:pt x="1491932" y="9524"/>
                </a:lnTo>
                <a:lnTo>
                  <a:pt x="1491932" y="0"/>
                </a:lnTo>
                <a:lnTo>
                  <a:pt x="1530032" y="0"/>
                </a:lnTo>
                <a:lnTo>
                  <a:pt x="1530032" y="9524"/>
                </a:lnTo>
                <a:close/>
              </a:path>
              <a:path w="2165350" h="855980">
                <a:moveTo>
                  <a:pt x="1596707" y="9524"/>
                </a:moveTo>
                <a:lnTo>
                  <a:pt x="1558607" y="9524"/>
                </a:lnTo>
                <a:lnTo>
                  <a:pt x="1558607" y="0"/>
                </a:lnTo>
                <a:lnTo>
                  <a:pt x="1596707" y="0"/>
                </a:lnTo>
                <a:lnTo>
                  <a:pt x="1596707" y="9524"/>
                </a:lnTo>
                <a:close/>
              </a:path>
              <a:path w="2165350" h="855980">
                <a:moveTo>
                  <a:pt x="1663382" y="9524"/>
                </a:moveTo>
                <a:lnTo>
                  <a:pt x="1625282" y="9524"/>
                </a:lnTo>
                <a:lnTo>
                  <a:pt x="1625282" y="0"/>
                </a:lnTo>
                <a:lnTo>
                  <a:pt x="1663382" y="0"/>
                </a:lnTo>
                <a:lnTo>
                  <a:pt x="1663382" y="9524"/>
                </a:lnTo>
                <a:close/>
              </a:path>
              <a:path w="2165350" h="855980">
                <a:moveTo>
                  <a:pt x="1730057" y="9524"/>
                </a:moveTo>
                <a:lnTo>
                  <a:pt x="1691957" y="9524"/>
                </a:lnTo>
                <a:lnTo>
                  <a:pt x="1691957" y="0"/>
                </a:lnTo>
                <a:lnTo>
                  <a:pt x="1730057" y="0"/>
                </a:lnTo>
                <a:lnTo>
                  <a:pt x="1730057" y="9524"/>
                </a:lnTo>
                <a:close/>
              </a:path>
              <a:path w="2165350" h="855980">
                <a:moveTo>
                  <a:pt x="1796732" y="9524"/>
                </a:moveTo>
                <a:lnTo>
                  <a:pt x="1758632" y="9524"/>
                </a:lnTo>
                <a:lnTo>
                  <a:pt x="1758632" y="0"/>
                </a:lnTo>
                <a:lnTo>
                  <a:pt x="1796732" y="0"/>
                </a:lnTo>
                <a:lnTo>
                  <a:pt x="1796732" y="9524"/>
                </a:lnTo>
                <a:close/>
              </a:path>
              <a:path w="2165350" h="855980">
                <a:moveTo>
                  <a:pt x="1863407" y="9524"/>
                </a:moveTo>
                <a:lnTo>
                  <a:pt x="1825307" y="9524"/>
                </a:lnTo>
                <a:lnTo>
                  <a:pt x="1825307" y="0"/>
                </a:lnTo>
                <a:lnTo>
                  <a:pt x="1863407" y="0"/>
                </a:lnTo>
                <a:lnTo>
                  <a:pt x="1863407" y="9524"/>
                </a:lnTo>
                <a:close/>
              </a:path>
              <a:path w="2165350" h="855980">
                <a:moveTo>
                  <a:pt x="1930082" y="9524"/>
                </a:moveTo>
                <a:lnTo>
                  <a:pt x="1891982" y="9524"/>
                </a:lnTo>
                <a:lnTo>
                  <a:pt x="1891982" y="0"/>
                </a:lnTo>
                <a:lnTo>
                  <a:pt x="1930082" y="0"/>
                </a:lnTo>
                <a:lnTo>
                  <a:pt x="1930082" y="9524"/>
                </a:lnTo>
                <a:close/>
              </a:path>
              <a:path w="2165350" h="855980">
                <a:moveTo>
                  <a:pt x="1996757" y="9524"/>
                </a:moveTo>
                <a:lnTo>
                  <a:pt x="1958657" y="9524"/>
                </a:lnTo>
                <a:lnTo>
                  <a:pt x="1958657" y="0"/>
                </a:lnTo>
                <a:lnTo>
                  <a:pt x="1996757" y="0"/>
                </a:lnTo>
                <a:lnTo>
                  <a:pt x="1996757" y="9524"/>
                </a:lnTo>
                <a:close/>
              </a:path>
              <a:path w="2165350" h="855980">
                <a:moveTo>
                  <a:pt x="2063432" y="9524"/>
                </a:moveTo>
                <a:lnTo>
                  <a:pt x="2025332" y="9524"/>
                </a:lnTo>
                <a:lnTo>
                  <a:pt x="2025332" y="0"/>
                </a:lnTo>
                <a:lnTo>
                  <a:pt x="2063432" y="0"/>
                </a:lnTo>
                <a:lnTo>
                  <a:pt x="2063432" y="9524"/>
                </a:lnTo>
                <a:close/>
              </a:path>
              <a:path w="2165350" h="855980">
                <a:moveTo>
                  <a:pt x="2130107" y="9524"/>
                </a:moveTo>
                <a:lnTo>
                  <a:pt x="2092007" y="9524"/>
                </a:lnTo>
                <a:lnTo>
                  <a:pt x="2092007" y="0"/>
                </a:lnTo>
                <a:lnTo>
                  <a:pt x="2130107" y="0"/>
                </a:lnTo>
                <a:lnTo>
                  <a:pt x="2130107" y="9524"/>
                </a:lnTo>
                <a:close/>
              </a:path>
              <a:path w="2165350" h="855980">
                <a:moveTo>
                  <a:pt x="2164803" y="9524"/>
                </a:moveTo>
                <a:lnTo>
                  <a:pt x="2160041" y="9524"/>
                </a:lnTo>
                <a:lnTo>
                  <a:pt x="2158682" y="8166"/>
                </a:lnTo>
                <a:lnTo>
                  <a:pt x="2158682" y="0"/>
                </a:lnTo>
                <a:lnTo>
                  <a:pt x="2164803" y="0"/>
                </a:lnTo>
                <a:lnTo>
                  <a:pt x="2164803" y="9524"/>
                </a:lnTo>
                <a:close/>
              </a:path>
              <a:path w="2165350" h="855980">
                <a:moveTo>
                  <a:pt x="2164803" y="41516"/>
                </a:moveTo>
                <a:lnTo>
                  <a:pt x="2155278" y="41516"/>
                </a:lnTo>
                <a:lnTo>
                  <a:pt x="2155278" y="4762"/>
                </a:lnTo>
                <a:lnTo>
                  <a:pt x="2158682" y="8166"/>
                </a:lnTo>
                <a:lnTo>
                  <a:pt x="2158682" y="9524"/>
                </a:lnTo>
                <a:lnTo>
                  <a:pt x="2164803" y="9524"/>
                </a:lnTo>
                <a:lnTo>
                  <a:pt x="2164803" y="41516"/>
                </a:lnTo>
                <a:close/>
              </a:path>
              <a:path w="2165350" h="855980">
                <a:moveTo>
                  <a:pt x="2160041" y="9524"/>
                </a:moveTo>
                <a:lnTo>
                  <a:pt x="2158682" y="9524"/>
                </a:lnTo>
                <a:lnTo>
                  <a:pt x="2158682" y="8166"/>
                </a:lnTo>
                <a:lnTo>
                  <a:pt x="2160041" y="9524"/>
                </a:lnTo>
                <a:close/>
              </a:path>
              <a:path w="2165350" h="855980">
                <a:moveTo>
                  <a:pt x="2164803" y="108191"/>
                </a:moveTo>
                <a:lnTo>
                  <a:pt x="2155278" y="108191"/>
                </a:lnTo>
                <a:lnTo>
                  <a:pt x="2155278" y="70091"/>
                </a:lnTo>
                <a:lnTo>
                  <a:pt x="2164803" y="70091"/>
                </a:lnTo>
                <a:lnTo>
                  <a:pt x="2164803" y="108191"/>
                </a:lnTo>
                <a:close/>
              </a:path>
              <a:path w="2165350" h="855980">
                <a:moveTo>
                  <a:pt x="2164803" y="174866"/>
                </a:moveTo>
                <a:lnTo>
                  <a:pt x="2155278" y="174866"/>
                </a:lnTo>
                <a:lnTo>
                  <a:pt x="2155278" y="136766"/>
                </a:lnTo>
                <a:lnTo>
                  <a:pt x="2164803" y="136766"/>
                </a:lnTo>
                <a:lnTo>
                  <a:pt x="2164803" y="174866"/>
                </a:lnTo>
                <a:close/>
              </a:path>
              <a:path w="2165350" h="855980">
                <a:moveTo>
                  <a:pt x="2164803" y="241541"/>
                </a:moveTo>
                <a:lnTo>
                  <a:pt x="2155278" y="241541"/>
                </a:lnTo>
                <a:lnTo>
                  <a:pt x="2155278" y="203441"/>
                </a:lnTo>
                <a:lnTo>
                  <a:pt x="2164803" y="203441"/>
                </a:lnTo>
                <a:lnTo>
                  <a:pt x="2164803" y="241541"/>
                </a:lnTo>
                <a:close/>
              </a:path>
              <a:path w="2165350" h="855980">
                <a:moveTo>
                  <a:pt x="2164803" y="308216"/>
                </a:moveTo>
                <a:lnTo>
                  <a:pt x="2155278" y="308216"/>
                </a:lnTo>
                <a:lnTo>
                  <a:pt x="2155278" y="270116"/>
                </a:lnTo>
                <a:lnTo>
                  <a:pt x="2164803" y="270116"/>
                </a:lnTo>
                <a:lnTo>
                  <a:pt x="2164803" y="308216"/>
                </a:lnTo>
                <a:close/>
              </a:path>
              <a:path w="2165350" h="855980">
                <a:moveTo>
                  <a:pt x="2164803" y="374891"/>
                </a:moveTo>
                <a:lnTo>
                  <a:pt x="2155278" y="374891"/>
                </a:lnTo>
                <a:lnTo>
                  <a:pt x="2155278" y="336791"/>
                </a:lnTo>
                <a:lnTo>
                  <a:pt x="2164803" y="336791"/>
                </a:lnTo>
                <a:lnTo>
                  <a:pt x="2164803" y="374891"/>
                </a:lnTo>
                <a:close/>
              </a:path>
              <a:path w="2165350" h="855980">
                <a:moveTo>
                  <a:pt x="2164803" y="441566"/>
                </a:moveTo>
                <a:lnTo>
                  <a:pt x="2155278" y="441566"/>
                </a:lnTo>
                <a:lnTo>
                  <a:pt x="2155278" y="403466"/>
                </a:lnTo>
                <a:lnTo>
                  <a:pt x="2164803" y="403466"/>
                </a:lnTo>
                <a:lnTo>
                  <a:pt x="2164803" y="441566"/>
                </a:lnTo>
                <a:close/>
              </a:path>
              <a:path w="2165350" h="855980">
                <a:moveTo>
                  <a:pt x="2164803" y="508241"/>
                </a:moveTo>
                <a:lnTo>
                  <a:pt x="2155278" y="508241"/>
                </a:lnTo>
                <a:lnTo>
                  <a:pt x="2155278" y="470141"/>
                </a:lnTo>
                <a:lnTo>
                  <a:pt x="2164803" y="470141"/>
                </a:lnTo>
                <a:lnTo>
                  <a:pt x="2164803" y="508241"/>
                </a:lnTo>
                <a:close/>
              </a:path>
              <a:path w="2165350" h="855980">
                <a:moveTo>
                  <a:pt x="2164803" y="574916"/>
                </a:moveTo>
                <a:lnTo>
                  <a:pt x="2155278" y="574916"/>
                </a:lnTo>
                <a:lnTo>
                  <a:pt x="2155278" y="536816"/>
                </a:lnTo>
                <a:lnTo>
                  <a:pt x="2164803" y="536816"/>
                </a:lnTo>
                <a:lnTo>
                  <a:pt x="2164803" y="574916"/>
                </a:lnTo>
                <a:close/>
              </a:path>
              <a:path w="2165350" h="855980">
                <a:moveTo>
                  <a:pt x="2164803" y="641591"/>
                </a:moveTo>
                <a:lnTo>
                  <a:pt x="2155278" y="641591"/>
                </a:lnTo>
                <a:lnTo>
                  <a:pt x="2155278" y="603491"/>
                </a:lnTo>
                <a:lnTo>
                  <a:pt x="2164803" y="603491"/>
                </a:lnTo>
                <a:lnTo>
                  <a:pt x="2164803" y="641591"/>
                </a:lnTo>
                <a:close/>
              </a:path>
              <a:path w="2165350" h="855980">
                <a:moveTo>
                  <a:pt x="2164803" y="708266"/>
                </a:moveTo>
                <a:lnTo>
                  <a:pt x="2155278" y="708266"/>
                </a:lnTo>
                <a:lnTo>
                  <a:pt x="2155278" y="670166"/>
                </a:lnTo>
                <a:lnTo>
                  <a:pt x="2164803" y="670166"/>
                </a:lnTo>
                <a:lnTo>
                  <a:pt x="2164803" y="708266"/>
                </a:lnTo>
                <a:close/>
              </a:path>
              <a:path w="2165350" h="855980">
                <a:moveTo>
                  <a:pt x="2164803" y="774941"/>
                </a:moveTo>
                <a:lnTo>
                  <a:pt x="2155278" y="774941"/>
                </a:lnTo>
                <a:lnTo>
                  <a:pt x="2155278" y="736841"/>
                </a:lnTo>
                <a:lnTo>
                  <a:pt x="2164803" y="736841"/>
                </a:lnTo>
                <a:lnTo>
                  <a:pt x="2164803" y="774941"/>
                </a:lnTo>
                <a:close/>
              </a:path>
              <a:path w="2165350" h="855980">
                <a:moveTo>
                  <a:pt x="2164803" y="841616"/>
                </a:moveTo>
                <a:lnTo>
                  <a:pt x="2155278" y="841616"/>
                </a:lnTo>
                <a:lnTo>
                  <a:pt x="2155278" y="803516"/>
                </a:lnTo>
                <a:lnTo>
                  <a:pt x="2164803" y="803516"/>
                </a:lnTo>
                <a:lnTo>
                  <a:pt x="2164803" y="841616"/>
                </a:lnTo>
                <a:close/>
              </a:path>
              <a:path w="2165350" h="855980">
                <a:moveTo>
                  <a:pt x="2141067" y="855979"/>
                </a:moveTo>
                <a:lnTo>
                  <a:pt x="2102967" y="855979"/>
                </a:lnTo>
                <a:lnTo>
                  <a:pt x="2102967" y="846454"/>
                </a:lnTo>
                <a:lnTo>
                  <a:pt x="2141067" y="846454"/>
                </a:lnTo>
                <a:lnTo>
                  <a:pt x="2141067" y="855979"/>
                </a:lnTo>
                <a:close/>
              </a:path>
              <a:path w="2165350" h="855980">
                <a:moveTo>
                  <a:pt x="2074392" y="855979"/>
                </a:moveTo>
                <a:lnTo>
                  <a:pt x="2036292" y="855979"/>
                </a:lnTo>
                <a:lnTo>
                  <a:pt x="2036292" y="846454"/>
                </a:lnTo>
                <a:lnTo>
                  <a:pt x="2074392" y="846454"/>
                </a:lnTo>
                <a:lnTo>
                  <a:pt x="2074392" y="855979"/>
                </a:lnTo>
                <a:close/>
              </a:path>
              <a:path w="2165350" h="855980">
                <a:moveTo>
                  <a:pt x="2007717" y="855979"/>
                </a:moveTo>
                <a:lnTo>
                  <a:pt x="1969617" y="855979"/>
                </a:lnTo>
                <a:lnTo>
                  <a:pt x="1969617" y="846454"/>
                </a:lnTo>
                <a:lnTo>
                  <a:pt x="2007717" y="846454"/>
                </a:lnTo>
                <a:lnTo>
                  <a:pt x="2007717" y="855979"/>
                </a:lnTo>
                <a:close/>
              </a:path>
              <a:path w="2165350" h="855980">
                <a:moveTo>
                  <a:pt x="1941042" y="855979"/>
                </a:moveTo>
                <a:lnTo>
                  <a:pt x="1902942" y="855979"/>
                </a:lnTo>
                <a:lnTo>
                  <a:pt x="1902942" y="846454"/>
                </a:lnTo>
                <a:lnTo>
                  <a:pt x="1941042" y="846454"/>
                </a:lnTo>
                <a:lnTo>
                  <a:pt x="1941042" y="855979"/>
                </a:lnTo>
                <a:close/>
              </a:path>
              <a:path w="2165350" h="855980">
                <a:moveTo>
                  <a:pt x="1874367" y="855979"/>
                </a:moveTo>
                <a:lnTo>
                  <a:pt x="1836267" y="855979"/>
                </a:lnTo>
                <a:lnTo>
                  <a:pt x="1836267" y="846454"/>
                </a:lnTo>
                <a:lnTo>
                  <a:pt x="1874367" y="846454"/>
                </a:lnTo>
                <a:lnTo>
                  <a:pt x="1874367" y="855979"/>
                </a:lnTo>
                <a:close/>
              </a:path>
              <a:path w="2165350" h="855980">
                <a:moveTo>
                  <a:pt x="1807692" y="855979"/>
                </a:moveTo>
                <a:lnTo>
                  <a:pt x="1769592" y="855979"/>
                </a:lnTo>
                <a:lnTo>
                  <a:pt x="1769592" y="846454"/>
                </a:lnTo>
                <a:lnTo>
                  <a:pt x="1807692" y="846454"/>
                </a:lnTo>
                <a:lnTo>
                  <a:pt x="1807692" y="855979"/>
                </a:lnTo>
                <a:close/>
              </a:path>
              <a:path w="2165350" h="855980">
                <a:moveTo>
                  <a:pt x="1741017" y="855979"/>
                </a:moveTo>
                <a:lnTo>
                  <a:pt x="1702917" y="855979"/>
                </a:lnTo>
                <a:lnTo>
                  <a:pt x="1702917" y="846454"/>
                </a:lnTo>
                <a:lnTo>
                  <a:pt x="1741017" y="846454"/>
                </a:lnTo>
                <a:lnTo>
                  <a:pt x="1741017" y="855979"/>
                </a:lnTo>
                <a:close/>
              </a:path>
              <a:path w="2165350" h="855980">
                <a:moveTo>
                  <a:pt x="1674342" y="855979"/>
                </a:moveTo>
                <a:lnTo>
                  <a:pt x="1636242" y="855979"/>
                </a:lnTo>
                <a:lnTo>
                  <a:pt x="1636242" y="846454"/>
                </a:lnTo>
                <a:lnTo>
                  <a:pt x="1674342" y="846454"/>
                </a:lnTo>
                <a:lnTo>
                  <a:pt x="1674342" y="855979"/>
                </a:lnTo>
                <a:close/>
              </a:path>
              <a:path w="2165350" h="855980">
                <a:moveTo>
                  <a:pt x="1607667" y="855979"/>
                </a:moveTo>
                <a:lnTo>
                  <a:pt x="1569567" y="855979"/>
                </a:lnTo>
                <a:lnTo>
                  <a:pt x="1569567" y="846454"/>
                </a:lnTo>
                <a:lnTo>
                  <a:pt x="1607667" y="846454"/>
                </a:lnTo>
                <a:lnTo>
                  <a:pt x="1607667" y="855979"/>
                </a:lnTo>
                <a:close/>
              </a:path>
              <a:path w="2165350" h="855980">
                <a:moveTo>
                  <a:pt x="1540992" y="855979"/>
                </a:moveTo>
                <a:lnTo>
                  <a:pt x="1502892" y="855979"/>
                </a:lnTo>
                <a:lnTo>
                  <a:pt x="1502892" y="846454"/>
                </a:lnTo>
                <a:lnTo>
                  <a:pt x="1540992" y="846454"/>
                </a:lnTo>
                <a:lnTo>
                  <a:pt x="1540992" y="855979"/>
                </a:lnTo>
                <a:close/>
              </a:path>
              <a:path w="2165350" h="855980">
                <a:moveTo>
                  <a:pt x="1474317" y="855979"/>
                </a:moveTo>
                <a:lnTo>
                  <a:pt x="1436217" y="855979"/>
                </a:lnTo>
                <a:lnTo>
                  <a:pt x="1436217" y="846454"/>
                </a:lnTo>
                <a:lnTo>
                  <a:pt x="1474317" y="846454"/>
                </a:lnTo>
                <a:lnTo>
                  <a:pt x="1474317" y="855979"/>
                </a:lnTo>
                <a:close/>
              </a:path>
              <a:path w="2165350" h="855980">
                <a:moveTo>
                  <a:pt x="1407642" y="855979"/>
                </a:moveTo>
                <a:lnTo>
                  <a:pt x="1369542" y="855979"/>
                </a:lnTo>
                <a:lnTo>
                  <a:pt x="1369542" y="846454"/>
                </a:lnTo>
                <a:lnTo>
                  <a:pt x="1407642" y="846454"/>
                </a:lnTo>
                <a:lnTo>
                  <a:pt x="1407642" y="855979"/>
                </a:lnTo>
                <a:close/>
              </a:path>
              <a:path w="2165350" h="855980">
                <a:moveTo>
                  <a:pt x="1340967" y="855979"/>
                </a:moveTo>
                <a:lnTo>
                  <a:pt x="1302867" y="855979"/>
                </a:lnTo>
                <a:lnTo>
                  <a:pt x="1302867" y="846454"/>
                </a:lnTo>
                <a:lnTo>
                  <a:pt x="1340967" y="846454"/>
                </a:lnTo>
                <a:lnTo>
                  <a:pt x="1340967" y="855979"/>
                </a:lnTo>
                <a:close/>
              </a:path>
              <a:path w="2165350" h="855980">
                <a:moveTo>
                  <a:pt x="1274292" y="855979"/>
                </a:moveTo>
                <a:lnTo>
                  <a:pt x="1236192" y="855979"/>
                </a:lnTo>
                <a:lnTo>
                  <a:pt x="1236192" y="846454"/>
                </a:lnTo>
                <a:lnTo>
                  <a:pt x="1274292" y="846454"/>
                </a:lnTo>
                <a:lnTo>
                  <a:pt x="1274292" y="855979"/>
                </a:lnTo>
                <a:close/>
              </a:path>
              <a:path w="2165350" h="855980">
                <a:moveTo>
                  <a:pt x="1207617" y="855979"/>
                </a:moveTo>
                <a:lnTo>
                  <a:pt x="1169517" y="855979"/>
                </a:lnTo>
                <a:lnTo>
                  <a:pt x="1169517" y="846454"/>
                </a:lnTo>
                <a:lnTo>
                  <a:pt x="1207617" y="846454"/>
                </a:lnTo>
                <a:lnTo>
                  <a:pt x="1207617" y="855979"/>
                </a:lnTo>
                <a:close/>
              </a:path>
              <a:path w="2165350" h="855980">
                <a:moveTo>
                  <a:pt x="1140942" y="855979"/>
                </a:moveTo>
                <a:lnTo>
                  <a:pt x="1102842" y="855979"/>
                </a:lnTo>
                <a:lnTo>
                  <a:pt x="1102842" y="846454"/>
                </a:lnTo>
                <a:lnTo>
                  <a:pt x="1140942" y="846454"/>
                </a:lnTo>
                <a:lnTo>
                  <a:pt x="1140942" y="855979"/>
                </a:lnTo>
                <a:close/>
              </a:path>
              <a:path w="2165350" h="855980">
                <a:moveTo>
                  <a:pt x="1074267" y="855979"/>
                </a:moveTo>
                <a:lnTo>
                  <a:pt x="1036167" y="855979"/>
                </a:lnTo>
                <a:lnTo>
                  <a:pt x="1036167" y="846454"/>
                </a:lnTo>
                <a:lnTo>
                  <a:pt x="1074267" y="846454"/>
                </a:lnTo>
                <a:lnTo>
                  <a:pt x="1074267" y="855979"/>
                </a:lnTo>
                <a:close/>
              </a:path>
              <a:path w="2165350" h="855980">
                <a:moveTo>
                  <a:pt x="1007592" y="855979"/>
                </a:moveTo>
                <a:lnTo>
                  <a:pt x="969492" y="855979"/>
                </a:lnTo>
                <a:lnTo>
                  <a:pt x="969492" y="846454"/>
                </a:lnTo>
                <a:lnTo>
                  <a:pt x="1007592" y="846454"/>
                </a:lnTo>
                <a:lnTo>
                  <a:pt x="1007592" y="855979"/>
                </a:lnTo>
                <a:close/>
              </a:path>
              <a:path w="2165350" h="855980">
                <a:moveTo>
                  <a:pt x="940917" y="855979"/>
                </a:moveTo>
                <a:lnTo>
                  <a:pt x="902817" y="855979"/>
                </a:lnTo>
                <a:lnTo>
                  <a:pt x="902817" y="846454"/>
                </a:lnTo>
                <a:lnTo>
                  <a:pt x="940917" y="846454"/>
                </a:lnTo>
                <a:lnTo>
                  <a:pt x="940917" y="855979"/>
                </a:lnTo>
                <a:close/>
              </a:path>
              <a:path w="2165350" h="855980">
                <a:moveTo>
                  <a:pt x="874242" y="855979"/>
                </a:moveTo>
                <a:lnTo>
                  <a:pt x="836142" y="855979"/>
                </a:lnTo>
                <a:lnTo>
                  <a:pt x="836142" y="846454"/>
                </a:lnTo>
                <a:lnTo>
                  <a:pt x="874242" y="846454"/>
                </a:lnTo>
                <a:lnTo>
                  <a:pt x="874242" y="855979"/>
                </a:lnTo>
                <a:close/>
              </a:path>
              <a:path w="2165350" h="855980">
                <a:moveTo>
                  <a:pt x="807567" y="855979"/>
                </a:moveTo>
                <a:lnTo>
                  <a:pt x="769467" y="855979"/>
                </a:lnTo>
                <a:lnTo>
                  <a:pt x="769467" y="846454"/>
                </a:lnTo>
                <a:lnTo>
                  <a:pt x="807567" y="846454"/>
                </a:lnTo>
                <a:lnTo>
                  <a:pt x="807567" y="855979"/>
                </a:lnTo>
                <a:close/>
              </a:path>
              <a:path w="2165350" h="855980">
                <a:moveTo>
                  <a:pt x="740892" y="855979"/>
                </a:moveTo>
                <a:lnTo>
                  <a:pt x="702792" y="855979"/>
                </a:lnTo>
                <a:lnTo>
                  <a:pt x="702792" y="846454"/>
                </a:lnTo>
                <a:lnTo>
                  <a:pt x="740892" y="846454"/>
                </a:lnTo>
                <a:lnTo>
                  <a:pt x="740892" y="855979"/>
                </a:lnTo>
                <a:close/>
              </a:path>
              <a:path w="2165350" h="855980">
                <a:moveTo>
                  <a:pt x="674217" y="855979"/>
                </a:moveTo>
                <a:lnTo>
                  <a:pt x="636117" y="855979"/>
                </a:lnTo>
                <a:lnTo>
                  <a:pt x="636117" y="846454"/>
                </a:lnTo>
                <a:lnTo>
                  <a:pt x="674217" y="846454"/>
                </a:lnTo>
                <a:lnTo>
                  <a:pt x="674217" y="855979"/>
                </a:lnTo>
                <a:close/>
              </a:path>
              <a:path w="2165350" h="855980">
                <a:moveTo>
                  <a:pt x="607542" y="855979"/>
                </a:moveTo>
                <a:lnTo>
                  <a:pt x="569442" y="855979"/>
                </a:lnTo>
                <a:lnTo>
                  <a:pt x="569442" y="846454"/>
                </a:lnTo>
                <a:lnTo>
                  <a:pt x="607542" y="846454"/>
                </a:lnTo>
                <a:lnTo>
                  <a:pt x="607542" y="855979"/>
                </a:lnTo>
                <a:close/>
              </a:path>
              <a:path w="2165350" h="855980">
                <a:moveTo>
                  <a:pt x="540867" y="855979"/>
                </a:moveTo>
                <a:lnTo>
                  <a:pt x="502767" y="855979"/>
                </a:lnTo>
                <a:lnTo>
                  <a:pt x="502767" y="846454"/>
                </a:lnTo>
                <a:lnTo>
                  <a:pt x="540867" y="846454"/>
                </a:lnTo>
                <a:lnTo>
                  <a:pt x="540867" y="855979"/>
                </a:lnTo>
                <a:close/>
              </a:path>
              <a:path w="2165350" h="855980">
                <a:moveTo>
                  <a:pt x="474192" y="855979"/>
                </a:moveTo>
                <a:lnTo>
                  <a:pt x="436092" y="855979"/>
                </a:lnTo>
                <a:lnTo>
                  <a:pt x="436092" y="846454"/>
                </a:lnTo>
                <a:lnTo>
                  <a:pt x="474192" y="846454"/>
                </a:lnTo>
                <a:lnTo>
                  <a:pt x="474192" y="855979"/>
                </a:lnTo>
                <a:close/>
              </a:path>
              <a:path w="2165350" h="855980">
                <a:moveTo>
                  <a:pt x="407517" y="855979"/>
                </a:moveTo>
                <a:lnTo>
                  <a:pt x="369417" y="855979"/>
                </a:lnTo>
                <a:lnTo>
                  <a:pt x="369417" y="846454"/>
                </a:lnTo>
                <a:lnTo>
                  <a:pt x="407517" y="846454"/>
                </a:lnTo>
                <a:lnTo>
                  <a:pt x="407517" y="855979"/>
                </a:lnTo>
                <a:close/>
              </a:path>
              <a:path w="2165350" h="855980">
                <a:moveTo>
                  <a:pt x="340842" y="855979"/>
                </a:moveTo>
                <a:lnTo>
                  <a:pt x="302742" y="855979"/>
                </a:lnTo>
                <a:lnTo>
                  <a:pt x="302742" y="846454"/>
                </a:lnTo>
                <a:lnTo>
                  <a:pt x="340842" y="846454"/>
                </a:lnTo>
                <a:lnTo>
                  <a:pt x="340842" y="855979"/>
                </a:lnTo>
                <a:close/>
              </a:path>
              <a:path w="2165350" h="855980">
                <a:moveTo>
                  <a:pt x="274167" y="855979"/>
                </a:moveTo>
                <a:lnTo>
                  <a:pt x="236067" y="855979"/>
                </a:lnTo>
                <a:lnTo>
                  <a:pt x="236067" y="846454"/>
                </a:lnTo>
                <a:lnTo>
                  <a:pt x="274167" y="846454"/>
                </a:lnTo>
                <a:lnTo>
                  <a:pt x="274167" y="855979"/>
                </a:lnTo>
                <a:close/>
              </a:path>
              <a:path w="2165350" h="855980">
                <a:moveTo>
                  <a:pt x="207492" y="855979"/>
                </a:moveTo>
                <a:lnTo>
                  <a:pt x="169392" y="855979"/>
                </a:lnTo>
                <a:lnTo>
                  <a:pt x="169392" y="846454"/>
                </a:lnTo>
                <a:lnTo>
                  <a:pt x="207492" y="846454"/>
                </a:lnTo>
                <a:lnTo>
                  <a:pt x="207492" y="855979"/>
                </a:lnTo>
                <a:close/>
              </a:path>
              <a:path w="2165350" h="855980">
                <a:moveTo>
                  <a:pt x="140817" y="855979"/>
                </a:moveTo>
                <a:lnTo>
                  <a:pt x="102717" y="855979"/>
                </a:lnTo>
                <a:lnTo>
                  <a:pt x="102717" y="846454"/>
                </a:lnTo>
                <a:lnTo>
                  <a:pt x="140817" y="846454"/>
                </a:lnTo>
                <a:lnTo>
                  <a:pt x="140817" y="855979"/>
                </a:lnTo>
                <a:close/>
              </a:path>
              <a:path w="2165350" h="855980">
                <a:moveTo>
                  <a:pt x="74142" y="855979"/>
                </a:moveTo>
                <a:lnTo>
                  <a:pt x="36042" y="855979"/>
                </a:lnTo>
                <a:lnTo>
                  <a:pt x="36042" y="846454"/>
                </a:lnTo>
                <a:lnTo>
                  <a:pt x="74142" y="846454"/>
                </a:lnTo>
                <a:lnTo>
                  <a:pt x="74142" y="85597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207745" y="2365921"/>
            <a:ext cx="18542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具有一种共同 的</a:t>
            </a:r>
            <a:r>
              <a:rPr dirty="0" sz="2400">
                <a:solidFill>
                  <a:srgbClr val="1717F9"/>
                </a:solidFill>
                <a:latin typeface="华文楷体"/>
                <a:cs typeface="华文楷体"/>
              </a:rPr>
              <a:t>力学性质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324262" y="2588196"/>
            <a:ext cx="950594" cy="492125"/>
          </a:xfrm>
          <a:custGeom>
            <a:avLst/>
            <a:gdLst/>
            <a:ahLst/>
            <a:cxnLst/>
            <a:rect l="l" t="t" r="r" b="b"/>
            <a:pathLst>
              <a:path w="950595" h="492125">
                <a:moveTo>
                  <a:pt x="950023" y="491998"/>
                </a:moveTo>
                <a:lnTo>
                  <a:pt x="0" y="491998"/>
                </a:lnTo>
                <a:lnTo>
                  <a:pt x="0" y="0"/>
                </a:lnTo>
                <a:lnTo>
                  <a:pt x="950023" y="0"/>
                </a:lnTo>
                <a:lnTo>
                  <a:pt x="950023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79298"/>
                </a:lnTo>
                <a:lnTo>
                  <a:pt x="6350" y="479298"/>
                </a:lnTo>
                <a:lnTo>
                  <a:pt x="12700" y="485648"/>
                </a:lnTo>
                <a:lnTo>
                  <a:pt x="950023" y="485648"/>
                </a:lnTo>
                <a:lnTo>
                  <a:pt x="950023" y="491998"/>
                </a:lnTo>
                <a:close/>
              </a:path>
              <a:path w="950595" h="4921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950595" h="492125">
                <a:moveTo>
                  <a:pt x="937323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937323" y="6350"/>
                </a:lnTo>
                <a:lnTo>
                  <a:pt x="937323" y="12700"/>
                </a:lnTo>
                <a:close/>
              </a:path>
              <a:path w="950595" h="492125">
                <a:moveTo>
                  <a:pt x="937323" y="485648"/>
                </a:moveTo>
                <a:lnTo>
                  <a:pt x="937323" y="6350"/>
                </a:lnTo>
                <a:lnTo>
                  <a:pt x="943673" y="12700"/>
                </a:lnTo>
                <a:lnTo>
                  <a:pt x="950023" y="12700"/>
                </a:lnTo>
                <a:lnTo>
                  <a:pt x="950023" y="479298"/>
                </a:lnTo>
                <a:lnTo>
                  <a:pt x="943673" y="479298"/>
                </a:lnTo>
                <a:lnTo>
                  <a:pt x="937323" y="485648"/>
                </a:lnTo>
                <a:close/>
              </a:path>
              <a:path w="950595" h="492125">
                <a:moveTo>
                  <a:pt x="950023" y="12700"/>
                </a:moveTo>
                <a:lnTo>
                  <a:pt x="943673" y="12700"/>
                </a:lnTo>
                <a:lnTo>
                  <a:pt x="937323" y="6350"/>
                </a:lnTo>
                <a:lnTo>
                  <a:pt x="950023" y="6350"/>
                </a:lnTo>
                <a:lnTo>
                  <a:pt x="950023" y="12700"/>
                </a:lnTo>
                <a:close/>
              </a:path>
              <a:path w="950595" h="492125">
                <a:moveTo>
                  <a:pt x="12700" y="485648"/>
                </a:moveTo>
                <a:lnTo>
                  <a:pt x="6350" y="479298"/>
                </a:lnTo>
                <a:lnTo>
                  <a:pt x="12700" y="479298"/>
                </a:lnTo>
                <a:lnTo>
                  <a:pt x="12700" y="485648"/>
                </a:lnTo>
                <a:close/>
              </a:path>
              <a:path w="950595" h="492125">
                <a:moveTo>
                  <a:pt x="937323" y="485648"/>
                </a:moveTo>
                <a:lnTo>
                  <a:pt x="12700" y="485648"/>
                </a:lnTo>
                <a:lnTo>
                  <a:pt x="12700" y="479298"/>
                </a:lnTo>
                <a:lnTo>
                  <a:pt x="937323" y="479298"/>
                </a:lnTo>
                <a:lnTo>
                  <a:pt x="937323" y="485648"/>
                </a:lnTo>
                <a:close/>
              </a:path>
              <a:path w="950595" h="492125">
                <a:moveTo>
                  <a:pt x="950023" y="485648"/>
                </a:moveTo>
                <a:lnTo>
                  <a:pt x="937323" y="485648"/>
                </a:lnTo>
                <a:lnTo>
                  <a:pt x="943673" y="479298"/>
                </a:lnTo>
                <a:lnTo>
                  <a:pt x="950023" y="479298"/>
                </a:lnTo>
                <a:lnTo>
                  <a:pt x="950023" y="485648"/>
                </a:lnTo>
                <a:close/>
              </a:path>
            </a:pathLst>
          </a:custGeom>
          <a:solidFill>
            <a:srgbClr val="1717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0426496" y="2599626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压</a:t>
            </a:r>
            <a:r>
              <a:rPr dirty="0" sz="2400" spc="-5" b="1">
                <a:latin typeface="华文楷体"/>
                <a:cs typeface="华文楷体"/>
              </a:rPr>
              <a:t>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924495" y="1830527"/>
            <a:ext cx="247650" cy="50657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969643" y="1774240"/>
            <a:ext cx="157352" cy="375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969643" y="1736712"/>
            <a:ext cx="157352" cy="1875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914385" y="1825764"/>
            <a:ext cx="267970" cy="519430"/>
          </a:xfrm>
          <a:custGeom>
            <a:avLst/>
            <a:gdLst/>
            <a:ahLst/>
            <a:cxnLst/>
            <a:rect l="l" t="t" r="r" b="b"/>
            <a:pathLst>
              <a:path w="267970" h="519430">
                <a:moveTo>
                  <a:pt x="50495" y="361238"/>
                </a:moveTo>
                <a:lnTo>
                  <a:pt x="50495" y="0"/>
                </a:lnTo>
                <a:lnTo>
                  <a:pt x="217373" y="0"/>
                </a:lnTo>
                <a:lnTo>
                  <a:pt x="217373" y="4762"/>
                </a:lnTo>
                <a:lnTo>
                  <a:pt x="60020" y="4762"/>
                </a:lnTo>
                <a:lnTo>
                  <a:pt x="55257" y="9525"/>
                </a:lnTo>
                <a:lnTo>
                  <a:pt x="60020" y="9525"/>
                </a:lnTo>
                <a:lnTo>
                  <a:pt x="60020" y="356476"/>
                </a:lnTo>
                <a:lnTo>
                  <a:pt x="55257" y="356476"/>
                </a:lnTo>
                <a:lnTo>
                  <a:pt x="50495" y="361238"/>
                </a:lnTo>
                <a:close/>
              </a:path>
              <a:path w="267970" h="519430">
                <a:moveTo>
                  <a:pt x="60020" y="9525"/>
                </a:moveTo>
                <a:lnTo>
                  <a:pt x="55257" y="9525"/>
                </a:lnTo>
                <a:lnTo>
                  <a:pt x="60020" y="4762"/>
                </a:lnTo>
                <a:lnTo>
                  <a:pt x="60020" y="9525"/>
                </a:lnTo>
                <a:close/>
              </a:path>
              <a:path w="267970" h="519430">
                <a:moveTo>
                  <a:pt x="207848" y="9525"/>
                </a:moveTo>
                <a:lnTo>
                  <a:pt x="60020" y="9525"/>
                </a:lnTo>
                <a:lnTo>
                  <a:pt x="60020" y="4762"/>
                </a:lnTo>
                <a:lnTo>
                  <a:pt x="207848" y="4762"/>
                </a:lnTo>
                <a:lnTo>
                  <a:pt x="207848" y="9525"/>
                </a:lnTo>
                <a:close/>
              </a:path>
              <a:path w="267970" h="519430">
                <a:moveTo>
                  <a:pt x="247666" y="366001"/>
                </a:moveTo>
                <a:lnTo>
                  <a:pt x="207848" y="366001"/>
                </a:lnTo>
                <a:lnTo>
                  <a:pt x="207848" y="4762"/>
                </a:lnTo>
                <a:lnTo>
                  <a:pt x="212610" y="9525"/>
                </a:lnTo>
                <a:lnTo>
                  <a:pt x="217373" y="9525"/>
                </a:lnTo>
                <a:lnTo>
                  <a:pt x="217373" y="356476"/>
                </a:lnTo>
                <a:lnTo>
                  <a:pt x="212610" y="356476"/>
                </a:lnTo>
                <a:lnTo>
                  <a:pt x="217373" y="361238"/>
                </a:lnTo>
                <a:lnTo>
                  <a:pt x="251595" y="361238"/>
                </a:lnTo>
                <a:lnTo>
                  <a:pt x="247666" y="366001"/>
                </a:lnTo>
                <a:close/>
              </a:path>
              <a:path w="267970" h="519430">
                <a:moveTo>
                  <a:pt x="217373" y="9525"/>
                </a:moveTo>
                <a:lnTo>
                  <a:pt x="212610" y="9525"/>
                </a:lnTo>
                <a:lnTo>
                  <a:pt x="207848" y="4762"/>
                </a:lnTo>
                <a:lnTo>
                  <a:pt x="217373" y="4762"/>
                </a:lnTo>
                <a:lnTo>
                  <a:pt x="217373" y="9525"/>
                </a:lnTo>
                <a:close/>
              </a:path>
              <a:path w="267970" h="519430">
                <a:moveTo>
                  <a:pt x="133934" y="518820"/>
                </a:moveTo>
                <a:lnTo>
                  <a:pt x="0" y="356476"/>
                </a:lnTo>
                <a:lnTo>
                  <a:pt x="50495" y="356476"/>
                </a:lnTo>
                <a:lnTo>
                  <a:pt x="50495" y="358216"/>
                </a:lnTo>
                <a:lnTo>
                  <a:pt x="13779" y="358216"/>
                </a:lnTo>
                <a:lnTo>
                  <a:pt x="10109" y="366001"/>
                </a:lnTo>
                <a:lnTo>
                  <a:pt x="20202" y="366001"/>
                </a:lnTo>
                <a:lnTo>
                  <a:pt x="133934" y="503856"/>
                </a:lnTo>
                <a:lnTo>
                  <a:pt x="130263" y="508304"/>
                </a:lnTo>
                <a:lnTo>
                  <a:pt x="142608" y="508304"/>
                </a:lnTo>
                <a:lnTo>
                  <a:pt x="133934" y="518820"/>
                </a:lnTo>
                <a:close/>
              </a:path>
              <a:path w="267970" h="519430">
                <a:moveTo>
                  <a:pt x="60020" y="361238"/>
                </a:moveTo>
                <a:lnTo>
                  <a:pt x="50495" y="361238"/>
                </a:lnTo>
                <a:lnTo>
                  <a:pt x="55257" y="356476"/>
                </a:lnTo>
                <a:lnTo>
                  <a:pt x="60020" y="356476"/>
                </a:lnTo>
                <a:lnTo>
                  <a:pt x="60020" y="361238"/>
                </a:lnTo>
                <a:close/>
              </a:path>
              <a:path w="267970" h="519430">
                <a:moveTo>
                  <a:pt x="217373" y="361238"/>
                </a:moveTo>
                <a:lnTo>
                  <a:pt x="212610" y="356476"/>
                </a:lnTo>
                <a:lnTo>
                  <a:pt x="217373" y="356476"/>
                </a:lnTo>
                <a:lnTo>
                  <a:pt x="217373" y="361238"/>
                </a:lnTo>
                <a:close/>
              </a:path>
              <a:path w="267970" h="519430">
                <a:moveTo>
                  <a:pt x="251595" y="361238"/>
                </a:moveTo>
                <a:lnTo>
                  <a:pt x="217373" y="361238"/>
                </a:lnTo>
                <a:lnTo>
                  <a:pt x="217373" y="356476"/>
                </a:lnTo>
                <a:lnTo>
                  <a:pt x="267855" y="356476"/>
                </a:lnTo>
                <a:lnTo>
                  <a:pt x="266420" y="358216"/>
                </a:lnTo>
                <a:lnTo>
                  <a:pt x="254088" y="358216"/>
                </a:lnTo>
                <a:lnTo>
                  <a:pt x="251595" y="361238"/>
                </a:lnTo>
                <a:close/>
              </a:path>
              <a:path w="267970" h="519430">
                <a:moveTo>
                  <a:pt x="20202" y="366001"/>
                </a:moveTo>
                <a:lnTo>
                  <a:pt x="10109" y="366001"/>
                </a:lnTo>
                <a:lnTo>
                  <a:pt x="13779" y="358216"/>
                </a:lnTo>
                <a:lnTo>
                  <a:pt x="20202" y="366001"/>
                </a:lnTo>
                <a:close/>
              </a:path>
              <a:path w="267970" h="519430">
                <a:moveTo>
                  <a:pt x="60020" y="366001"/>
                </a:moveTo>
                <a:lnTo>
                  <a:pt x="20202" y="366001"/>
                </a:lnTo>
                <a:lnTo>
                  <a:pt x="13779" y="358216"/>
                </a:lnTo>
                <a:lnTo>
                  <a:pt x="50495" y="358216"/>
                </a:lnTo>
                <a:lnTo>
                  <a:pt x="50495" y="361238"/>
                </a:lnTo>
                <a:lnTo>
                  <a:pt x="60020" y="361238"/>
                </a:lnTo>
                <a:lnTo>
                  <a:pt x="60020" y="366001"/>
                </a:lnTo>
                <a:close/>
              </a:path>
              <a:path w="267970" h="519430">
                <a:moveTo>
                  <a:pt x="142608" y="508304"/>
                </a:moveTo>
                <a:lnTo>
                  <a:pt x="137604" y="508304"/>
                </a:lnTo>
                <a:lnTo>
                  <a:pt x="133934" y="503856"/>
                </a:lnTo>
                <a:lnTo>
                  <a:pt x="254088" y="358216"/>
                </a:lnTo>
                <a:lnTo>
                  <a:pt x="257759" y="366001"/>
                </a:lnTo>
                <a:lnTo>
                  <a:pt x="259998" y="366001"/>
                </a:lnTo>
                <a:lnTo>
                  <a:pt x="142608" y="508304"/>
                </a:lnTo>
                <a:close/>
              </a:path>
              <a:path w="267970" h="519430">
                <a:moveTo>
                  <a:pt x="259998" y="366001"/>
                </a:moveTo>
                <a:lnTo>
                  <a:pt x="257759" y="366001"/>
                </a:lnTo>
                <a:lnTo>
                  <a:pt x="254088" y="358216"/>
                </a:lnTo>
                <a:lnTo>
                  <a:pt x="266420" y="358216"/>
                </a:lnTo>
                <a:lnTo>
                  <a:pt x="259998" y="366001"/>
                </a:lnTo>
                <a:close/>
              </a:path>
              <a:path w="267970" h="519430">
                <a:moveTo>
                  <a:pt x="137604" y="508304"/>
                </a:moveTo>
                <a:lnTo>
                  <a:pt x="130263" y="508304"/>
                </a:lnTo>
                <a:lnTo>
                  <a:pt x="133934" y="503856"/>
                </a:lnTo>
                <a:lnTo>
                  <a:pt x="137604" y="5083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964881" y="1731949"/>
            <a:ext cx="166878" cy="8456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506546" y="2671038"/>
            <a:ext cx="717537" cy="2476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426816" y="2716187"/>
            <a:ext cx="53149" cy="15735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373666" y="2716187"/>
            <a:ext cx="26568" cy="15735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501784" y="2662745"/>
            <a:ext cx="732155" cy="264795"/>
          </a:xfrm>
          <a:custGeom>
            <a:avLst/>
            <a:gdLst/>
            <a:ahLst/>
            <a:cxnLst/>
            <a:rect l="l" t="t" r="r" b="b"/>
            <a:pathLst>
              <a:path w="732154" h="264794">
                <a:moveTo>
                  <a:pt x="504939" y="53441"/>
                </a:moveTo>
                <a:lnTo>
                  <a:pt x="504939" y="0"/>
                </a:lnTo>
                <a:lnTo>
                  <a:pt x="519176" y="8293"/>
                </a:lnTo>
                <a:lnTo>
                  <a:pt x="514464" y="8293"/>
                </a:lnTo>
                <a:lnTo>
                  <a:pt x="507301" y="12407"/>
                </a:lnTo>
                <a:lnTo>
                  <a:pt x="514464" y="16579"/>
                </a:lnTo>
                <a:lnTo>
                  <a:pt x="514464" y="48679"/>
                </a:lnTo>
                <a:lnTo>
                  <a:pt x="509701" y="48679"/>
                </a:lnTo>
                <a:lnTo>
                  <a:pt x="504939" y="53441"/>
                </a:lnTo>
                <a:close/>
              </a:path>
              <a:path w="732154" h="264794">
                <a:moveTo>
                  <a:pt x="514464" y="16579"/>
                </a:moveTo>
                <a:lnTo>
                  <a:pt x="507301" y="12407"/>
                </a:lnTo>
                <a:lnTo>
                  <a:pt x="514464" y="8293"/>
                </a:lnTo>
                <a:lnTo>
                  <a:pt x="514464" y="16579"/>
                </a:lnTo>
                <a:close/>
              </a:path>
              <a:path w="732154" h="264794">
                <a:moveTo>
                  <a:pt x="712846" y="132118"/>
                </a:moveTo>
                <a:lnTo>
                  <a:pt x="514464" y="16579"/>
                </a:lnTo>
                <a:lnTo>
                  <a:pt x="514464" y="8293"/>
                </a:lnTo>
                <a:lnTo>
                  <a:pt x="519176" y="8293"/>
                </a:lnTo>
                <a:lnTo>
                  <a:pt x="724696" y="128003"/>
                </a:lnTo>
                <a:lnTo>
                  <a:pt x="719912" y="128003"/>
                </a:lnTo>
                <a:lnTo>
                  <a:pt x="712846" y="132118"/>
                </a:lnTo>
                <a:close/>
              </a:path>
              <a:path w="732154" h="264794">
                <a:moveTo>
                  <a:pt x="504939" y="215557"/>
                </a:moveTo>
                <a:lnTo>
                  <a:pt x="0" y="215557"/>
                </a:lnTo>
                <a:lnTo>
                  <a:pt x="0" y="48679"/>
                </a:lnTo>
                <a:lnTo>
                  <a:pt x="504939" y="48679"/>
                </a:lnTo>
                <a:lnTo>
                  <a:pt x="504939" y="53441"/>
                </a:lnTo>
                <a:lnTo>
                  <a:pt x="9525" y="53441"/>
                </a:lnTo>
                <a:lnTo>
                  <a:pt x="4762" y="58204"/>
                </a:lnTo>
                <a:lnTo>
                  <a:pt x="9525" y="58204"/>
                </a:lnTo>
                <a:lnTo>
                  <a:pt x="9525" y="206032"/>
                </a:lnTo>
                <a:lnTo>
                  <a:pt x="4762" y="206032"/>
                </a:lnTo>
                <a:lnTo>
                  <a:pt x="9525" y="210794"/>
                </a:lnTo>
                <a:lnTo>
                  <a:pt x="504939" y="210794"/>
                </a:lnTo>
                <a:lnTo>
                  <a:pt x="504939" y="215557"/>
                </a:lnTo>
                <a:close/>
              </a:path>
              <a:path w="732154" h="264794">
                <a:moveTo>
                  <a:pt x="514464" y="58204"/>
                </a:moveTo>
                <a:lnTo>
                  <a:pt x="9525" y="58204"/>
                </a:lnTo>
                <a:lnTo>
                  <a:pt x="9525" y="53441"/>
                </a:lnTo>
                <a:lnTo>
                  <a:pt x="504939" y="53441"/>
                </a:lnTo>
                <a:lnTo>
                  <a:pt x="509701" y="48679"/>
                </a:lnTo>
                <a:lnTo>
                  <a:pt x="514464" y="48679"/>
                </a:lnTo>
                <a:lnTo>
                  <a:pt x="514464" y="58204"/>
                </a:lnTo>
                <a:close/>
              </a:path>
              <a:path w="732154" h="264794">
                <a:moveTo>
                  <a:pt x="9525" y="58204"/>
                </a:moveTo>
                <a:lnTo>
                  <a:pt x="4762" y="58204"/>
                </a:lnTo>
                <a:lnTo>
                  <a:pt x="9525" y="53441"/>
                </a:lnTo>
                <a:lnTo>
                  <a:pt x="9525" y="58204"/>
                </a:lnTo>
                <a:close/>
              </a:path>
              <a:path w="732154" h="264794">
                <a:moveTo>
                  <a:pt x="719912" y="136232"/>
                </a:moveTo>
                <a:lnTo>
                  <a:pt x="712846" y="132118"/>
                </a:lnTo>
                <a:lnTo>
                  <a:pt x="719912" y="128003"/>
                </a:lnTo>
                <a:lnTo>
                  <a:pt x="719912" y="136232"/>
                </a:lnTo>
                <a:close/>
              </a:path>
              <a:path w="732154" h="264794">
                <a:moveTo>
                  <a:pt x="724696" y="136232"/>
                </a:moveTo>
                <a:lnTo>
                  <a:pt x="719912" y="136232"/>
                </a:lnTo>
                <a:lnTo>
                  <a:pt x="719912" y="128003"/>
                </a:lnTo>
                <a:lnTo>
                  <a:pt x="724696" y="128003"/>
                </a:lnTo>
                <a:lnTo>
                  <a:pt x="731761" y="132118"/>
                </a:lnTo>
                <a:lnTo>
                  <a:pt x="724696" y="136232"/>
                </a:lnTo>
                <a:close/>
              </a:path>
              <a:path w="732154" h="264794">
                <a:moveTo>
                  <a:pt x="519156" y="255943"/>
                </a:moveTo>
                <a:lnTo>
                  <a:pt x="514464" y="255943"/>
                </a:lnTo>
                <a:lnTo>
                  <a:pt x="514464" y="247656"/>
                </a:lnTo>
                <a:lnTo>
                  <a:pt x="712846" y="132118"/>
                </a:lnTo>
                <a:lnTo>
                  <a:pt x="719912" y="136232"/>
                </a:lnTo>
                <a:lnTo>
                  <a:pt x="724696" y="136232"/>
                </a:lnTo>
                <a:lnTo>
                  <a:pt x="519156" y="255943"/>
                </a:lnTo>
                <a:close/>
              </a:path>
              <a:path w="732154" h="264794">
                <a:moveTo>
                  <a:pt x="9525" y="210794"/>
                </a:moveTo>
                <a:lnTo>
                  <a:pt x="4762" y="206032"/>
                </a:lnTo>
                <a:lnTo>
                  <a:pt x="9525" y="206032"/>
                </a:lnTo>
                <a:lnTo>
                  <a:pt x="9525" y="210794"/>
                </a:lnTo>
                <a:close/>
              </a:path>
              <a:path w="732154" h="264794">
                <a:moveTo>
                  <a:pt x="514464" y="215557"/>
                </a:moveTo>
                <a:lnTo>
                  <a:pt x="509701" y="215557"/>
                </a:lnTo>
                <a:lnTo>
                  <a:pt x="504939" y="210794"/>
                </a:lnTo>
                <a:lnTo>
                  <a:pt x="9525" y="210794"/>
                </a:lnTo>
                <a:lnTo>
                  <a:pt x="9525" y="206032"/>
                </a:lnTo>
                <a:lnTo>
                  <a:pt x="514464" y="206032"/>
                </a:lnTo>
                <a:lnTo>
                  <a:pt x="514464" y="215557"/>
                </a:lnTo>
                <a:close/>
              </a:path>
              <a:path w="732154" h="264794">
                <a:moveTo>
                  <a:pt x="504939" y="264223"/>
                </a:moveTo>
                <a:lnTo>
                  <a:pt x="504939" y="210794"/>
                </a:lnTo>
                <a:lnTo>
                  <a:pt x="509701" y="215557"/>
                </a:lnTo>
                <a:lnTo>
                  <a:pt x="514464" y="215557"/>
                </a:lnTo>
                <a:lnTo>
                  <a:pt x="514464" y="247656"/>
                </a:lnTo>
                <a:lnTo>
                  <a:pt x="507301" y="251828"/>
                </a:lnTo>
                <a:lnTo>
                  <a:pt x="514464" y="255943"/>
                </a:lnTo>
                <a:lnTo>
                  <a:pt x="519156" y="255943"/>
                </a:lnTo>
                <a:lnTo>
                  <a:pt x="504939" y="264223"/>
                </a:lnTo>
                <a:close/>
              </a:path>
              <a:path w="732154" h="264794">
                <a:moveTo>
                  <a:pt x="514464" y="255943"/>
                </a:moveTo>
                <a:lnTo>
                  <a:pt x="507301" y="251828"/>
                </a:lnTo>
                <a:lnTo>
                  <a:pt x="514464" y="247656"/>
                </a:lnTo>
                <a:lnTo>
                  <a:pt x="514464" y="2559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368904" y="2711424"/>
            <a:ext cx="115824" cy="16687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221943" y="4899875"/>
            <a:ext cx="2165350" cy="855980"/>
          </a:xfrm>
          <a:custGeom>
            <a:avLst/>
            <a:gdLst/>
            <a:ahLst/>
            <a:cxnLst/>
            <a:rect l="l" t="t" r="r" b="b"/>
            <a:pathLst>
              <a:path w="2165350" h="855979">
                <a:moveTo>
                  <a:pt x="4762" y="851217"/>
                </a:moveTo>
                <a:lnTo>
                  <a:pt x="0" y="851217"/>
                </a:lnTo>
                <a:lnTo>
                  <a:pt x="0" y="813117"/>
                </a:lnTo>
                <a:lnTo>
                  <a:pt x="9525" y="813117"/>
                </a:lnTo>
                <a:lnTo>
                  <a:pt x="9525" y="846454"/>
                </a:lnTo>
                <a:lnTo>
                  <a:pt x="4762" y="846454"/>
                </a:lnTo>
                <a:lnTo>
                  <a:pt x="4762" y="851217"/>
                </a:lnTo>
                <a:close/>
              </a:path>
              <a:path w="2165350" h="855979">
                <a:moveTo>
                  <a:pt x="7467" y="855979"/>
                </a:moveTo>
                <a:lnTo>
                  <a:pt x="4762" y="855979"/>
                </a:lnTo>
                <a:lnTo>
                  <a:pt x="4762" y="846454"/>
                </a:lnTo>
                <a:lnTo>
                  <a:pt x="7467" y="846454"/>
                </a:lnTo>
                <a:lnTo>
                  <a:pt x="7467" y="855979"/>
                </a:lnTo>
                <a:close/>
              </a:path>
              <a:path w="2165350" h="855979">
                <a:moveTo>
                  <a:pt x="9525" y="851217"/>
                </a:moveTo>
                <a:lnTo>
                  <a:pt x="7467" y="851217"/>
                </a:lnTo>
                <a:lnTo>
                  <a:pt x="7467" y="846454"/>
                </a:lnTo>
                <a:lnTo>
                  <a:pt x="9525" y="846454"/>
                </a:lnTo>
                <a:lnTo>
                  <a:pt x="9525" y="851217"/>
                </a:lnTo>
                <a:close/>
              </a:path>
              <a:path w="2165350" h="855979">
                <a:moveTo>
                  <a:pt x="9525" y="784542"/>
                </a:moveTo>
                <a:lnTo>
                  <a:pt x="0" y="784542"/>
                </a:lnTo>
                <a:lnTo>
                  <a:pt x="0" y="746442"/>
                </a:lnTo>
                <a:lnTo>
                  <a:pt x="9525" y="746442"/>
                </a:lnTo>
                <a:lnTo>
                  <a:pt x="9525" y="784542"/>
                </a:lnTo>
                <a:close/>
              </a:path>
              <a:path w="2165350" h="855979">
                <a:moveTo>
                  <a:pt x="9525" y="717867"/>
                </a:moveTo>
                <a:lnTo>
                  <a:pt x="0" y="717867"/>
                </a:lnTo>
                <a:lnTo>
                  <a:pt x="0" y="679767"/>
                </a:lnTo>
                <a:lnTo>
                  <a:pt x="9525" y="679767"/>
                </a:lnTo>
                <a:lnTo>
                  <a:pt x="9525" y="717867"/>
                </a:lnTo>
                <a:close/>
              </a:path>
              <a:path w="2165350" h="855979">
                <a:moveTo>
                  <a:pt x="9525" y="651192"/>
                </a:moveTo>
                <a:lnTo>
                  <a:pt x="0" y="651192"/>
                </a:lnTo>
                <a:lnTo>
                  <a:pt x="0" y="613092"/>
                </a:lnTo>
                <a:lnTo>
                  <a:pt x="9525" y="613092"/>
                </a:lnTo>
                <a:lnTo>
                  <a:pt x="9525" y="651192"/>
                </a:lnTo>
                <a:close/>
              </a:path>
              <a:path w="2165350" h="855979">
                <a:moveTo>
                  <a:pt x="9525" y="584517"/>
                </a:moveTo>
                <a:lnTo>
                  <a:pt x="0" y="584517"/>
                </a:lnTo>
                <a:lnTo>
                  <a:pt x="0" y="546417"/>
                </a:lnTo>
                <a:lnTo>
                  <a:pt x="9525" y="546417"/>
                </a:lnTo>
                <a:lnTo>
                  <a:pt x="9525" y="584517"/>
                </a:lnTo>
                <a:close/>
              </a:path>
              <a:path w="2165350" h="855979">
                <a:moveTo>
                  <a:pt x="9525" y="517842"/>
                </a:moveTo>
                <a:lnTo>
                  <a:pt x="0" y="517842"/>
                </a:lnTo>
                <a:lnTo>
                  <a:pt x="0" y="479742"/>
                </a:lnTo>
                <a:lnTo>
                  <a:pt x="9525" y="479742"/>
                </a:lnTo>
                <a:lnTo>
                  <a:pt x="9525" y="517842"/>
                </a:lnTo>
                <a:close/>
              </a:path>
              <a:path w="2165350" h="855979">
                <a:moveTo>
                  <a:pt x="9525" y="451167"/>
                </a:moveTo>
                <a:lnTo>
                  <a:pt x="0" y="451167"/>
                </a:lnTo>
                <a:lnTo>
                  <a:pt x="0" y="413067"/>
                </a:lnTo>
                <a:lnTo>
                  <a:pt x="9525" y="413067"/>
                </a:lnTo>
                <a:lnTo>
                  <a:pt x="9525" y="451167"/>
                </a:lnTo>
                <a:close/>
              </a:path>
              <a:path w="2165350" h="855979">
                <a:moveTo>
                  <a:pt x="9525" y="384492"/>
                </a:moveTo>
                <a:lnTo>
                  <a:pt x="0" y="384492"/>
                </a:lnTo>
                <a:lnTo>
                  <a:pt x="0" y="346392"/>
                </a:lnTo>
                <a:lnTo>
                  <a:pt x="9525" y="346392"/>
                </a:lnTo>
                <a:lnTo>
                  <a:pt x="9525" y="384492"/>
                </a:lnTo>
                <a:close/>
              </a:path>
              <a:path w="2165350" h="855979">
                <a:moveTo>
                  <a:pt x="9525" y="317817"/>
                </a:moveTo>
                <a:lnTo>
                  <a:pt x="0" y="317817"/>
                </a:lnTo>
                <a:lnTo>
                  <a:pt x="0" y="279717"/>
                </a:lnTo>
                <a:lnTo>
                  <a:pt x="9525" y="279717"/>
                </a:lnTo>
                <a:lnTo>
                  <a:pt x="9525" y="317817"/>
                </a:lnTo>
                <a:close/>
              </a:path>
              <a:path w="2165350" h="855979">
                <a:moveTo>
                  <a:pt x="9525" y="251142"/>
                </a:moveTo>
                <a:lnTo>
                  <a:pt x="0" y="251142"/>
                </a:lnTo>
                <a:lnTo>
                  <a:pt x="0" y="213042"/>
                </a:lnTo>
                <a:lnTo>
                  <a:pt x="9525" y="213042"/>
                </a:lnTo>
                <a:lnTo>
                  <a:pt x="9525" y="251142"/>
                </a:lnTo>
                <a:close/>
              </a:path>
              <a:path w="2165350" h="855979">
                <a:moveTo>
                  <a:pt x="9525" y="184467"/>
                </a:moveTo>
                <a:lnTo>
                  <a:pt x="0" y="184467"/>
                </a:lnTo>
                <a:lnTo>
                  <a:pt x="0" y="146367"/>
                </a:lnTo>
                <a:lnTo>
                  <a:pt x="9525" y="146367"/>
                </a:lnTo>
                <a:lnTo>
                  <a:pt x="9525" y="184467"/>
                </a:lnTo>
                <a:close/>
              </a:path>
              <a:path w="2165350" h="855979">
                <a:moveTo>
                  <a:pt x="9525" y="117792"/>
                </a:moveTo>
                <a:lnTo>
                  <a:pt x="0" y="117792"/>
                </a:lnTo>
                <a:lnTo>
                  <a:pt x="0" y="79692"/>
                </a:lnTo>
                <a:lnTo>
                  <a:pt x="9525" y="79692"/>
                </a:lnTo>
                <a:lnTo>
                  <a:pt x="9525" y="117792"/>
                </a:lnTo>
                <a:close/>
              </a:path>
              <a:path w="2165350" h="855979">
                <a:moveTo>
                  <a:pt x="9525" y="51117"/>
                </a:moveTo>
                <a:lnTo>
                  <a:pt x="0" y="51117"/>
                </a:lnTo>
                <a:lnTo>
                  <a:pt x="0" y="13017"/>
                </a:lnTo>
                <a:lnTo>
                  <a:pt x="9525" y="13017"/>
                </a:lnTo>
                <a:lnTo>
                  <a:pt x="9525" y="51117"/>
                </a:lnTo>
                <a:close/>
              </a:path>
              <a:path w="2165350" h="855979">
                <a:moveTo>
                  <a:pt x="63182" y="9525"/>
                </a:moveTo>
                <a:lnTo>
                  <a:pt x="25082" y="9525"/>
                </a:lnTo>
                <a:lnTo>
                  <a:pt x="25082" y="0"/>
                </a:lnTo>
                <a:lnTo>
                  <a:pt x="63182" y="0"/>
                </a:lnTo>
                <a:lnTo>
                  <a:pt x="63182" y="9525"/>
                </a:lnTo>
                <a:close/>
              </a:path>
              <a:path w="2165350" h="855979">
                <a:moveTo>
                  <a:pt x="129857" y="9525"/>
                </a:moveTo>
                <a:lnTo>
                  <a:pt x="91757" y="9525"/>
                </a:lnTo>
                <a:lnTo>
                  <a:pt x="91757" y="0"/>
                </a:lnTo>
                <a:lnTo>
                  <a:pt x="129857" y="0"/>
                </a:lnTo>
                <a:lnTo>
                  <a:pt x="129857" y="9525"/>
                </a:lnTo>
                <a:close/>
              </a:path>
              <a:path w="2165350" h="855979">
                <a:moveTo>
                  <a:pt x="196532" y="9525"/>
                </a:moveTo>
                <a:lnTo>
                  <a:pt x="158432" y="9525"/>
                </a:lnTo>
                <a:lnTo>
                  <a:pt x="158432" y="0"/>
                </a:lnTo>
                <a:lnTo>
                  <a:pt x="196532" y="0"/>
                </a:lnTo>
                <a:lnTo>
                  <a:pt x="196532" y="9525"/>
                </a:lnTo>
                <a:close/>
              </a:path>
              <a:path w="2165350" h="855979">
                <a:moveTo>
                  <a:pt x="263207" y="9525"/>
                </a:moveTo>
                <a:lnTo>
                  <a:pt x="225107" y="9525"/>
                </a:lnTo>
                <a:lnTo>
                  <a:pt x="225107" y="0"/>
                </a:lnTo>
                <a:lnTo>
                  <a:pt x="263207" y="0"/>
                </a:lnTo>
                <a:lnTo>
                  <a:pt x="263207" y="9525"/>
                </a:lnTo>
                <a:close/>
              </a:path>
              <a:path w="2165350" h="855979">
                <a:moveTo>
                  <a:pt x="329882" y="9525"/>
                </a:moveTo>
                <a:lnTo>
                  <a:pt x="291782" y="9525"/>
                </a:lnTo>
                <a:lnTo>
                  <a:pt x="291782" y="0"/>
                </a:lnTo>
                <a:lnTo>
                  <a:pt x="329882" y="0"/>
                </a:lnTo>
                <a:lnTo>
                  <a:pt x="329882" y="9525"/>
                </a:lnTo>
                <a:close/>
              </a:path>
              <a:path w="2165350" h="855979">
                <a:moveTo>
                  <a:pt x="396557" y="9525"/>
                </a:moveTo>
                <a:lnTo>
                  <a:pt x="358457" y="9525"/>
                </a:lnTo>
                <a:lnTo>
                  <a:pt x="358457" y="0"/>
                </a:lnTo>
                <a:lnTo>
                  <a:pt x="396557" y="0"/>
                </a:lnTo>
                <a:lnTo>
                  <a:pt x="396557" y="9525"/>
                </a:lnTo>
                <a:close/>
              </a:path>
              <a:path w="2165350" h="855979">
                <a:moveTo>
                  <a:pt x="463232" y="9525"/>
                </a:moveTo>
                <a:lnTo>
                  <a:pt x="425132" y="9525"/>
                </a:lnTo>
                <a:lnTo>
                  <a:pt x="425132" y="0"/>
                </a:lnTo>
                <a:lnTo>
                  <a:pt x="463232" y="0"/>
                </a:lnTo>
                <a:lnTo>
                  <a:pt x="463232" y="9525"/>
                </a:lnTo>
                <a:close/>
              </a:path>
              <a:path w="2165350" h="855979">
                <a:moveTo>
                  <a:pt x="529907" y="9525"/>
                </a:moveTo>
                <a:lnTo>
                  <a:pt x="491807" y="9525"/>
                </a:lnTo>
                <a:lnTo>
                  <a:pt x="491807" y="0"/>
                </a:lnTo>
                <a:lnTo>
                  <a:pt x="529907" y="0"/>
                </a:lnTo>
                <a:lnTo>
                  <a:pt x="529907" y="9525"/>
                </a:lnTo>
                <a:close/>
              </a:path>
              <a:path w="2165350" h="855979">
                <a:moveTo>
                  <a:pt x="596582" y="9525"/>
                </a:moveTo>
                <a:lnTo>
                  <a:pt x="558482" y="9525"/>
                </a:lnTo>
                <a:lnTo>
                  <a:pt x="558482" y="0"/>
                </a:lnTo>
                <a:lnTo>
                  <a:pt x="596582" y="0"/>
                </a:lnTo>
                <a:lnTo>
                  <a:pt x="596582" y="9525"/>
                </a:lnTo>
                <a:close/>
              </a:path>
              <a:path w="2165350" h="855979">
                <a:moveTo>
                  <a:pt x="663257" y="9525"/>
                </a:moveTo>
                <a:lnTo>
                  <a:pt x="625157" y="9525"/>
                </a:lnTo>
                <a:lnTo>
                  <a:pt x="625157" y="0"/>
                </a:lnTo>
                <a:lnTo>
                  <a:pt x="663257" y="0"/>
                </a:lnTo>
                <a:lnTo>
                  <a:pt x="663257" y="9525"/>
                </a:lnTo>
                <a:close/>
              </a:path>
              <a:path w="2165350" h="855979">
                <a:moveTo>
                  <a:pt x="729932" y="9525"/>
                </a:moveTo>
                <a:lnTo>
                  <a:pt x="691832" y="9525"/>
                </a:lnTo>
                <a:lnTo>
                  <a:pt x="691832" y="0"/>
                </a:lnTo>
                <a:lnTo>
                  <a:pt x="729932" y="0"/>
                </a:lnTo>
                <a:lnTo>
                  <a:pt x="729932" y="9525"/>
                </a:lnTo>
                <a:close/>
              </a:path>
              <a:path w="2165350" h="855979">
                <a:moveTo>
                  <a:pt x="796607" y="9525"/>
                </a:moveTo>
                <a:lnTo>
                  <a:pt x="758507" y="9525"/>
                </a:lnTo>
                <a:lnTo>
                  <a:pt x="758507" y="0"/>
                </a:lnTo>
                <a:lnTo>
                  <a:pt x="796607" y="0"/>
                </a:lnTo>
                <a:lnTo>
                  <a:pt x="796607" y="9525"/>
                </a:lnTo>
                <a:close/>
              </a:path>
              <a:path w="2165350" h="855979">
                <a:moveTo>
                  <a:pt x="863282" y="9525"/>
                </a:moveTo>
                <a:lnTo>
                  <a:pt x="825182" y="9525"/>
                </a:lnTo>
                <a:lnTo>
                  <a:pt x="825182" y="0"/>
                </a:lnTo>
                <a:lnTo>
                  <a:pt x="863282" y="0"/>
                </a:lnTo>
                <a:lnTo>
                  <a:pt x="863282" y="9525"/>
                </a:lnTo>
                <a:close/>
              </a:path>
              <a:path w="2165350" h="855979">
                <a:moveTo>
                  <a:pt x="929957" y="9525"/>
                </a:moveTo>
                <a:lnTo>
                  <a:pt x="891857" y="9525"/>
                </a:lnTo>
                <a:lnTo>
                  <a:pt x="891857" y="0"/>
                </a:lnTo>
                <a:lnTo>
                  <a:pt x="929957" y="0"/>
                </a:lnTo>
                <a:lnTo>
                  <a:pt x="929957" y="9525"/>
                </a:lnTo>
                <a:close/>
              </a:path>
              <a:path w="2165350" h="855979">
                <a:moveTo>
                  <a:pt x="996632" y="9525"/>
                </a:moveTo>
                <a:lnTo>
                  <a:pt x="958532" y="9525"/>
                </a:lnTo>
                <a:lnTo>
                  <a:pt x="958532" y="0"/>
                </a:lnTo>
                <a:lnTo>
                  <a:pt x="996632" y="0"/>
                </a:lnTo>
                <a:lnTo>
                  <a:pt x="996632" y="9525"/>
                </a:lnTo>
                <a:close/>
              </a:path>
              <a:path w="2165350" h="855979">
                <a:moveTo>
                  <a:pt x="1063307" y="9525"/>
                </a:moveTo>
                <a:lnTo>
                  <a:pt x="1025207" y="9525"/>
                </a:lnTo>
                <a:lnTo>
                  <a:pt x="1025207" y="0"/>
                </a:lnTo>
                <a:lnTo>
                  <a:pt x="1063307" y="0"/>
                </a:lnTo>
                <a:lnTo>
                  <a:pt x="1063307" y="9525"/>
                </a:lnTo>
                <a:close/>
              </a:path>
              <a:path w="2165350" h="855979">
                <a:moveTo>
                  <a:pt x="1129982" y="9525"/>
                </a:moveTo>
                <a:lnTo>
                  <a:pt x="1091882" y="9525"/>
                </a:lnTo>
                <a:lnTo>
                  <a:pt x="1091882" y="0"/>
                </a:lnTo>
                <a:lnTo>
                  <a:pt x="1129982" y="0"/>
                </a:lnTo>
                <a:lnTo>
                  <a:pt x="1129982" y="9525"/>
                </a:lnTo>
                <a:close/>
              </a:path>
              <a:path w="2165350" h="855979">
                <a:moveTo>
                  <a:pt x="1196657" y="9525"/>
                </a:moveTo>
                <a:lnTo>
                  <a:pt x="1158557" y="9525"/>
                </a:lnTo>
                <a:lnTo>
                  <a:pt x="1158557" y="0"/>
                </a:lnTo>
                <a:lnTo>
                  <a:pt x="1196657" y="0"/>
                </a:lnTo>
                <a:lnTo>
                  <a:pt x="1196657" y="9525"/>
                </a:lnTo>
                <a:close/>
              </a:path>
              <a:path w="2165350" h="855979">
                <a:moveTo>
                  <a:pt x="1263332" y="9525"/>
                </a:moveTo>
                <a:lnTo>
                  <a:pt x="1225232" y="9525"/>
                </a:lnTo>
                <a:lnTo>
                  <a:pt x="1225232" y="0"/>
                </a:lnTo>
                <a:lnTo>
                  <a:pt x="1263332" y="0"/>
                </a:lnTo>
                <a:lnTo>
                  <a:pt x="1263332" y="9525"/>
                </a:lnTo>
                <a:close/>
              </a:path>
              <a:path w="2165350" h="855979">
                <a:moveTo>
                  <a:pt x="1330007" y="9525"/>
                </a:moveTo>
                <a:lnTo>
                  <a:pt x="1291907" y="9525"/>
                </a:lnTo>
                <a:lnTo>
                  <a:pt x="1291907" y="0"/>
                </a:lnTo>
                <a:lnTo>
                  <a:pt x="1330007" y="0"/>
                </a:lnTo>
                <a:lnTo>
                  <a:pt x="1330007" y="9525"/>
                </a:lnTo>
                <a:close/>
              </a:path>
              <a:path w="2165350" h="855979">
                <a:moveTo>
                  <a:pt x="1396682" y="9525"/>
                </a:moveTo>
                <a:lnTo>
                  <a:pt x="1358582" y="9525"/>
                </a:lnTo>
                <a:lnTo>
                  <a:pt x="1358582" y="0"/>
                </a:lnTo>
                <a:lnTo>
                  <a:pt x="1396682" y="0"/>
                </a:lnTo>
                <a:lnTo>
                  <a:pt x="1396682" y="9525"/>
                </a:lnTo>
                <a:close/>
              </a:path>
              <a:path w="2165350" h="855979">
                <a:moveTo>
                  <a:pt x="1463357" y="9525"/>
                </a:moveTo>
                <a:lnTo>
                  <a:pt x="1425257" y="9525"/>
                </a:lnTo>
                <a:lnTo>
                  <a:pt x="1425257" y="0"/>
                </a:lnTo>
                <a:lnTo>
                  <a:pt x="1463357" y="0"/>
                </a:lnTo>
                <a:lnTo>
                  <a:pt x="1463357" y="9525"/>
                </a:lnTo>
                <a:close/>
              </a:path>
              <a:path w="2165350" h="855979">
                <a:moveTo>
                  <a:pt x="1530032" y="9525"/>
                </a:moveTo>
                <a:lnTo>
                  <a:pt x="1491932" y="9525"/>
                </a:lnTo>
                <a:lnTo>
                  <a:pt x="1491932" y="0"/>
                </a:lnTo>
                <a:lnTo>
                  <a:pt x="1530032" y="0"/>
                </a:lnTo>
                <a:lnTo>
                  <a:pt x="1530032" y="9525"/>
                </a:lnTo>
                <a:close/>
              </a:path>
              <a:path w="2165350" h="855979">
                <a:moveTo>
                  <a:pt x="1596707" y="9525"/>
                </a:moveTo>
                <a:lnTo>
                  <a:pt x="1558607" y="9525"/>
                </a:lnTo>
                <a:lnTo>
                  <a:pt x="1558607" y="0"/>
                </a:lnTo>
                <a:lnTo>
                  <a:pt x="1596707" y="0"/>
                </a:lnTo>
                <a:lnTo>
                  <a:pt x="1596707" y="9525"/>
                </a:lnTo>
                <a:close/>
              </a:path>
              <a:path w="2165350" h="855979">
                <a:moveTo>
                  <a:pt x="1663382" y="9525"/>
                </a:moveTo>
                <a:lnTo>
                  <a:pt x="1625282" y="9525"/>
                </a:lnTo>
                <a:lnTo>
                  <a:pt x="1625282" y="0"/>
                </a:lnTo>
                <a:lnTo>
                  <a:pt x="1663382" y="0"/>
                </a:lnTo>
                <a:lnTo>
                  <a:pt x="1663382" y="9525"/>
                </a:lnTo>
                <a:close/>
              </a:path>
              <a:path w="2165350" h="855979">
                <a:moveTo>
                  <a:pt x="1730057" y="9525"/>
                </a:moveTo>
                <a:lnTo>
                  <a:pt x="1691957" y="9525"/>
                </a:lnTo>
                <a:lnTo>
                  <a:pt x="1691957" y="0"/>
                </a:lnTo>
                <a:lnTo>
                  <a:pt x="1730057" y="0"/>
                </a:lnTo>
                <a:lnTo>
                  <a:pt x="1730057" y="9525"/>
                </a:lnTo>
                <a:close/>
              </a:path>
              <a:path w="2165350" h="855979">
                <a:moveTo>
                  <a:pt x="1796732" y="9525"/>
                </a:moveTo>
                <a:lnTo>
                  <a:pt x="1758632" y="9525"/>
                </a:lnTo>
                <a:lnTo>
                  <a:pt x="1758632" y="0"/>
                </a:lnTo>
                <a:lnTo>
                  <a:pt x="1796732" y="0"/>
                </a:lnTo>
                <a:lnTo>
                  <a:pt x="1796732" y="9525"/>
                </a:lnTo>
                <a:close/>
              </a:path>
              <a:path w="2165350" h="855979">
                <a:moveTo>
                  <a:pt x="1863407" y="9525"/>
                </a:moveTo>
                <a:lnTo>
                  <a:pt x="1825307" y="9525"/>
                </a:lnTo>
                <a:lnTo>
                  <a:pt x="1825307" y="0"/>
                </a:lnTo>
                <a:lnTo>
                  <a:pt x="1863407" y="0"/>
                </a:lnTo>
                <a:lnTo>
                  <a:pt x="1863407" y="9525"/>
                </a:lnTo>
                <a:close/>
              </a:path>
              <a:path w="2165350" h="855979">
                <a:moveTo>
                  <a:pt x="1930082" y="9525"/>
                </a:moveTo>
                <a:lnTo>
                  <a:pt x="1891982" y="9525"/>
                </a:lnTo>
                <a:lnTo>
                  <a:pt x="1891982" y="0"/>
                </a:lnTo>
                <a:lnTo>
                  <a:pt x="1930082" y="0"/>
                </a:lnTo>
                <a:lnTo>
                  <a:pt x="1930082" y="9525"/>
                </a:lnTo>
                <a:close/>
              </a:path>
              <a:path w="2165350" h="855979">
                <a:moveTo>
                  <a:pt x="1996757" y="9525"/>
                </a:moveTo>
                <a:lnTo>
                  <a:pt x="1958657" y="9525"/>
                </a:lnTo>
                <a:lnTo>
                  <a:pt x="1958657" y="0"/>
                </a:lnTo>
                <a:lnTo>
                  <a:pt x="1996757" y="0"/>
                </a:lnTo>
                <a:lnTo>
                  <a:pt x="1996757" y="9525"/>
                </a:lnTo>
                <a:close/>
              </a:path>
              <a:path w="2165350" h="855979">
                <a:moveTo>
                  <a:pt x="2063432" y="9525"/>
                </a:moveTo>
                <a:lnTo>
                  <a:pt x="2025332" y="9525"/>
                </a:lnTo>
                <a:lnTo>
                  <a:pt x="2025332" y="0"/>
                </a:lnTo>
                <a:lnTo>
                  <a:pt x="2063432" y="0"/>
                </a:lnTo>
                <a:lnTo>
                  <a:pt x="2063432" y="9525"/>
                </a:lnTo>
                <a:close/>
              </a:path>
              <a:path w="2165350" h="855979">
                <a:moveTo>
                  <a:pt x="2130107" y="9525"/>
                </a:moveTo>
                <a:lnTo>
                  <a:pt x="2092007" y="9525"/>
                </a:lnTo>
                <a:lnTo>
                  <a:pt x="2092007" y="0"/>
                </a:lnTo>
                <a:lnTo>
                  <a:pt x="2130107" y="0"/>
                </a:lnTo>
                <a:lnTo>
                  <a:pt x="2130107" y="9525"/>
                </a:lnTo>
                <a:close/>
              </a:path>
              <a:path w="2165350" h="855979">
                <a:moveTo>
                  <a:pt x="2164803" y="9525"/>
                </a:moveTo>
                <a:lnTo>
                  <a:pt x="2160041" y="9525"/>
                </a:lnTo>
                <a:lnTo>
                  <a:pt x="2158682" y="8166"/>
                </a:lnTo>
                <a:lnTo>
                  <a:pt x="2158682" y="0"/>
                </a:lnTo>
                <a:lnTo>
                  <a:pt x="2164803" y="0"/>
                </a:lnTo>
                <a:lnTo>
                  <a:pt x="2164803" y="9525"/>
                </a:lnTo>
                <a:close/>
              </a:path>
              <a:path w="2165350" h="855979">
                <a:moveTo>
                  <a:pt x="2164803" y="41516"/>
                </a:moveTo>
                <a:lnTo>
                  <a:pt x="2155278" y="41516"/>
                </a:lnTo>
                <a:lnTo>
                  <a:pt x="2155278" y="4762"/>
                </a:lnTo>
                <a:lnTo>
                  <a:pt x="2158682" y="8166"/>
                </a:lnTo>
                <a:lnTo>
                  <a:pt x="2158682" y="9525"/>
                </a:lnTo>
                <a:lnTo>
                  <a:pt x="2164803" y="9525"/>
                </a:lnTo>
                <a:lnTo>
                  <a:pt x="2164803" y="41516"/>
                </a:lnTo>
                <a:close/>
              </a:path>
              <a:path w="2165350" h="855979">
                <a:moveTo>
                  <a:pt x="2160041" y="9525"/>
                </a:moveTo>
                <a:lnTo>
                  <a:pt x="2158682" y="9525"/>
                </a:lnTo>
                <a:lnTo>
                  <a:pt x="2158682" y="8166"/>
                </a:lnTo>
                <a:lnTo>
                  <a:pt x="2160041" y="9525"/>
                </a:lnTo>
                <a:close/>
              </a:path>
              <a:path w="2165350" h="855979">
                <a:moveTo>
                  <a:pt x="2164803" y="108191"/>
                </a:moveTo>
                <a:lnTo>
                  <a:pt x="2155278" y="108191"/>
                </a:lnTo>
                <a:lnTo>
                  <a:pt x="2155278" y="70091"/>
                </a:lnTo>
                <a:lnTo>
                  <a:pt x="2164803" y="70091"/>
                </a:lnTo>
                <a:lnTo>
                  <a:pt x="2164803" y="108191"/>
                </a:lnTo>
                <a:close/>
              </a:path>
              <a:path w="2165350" h="855979">
                <a:moveTo>
                  <a:pt x="2164803" y="174866"/>
                </a:moveTo>
                <a:lnTo>
                  <a:pt x="2155278" y="174866"/>
                </a:lnTo>
                <a:lnTo>
                  <a:pt x="2155278" y="136766"/>
                </a:lnTo>
                <a:lnTo>
                  <a:pt x="2164803" y="136766"/>
                </a:lnTo>
                <a:lnTo>
                  <a:pt x="2164803" y="174866"/>
                </a:lnTo>
                <a:close/>
              </a:path>
              <a:path w="2165350" h="855979">
                <a:moveTo>
                  <a:pt x="2164803" y="241541"/>
                </a:moveTo>
                <a:lnTo>
                  <a:pt x="2155278" y="241541"/>
                </a:lnTo>
                <a:lnTo>
                  <a:pt x="2155278" y="203441"/>
                </a:lnTo>
                <a:lnTo>
                  <a:pt x="2164803" y="203441"/>
                </a:lnTo>
                <a:lnTo>
                  <a:pt x="2164803" y="241541"/>
                </a:lnTo>
                <a:close/>
              </a:path>
              <a:path w="2165350" h="855979">
                <a:moveTo>
                  <a:pt x="2164803" y="308216"/>
                </a:moveTo>
                <a:lnTo>
                  <a:pt x="2155278" y="308216"/>
                </a:lnTo>
                <a:lnTo>
                  <a:pt x="2155278" y="270116"/>
                </a:lnTo>
                <a:lnTo>
                  <a:pt x="2164803" y="270116"/>
                </a:lnTo>
                <a:lnTo>
                  <a:pt x="2164803" y="308216"/>
                </a:lnTo>
                <a:close/>
              </a:path>
              <a:path w="2165350" h="855979">
                <a:moveTo>
                  <a:pt x="2164803" y="374891"/>
                </a:moveTo>
                <a:lnTo>
                  <a:pt x="2155278" y="374891"/>
                </a:lnTo>
                <a:lnTo>
                  <a:pt x="2155278" y="336791"/>
                </a:lnTo>
                <a:lnTo>
                  <a:pt x="2164803" y="336791"/>
                </a:lnTo>
                <a:lnTo>
                  <a:pt x="2164803" y="374891"/>
                </a:lnTo>
                <a:close/>
              </a:path>
              <a:path w="2165350" h="855979">
                <a:moveTo>
                  <a:pt x="2164803" y="441566"/>
                </a:moveTo>
                <a:lnTo>
                  <a:pt x="2155278" y="441566"/>
                </a:lnTo>
                <a:lnTo>
                  <a:pt x="2155278" y="403466"/>
                </a:lnTo>
                <a:lnTo>
                  <a:pt x="2164803" y="403466"/>
                </a:lnTo>
                <a:lnTo>
                  <a:pt x="2164803" y="441566"/>
                </a:lnTo>
                <a:close/>
              </a:path>
              <a:path w="2165350" h="855979">
                <a:moveTo>
                  <a:pt x="2164803" y="508241"/>
                </a:moveTo>
                <a:lnTo>
                  <a:pt x="2155278" y="508241"/>
                </a:lnTo>
                <a:lnTo>
                  <a:pt x="2155278" y="470141"/>
                </a:lnTo>
                <a:lnTo>
                  <a:pt x="2164803" y="470141"/>
                </a:lnTo>
                <a:lnTo>
                  <a:pt x="2164803" y="508241"/>
                </a:lnTo>
                <a:close/>
              </a:path>
              <a:path w="2165350" h="855979">
                <a:moveTo>
                  <a:pt x="2164803" y="574916"/>
                </a:moveTo>
                <a:lnTo>
                  <a:pt x="2155278" y="574916"/>
                </a:lnTo>
                <a:lnTo>
                  <a:pt x="2155278" y="536816"/>
                </a:lnTo>
                <a:lnTo>
                  <a:pt x="2164803" y="536816"/>
                </a:lnTo>
                <a:lnTo>
                  <a:pt x="2164803" y="574916"/>
                </a:lnTo>
                <a:close/>
              </a:path>
              <a:path w="2165350" h="855979">
                <a:moveTo>
                  <a:pt x="2164803" y="641591"/>
                </a:moveTo>
                <a:lnTo>
                  <a:pt x="2155278" y="641591"/>
                </a:lnTo>
                <a:lnTo>
                  <a:pt x="2155278" y="603491"/>
                </a:lnTo>
                <a:lnTo>
                  <a:pt x="2164803" y="603491"/>
                </a:lnTo>
                <a:lnTo>
                  <a:pt x="2164803" y="641591"/>
                </a:lnTo>
                <a:close/>
              </a:path>
              <a:path w="2165350" h="855979">
                <a:moveTo>
                  <a:pt x="2164803" y="708266"/>
                </a:moveTo>
                <a:lnTo>
                  <a:pt x="2155278" y="708266"/>
                </a:lnTo>
                <a:lnTo>
                  <a:pt x="2155278" y="670166"/>
                </a:lnTo>
                <a:lnTo>
                  <a:pt x="2164803" y="670166"/>
                </a:lnTo>
                <a:lnTo>
                  <a:pt x="2164803" y="708266"/>
                </a:lnTo>
                <a:close/>
              </a:path>
              <a:path w="2165350" h="855979">
                <a:moveTo>
                  <a:pt x="2164803" y="774941"/>
                </a:moveTo>
                <a:lnTo>
                  <a:pt x="2155278" y="774941"/>
                </a:lnTo>
                <a:lnTo>
                  <a:pt x="2155278" y="736841"/>
                </a:lnTo>
                <a:lnTo>
                  <a:pt x="2164803" y="736841"/>
                </a:lnTo>
                <a:lnTo>
                  <a:pt x="2164803" y="774941"/>
                </a:lnTo>
                <a:close/>
              </a:path>
              <a:path w="2165350" h="855979">
                <a:moveTo>
                  <a:pt x="2164803" y="841616"/>
                </a:moveTo>
                <a:lnTo>
                  <a:pt x="2155278" y="841616"/>
                </a:lnTo>
                <a:lnTo>
                  <a:pt x="2155278" y="803516"/>
                </a:lnTo>
                <a:lnTo>
                  <a:pt x="2164803" y="803516"/>
                </a:lnTo>
                <a:lnTo>
                  <a:pt x="2164803" y="841616"/>
                </a:lnTo>
                <a:close/>
              </a:path>
              <a:path w="2165350" h="855979">
                <a:moveTo>
                  <a:pt x="2141067" y="855979"/>
                </a:moveTo>
                <a:lnTo>
                  <a:pt x="2102967" y="855979"/>
                </a:lnTo>
                <a:lnTo>
                  <a:pt x="2102967" y="846454"/>
                </a:lnTo>
                <a:lnTo>
                  <a:pt x="2141067" y="846454"/>
                </a:lnTo>
                <a:lnTo>
                  <a:pt x="2141067" y="855979"/>
                </a:lnTo>
                <a:close/>
              </a:path>
              <a:path w="2165350" h="855979">
                <a:moveTo>
                  <a:pt x="2074392" y="855979"/>
                </a:moveTo>
                <a:lnTo>
                  <a:pt x="2036292" y="855979"/>
                </a:lnTo>
                <a:lnTo>
                  <a:pt x="2036292" y="846454"/>
                </a:lnTo>
                <a:lnTo>
                  <a:pt x="2074392" y="846454"/>
                </a:lnTo>
                <a:lnTo>
                  <a:pt x="2074392" y="855979"/>
                </a:lnTo>
                <a:close/>
              </a:path>
              <a:path w="2165350" h="855979">
                <a:moveTo>
                  <a:pt x="2007717" y="855979"/>
                </a:moveTo>
                <a:lnTo>
                  <a:pt x="1969617" y="855979"/>
                </a:lnTo>
                <a:lnTo>
                  <a:pt x="1969617" y="846454"/>
                </a:lnTo>
                <a:lnTo>
                  <a:pt x="2007717" y="846454"/>
                </a:lnTo>
                <a:lnTo>
                  <a:pt x="2007717" y="855979"/>
                </a:lnTo>
                <a:close/>
              </a:path>
              <a:path w="2165350" h="855979">
                <a:moveTo>
                  <a:pt x="1941042" y="855979"/>
                </a:moveTo>
                <a:lnTo>
                  <a:pt x="1902942" y="855979"/>
                </a:lnTo>
                <a:lnTo>
                  <a:pt x="1902942" y="846454"/>
                </a:lnTo>
                <a:lnTo>
                  <a:pt x="1941042" y="846454"/>
                </a:lnTo>
                <a:lnTo>
                  <a:pt x="1941042" y="855979"/>
                </a:lnTo>
                <a:close/>
              </a:path>
              <a:path w="2165350" h="855979">
                <a:moveTo>
                  <a:pt x="1874367" y="855979"/>
                </a:moveTo>
                <a:lnTo>
                  <a:pt x="1836267" y="855979"/>
                </a:lnTo>
                <a:lnTo>
                  <a:pt x="1836267" y="846454"/>
                </a:lnTo>
                <a:lnTo>
                  <a:pt x="1874367" y="846454"/>
                </a:lnTo>
                <a:lnTo>
                  <a:pt x="1874367" y="855979"/>
                </a:lnTo>
                <a:close/>
              </a:path>
              <a:path w="2165350" h="855979">
                <a:moveTo>
                  <a:pt x="1807692" y="855979"/>
                </a:moveTo>
                <a:lnTo>
                  <a:pt x="1769592" y="855979"/>
                </a:lnTo>
                <a:lnTo>
                  <a:pt x="1769592" y="846454"/>
                </a:lnTo>
                <a:lnTo>
                  <a:pt x="1807692" y="846454"/>
                </a:lnTo>
                <a:lnTo>
                  <a:pt x="1807692" y="855979"/>
                </a:lnTo>
                <a:close/>
              </a:path>
              <a:path w="2165350" h="855979">
                <a:moveTo>
                  <a:pt x="1741017" y="855979"/>
                </a:moveTo>
                <a:lnTo>
                  <a:pt x="1702917" y="855979"/>
                </a:lnTo>
                <a:lnTo>
                  <a:pt x="1702917" y="846454"/>
                </a:lnTo>
                <a:lnTo>
                  <a:pt x="1741017" y="846454"/>
                </a:lnTo>
                <a:lnTo>
                  <a:pt x="1741017" y="855979"/>
                </a:lnTo>
                <a:close/>
              </a:path>
              <a:path w="2165350" h="855979">
                <a:moveTo>
                  <a:pt x="1674342" y="855979"/>
                </a:moveTo>
                <a:lnTo>
                  <a:pt x="1636242" y="855979"/>
                </a:lnTo>
                <a:lnTo>
                  <a:pt x="1636242" y="846454"/>
                </a:lnTo>
                <a:lnTo>
                  <a:pt x="1674342" y="846454"/>
                </a:lnTo>
                <a:lnTo>
                  <a:pt x="1674342" y="855979"/>
                </a:lnTo>
                <a:close/>
              </a:path>
              <a:path w="2165350" h="855979">
                <a:moveTo>
                  <a:pt x="1607667" y="855979"/>
                </a:moveTo>
                <a:lnTo>
                  <a:pt x="1569567" y="855979"/>
                </a:lnTo>
                <a:lnTo>
                  <a:pt x="1569567" y="846454"/>
                </a:lnTo>
                <a:lnTo>
                  <a:pt x="1607667" y="846454"/>
                </a:lnTo>
                <a:lnTo>
                  <a:pt x="1607667" y="855979"/>
                </a:lnTo>
                <a:close/>
              </a:path>
              <a:path w="2165350" h="855979">
                <a:moveTo>
                  <a:pt x="1540992" y="855979"/>
                </a:moveTo>
                <a:lnTo>
                  <a:pt x="1502892" y="855979"/>
                </a:lnTo>
                <a:lnTo>
                  <a:pt x="1502892" y="846454"/>
                </a:lnTo>
                <a:lnTo>
                  <a:pt x="1540992" y="846454"/>
                </a:lnTo>
                <a:lnTo>
                  <a:pt x="1540992" y="855979"/>
                </a:lnTo>
                <a:close/>
              </a:path>
              <a:path w="2165350" h="855979">
                <a:moveTo>
                  <a:pt x="1474317" y="855979"/>
                </a:moveTo>
                <a:lnTo>
                  <a:pt x="1436217" y="855979"/>
                </a:lnTo>
                <a:lnTo>
                  <a:pt x="1436217" y="846454"/>
                </a:lnTo>
                <a:lnTo>
                  <a:pt x="1474317" y="846454"/>
                </a:lnTo>
                <a:lnTo>
                  <a:pt x="1474317" y="855979"/>
                </a:lnTo>
                <a:close/>
              </a:path>
              <a:path w="2165350" h="855979">
                <a:moveTo>
                  <a:pt x="1407642" y="855979"/>
                </a:moveTo>
                <a:lnTo>
                  <a:pt x="1369542" y="855979"/>
                </a:lnTo>
                <a:lnTo>
                  <a:pt x="1369542" y="846454"/>
                </a:lnTo>
                <a:lnTo>
                  <a:pt x="1407642" y="846454"/>
                </a:lnTo>
                <a:lnTo>
                  <a:pt x="1407642" y="855979"/>
                </a:lnTo>
                <a:close/>
              </a:path>
              <a:path w="2165350" h="855979">
                <a:moveTo>
                  <a:pt x="1340967" y="855979"/>
                </a:moveTo>
                <a:lnTo>
                  <a:pt x="1302867" y="855979"/>
                </a:lnTo>
                <a:lnTo>
                  <a:pt x="1302867" y="846454"/>
                </a:lnTo>
                <a:lnTo>
                  <a:pt x="1340967" y="846454"/>
                </a:lnTo>
                <a:lnTo>
                  <a:pt x="1340967" y="855979"/>
                </a:lnTo>
                <a:close/>
              </a:path>
              <a:path w="2165350" h="855979">
                <a:moveTo>
                  <a:pt x="1274292" y="855979"/>
                </a:moveTo>
                <a:lnTo>
                  <a:pt x="1236192" y="855979"/>
                </a:lnTo>
                <a:lnTo>
                  <a:pt x="1236192" y="846454"/>
                </a:lnTo>
                <a:lnTo>
                  <a:pt x="1274292" y="846454"/>
                </a:lnTo>
                <a:lnTo>
                  <a:pt x="1274292" y="855979"/>
                </a:lnTo>
                <a:close/>
              </a:path>
              <a:path w="2165350" h="855979">
                <a:moveTo>
                  <a:pt x="1207617" y="855979"/>
                </a:moveTo>
                <a:lnTo>
                  <a:pt x="1169517" y="855979"/>
                </a:lnTo>
                <a:lnTo>
                  <a:pt x="1169517" y="846454"/>
                </a:lnTo>
                <a:lnTo>
                  <a:pt x="1207617" y="846454"/>
                </a:lnTo>
                <a:lnTo>
                  <a:pt x="1207617" y="855979"/>
                </a:lnTo>
                <a:close/>
              </a:path>
              <a:path w="2165350" h="855979">
                <a:moveTo>
                  <a:pt x="1140942" y="855979"/>
                </a:moveTo>
                <a:lnTo>
                  <a:pt x="1102842" y="855979"/>
                </a:lnTo>
                <a:lnTo>
                  <a:pt x="1102842" y="846454"/>
                </a:lnTo>
                <a:lnTo>
                  <a:pt x="1140942" y="846454"/>
                </a:lnTo>
                <a:lnTo>
                  <a:pt x="1140942" y="855979"/>
                </a:lnTo>
                <a:close/>
              </a:path>
              <a:path w="2165350" h="855979">
                <a:moveTo>
                  <a:pt x="1074267" y="855979"/>
                </a:moveTo>
                <a:lnTo>
                  <a:pt x="1036167" y="855979"/>
                </a:lnTo>
                <a:lnTo>
                  <a:pt x="1036167" y="846454"/>
                </a:lnTo>
                <a:lnTo>
                  <a:pt x="1074267" y="846454"/>
                </a:lnTo>
                <a:lnTo>
                  <a:pt x="1074267" y="855979"/>
                </a:lnTo>
                <a:close/>
              </a:path>
              <a:path w="2165350" h="855979">
                <a:moveTo>
                  <a:pt x="1007592" y="855979"/>
                </a:moveTo>
                <a:lnTo>
                  <a:pt x="969492" y="855979"/>
                </a:lnTo>
                <a:lnTo>
                  <a:pt x="969492" y="846454"/>
                </a:lnTo>
                <a:lnTo>
                  <a:pt x="1007592" y="846454"/>
                </a:lnTo>
                <a:lnTo>
                  <a:pt x="1007592" y="855979"/>
                </a:lnTo>
                <a:close/>
              </a:path>
              <a:path w="2165350" h="855979">
                <a:moveTo>
                  <a:pt x="940917" y="855979"/>
                </a:moveTo>
                <a:lnTo>
                  <a:pt x="902817" y="855979"/>
                </a:lnTo>
                <a:lnTo>
                  <a:pt x="902817" y="846454"/>
                </a:lnTo>
                <a:lnTo>
                  <a:pt x="940917" y="846454"/>
                </a:lnTo>
                <a:lnTo>
                  <a:pt x="940917" y="855979"/>
                </a:lnTo>
                <a:close/>
              </a:path>
              <a:path w="2165350" h="855979">
                <a:moveTo>
                  <a:pt x="874242" y="855979"/>
                </a:moveTo>
                <a:lnTo>
                  <a:pt x="836142" y="855979"/>
                </a:lnTo>
                <a:lnTo>
                  <a:pt x="836142" y="846454"/>
                </a:lnTo>
                <a:lnTo>
                  <a:pt x="874242" y="846454"/>
                </a:lnTo>
                <a:lnTo>
                  <a:pt x="874242" y="855979"/>
                </a:lnTo>
                <a:close/>
              </a:path>
              <a:path w="2165350" h="855979">
                <a:moveTo>
                  <a:pt x="807567" y="855979"/>
                </a:moveTo>
                <a:lnTo>
                  <a:pt x="769467" y="855979"/>
                </a:lnTo>
                <a:lnTo>
                  <a:pt x="769467" y="846454"/>
                </a:lnTo>
                <a:lnTo>
                  <a:pt x="807567" y="846454"/>
                </a:lnTo>
                <a:lnTo>
                  <a:pt x="807567" y="855979"/>
                </a:lnTo>
                <a:close/>
              </a:path>
              <a:path w="2165350" h="855979">
                <a:moveTo>
                  <a:pt x="740892" y="855979"/>
                </a:moveTo>
                <a:lnTo>
                  <a:pt x="702792" y="855979"/>
                </a:lnTo>
                <a:lnTo>
                  <a:pt x="702792" y="846454"/>
                </a:lnTo>
                <a:lnTo>
                  <a:pt x="740892" y="846454"/>
                </a:lnTo>
                <a:lnTo>
                  <a:pt x="740892" y="855979"/>
                </a:lnTo>
                <a:close/>
              </a:path>
              <a:path w="2165350" h="855979">
                <a:moveTo>
                  <a:pt x="674217" y="855979"/>
                </a:moveTo>
                <a:lnTo>
                  <a:pt x="636117" y="855979"/>
                </a:lnTo>
                <a:lnTo>
                  <a:pt x="636117" y="846454"/>
                </a:lnTo>
                <a:lnTo>
                  <a:pt x="674217" y="846454"/>
                </a:lnTo>
                <a:lnTo>
                  <a:pt x="674217" y="855979"/>
                </a:lnTo>
                <a:close/>
              </a:path>
              <a:path w="2165350" h="855979">
                <a:moveTo>
                  <a:pt x="607542" y="855979"/>
                </a:moveTo>
                <a:lnTo>
                  <a:pt x="569442" y="855979"/>
                </a:lnTo>
                <a:lnTo>
                  <a:pt x="569442" y="846454"/>
                </a:lnTo>
                <a:lnTo>
                  <a:pt x="607542" y="846454"/>
                </a:lnTo>
                <a:lnTo>
                  <a:pt x="607542" y="855979"/>
                </a:lnTo>
                <a:close/>
              </a:path>
              <a:path w="2165350" h="855979">
                <a:moveTo>
                  <a:pt x="540867" y="855979"/>
                </a:moveTo>
                <a:lnTo>
                  <a:pt x="502767" y="855979"/>
                </a:lnTo>
                <a:lnTo>
                  <a:pt x="502767" y="846454"/>
                </a:lnTo>
                <a:lnTo>
                  <a:pt x="540867" y="846454"/>
                </a:lnTo>
                <a:lnTo>
                  <a:pt x="540867" y="855979"/>
                </a:lnTo>
                <a:close/>
              </a:path>
              <a:path w="2165350" h="855979">
                <a:moveTo>
                  <a:pt x="474192" y="855979"/>
                </a:moveTo>
                <a:lnTo>
                  <a:pt x="436092" y="855979"/>
                </a:lnTo>
                <a:lnTo>
                  <a:pt x="436092" y="846454"/>
                </a:lnTo>
                <a:lnTo>
                  <a:pt x="474192" y="846454"/>
                </a:lnTo>
                <a:lnTo>
                  <a:pt x="474192" y="855979"/>
                </a:lnTo>
                <a:close/>
              </a:path>
              <a:path w="2165350" h="855979">
                <a:moveTo>
                  <a:pt x="407517" y="855979"/>
                </a:moveTo>
                <a:lnTo>
                  <a:pt x="369417" y="855979"/>
                </a:lnTo>
                <a:lnTo>
                  <a:pt x="369417" y="846454"/>
                </a:lnTo>
                <a:lnTo>
                  <a:pt x="407517" y="846454"/>
                </a:lnTo>
                <a:lnTo>
                  <a:pt x="407517" y="855979"/>
                </a:lnTo>
                <a:close/>
              </a:path>
              <a:path w="2165350" h="855979">
                <a:moveTo>
                  <a:pt x="340842" y="855979"/>
                </a:moveTo>
                <a:lnTo>
                  <a:pt x="302742" y="855979"/>
                </a:lnTo>
                <a:lnTo>
                  <a:pt x="302742" y="846454"/>
                </a:lnTo>
                <a:lnTo>
                  <a:pt x="340842" y="846454"/>
                </a:lnTo>
                <a:lnTo>
                  <a:pt x="340842" y="855979"/>
                </a:lnTo>
                <a:close/>
              </a:path>
              <a:path w="2165350" h="855979">
                <a:moveTo>
                  <a:pt x="274167" y="855979"/>
                </a:moveTo>
                <a:lnTo>
                  <a:pt x="236067" y="855979"/>
                </a:lnTo>
                <a:lnTo>
                  <a:pt x="236067" y="846454"/>
                </a:lnTo>
                <a:lnTo>
                  <a:pt x="274167" y="846454"/>
                </a:lnTo>
                <a:lnTo>
                  <a:pt x="274167" y="855979"/>
                </a:lnTo>
                <a:close/>
              </a:path>
              <a:path w="2165350" h="855979">
                <a:moveTo>
                  <a:pt x="207492" y="855979"/>
                </a:moveTo>
                <a:lnTo>
                  <a:pt x="169392" y="855979"/>
                </a:lnTo>
                <a:lnTo>
                  <a:pt x="169392" y="846454"/>
                </a:lnTo>
                <a:lnTo>
                  <a:pt x="207492" y="846454"/>
                </a:lnTo>
                <a:lnTo>
                  <a:pt x="207492" y="855979"/>
                </a:lnTo>
                <a:close/>
              </a:path>
              <a:path w="2165350" h="855979">
                <a:moveTo>
                  <a:pt x="140817" y="855979"/>
                </a:moveTo>
                <a:lnTo>
                  <a:pt x="102717" y="855979"/>
                </a:lnTo>
                <a:lnTo>
                  <a:pt x="102717" y="846454"/>
                </a:lnTo>
                <a:lnTo>
                  <a:pt x="140817" y="846454"/>
                </a:lnTo>
                <a:lnTo>
                  <a:pt x="140817" y="855979"/>
                </a:lnTo>
                <a:close/>
              </a:path>
              <a:path w="2165350" h="855979">
                <a:moveTo>
                  <a:pt x="74142" y="855979"/>
                </a:moveTo>
                <a:lnTo>
                  <a:pt x="36042" y="855979"/>
                </a:lnTo>
                <a:lnTo>
                  <a:pt x="36042" y="846454"/>
                </a:lnTo>
                <a:lnTo>
                  <a:pt x="74142" y="846454"/>
                </a:lnTo>
                <a:lnTo>
                  <a:pt x="74142" y="85597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7322591" y="4909718"/>
            <a:ext cx="18542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具有一种共同 的</a:t>
            </a:r>
            <a:r>
              <a:rPr dirty="0" sz="2400">
                <a:solidFill>
                  <a:srgbClr val="1717F9"/>
                </a:solidFill>
                <a:latin typeface="华文楷体"/>
                <a:cs typeface="华文楷体"/>
              </a:rPr>
              <a:t>电学性质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439120" y="5131993"/>
            <a:ext cx="950594" cy="492125"/>
          </a:xfrm>
          <a:custGeom>
            <a:avLst/>
            <a:gdLst/>
            <a:ahLst/>
            <a:cxnLst/>
            <a:rect l="l" t="t" r="r" b="b"/>
            <a:pathLst>
              <a:path w="950595" h="492125">
                <a:moveTo>
                  <a:pt x="950010" y="491998"/>
                </a:moveTo>
                <a:lnTo>
                  <a:pt x="0" y="491998"/>
                </a:lnTo>
                <a:lnTo>
                  <a:pt x="0" y="0"/>
                </a:lnTo>
                <a:lnTo>
                  <a:pt x="950010" y="0"/>
                </a:lnTo>
                <a:lnTo>
                  <a:pt x="95001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79298"/>
                </a:lnTo>
                <a:lnTo>
                  <a:pt x="6350" y="479298"/>
                </a:lnTo>
                <a:lnTo>
                  <a:pt x="12700" y="485648"/>
                </a:lnTo>
                <a:lnTo>
                  <a:pt x="950010" y="485648"/>
                </a:lnTo>
                <a:lnTo>
                  <a:pt x="950010" y="491998"/>
                </a:lnTo>
                <a:close/>
              </a:path>
              <a:path w="950595" h="4921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950595" h="492125">
                <a:moveTo>
                  <a:pt x="93731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937310" y="6350"/>
                </a:lnTo>
                <a:lnTo>
                  <a:pt x="937310" y="12700"/>
                </a:lnTo>
                <a:close/>
              </a:path>
              <a:path w="950595" h="492125">
                <a:moveTo>
                  <a:pt x="937310" y="485648"/>
                </a:moveTo>
                <a:lnTo>
                  <a:pt x="937310" y="6350"/>
                </a:lnTo>
                <a:lnTo>
                  <a:pt x="943660" y="12700"/>
                </a:lnTo>
                <a:lnTo>
                  <a:pt x="950010" y="12700"/>
                </a:lnTo>
                <a:lnTo>
                  <a:pt x="950010" y="479298"/>
                </a:lnTo>
                <a:lnTo>
                  <a:pt x="943660" y="479298"/>
                </a:lnTo>
                <a:lnTo>
                  <a:pt x="937310" y="485648"/>
                </a:lnTo>
                <a:close/>
              </a:path>
              <a:path w="950595" h="492125">
                <a:moveTo>
                  <a:pt x="950010" y="12700"/>
                </a:moveTo>
                <a:lnTo>
                  <a:pt x="943660" y="12700"/>
                </a:lnTo>
                <a:lnTo>
                  <a:pt x="937310" y="6350"/>
                </a:lnTo>
                <a:lnTo>
                  <a:pt x="950010" y="6350"/>
                </a:lnTo>
                <a:lnTo>
                  <a:pt x="950010" y="12700"/>
                </a:lnTo>
                <a:close/>
              </a:path>
              <a:path w="950595" h="492125">
                <a:moveTo>
                  <a:pt x="12700" y="485648"/>
                </a:moveTo>
                <a:lnTo>
                  <a:pt x="6350" y="479298"/>
                </a:lnTo>
                <a:lnTo>
                  <a:pt x="12700" y="479298"/>
                </a:lnTo>
                <a:lnTo>
                  <a:pt x="12700" y="485648"/>
                </a:lnTo>
                <a:close/>
              </a:path>
              <a:path w="950595" h="492125">
                <a:moveTo>
                  <a:pt x="937310" y="485648"/>
                </a:moveTo>
                <a:lnTo>
                  <a:pt x="12700" y="485648"/>
                </a:lnTo>
                <a:lnTo>
                  <a:pt x="12700" y="479298"/>
                </a:lnTo>
                <a:lnTo>
                  <a:pt x="937310" y="479298"/>
                </a:lnTo>
                <a:lnTo>
                  <a:pt x="937310" y="485648"/>
                </a:lnTo>
                <a:close/>
              </a:path>
              <a:path w="950595" h="492125">
                <a:moveTo>
                  <a:pt x="950010" y="485648"/>
                </a:moveTo>
                <a:lnTo>
                  <a:pt x="937310" y="485648"/>
                </a:lnTo>
                <a:lnTo>
                  <a:pt x="943660" y="479298"/>
                </a:lnTo>
                <a:lnTo>
                  <a:pt x="950010" y="479298"/>
                </a:lnTo>
                <a:lnTo>
                  <a:pt x="950010" y="485648"/>
                </a:lnTo>
                <a:close/>
              </a:path>
            </a:pathLst>
          </a:custGeom>
          <a:solidFill>
            <a:srgbClr val="1717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0541355" y="5143424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电</a:t>
            </a:r>
            <a:r>
              <a:rPr dirty="0" sz="2400" spc="-5" b="1">
                <a:latin typeface="华文楷体"/>
                <a:cs typeface="华文楷体"/>
              </a:rPr>
              <a:t>势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039341" y="4374311"/>
            <a:ext cx="247650" cy="50659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084489" y="4318025"/>
            <a:ext cx="157352" cy="3752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084489" y="4280509"/>
            <a:ext cx="157352" cy="1875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029244" y="4369549"/>
            <a:ext cx="267970" cy="519430"/>
          </a:xfrm>
          <a:custGeom>
            <a:avLst/>
            <a:gdLst/>
            <a:ahLst/>
            <a:cxnLst/>
            <a:rect l="l" t="t" r="r" b="b"/>
            <a:pathLst>
              <a:path w="267970" h="519429">
                <a:moveTo>
                  <a:pt x="50482" y="361251"/>
                </a:moveTo>
                <a:lnTo>
                  <a:pt x="50482" y="0"/>
                </a:lnTo>
                <a:lnTo>
                  <a:pt x="217360" y="0"/>
                </a:lnTo>
                <a:lnTo>
                  <a:pt x="217360" y="4762"/>
                </a:lnTo>
                <a:lnTo>
                  <a:pt x="60007" y="4762"/>
                </a:lnTo>
                <a:lnTo>
                  <a:pt x="55244" y="9525"/>
                </a:lnTo>
                <a:lnTo>
                  <a:pt x="60007" y="9525"/>
                </a:lnTo>
                <a:lnTo>
                  <a:pt x="60007" y="356488"/>
                </a:lnTo>
                <a:lnTo>
                  <a:pt x="55244" y="356488"/>
                </a:lnTo>
                <a:lnTo>
                  <a:pt x="50482" y="361251"/>
                </a:lnTo>
                <a:close/>
              </a:path>
              <a:path w="267970" h="519429">
                <a:moveTo>
                  <a:pt x="60007" y="9525"/>
                </a:moveTo>
                <a:lnTo>
                  <a:pt x="55244" y="9525"/>
                </a:lnTo>
                <a:lnTo>
                  <a:pt x="60007" y="4762"/>
                </a:lnTo>
                <a:lnTo>
                  <a:pt x="60007" y="9525"/>
                </a:lnTo>
                <a:close/>
              </a:path>
              <a:path w="267970" h="519429">
                <a:moveTo>
                  <a:pt x="207835" y="9525"/>
                </a:moveTo>
                <a:lnTo>
                  <a:pt x="60007" y="9525"/>
                </a:lnTo>
                <a:lnTo>
                  <a:pt x="60007" y="4762"/>
                </a:lnTo>
                <a:lnTo>
                  <a:pt x="207835" y="4762"/>
                </a:lnTo>
                <a:lnTo>
                  <a:pt x="207835" y="9525"/>
                </a:lnTo>
                <a:close/>
              </a:path>
              <a:path w="267970" h="519429">
                <a:moveTo>
                  <a:pt x="247643" y="366013"/>
                </a:moveTo>
                <a:lnTo>
                  <a:pt x="207835" y="366013"/>
                </a:lnTo>
                <a:lnTo>
                  <a:pt x="207835" y="4762"/>
                </a:lnTo>
                <a:lnTo>
                  <a:pt x="212598" y="9525"/>
                </a:lnTo>
                <a:lnTo>
                  <a:pt x="217360" y="9525"/>
                </a:lnTo>
                <a:lnTo>
                  <a:pt x="217360" y="356488"/>
                </a:lnTo>
                <a:lnTo>
                  <a:pt x="212598" y="356488"/>
                </a:lnTo>
                <a:lnTo>
                  <a:pt x="217360" y="361251"/>
                </a:lnTo>
                <a:lnTo>
                  <a:pt x="251572" y="361251"/>
                </a:lnTo>
                <a:lnTo>
                  <a:pt x="247643" y="366013"/>
                </a:lnTo>
                <a:close/>
              </a:path>
              <a:path w="267970" h="519429">
                <a:moveTo>
                  <a:pt x="217360" y="9525"/>
                </a:moveTo>
                <a:lnTo>
                  <a:pt x="212598" y="9525"/>
                </a:lnTo>
                <a:lnTo>
                  <a:pt x="207835" y="4762"/>
                </a:lnTo>
                <a:lnTo>
                  <a:pt x="217360" y="4762"/>
                </a:lnTo>
                <a:lnTo>
                  <a:pt x="217360" y="9525"/>
                </a:lnTo>
                <a:close/>
              </a:path>
              <a:path w="267970" h="519429">
                <a:moveTo>
                  <a:pt x="133921" y="518833"/>
                </a:moveTo>
                <a:lnTo>
                  <a:pt x="0" y="356488"/>
                </a:lnTo>
                <a:lnTo>
                  <a:pt x="50482" y="356488"/>
                </a:lnTo>
                <a:lnTo>
                  <a:pt x="50482" y="358216"/>
                </a:lnTo>
                <a:lnTo>
                  <a:pt x="13766" y="358216"/>
                </a:lnTo>
                <a:lnTo>
                  <a:pt x="10096" y="366013"/>
                </a:lnTo>
                <a:lnTo>
                  <a:pt x="20200" y="366013"/>
                </a:lnTo>
                <a:lnTo>
                  <a:pt x="133927" y="503860"/>
                </a:lnTo>
                <a:lnTo>
                  <a:pt x="130251" y="508317"/>
                </a:lnTo>
                <a:lnTo>
                  <a:pt x="142596" y="508317"/>
                </a:lnTo>
                <a:lnTo>
                  <a:pt x="133921" y="518833"/>
                </a:lnTo>
                <a:close/>
              </a:path>
              <a:path w="267970" h="519429">
                <a:moveTo>
                  <a:pt x="60007" y="361251"/>
                </a:moveTo>
                <a:lnTo>
                  <a:pt x="50482" y="361251"/>
                </a:lnTo>
                <a:lnTo>
                  <a:pt x="55244" y="356488"/>
                </a:lnTo>
                <a:lnTo>
                  <a:pt x="60007" y="356488"/>
                </a:lnTo>
                <a:lnTo>
                  <a:pt x="60007" y="361251"/>
                </a:lnTo>
                <a:close/>
              </a:path>
              <a:path w="267970" h="519429">
                <a:moveTo>
                  <a:pt x="217360" y="361251"/>
                </a:moveTo>
                <a:lnTo>
                  <a:pt x="212598" y="356488"/>
                </a:lnTo>
                <a:lnTo>
                  <a:pt x="217360" y="356488"/>
                </a:lnTo>
                <a:lnTo>
                  <a:pt x="217360" y="361251"/>
                </a:lnTo>
                <a:close/>
              </a:path>
              <a:path w="267970" h="519429">
                <a:moveTo>
                  <a:pt x="251572" y="361251"/>
                </a:moveTo>
                <a:lnTo>
                  <a:pt x="217360" y="361251"/>
                </a:lnTo>
                <a:lnTo>
                  <a:pt x="217360" y="356488"/>
                </a:lnTo>
                <a:lnTo>
                  <a:pt x="267855" y="356488"/>
                </a:lnTo>
                <a:lnTo>
                  <a:pt x="266430" y="358216"/>
                </a:lnTo>
                <a:lnTo>
                  <a:pt x="254076" y="358216"/>
                </a:lnTo>
                <a:lnTo>
                  <a:pt x="251572" y="361251"/>
                </a:lnTo>
                <a:close/>
              </a:path>
              <a:path w="267970" h="519429">
                <a:moveTo>
                  <a:pt x="20200" y="366013"/>
                </a:moveTo>
                <a:lnTo>
                  <a:pt x="10096" y="366013"/>
                </a:lnTo>
                <a:lnTo>
                  <a:pt x="13766" y="358216"/>
                </a:lnTo>
                <a:lnTo>
                  <a:pt x="20200" y="366013"/>
                </a:lnTo>
                <a:close/>
              </a:path>
              <a:path w="267970" h="519429">
                <a:moveTo>
                  <a:pt x="60007" y="366013"/>
                </a:moveTo>
                <a:lnTo>
                  <a:pt x="20200" y="366013"/>
                </a:lnTo>
                <a:lnTo>
                  <a:pt x="13766" y="358216"/>
                </a:lnTo>
                <a:lnTo>
                  <a:pt x="50482" y="358216"/>
                </a:lnTo>
                <a:lnTo>
                  <a:pt x="50482" y="361251"/>
                </a:lnTo>
                <a:lnTo>
                  <a:pt x="60007" y="361251"/>
                </a:lnTo>
                <a:lnTo>
                  <a:pt x="60007" y="366013"/>
                </a:lnTo>
                <a:close/>
              </a:path>
              <a:path w="267970" h="519429">
                <a:moveTo>
                  <a:pt x="142596" y="508317"/>
                </a:moveTo>
                <a:lnTo>
                  <a:pt x="137604" y="508317"/>
                </a:lnTo>
                <a:lnTo>
                  <a:pt x="133927" y="503860"/>
                </a:lnTo>
                <a:lnTo>
                  <a:pt x="254076" y="358216"/>
                </a:lnTo>
                <a:lnTo>
                  <a:pt x="257746" y="366013"/>
                </a:lnTo>
                <a:lnTo>
                  <a:pt x="259997" y="366013"/>
                </a:lnTo>
                <a:lnTo>
                  <a:pt x="142596" y="508317"/>
                </a:lnTo>
                <a:close/>
              </a:path>
              <a:path w="267970" h="519429">
                <a:moveTo>
                  <a:pt x="259997" y="366013"/>
                </a:moveTo>
                <a:lnTo>
                  <a:pt x="257746" y="366013"/>
                </a:lnTo>
                <a:lnTo>
                  <a:pt x="254076" y="358216"/>
                </a:lnTo>
                <a:lnTo>
                  <a:pt x="266430" y="358216"/>
                </a:lnTo>
                <a:lnTo>
                  <a:pt x="259997" y="366013"/>
                </a:lnTo>
                <a:close/>
              </a:path>
              <a:path w="267970" h="519429">
                <a:moveTo>
                  <a:pt x="137604" y="508317"/>
                </a:moveTo>
                <a:lnTo>
                  <a:pt x="130251" y="508317"/>
                </a:lnTo>
                <a:lnTo>
                  <a:pt x="133927" y="503860"/>
                </a:lnTo>
                <a:lnTo>
                  <a:pt x="137604" y="5083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079726" y="4275747"/>
            <a:ext cx="166878" cy="8456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9621393" y="5214835"/>
            <a:ext cx="717550" cy="24765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9541662" y="5259984"/>
            <a:ext cx="53149" cy="15734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9488513" y="5259984"/>
            <a:ext cx="26581" cy="15734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9616630" y="5206542"/>
            <a:ext cx="732155" cy="264795"/>
          </a:xfrm>
          <a:custGeom>
            <a:avLst/>
            <a:gdLst/>
            <a:ahLst/>
            <a:cxnLst/>
            <a:rect l="l" t="t" r="r" b="b"/>
            <a:pathLst>
              <a:path w="732154" h="264795">
                <a:moveTo>
                  <a:pt x="504939" y="53441"/>
                </a:moveTo>
                <a:lnTo>
                  <a:pt x="504939" y="0"/>
                </a:lnTo>
                <a:lnTo>
                  <a:pt x="519177" y="8293"/>
                </a:lnTo>
                <a:lnTo>
                  <a:pt x="514464" y="8293"/>
                </a:lnTo>
                <a:lnTo>
                  <a:pt x="507301" y="12407"/>
                </a:lnTo>
                <a:lnTo>
                  <a:pt x="514464" y="16579"/>
                </a:lnTo>
                <a:lnTo>
                  <a:pt x="514464" y="48679"/>
                </a:lnTo>
                <a:lnTo>
                  <a:pt x="509701" y="48679"/>
                </a:lnTo>
                <a:lnTo>
                  <a:pt x="504939" y="53441"/>
                </a:lnTo>
                <a:close/>
              </a:path>
              <a:path w="732154" h="264795">
                <a:moveTo>
                  <a:pt x="514464" y="16579"/>
                </a:moveTo>
                <a:lnTo>
                  <a:pt x="507301" y="12407"/>
                </a:lnTo>
                <a:lnTo>
                  <a:pt x="514464" y="8293"/>
                </a:lnTo>
                <a:lnTo>
                  <a:pt x="514464" y="16579"/>
                </a:lnTo>
                <a:close/>
              </a:path>
              <a:path w="732154" h="264795">
                <a:moveTo>
                  <a:pt x="712836" y="132111"/>
                </a:moveTo>
                <a:lnTo>
                  <a:pt x="514464" y="16579"/>
                </a:lnTo>
                <a:lnTo>
                  <a:pt x="514464" y="8293"/>
                </a:lnTo>
                <a:lnTo>
                  <a:pt x="519177" y="8293"/>
                </a:lnTo>
                <a:lnTo>
                  <a:pt x="724687" y="127990"/>
                </a:lnTo>
                <a:lnTo>
                  <a:pt x="719912" y="127990"/>
                </a:lnTo>
                <a:lnTo>
                  <a:pt x="712836" y="132111"/>
                </a:lnTo>
                <a:close/>
              </a:path>
              <a:path w="732154" h="264795">
                <a:moveTo>
                  <a:pt x="504939" y="215544"/>
                </a:moveTo>
                <a:lnTo>
                  <a:pt x="0" y="215544"/>
                </a:lnTo>
                <a:lnTo>
                  <a:pt x="0" y="48679"/>
                </a:lnTo>
                <a:lnTo>
                  <a:pt x="504939" y="48679"/>
                </a:lnTo>
                <a:lnTo>
                  <a:pt x="504939" y="53441"/>
                </a:lnTo>
                <a:lnTo>
                  <a:pt x="9525" y="53441"/>
                </a:lnTo>
                <a:lnTo>
                  <a:pt x="4762" y="58204"/>
                </a:lnTo>
                <a:lnTo>
                  <a:pt x="9525" y="58204"/>
                </a:lnTo>
                <a:lnTo>
                  <a:pt x="9525" y="206019"/>
                </a:lnTo>
                <a:lnTo>
                  <a:pt x="4762" y="206019"/>
                </a:lnTo>
                <a:lnTo>
                  <a:pt x="9525" y="210781"/>
                </a:lnTo>
                <a:lnTo>
                  <a:pt x="504939" y="210781"/>
                </a:lnTo>
                <a:lnTo>
                  <a:pt x="504939" y="215544"/>
                </a:lnTo>
                <a:close/>
              </a:path>
              <a:path w="732154" h="264795">
                <a:moveTo>
                  <a:pt x="514464" y="58204"/>
                </a:moveTo>
                <a:lnTo>
                  <a:pt x="9525" y="58204"/>
                </a:lnTo>
                <a:lnTo>
                  <a:pt x="9525" y="53441"/>
                </a:lnTo>
                <a:lnTo>
                  <a:pt x="504939" y="53441"/>
                </a:lnTo>
                <a:lnTo>
                  <a:pt x="509701" y="48679"/>
                </a:lnTo>
                <a:lnTo>
                  <a:pt x="514464" y="48679"/>
                </a:lnTo>
                <a:lnTo>
                  <a:pt x="514464" y="58204"/>
                </a:lnTo>
                <a:close/>
              </a:path>
              <a:path w="732154" h="264795">
                <a:moveTo>
                  <a:pt x="9525" y="58204"/>
                </a:moveTo>
                <a:lnTo>
                  <a:pt x="4762" y="58204"/>
                </a:lnTo>
                <a:lnTo>
                  <a:pt x="9525" y="53441"/>
                </a:lnTo>
                <a:lnTo>
                  <a:pt x="9525" y="58204"/>
                </a:lnTo>
                <a:close/>
              </a:path>
              <a:path w="732154" h="264795">
                <a:moveTo>
                  <a:pt x="719912" y="136232"/>
                </a:moveTo>
                <a:lnTo>
                  <a:pt x="712836" y="132111"/>
                </a:lnTo>
                <a:lnTo>
                  <a:pt x="719912" y="127990"/>
                </a:lnTo>
                <a:lnTo>
                  <a:pt x="719912" y="136232"/>
                </a:lnTo>
                <a:close/>
              </a:path>
              <a:path w="732154" h="264795">
                <a:moveTo>
                  <a:pt x="724708" y="136232"/>
                </a:moveTo>
                <a:lnTo>
                  <a:pt x="719912" y="136232"/>
                </a:lnTo>
                <a:lnTo>
                  <a:pt x="719912" y="127990"/>
                </a:lnTo>
                <a:lnTo>
                  <a:pt x="724687" y="127990"/>
                </a:lnTo>
                <a:lnTo>
                  <a:pt x="731774" y="132118"/>
                </a:lnTo>
                <a:lnTo>
                  <a:pt x="724708" y="136232"/>
                </a:lnTo>
                <a:close/>
              </a:path>
              <a:path w="732154" h="264795">
                <a:moveTo>
                  <a:pt x="519157" y="255943"/>
                </a:moveTo>
                <a:lnTo>
                  <a:pt x="514464" y="255943"/>
                </a:lnTo>
                <a:lnTo>
                  <a:pt x="514464" y="247643"/>
                </a:lnTo>
                <a:lnTo>
                  <a:pt x="712846" y="132118"/>
                </a:lnTo>
                <a:lnTo>
                  <a:pt x="719912" y="136232"/>
                </a:lnTo>
                <a:lnTo>
                  <a:pt x="724708" y="136232"/>
                </a:lnTo>
                <a:lnTo>
                  <a:pt x="519157" y="255943"/>
                </a:lnTo>
                <a:close/>
              </a:path>
              <a:path w="732154" h="264795">
                <a:moveTo>
                  <a:pt x="9525" y="210781"/>
                </a:moveTo>
                <a:lnTo>
                  <a:pt x="4762" y="206019"/>
                </a:lnTo>
                <a:lnTo>
                  <a:pt x="9525" y="206019"/>
                </a:lnTo>
                <a:lnTo>
                  <a:pt x="9525" y="210781"/>
                </a:lnTo>
                <a:close/>
              </a:path>
              <a:path w="732154" h="264795">
                <a:moveTo>
                  <a:pt x="514464" y="215544"/>
                </a:moveTo>
                <a:lnTo>
                  <a:pt x="509701" y="215544"/>
                </a:lnTo>
                <a:lnTo>
                  <a:pt x="504939" y="210781"/>
                </a:lnTo>
                <a:lnTo>
                  <a:pt x="9525" y="210781"/>
                </a:lnTo>
                <a:lnTo>
                  <a:pt x="9525" y="206019"/>
                </a:lnTo>
                <a:lnTo>
                  <a:pt x="514464" y="206019"/>
                </a:lnTo>
                <a:lnTo>
                  <a:pt x="514464" y="215544"/>
                </a:lnTo>
                <a:close/>
              </a:path>
              <a:path w="732154" h="264795">
                <a:moveTo>
                  <a:pt x="504939" y="264223"/>
                </a:moveTo>
                <a:lnTo>
                  <a:pt x="504939" y="210781"/>
                </a:lnTo>
                <a:lnTo>
                  <a:pt x="509701" y="215544"/>
                </a:lnTo>
                <a:lnTo>
                  <a:pt x="514464" y="215544"/>
                </a:lnTo>
                <a:lnTo>
                  <a:pt x="514464" y="247643"/>
                </a:lnTo>
                <a:lnTo>
                  <a:pt x="507301" y="251815"/>
                </a:lnTo>
                <a:lnTo>
                  <a:pt x="514464" y="255943"/>
                </a:lnTo>
                <a:lnTo>
                  <a:pt x="519157" y="255943"/>
                </a:lnTo>
                <a:lnTo>
                  <a:pt x="504939" y="264223"/>
                </a:lnTo>
                <a:close/>
              </a:path>
              <a:path w="732154" h="264795">
                <a:moveTo>
                  <a:pt x="514464" y="255943"/>
                </a:moveTo>
                <a:lnTo>
                  <a:pt x="507301" y="251815"/>
                </a:lnTo>
                <a:lnTo>
                  <a:pt x="514464" y="247643"/>
                </a:lnTo>
                <a:lnTo>
                  <a:pt x="514464" y="2559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483750" y="5255221"/>
            <a:ext cx="115824" cy="166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452116" y="1450847"/>
            <a:ext cx="2110739" cy="8153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572000" y="1665732"/>
            <a:ext cx="114300" cy="51358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337816" y="1642872"/>
            <a:ext cx="114300" cy="51358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470365" y="3468420"/>
            <a:ext cx="2204085" cy="434340"/>
          </a:xfrm>
          <a:custGeom>
            <a:avLst/>
            <a:gdLst/>
            <a:ahLst/>
            <a:cxnLst/>
            <a:rect l="l" t="t" r="r" b="b"/>
            <a:pathLst>
              <a:path w="2204085" h="434339">
                <a:moveTo>
                  <a:pt x="21336" y="391160"/>
                </a:moveTo>
                <a:lnTo>
                  <a:pt x="0" y="359410"/>
                </a:lnTo>
                <a:lnTo>
                  <a:pt x="67818" y="313689"/>
                </a:lnTo>
                <a:lnTo>
                  <a:pt x="91528" y="298450"/>
                </a:lnTo>
                <a:lnTo>
                  <a:pt x="117741" y="281939"/>
                </a:lnTo>
                <a:lnTo>
                  <a:pt x="146431" y="262889"/>
                </a:lnTo>
                <a:lnTo>
                  <a:pt x="177368" y="245110"/>
                </a:lnTo>
                <a:lnTo>
                  <a:pt x="192570" y="236220"/>
                </a:lnTo>
                <a:lnTo>
                  <a:pt x="192150" y="236220"/>
                </a:lnTo>
                <a:lnTo>
                  <a:pt x="206273" y="227329"/>
                </a:lnTo>
                <a:lnTo>
                  <a:pt x="205917" y="227329"/>
                </a:lnTo>
                <a:lnTo>
                  <a:pt x="219113" y="218439"/>
                </a:lnTo>
                <a:lnTo>
                  <a:pt x="218871" y="218439"/>
                </a:lnTo>
                <a:lnTo>
                  <a:pt x="231406" y="209550"/>
                </a:lnTo>
                <a:lnTo>
                  <a:pt x="255524" y="191770"/>
                </a:lnTo>
                <a:lnTo>
                  <a:pt x="267893" y="184150"/>
                </a:lnTo>
                <a:lnTo>
                  <a:pt x="280784" y="175260"/>
                </a:lnTo>
                <a:lnTo>
                  <a:pt x="294424" y="166370"/>
                </a:lnTo>
                <a:lnTo>
                  <a:pt x="309067" y="157479"/>
                </a:lnTo>
                <a:lnTo>
                  <a:pt x="324866" y="149860"/>
                </a:lnTo>
                <a:lnTo>
                  <a:pt x="333425" y="144779"/>
                </a:lnTo>
                <a:lnTo>
                  <a:pt x="342290" y="140970"/>
                </a:lnTo>
                <a:lnTo>
                  <a:pt x="351586" y="137160"/>
                </a:lnTo>
                <a:lnTo>
                  <a:pt x="361340" y="132079"/>
                </a:lnTo>
                <a:lnTo>
                  <a:pt x="371576" y="128270"/>
                </a:lnTo>
                <a:lnTo>
                  <a:pt x="382333" y="123189"/>
                </a:lnTo>
                <a:lnTo>
                  <a:pt x="393636" y="119379"/>
                </a:lnTo>
                <a:lnTo>
                  <a:pt x="405523" y="115570"/>
                </a:lnTo>
                <a:lnTo>
                  <a:pt x="418020" y="110489"/>
                </a:lnTo>
                <a:lnTo>
                  <a:pt x="444690" y="102870"/>
                </a:lnTo>
                <a:lnTo>
                  <a:pt x="458368" y="97789"/>
                </a:lnTo>
                <a:lnTo>
                  <a:pt x="514273" y="82550"/>
                </a:lnTo>
                <a:lnTo>
                  <a:pt x="542848" y="76200"/>
                </a:lnTo>
                <a:lnTo>
                  <a:pt x="571754" y="68579"/>
                </a:lnTo>
                <a:lnTo>
                  <a:pt x="600900" y="62229"/>
                </a:lnTo>
                <a:lnTo>
                  <a:pt x="630224" y="57150"/>
                </a:lnTo>
                <a:lnTo>
                  <a:pt x="659663" y="50800"/>
                </a:lnTo>
                <a:lnTo>
                  <a:pt x="718591" y="40639"/>
                </a:lnTo>
                <a:lnTo>
                  <a:pt x="747928" y="36829"/>
                </a:lnTo>
                <a:lnTo>
                  <a:pt x="777100" y="31750"/>
                </a:lnTo>
                <a:lnTo>
                  <a:pt x="834580" y="22860"/>
                </a:lnTo>
                <a:lnTo>
                  <a:pt x="916762" y="11429"/>
                </a:lnTo>
                <a:lnTo>
                  <a:pt x="940409" y="8889"/>
                </a:lnTo>
                <a:lnTo>
                  <a:pt x="961783" y="6350"/>
                </a:lnTo>
                <a:lnTo>
                  <a:pt x="981201" y="3810"/>
                </a:lnTo>
                <a:lnTo>
                  <a:pt x="1030808" y="0"/>
                </a:lnTo>
                <a:lnTo>
                  <a:pt x="1245260" y="0"/>
                </a:lnTo>
                <a:lnTo>
                  <a:pt x="1278254" y="1270"/>
                </a:lnTo>
                <a:lnTo>
                  <a:pt x="1309966" y="1270"/>
                </a:lnTo>
                <a:lnTo>
                  <a:pt x="1389799" y="7620"/>
                </a:lnTo>
                <a:lnTo>
                  <a:pt x="1461236" y="17779"/>
                </a:lnTo>
                <a:lnTo>
                  <a:pt x="1478178" y="21589"/>
                </a:lnTo>
                <a:lnTo>
                  <a:pt x="1494027" y="24129"/>
                </a:lnTo>
                <a:lnTo>
                  <a:pt x="1508963" y="27939"/>
                </a:lnTo>
                <a:lnTo>
                  <a:pt x="1523123" y="30479"/>
                </a:lnTo>
                <a:lnTo>
                  <a:pt x="1549781" y="38100"/>
                </a:lnTo>
                <a:lnTo>
                  <a:pt x="1032725" y="38100"/>
                </a:lnTo>
                <a:lnTo>
                  <a:pt x="1017676" y="39370"/>
                </a:lnTo>
                <a:lnTo>
                  <a:pt x="1018006" y="39370"/>
                </a:lnTo>
                <a:lnTo>
                  <a:pt x="1001890" y="40639"/>
                </a:lnTo>
                <a:lnTo>
                  <a:pt x="1002207" y="40639"/>
                </a:lnTo>
                <a:lnTo>
                  <a:pt x="984732" y="41910"/>
                </a:lnTo>
                <a:lnTo>
                  <a:pt x="985012" y="41910"/>
                </a:lnTo>
                <a:lnTo>
                  <a:pt x="975429" y="43179"/>
                </a:lnTo>
                <a:lnTo>
                  <a:pt x="966101" y="43179"/>
                </a:lnTo>
                <a:lnTo>
                  <a:pt x="944956" y="45720"/>
                </a:lnTo>
                <a:lnTo>
                  <a:pt x="945159" y="45720"/>
                </a:lnTo>
                <a:lnTo>
                  <a:pt x="921702" y="49529"/>
                </a:lnTo>
                <a:lnTo>
                  <a:pt x="921880" y="49529"/>
                </a:lnTo>
                <a:lnTo>
                  <a:pt x="895819" y="53339"/>
                </a:lnTo>
                <a:lnTo>
                  <a:pt x="840041" y="60960"/>
                </a:lnTo>
                <a:lnTo>
                  <a:pt x="782777" y="69850"/>
                </a:lnTo>
                <a:lnTo>
                  <a:pt x="782916" y="69850"/>
                </a:lnTo>
                <a:lnTo>
                  <a:pt x="753859" y="73660"/>
                </a:lnTo>
                <a:lnTo>
                  <a:pt x="724763" y="78739"/>
                </a:lnTo>
                <a:lnTo>
                  <a:pt x="724916" y="78739"/>
                </a:lnTo>
                <a:lnTo>
                  <a:pt x="695617" y="83820"/>
                </a:lnTo>
                <a:lnTo>
                  <a:pt x="695782" y="83820"/>
                </a:lnTo>
                <a:lnTo>
                  <a:pt x="666483" y="88900"/>
                </a:lnTo>
                <a:lnTo>
                  <a:pt x="666673" y="88900"/>
                </a:lnTo>
                <a:lnTo>
                  <a:pt x="637425" y="93979"/>
                </a:lnTo>
                <a:lnTo>
                  <a:pt x="637641" y="93979"/>
                </a:lnTo>
                <a:lnTo>
                  <a:pt x="608533" y="100329"/>
                </a:lnTo>
                <a:lnTo>
                  <a:pt x="608774" y="100329"/>
                </a:lnTo>
                <a:lnTo>
                  <a:pt x="579882" y="106679"/>
                </a:lnTo>
                <a:lnTo>
                  <a:pt x="580136" y="106679"/>
                </a:lnTo>
                <a:lnTo>
                  <a:pt x="551522" y="113029"/>
                </a:lnTo>
                <a:lnTo>
                  <a:pt x="551815" y="113029"/>
                </a:lnTo>
                <a:lnTo>
                  <a:pt x="523544" y="119379"/>
                </a:lnTo>
                <a:lnTo>
                  <a:pt x="523875" y="119379"/>
                </a:lnTo>
                <a:lnTo>
                  <a:pt x="496023" y="127000"/>
                </a:lnTo>
                <a:lnTo>
                  <a:pt x="496290" y="127000"/>
                </a:lnTo>
                <a:lnTo>
                  <a:pt x="482549" y="130810"/>
                </a:lnTo>
                <a:lnTo>
                  <a:pt x="482739" y="130810"/>
                </a:lnTo>
                <a:lnTo>
                  <a:pt x="469138" y="134620"/>
                </a:lnTo>
                <a:lnTo>
                  <a:pt x="469328" y="134620"/>
                </a:lnTo>
                <a:lnTo>
                  <a:pt x="455866" y="138429"/>
                </a:lnTo>
                <a:lnTo>
                  <a:pt x="456069" y="138429"/>
                </a:lnTo>
                <a:lnTo>
                  <a:pt x="442760" y="142239"/>
                </a:lnTo>
                <a:lnTo>
                  <a:pt x="442988" y="142239"/>
                </a:lnTo>
                <a:lnTo>
                  <a:pt x="430085" y="147320"/>
                </a:lnTo>
                <a:lnTo>
                  <a:pt x="430339" y="147320"/>
                </a:lnTo>
                <a:lnTo>
                  <a:pt x="418096" y="151129"/>
                </a:lnTo>
                <a:lnTo>
                  <a:pt x="418363" y="151129"/>
                </a:lnTo>
                <a:lnTo>
                  <a:pt x="406755" y="154939"/>
                </a:lnTo>
                <a:lnTo>
                  <a:pt x="407022" y="154939"/>
                </a:lnTo>
                <a:lnTo>
                  <a:pt x="395998" y="158750"/>
                </a:lnTo>
                <a:lnTo>
                  <a:pt x="396290" y="158750"/>
                </a:lnTo>
                <a:lnTo>
                  <a:pt x="385825" y="163829"/>
                </a:lnTo>
                <a:lnTo>
                  <a:pt x="386118" y="163829"/>
                </a:lnTo>
                <a:lnTo>
                  <a:pt x="376174" y="167639"/>
                </a:lnTo>
                <a:lnTo>
                  <a:pt x="376478" y="167639"/>
                </a:lnTo>
                <a:lnTo>
                  <a:pt x="367030" y="171450"/>
                </a:lnTo>
                <a:lnTo>
                  <a:pt x="367347" y="171450"/>
                </a:lnTo>
                <a:lnTo>
                  <a:pt x="358355" y="175260"/>
                </a:lnTo>
                <a:lnTo>
                  <a:pt x="358660" y="175260"/>
                </a:lnTo>
                <a:lnTo>
                  <a:pt x="350100" y="179070"/>
                </a:lnTo>
                <a:lnTo>
                  <a:pt x="350418" y="179070"/>
                </a:lnTo>
                <a:lnTo>
                  <a:pt x="342252" y="182879"/>
                </a:lnTo>
                <a:lnTo>
                  <a:pt x="342709" y="182879"/>
                </a:lnTo>
                <a:lnTo>
                  <a:pt x="329613" y="190500"/>
                </a:lnTo>
                <a:lnTo>
                  <a:pt x="328015" y="190500"/>
                </a:lnTo>
                <a:lnTo>
                  <a:pt x="313918" y="199389"/>
                </a:lnTo>
                <a:lnTo>
                  <a:pt x="314439" y="199389"/>
                </a:lnTo>
                <a:lnTo>
                  <a:pt x="301256" y="207010"/>
                </a:lnTo>
                <a:lnTo>
                  <a:pt x="301675" y="207010"/>
                </a:lnTo>
                <a:lnTo>
                  <a:pt x="290942" y="214629"/>
                </a:lnTo>
                <a:lnTo>
                  <a:pt x="289458" y="214629"/>
                </a:lnTo>
                <a:lnTo>
                  <a:pt x="277329" y="223520"/>
                </a:lnTo>
                <a:lnTo>
                  <a:pt x="277507" y="223520"/>
                </a:lnTo>
                <a:lnTo>
                  <a:pt x="253314" y="240029"/>
                </a:lnTo>
                <a:lnTo>
                  <a:pt x="240614" y="248920"/>
                </a:lnTo>
                <a:lnTo>
                  <a:pt x="227126" y="259079"/>
                </a:lnTo>
                <a:lnTo>
                  <a:pt x="212623" y="267970"/>
                </a:lnTo>
                <a:lnTo>
                  <a:pt x="197065" y="276860"/>
                </a:lnTo>
                <a:lnTo>
                  <a:pt x="166204" y="295910"/>
                </a:lnTo>
                <a:lnTo>
                  <a:pt x="166446" y="295910"/>
                </a:lnTo>
                <a:lnTo>
                  <a:pt x="137998" y="313689"/>
                </a:lnTo>
                <a:lnTo>
                  <a:pt x="138226" y="313689"/>
                </a:lnTo>
                <a:lnTo>
                  <a:pt x="112204" y="330200"/>
                </a:lnTo>
                <a:lnTo>
                  <a:pt x="112382" y="330200"/>
                </a:lnTo>
                <a:lnTo>
                  <a:pt x="88861" y="345439"/>
                </a:lnTo>
                <a:lnTo>
                  <a:pt x="89052" y="345439"/>
                </a:lnTo>
                <a:lnTo>
                  <a:pt x="49784" y="372110"/>
                </a:lnTo>
                <a:lnTo>
                  <a:pt x="21336" y="391160"/>
                </a:lnTo>
                <a:close/>
              </a:path>
              <a:path w="2204085" h="434339">
                <a:moveTo>
                  <a:pt x="1486522" y="62229"/>
                </a:moveTo>
                <a:lnTo>
                  <a:pt x="1470977" y="58420"/>
                </a:lnTo>
                <a:lnTo>
                  <a:pt x="1471282" y="58420"/>
                </a:lnTo>
                <a:lnTo>
                  <a:pt x="1454632" y="55879"/>
                </a:lnTo>
                <a:lnTo>
                  <a:pt x="1454912" y="55879"/>
                </a:lnTo>
                <a:lnTo>
                  <a:pt x="1436966" y="53339"/>
                </a:lnTo>
                <a:lnTo>
                  <a:pt x="1437220" y="53339"/>
                </a:lnTo>
                <a:lnTo>
                  <a:pt x="1419009" y="49529"/>
                </a:lnTo>
                <a:lnTo>
                  <a:pt x="1419275" y="49529"/>
                </a:lnTo>
                <a:lnTo>
                  <a:pt x="1401851" y="48260"/>
                </a:lnTo>
                <a:lnTo>
                  <a:pt x="1402143" y="48260"/>
                </a:lnTo>
                <a:lnTo>
                  <a:pt x="1385379" y="45720"/>
                </a:lnTo>
                <a:lnTo>
                  <a:pt x="1385671" y="45720"/>
                </a:lnTo>
                <a:lnTo>
                  <a:pt x="1369428" y="44450"/>
                </a:lnTo>
                <a:lnTo>
                  <a:pt x="1369733" y="44450"/>
                </a:lnTo>
                <a:lnTo>
                  <a:pt x="1353896" y="43179"/>
                </a:lnTo>
                <a:lnTo>
                  <a:pt x="1354188" y="43179"/>
                </a:lnTo>
                <a:lnTo>
                  <a:pt x="1338618" y="41910"/>
                </a:lnTo>
                <a:lnTo>
                  <a:pt x="1338897" y="41910"/>
                </a:lnTo>
                <a:lnTo>
                  <a:pt x="1323479" y="40639"/>
                </a:lnTo>
                <a:lnTo>
                  <a:pt x="1323733" y="40639"/>
                </a:lnTo>
                <a:lnTo>
                  <a:pt x="1308328" y="39370"/>
                </a:lnTo>
                <a:lnTo>
                  <a:pt x="1277683" y="39370"/>
                </a:lnTo>
                <a:lnTo>
                  <a:pt x="1244892" y="38100"/>
                </a:lnTo>
                <a:lnTo>
                  <a:pt x="1549781" y="38100"/>
                </a:lnTo>
                <a:lnTo>
                  <a:pt x="1588008" y="49529"/>
                </a:lnTo>
                <a:lnTo>
                  <a:pt x="1614106" y="58420"/>
                </a:lnTo>
                <a:lnTo>
                  <a:pt x="1621206" y="60960"/>
                </a:lnTo>
                <a:lnTo>
                  <a:pt x="1486192" y="60960"/>
                </a:lnTo>
                <a:lnTo>
                  <a:pt x="1486522" y="62229"/>
                </a:lnTo>
                <a:close/>
              </a:path>
              <a:path w="2204085" h="434339">
                <a:moveTo>
                  <a:pt x="965847" y="44450"/>
                </a:moveTo>
                <a:lnTo>
                  <a:pt x="966101" y="43179"/>
                </a:lnTo>
                <a:lnTo>
                  <a:pt x="975429" y="43179"/>
                </a:lnTo>
                <a:lnTo>
                  <a:pt x="965847" y="44450"/>
                </a:lnTo>
                <a:close/>
              </a:path>
              <a:path w="2204085" h="434339">
                <a:moveTo>
                  <a:pt x="1551698" y="78739"/>
                </a:moveTo>
                <a:lnTo>
                  <a:pt x="1539189" y="74929"/>
                </a:lnTo>
                <a:lnTo>
                  <a:pt x="1539519" y="74929"/>
                </a:lnTo>
                <a:lnTo>
                  <a:pt x="1526743" y="71120"/>
                </a:lnTo>
                <a:lnTo>
                  <a:pt x="1527086" y="71120"/>
                </a:lnTo>
                <a:lnTo>
                  <a:pt x="1513890" y="67310"/>
                </a:lnTo>
                <a:lnTo>
                  <a:pt x="1514233" y="67310"/>
                </a:lnTo>
                <a:lnTo>
                  <a:pt x="1500428" y="64770"/>
                </a:lnTo>
                <a:lnTo>
                  <a:pt x="1500771" y="64770"/>
                </a:lnTo>
                <a:lnTo>
                  <a:pt x="1486192" y="60960"/>
                </a:lnTo>
                <a:lnTo>
                  <a:pt x="1621206" y="60960"/>
                </a:lnTo>
                <a:lnTo>
                  <a:pt x="1667356" y="77470"/>
                </a:lnTo>
                <a:lnTo>
                  <a:pt x="1551419" y="77470"/>
                </a:lnTo>
                <a:lnTo>
                  <a:pt x="1551698" y="78739"/>
                </a:lnTo>
                <a:close/>
              </a:path>
              <a:path w="2204085" h="434339">
                <a:moveTo>
                  <a:pt x="1601736" y="95250"/>
                </a:moveTo>
                <a:lnTo>
                  <a:pt x="1575828" y="86360"/>
                </a:lnTo>
                <a:lnTo>
                  <a:pt x="1576082" y="86360"/>
                </a:lnTo>
                <a:lnTo>
                  <a:pt x="1563585" y="81279"/>
                </a:lnTo>
                <a:lnTo>
                  <a:pt x="1563827" y="81279"/>
                </a:lnTo>
                <a:lnTo>
                  <a:pt x="1551419" y="77470"/>
                </a:lnTo>
                <a:lnTo>
                  <a:pt x="1667356" y="77470"/>
                </a:lnTo>
                <a:lnTo>
                  <a:pt x="1674456" y="80010"/>
                </a:lnTo>
                <a:lnTo>
                  <a:pt x="1674291" y="80010"/>
                </a:lnTo>
                <a:lnTo>
                  <a:pt x="1706854" y="90170"/>
                </a:lnTo>
                <a:lnTo>
                  <a:pt x="1717890" y="93979"/>
                </a:lnTo>
                <a:lnTo>
                  <a:pt x="1601597" y="93979"/>
                </a:lnTo>
                <a:lnTo>
                  <a:pt x="1601736" y="95250"/>
                </a:lnTo>
                <a:close/>
              </a:path>
              <a:path w="2204085" h="434339">
                <a:moveTo>
                  <a:pt x="1830273" y="177800"/>
                </a:moveTo>
                <a:lnTo>
                  <a:pt x="1816531" y="171450"/>
                </a:lnTo>
                <a:lnTo>
                  <a:pt x="1816874" y="171450"/>
                </a:lnTo>
                <a:lnTo>
                  <a:pt x="1803438" y="165100"/>
                </a:lnTo>
                <a:lnTo>
                  <a:pt x="1803768" y="165100"/>
                </a:lnTo>
                <a:lnTo>
                  <a:pt x="1790534" y="160020"/>
                </a:lnTo>
                <a:lnTo>
                  <a:pt x="1790827" y="160020"/>
                </a:lnTo>
                <a:lnTo>
                  <a:pt x="1777669" y="154939"/>
                </a:lnTo>
                <a:lnTo>
                  <a:pt x="1777936" y="154939"/>
                </a:lnTo>
                <a:lnTo>
                  <a:pt x="1764741" y="151129"/>
                </a:lnTo>
                <a:lnTo>
                  <a:pt x="1764957" y="151129"/>
                </a:lnTo>
                <a:lnTo>
                  <a:pt x="1751609" y="146050"/>
                </a:lnTo>
                <a:lnTo>
                  <a:pt x="1751825" y="146050"/>
                </a:lnTo>
                <a:lnTo>
                  <a:pt x="1724215" y="137160"/>
                </a:lnTo>
                <a:lnTo>
                  <a:pt x="1694649" y="127000"/>
                </a:lnTo>
                <a:lnTo>
                  <a:pt x="1601597" y="93979"/>
                </a:lnTo>
                <a:lnTo>
                  <a:pt x="1717890" y="93979"/>
                </a:lnTo>
                <a:lnTo>
                  <a:pt x="1736432" y="100329"/>
                </a:lnTo>
                <a:lnTo>
                  <a:pt x="1764207" y="110489"/>
                </a:lnTo>
                <a:lnTo>
                  <a:pt x="1777758" y="114300"/>
                </a:lnTo>
                <a:lnTo>
                  <a:pt x="1804619" y="124460"/>
                </a:lnTo>
                <a:lnTo>
                  <a:pt x="1818170" y="130810"/>
                </a:lnTo>
                <a:lnTo>
                  <a:pt x="1831924" y="135889"/>
                </a:lnTo>
                <a:lnTo>
                  <a:pt x="1846021" y="142239"/>
                </a:lnTo>
                <a:lnTo>
                  <a:pt x="1860524" y="149860"/>
                </a:lnTo>
                <a:lnTo>
                  <a:pt x="1875574" y="156210"/>
                </a:lnTo>
                <a:lnTo>
                  <a:pt x="1891271" y="165100"/>
                </a:lnTo>
                <a:lnTo>
                  <a:pt x="1912496" y="176529"/>
                </a:lnTo>
                <a:lnTo>
                  <a:pt x="1829930" y="176529"/>
                </a:lnTo>
                <a:lnTo>
                  <a:pt x="1830273" y="177800"/>
                </a:lnTo>
                <a:close/>
              </a:path>
              <a:path w="2204085" h="434339">
                <a:moveTo>
                  <a:pt x="2152700" y="407670"/>
                </a:moveTo>
                <a:lnTo>
                  <a:pt x="2148230" y="402589"/>
                </a:lnTo>
                <a:lnTo>
                  <a:pt x="2148560" y="402589"/>
                </a:lnTo>
                <a:lnTo>
                  <a:pt x="2143467" y="397510"/>
                </a:lnTo>
                <a:lnTo>
                  <a:pt x="2143798" y="397510"/>
                </a:lnTo>
                <a:lnTo>
                  <a:pt x="2138019" y="392429"/>
                </a:lnTo>
                <a:lnTo>
                  <a:pt x="2138349" y="392429"/>
                </a:lnTo>
                <a:lnTo>
                  <a:pt x="2131796" y="386079"/>
                </a:lnTo>
                <a:lnTo>
                  <a:pt x="2132114" y="386079"/>
                </a:lnTo>
                <a:lnTo>
                  <a:pt x="2124722" y="379729"/>
                </a:lnTo>
                <a:lnTo>
                  <a:pt x="2125040" y="379729"/>
                </a:lnTo>
                <a:lnTo>
                  <a:pt x="2116734" y="372110"/>
                </a:lnTo>
                <a:lnTo>
                  <a:pt x="2117026" y="372110"/>
                </a:lnTo>
                <a:lnTo>
                  <a:pt x="2107742" y="364489"/>
                </a:lnTo>
                <a:lnTo>
                  <a:pt x="2108034" y="364489"/>
                </a:lnTo>
                <a:lnTo>
                  <a:pt x="2097684" y="356870"/>
                </a:lnTo>
                <a:lnTo>
                  <a:pt x="2052675" y="320039"/>
                </a:lnTo>
                <a:lnTo>
                  <a:pt x="2028825" y="300989"/>
                </a:lnTo>
                <a:lnTo>
                  <a:pt x="2029066" y="300989"/>
                </a:lnTo>
                <a:lnTo>
                  <a:pt x="2003882" y="281939"/>
                </a:lnTo>
                <a:lnTo>
                  <a:pt x="2004136" y="281939"/>
                </a:lnTo>
                <a:lnTo>
                  <a:pt x="1991029" y="273050"/>
                </a:lnTo>
                <a:lnTo>
                  <a:pt x="1991233" y="273050"/>
                </a:lnTo>
                <a:lnTo>
                  <a:pt x="1977732" y="262889"/>
                </a:lnTo>
                <a:lnTo>
                  <a:pt x="1977961" y="262889"/>
                </a:lnTo>
                <a:lnTo>
                  <a:pt x="1964067" y="254000"/>
                </a:lnTo>
                <a:lnTo>
                  <a:pt x="1964321" y="254000"/>
                </a:lnTo>
                <a:lnTo>
                  <a:pt x="1949983" y="243839"/>
                </a:lnTo>
                <a:lnTo>
                  <a:pt x="1950262" y="243839"/>
                </a:lnTo>
                <a:lnTo>
                  <a:pt x="1935479" y="234950"/>
                </a:lnTo>
                <a:lnTo>
                  <a:pt x="1935772" y="234950"/>
                </a:lnTo>
                <a:lnTo>
                  <a:pt x="1920506" y="226060"/>
                </a:lnTo>
                <a:lnTo>
                  <a:pt x="1920824" y="226060"/>
                </a:lnTo>
                <a:lnTo>
                  <a:pt x="1905050" y="215900"/>
                </a:lnTo>
                <a:lnTo>
                  <a:pt x="1905381" y="215900"/>
                </a:lnTo>
                <a:lnTo>
                  <a:pt x="1889074" y="207010"/>
                </a:lnTo>
                <a:lnTo>
                  <a:pt x="1889391" y="207010"/>
                </a:lnTo>
                <a:lnTo>
                  <a:pt x="1873237" y="198120"/>
                </a:lnTo>
                <a:lnTo>
                  <a:pt x="1873542" y="198120"/>
                </a:lnTo>
                <a:lnTo>
                  <a:pt x="1858162" y="190500"/>
                </a:lnTo>
                <a:lnTo>
                  <a:pt x="1858479" y="190500"/>
                </a:lnTo>
                <a:lnTo>
                  <a:pt x="1843773" y="184150"/>
                </a:lnTo>
                <a:lnTo>
                  <a:pt x="1844103" y="184150"/>
                </a:lnTo>
                <a:lnTo>
                  <a:pt x="1829930" y="176529"/>
                </a:lnTo>
                <a:lnTo>
                  <a:pt x="1912496" y="176529"/>
                </a:lnTo>
                <a:lnTo>
                  <a:pt x="1924380" y="182879"/>
                </a:lnTo>
                <a:lnTo>
                  <a:pt x="1940483" y="193039"/>
                </a:lnTo>
                <a:lnTo>
                  <a:pt x="1956066" y="203200"/>
                </a:lnTo>
                <a:lnTo>
                  <a:pt x="1971141" y="212089"/>
                </a:lnTo>
                <a:lnTo>
                  <a:pt x="1985733" y="222250"/>
                </a:lnTo>
                <a:lnTo>
                  <a:pt x="1999881" y="232410"/>
                </a:lnTo>
                <a:lnTo>
                  <a:pt x="2013585" y="242570"/>
                </a:lnTo>
                <a:lnTo>
                  <a:pt x="2026932" y="251460"/>
                </a:lnTo>
                <a:lnTo>
                  <a:pt x="2121700" y="326389"/>
                </a:lnTo>
                <a:lnTo>
                  <a:pt x="2132228" y="335279"/>
                </a:lnTo>
                <a:lnTo>
                  <a:pt x="2141804" y="344170"/>
                </a:lnTo>
                <a:lnTo>
                  <a:pt x="2150402" y="351789"/>
                </a:lnTo>
                <a:lnTo>
                  <a:pt x="2158111" y="358139"/>
                </a:lnTo>
                <a:lnTo>
                  <a:pt x="2164981" y="364489"/>
                </a:lnTo>
                <a:lnTo>
                  <a:pt x="2171090" y="370839"/>
                </a:lnTo>
                <a:lnTo>
                  <a:pt x="2176513" y="377189"/>
                </a:lnTo>
                <a:lnTo>
                  <a:pt x="2181364" y="382270"/>
                </a:lnTo>
                <a:lnTo>
                  <a:pt x="2189175" y="391160"/>
                </a:lnTo>
                <a:lnTo>
                  <a:pt x="2195233" y="400050"/>
                </a:lnTo>
                <a:lnTo>
                  <a:pt x="2200046" y="406400"/>
                </a:lnTo>
                <a:lnTo>
                  <a:pt x="2152269" y="406400"/>
                </a:lnTo>
                <a:lnTo>
                  <a:pt x="2152700" y="407670"/>
                </a:lnTo>
                <a:close/>
              </a:path>
              <a:path w="2204085" h="434339">
                <a:moveTo>
                  <a:pt x="327431" y="191770"/>
                </a:moveTo>
                <a:lnTo>
                  <a:pt x="328015" y="190500"/>
                </a:lnTo>
                <a:lnTo>
                  <a:pt x="329613" y="190500"/>
                </a:lnTo>
                <a:lnTo>
                  <a:pt x="327431" y="191770"/>
                </a:lnTo>
                <a:close/>
              </a:path>
              <a:path w="2204085" h="434339">
                <a:moveTo>
                  <a:pt x="289153" y="215900"/>
                </a:moveTo>
                <a:lnTo>
                  <a:pt x="289458" y="214629"/>
                </a:lnTo>
                <a:lnTo>
                  <a:pt x="290942" y="214629"/>
                </a:lnTo>
                <a:lnTo>
                  <a:pt x="289153" y="215900"/>
                </a:lnTo>
                <a:close/>
              </a:path>
              <a:path w="2204085" h="434339">
                <a:moveTo>
                  <a:pt x="2174278" y="434339"/>
                </a:moveTo>
                <a:lnTo>
                  <a:pt x="2169756" y="429260"/>
                </a:lnTo>
                <a:lnTo>
                  <a:pt x="2164816" y="422910"/>
                </a:lnTo>
                <a:lnTo>
                  <a:pt x="2164956" y="422910"/>
                </a:lnTo>
                <a:lnTo>
                  <a:pt x="2159190" y="415289"/>
                </a:lnTo>
                <a:lnTo>
                  <a:pt x="2159635" y="415289"/>
                </a:lnTo>
                <a:lnTo>
                  <a:pt x="2152269" y="406400"/>
                </a:lnTo>
                <a:lnTo>
                  <a:pt x="2200046" y="406400"/>
                </a:lnTo>
                <a:lnTo>
                  <a:pt x="2199640" y="405129"/>
                </a:lnTo>
                <a:lnTo>
                  <a:pt x="2203945" y="411479"/>
                </a:lnTo>
                <a:lnTo>
                  <a:pt x="2174278" y="434339"/>
                </a:lnTo>
                <a:close/>
              </a:path>
            </a:pathLst>
          </a:custGeom>
          <a:solidFill>
            <a:srgbClr val="1717F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8995" y="12877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8640" y="151028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3810" y="1080693"/>
            <a:ext cx="560768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93715" algn="l"/>
              </a:tabLst>
            </a:pPr>
            <a:r>
              <a:rPr dirty="0" u="heavy" sz="3000">
                <a:uFill>
                  <a:solidFill>
                    <a:srgbClr val="1684AC"/>
                  </a:solidFill>
                </a:uFill>
                <a:latin typeface="黑体"/>
                <a:cs typeface="黑体"/>
              </a:rPr>
              <a:t>热平衡	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4236" y="1903476"/>
            <a:ext cx="2112264" cy="400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0532" y="1889721"/>
            <a:ext cx="2140585" cy="429259"/>
          </a:xfrm>
          <a:custGeom>
            <a:avLst/>
            <a:gdLst/>
            <a:ahLst/>
            <a:cxnLst/>
            <a:rect l="l" t="t" r="r" b="b"/>
            <a:pathLst>
              <a:path w="2140585" h="429260">
                <a:moveTo>
                  <a:pt x="2140280" y="428739"/>
                </a:moveTo>
                <a:lnTo>
                  <a:pt x="0" y="428739"/>
                </a:lnTo>
                <a:lnTo>
                  <a:pt x="0" y="0"/>
                </a:lnTo>
                <a:lnTo>
                  <a:pt x="2140280" y="0"/>
                </a:lnTo>
                <a:lnTo>
                  <a:pt x="2140280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400164"/>
                </a:lnTo>
                <a:lnTo>
                  <a:pt x="14287" y="400164"/>
                </a:lnTo>
                <a:lnTo>
                  <a:pt x="28575" y="414451"/>
                </a:lnTo>
                <a:lnTo>
                  <a:pt x="2140280" y="414451"/>
                </a:lnTo>
                <a:lnTo>
                  <a:pt x="2140280" y="428739"/>
                </a:lnTo>
                <a:close/>
              </a:path>
              <a:path w="2140585" h="429260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2140585" h="429260">
                <a:moveTo>
                  <a:pt x="2111705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2111705" y="14287"/>
                </a:lnTo>
                <a:lnTo>
                  <a:pt x="2111705" y="28574"/>
                </a:lnTo>
                <a:close/>
              </a:path>
              <a:path w="2140585" h="429260">
                <a:moveTo>
                  <a:pt x="2111705" y="414451"/>
                </a:moveTo>
                <a:lnTo>
                  <a:pt x="2111705" y="14287"/>
                </a:lnTo>
                <a:lnTo>
                  <a:pt x="2125992" y="28574"/>
                </a:lnTo>
                <a:lnTo>
                  <a:pt x="2140280" y="28574"/>
                </a:lnTo>
                <a:lnTo>
                  <a:pt x="2140280" y="400164"/>
                </a:lnTo>
                <a:lnTo>
                  <a:pt x="2125992" y="400164"/>
                </a:lnTo>
                <a:lnTo>
                  <a:pt x="2111705" y="414451"/>
                </a:lnTo>
                <a:close/>
              </a:path>
              <a:path w="2140585" h="429260">
                <a:moveTo>
                  <a:pt x="2140280" y="28574"/>
                </a:moveTo>
                <a:lnTo>
                  <a:pt x="2125992" y="28574"/>
                </a:lnTo>
                <a:lnTo>
                  <a:pt x="2111705" y="14287"/>
                </a:lnTo>
                <a:lnTo>
                  <a:pt x="2140280" y="14287"/>
                </a:lnTo>
                <a:lnTo>
                  <a:pt x="2140280" y="28574"/>
                </a:lnTo>
                <a:close/>
              </a:path>
              <a:path w="2140585" h="429260">
                <a:moveTo>
                  <a:pt x="28575" y="414451"/>
                </a:moveTo>
                <a:lnTo>
                  <a:pt x="14287" y="400164"/>
                </a:lnTo>
                <a:lnTo>
                  <a:pt x="28575" y="400164"/>
                </a:lnTo>
                <a:lnTo>
                  <a:pt x="28575" y="414451"/>
                </a:lnTo>
                <a:close/>
              </a:path>
              <a:path w="2140585" h="429260">
                <a:moveTo>
                  <a:pt x="2111705" y="414451"/>
                </a:moveTo>
                <a:lnTo>
                  <a:pt x="28575" y="414451"/>
                </a:lnTo>
                <a:lnTo>
                  <a:pt x="28575" y="400164"/>
                </a:lnTo>
                <a:lnTo>
                  <a:pt x="2111705" y="400164"/>
                </a:lnTo>
                <a:lnTo>
                  <a:pt x="2111705" y="414451"/>
                </a:lnTo>
                <a:close/>
              </a:path>
              <a:path w="2140585" h="429260">
                <a:moveTo>
                  <a:pt x="2140280" y="414451"/>
                </a:moveTo>
                <a:lnTo>
                  <a:pt x="2111705" y="414451"/>
                </a:lnTo>
                <a:lnTo>
                  <a:pt x="2125992" y="400164"/>
                </a:lnTo>
                <a:lnTo>
                  <a:pt x="2140280" y="400164"/>
                </a:lnTo>
                <a:lnTo>
                  <a:pt x="2140280" y="4144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64236" y="1890674"/>
            <a:ext cx="21126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4236" y="2351532"/>
            <a:ext cx="2112645" cy="280670"/>
          </a:xfrm>
          <a:custGeom>
            <a:avLst/>
            <a:gdLst/>
            <a:ahLst/>
            <a:cxnLst/>
            <a:rect l="l" t="t" r="r" b="b"/>
            <a:pathLst>
              <a:path w="2112645" h="280669">
                <a:moveTo>
                  <a:pt x="0" y="0"/>
                </a:moveTo>
                <a:lnTo>
                  <a:pt x="2112264" y="0"/>
                </a:lnTo>
                <a:lnTo>
                  <a:pt x="2112264" y="280416"/>
                </a:lnTo>
                <a:lnTo>
                  <a:pt x="0" y="2804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8470" y="2344915"/>
            <a:ext cx="2124710" cy="293370"/>
          </a:xfrm>
          <a:custGeom>
            <a:avLst/>
            <a:gdLst/>
            <a:ahLst/>
            <a:cxnLst/>
            <a:rect l="l" t="t" r="r" b="b"/>
            <a:pathLst>
              <a:path w="2124710" h="293369">
                <a:moveTo>
                  <a:pt x="2124405" y="292811"/>
                </a:moveTo>
                <a:lnTo>
                  <a:pt x="0" y="292811"/>
                </a:lnTo>
                <a:lnTo>
                  <a:pt x="0" y="0"/>
                </a:lnTo>
                <a:lnTo>
                  <a:pt x="2124405" y="0"/>
                </a:lnTo>
                <a:lnTo>
                  <a:pt x="212440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280111"/>
                </a:lnTo>
                <a:lnTo>
                  <a:pt x="6350" y="280111"/>
                </a:lnTo>
                <a:lnTo>
                  <a:pt x="12700" y="286461"/>
                </a:lnTo>
                <a:lnTo>
                  <a:pt x="2124405" y="286461"/>
                </a:lnTo>
                <a:lnTo>
                  <a:pt x="2124405" y="292811"/>
                </a:lnTo>
                <a:close/>
              </a:path>
              <a:path w="2124710" h="29336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124710" h="293369">
                <a:moveTo>
                  <a:pt x="211170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111705" y="6350"/>
                </a:lnTo>
                <a:lnTo>
                  <a:pt x="2111705" y="12700"/>
                </a:lnTo>
                <a:close/>
              </a:path>
              <a:path w="2124710" h="293369">
                <a:moveTo>
                  <a:pt x="2111705" y="286461"/>
                </a:moveTo>
                <a:lnTo>
                  <a:pt x="2111705" y="6350"/>
                </a:lnTo>
                <a:lnTo>
                  <a:pt x="2118055" y="12700"/>
                </a:lnTo>
                <a:lnTo>
                  <a:pt x="2124405" y="12700"/>
                </a:lnTo>
                <a:lnTo>
                  <a:pt x="2124405" y="280111"/>
                </a:lnTo>
                <a:lnTo>
                  <a:pt x="2118055" y="280111"/>
                </a:lnTo>
                <a:lnTo>
                  <a:pt x="2111705" y="286461"/>
                </a:lnTo>
                <a:close/>
              </a:path>
              <a:path w="2124710" h="293369">
                <a:moveTo>
                  <a:pt x="2124405" y="12700"/>
                </a:moveTo>
                <a:lnTo>
                  <a:pt x="2118055" y="12700"/>
                </a:lnTo>
                <a:lnTo>
                  <a:pt x="2111705" y="6350"/>
                </a:lnTo>
                <a:lnTo>
                  <a:pt x="2124405" y="6350"/>
                </a:lnTo>
                <a:lnTo>
                  <a:pt x="2124405" y="12700"/>
                </a:lnTo>
                <a:close/>
              </a:path>
              <a:path w="2124710" h="293369">
                <a:moveTo>
                  <a:pt x="12700" y="286461"/>
                </a:moveTo>
                <a:lnTo>
                  <a:pt x="6350" y="280111"/>
                </a:lnTo>
                <a:lnTo>
                  <a:pt x="12700" y="280111"/>
                </a:lnTo>
                <a:lnTo>
                  <a:pt x="12700" y="286461"/>
                </a:lnTo>
                <a:close/>
              </a:path>
              <a:path w="2124710" h="293369">
                <a:moveTo>
                  <a:pt x="2111705" y="286461"/>
                </a:moveTo>
                <a:lnTo>
                  <a:pt x="12700" y="286461"/>
                </a:lnTo>
                <a:lnTo>
                  <a:pt x="12700" y="280111"/>
                </a:lnTo>
                <a:lnTo>
                  <a:pt x="2111705" y="280111"/>
                </a:lnTo>
                <a:lnTo>
                  <a:pt x="2111705" y="286461"/>
                </a:lnTo>
                <a:close/>
              </a:path>
              <a:path w="2124710" h="293369">
                <a:moveTo>
                  <a:pt x="2124405" y="286461"/>
                </a:moveTo>
                <a:lnTo>
                  <a:pt x="2111705" y="286461"/>
                </a:lnTo>
                <a:lnTo>
                  <a:pt x="2118055" y="280111"/>
                </a:lnTo>
                <a:lnTo>
                  <a:pt x="2124405" y="280111"/>
                </a:lnTo>
                <a:lnTo>
                  <a:pt x="2124405" y="286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64236" y="2315070"/>
            <a:ext cx="21126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华文楷体"/>
                <a:cs typeface="华文楷体"/>
              </a:rPr>
              <a:t>导热</a:t>
            </a:r>
            <a:r>
              <a:rPr dirty="0" sz="1800" spc="-5" b="1">
                <a:solidFill>
                  <a:srgbClr val="FFFFFF"/>
                </a:solidFill>
                <a:latin typeface="华文楷体"/>
                <a:cs typeface="华文楷体"/>
              </a:rPr>
              <a:t>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8995" y="2679192"/>
            <a:ext cx="917575" cy="1320165"/>
          </a:xfrm>
          <a:custGeom>
            <a:avLst/>
            <a:gdLst/>
            <a:ahLst/>
            <a:cxnLst/>
            <a:rect l="l" t="t" r="r" b="b"/>
            <a:pathLst>
              <a:path w="917575" h="1320164">
                <a:moveTo>
                  <a:pt x="0" y="0"/>
                </a:moveTo>
                <a:lnTo>
                  <a:pt x="917447" y="0"/>
                </a:lnTo>
                <a:lnTo>
                  <a:pt x="917447" y="1319783"/>
                </a:lnTo>
                <a:lnTo>
                  <a:pt x="0" y="1319783"/>
                </a:lnTo>
                <a:lnTo>
                  <a:pt x="0" y="0"/>
                </a:lnTo>
                <a:close/>
              </a:path>
            </a:pathLst>
          </a:custGeom>
          <a:solidFill>
            <a:srgbClr val="E95E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4416" y="2665387"/>
            <a:ext cx="946785" cy="1348105"/>
          </a:xfrm>
          <a:custGeom>
            <a:avLst/>
            <a:gdLst/>
            <a:ahLst/>
            <a:cxnLst/>
            <a:rect l="l" t="t" r="r" b="b"/>
            <a:pathLst>
              <a:path w="946785" h="1348104">
                <a:moveTo>
                  <a:pt x="946645" y="1347787"/>
                </a:moveTo>
                <a:lnTo>
                  <a:pt x="0" y="1347787"/>
                </a:lnTo>
                <a:lnTo>
                  <a:pt x="0" y="0"/>
                </a:lnTo>
                <a:lnTo>
                  <a:pt x="946645" y="0"/>
                </a:lnTo>
                <a:lnTo>
                  <a:pt x="94664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319212"/>
                </a:lnTo>
                <a:lnTo>
                  <a:pt x="14287" y="1319212"/>
                </a:lnTo>
                <a:lnTo>
                  <a:pt x="28575" y="1333500"/>
                </a:lnTo>
                <a:lnTo>
                  <a:pt x="946645" y="1333500"/>
                </a:lnTo>
                <a:lnTo>
                  <a:pt x="946645" y="1347787"/>
                </a:lnTo>
                <a:close/>
              </a:path>
              <a:path w="946785" h="134810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946785" h="1348104">
                <a:moveTo>
                  <a:pt x="91807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918070" y="14287"/>
                </a:lnTo>
                <a:lnTo>
                  <a:pt x="918070" y="28575"/>
                </a:lnTo>
                <a:close/>
              </a:path>
              <a:path w="946785" h="1348104">
                <a:moveTo>
                  <a:pt x="918070" y="1333500"/>
                </a:moveTo>
                <a:lnTo>
                  <a:pt x="918070" y="14287"/>
                </a:lnTo>
                <a:lnTo>
                  <a:pt x="932357" y="28575"/>
                </a:lnTo>
                <a:lnTo>
                  <a:pt x="946645" y="28575"/>
                </a:lnTo>
                <a:lnTo>
                  <a:pt x="946645" y="1319212"/>
                </a:lnTo>
                <a:lnTo>
                  <a:pt x="932357" y="1319212"/>
                </a:lnTo>
                <a:lnTo>
                  <a:pt x="918070" y="1333500"/>
                </a:lnTo>
                <a:close/>
              </a:path>
              <a:path w="946785" h="1348104">
                <a:moveTo>
                  <a:pt x="946645" y="28575"/>
                </a:moveTo>
                <a:lnTo>
                  <a:pt x="932357" y="28575"/>
                </a:lnTo>
                <a:lnTo>
                  <a:pt x="918070" y="14287"/>
                </a:lnTo>
                <a:lnTo>
                  <a:pt x="946645" y="14287"/>
                </a:lnTo>
                <a:lnTo>
                  <a:pt x="946645" y="28575"/>
                </a:lnTo>
                <a:close/>
              </a:path>
              <a:path w="946785" h="1348104">
                <a:moveTo>
                  <a:pt x="28575" y="1333500"/>
                </a:moveTo>
                <a:lnTo>
                  <a:pt x="14287" y="1319212"/>
                </a:lnTo>
                <a:lnTo>
                  <a:pt x="28575" y="1319212"/>
                </a:lnTo>
                <a:lnTo>
                  <a:pt x="28575" y="1333500"/>
                </a:lnTo>
                <a:close/>
              </a:path>
              <a:path w="946785" h="1348104">
                <a:moveTo>
                  <a:pt x="918070" y="1333500"/>
                </a:moveTo>
                <a:lnTo>
                  <a:pt x="28575" y="1333500"/>
                </a:lnTo>
                <a:lnTo>
                  <a:pt x="28575" y="1319212"/>
                </a:lnTo>
                <a:lnTo>
                  <a:pt x="918070" y="1319212"/>
                </a:lnTo>
                <a:lnTo>
                  <a:pt x="918070" y="1333500"/>
                </a:lnTo>
                <a:close/>
              </a:path>
              <a:path w="946785" h="1348104">
                <a:moveTo>
                  <a:pt x="946645" y="1333500"/>
                </a:moveTo>
                <a:lnTo>
                  <a:pt x="918070" y="1333500"/>
                </a:lnTo>
                <a:lnTo>
                  <a:pt x="932357" y="1319212"/>
                </a:lnTo>
                <a:lnTo>
                  <a:pt x="946645" y="1319212"/>
                </a:lnTo>
                <a:lnTo>
                  <a:pt x="946645" y="133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48995" y="3091789"/>
            <a:ext cx="9175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44395" y="2694432"/>
            <a:ext cx="832485" cy="1289685"/>
          </a:xfrm>
          <a:custGeom>
            <a:avLst/>
            <a:gdLst/>
            <a:ahLst/>
            <a:cxnLst/>
            <a:rect l="l" t="t" r="r" b="b"/>
            <a:pathLst>
              <a:path w="832485" h="1289685">
                <a:moveTo>
                  <a:pt x="0" y="0"/>
                </a:moveTo>
                <a:lnTo>
                  <a:pt x="832104" y="0"/>
                </a:lnTo>
                <a:lnTo>
                  <a:pt x="832104" y="1289304"/>
                </a:lnTo>
                <a:lnTo>
                  <a:pt x="0" y="1289304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29930" y="2680690"/>
            <a:ext cx="861060" cy="1317625"/>
          </a:xfrm>
          <a:custGeom>
            <a:avLst/>
            <a:gdLst/>
            <a:ahLst/>
            <a:cxnLst/>
            <a:rect l="l" t="t" r="r" b="b"/>
            <a:pathLst>
              <a:path w="861060" h="1317625">
                <a:moveTo>
                  <a:pt x="860882" y="1317180"/>
                </a:moveTo>
                <a:lnTo>
                  <a:pt x="0" y="1317180"/>
                </a:lnTo>
                <a:lnTo>
                  <a:pt x="0" y="0"/>
                </a:lnTo>
                <a:lnTo>
                  <a:pt x="860882" y="0"/>
                </a:lnTo>
                <a:lnTo>
                  <a:pt x="86088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288605"/>
                </a:lnTo>
                <a:lnTo>
                  <a:pt x="14287" y="1288605"/>
                </a:lnTo>
                <a:lnTo>
                  <a:pt x="28575" y="1302893"/>
                </a:lnTo>
                <a:lnTo>
                  <a:pt x="860882" y="1302893"/>
                </a:lnTo>
                <a:lnTo>
                  <a:pt x="860882" y="1317180"/>
                </a:lnTo>
                <a:close/>
              </a:path>
              <a:path w="861060" h="131762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861060" h="1317625">
                <a:moveTo>
                  <a:pt x="83230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832307" y="14287"/>
                </a:lnTo>
                <a:lnTo>
                  <a:pt x="832307" y="28575"/>
                </a:lnTo>
                <a:close/>
              </a:path>
              <a:path w="861060" h="1317625">
                <a:moveTo>
                  <a:pt x="832307" y="1302893"/>
                </a:moveTo>
                <a:lnTo>
                  <a:pt x="832307" y="14287"/>
                </a:lnTo>
                <a:lnTo>
                  <a:pt x="846594" y="28575"/>
                </a:lnTo>
                <a:lnTo>
                  <a:pt x="860882" y="28575"/>
                </a:lnTo>
                <a:lnTo>
                  <a:pt x="860882" y="1288605"/>
                </a:lnTo>
                <a:lnTo>
                  <a:pt x="846594" y="1288605"/>
                </a:lnTo>
                <a:lnTo>
                  <a:pt x="832307" y="1302893"/>
                </a:lnTo>
                <a:close/>
              </a:path>
              <a:path w="861060" h="1317625">
                <a:moveTo>
                  <a:pt x="860882" y="28575"/>
                </a:moveTo>
                <a:lnTo>
                  <a:pt x="846594" y="28575"/>
                </a:lnTo>
                <a:lnTo>
                  <a:pt x="832307" y="14287"/>
                </a:lnTo>
                <a:lnTo>
                  <a:pt x="860882" y="14287"/>
                </a:lnTo>
                <a:lnTo>
                  <a:pt x="860882" y="28575"/>
                </a:lnTo>
                <a:close/>
              </a:path>
              <a:path w="861060" h="1317625">
                <a:moveTo>
                  <a:pt x="28575" y="1302893"/>
                </a:moveTo>
                <a:lnTo>
                  <a:pt x="14287" y="1288605"/>
                </a:lnTo>
                <a:lnTo>
                  <a:pt x="28575" y="1288605"/>
                </a:lnTo>
                <a:lnTo>
                  <a:pt x="28575" y="1302893"/>
                </a:lnTo>
                <a:close/>
              </a:path>
              <a:path w="861060" h="1317625">
                <a:moveTo>
                  <a:pt x="832307" y="1302893"/>
                </a:moveTo>
                <a:lnTo>
                  <a:pt x="28575" y="1302893"/>
                </a:lnTo>
                <a:lnTo>
                  <a:pt x="28575" y="1288605"/>
                </a:lnTo>
                <a:lnTo>
                  <a:pt x="832307" y="1288605"/>
                </a:lnTo>
                <a:lnTo>
                  <a:pt x="832307" y="1302893"/>
                </a:lnTo>
                <a:close/>
              </a:path>
              <a:path w="861060" h="1317625">
                <a:moveTo>
                  <a:pt x="860882" y="1302893"/>
                </a:moveTo>
                <a:lnTo>
                  <a:pt x="832307" y="1302893"/>
                </a:lnTo>
                <a:lnTo>
                  <a:pt x="846594" y="1288605"/>
                </a:lnTo>
                <a:lnTo>
                  <a:pt x="860882" y="1288605"/>
                </a:lnTo>
                <a:lnTo>
                  <a:pt x="860882" y="1302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644395" y="3091853"/>
            <a:ext cx="8324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39596" y="2662427"/>
            <a:ext cx="251460" cy="1320165"/>
          </a:xfrm>
          <a:custGeom>
            <a:avLst/>
            <a:gdLst/>
            <a:ahLst/>
            <a:cxnLst/>
            <a:rect l="l" t="t" r="r" b="b"/>
            <a:pathLst>
              <a:path w="251459" h="1320164">
                <a:moveTo>
                  <a:pt x="251459" y="0"/>
                </a:moveTo>
                <a:lnTo>
                  <a:pt x="251459" y="1319784"/>
                </a:lnTo>
                <a:lnTo>
                  <a:pt x="0" y="1319784"/>
                </a:lnTo>
                <a:lnTo>
                  <a:pt x="0" y="0"/>
                </a:lnTo>
                <a:lnTo>
                  <a:pt x="251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33728" y="2656077"/>
            <a:ext cx="264160" cy="1332230"/>
          </a:xfrm>
          <a:custGeom>
            <a:avLst/>
            <a:gdLst/>
            <a:ahLst/>
            <a:cxnLst/>
            <a:rect l="l" t="t" r="r" b="b"/>
            <a:pathLst>
              <a:path w="264159" h="1332229">
                <a:moveTo>
                  <a:pt x="264020" y="1331912"/>
                </a:moveTo>
                <a:lnTo>
                  <a:pt x="0" y="1331912"/>
                </a:lnTo>
                <a:lnTo>
                  <a:pt x="0" y="0"/>
                </a:lnTo>
                <a:lnTo>
                  <a:pt x="264020" y="0"/>
                </a:lnTo>
                <a:lnTo>
                  <a:pt x="26402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319212"/>
                </a:lnTo>
                <a:lnTo>
                  <a:pt x="6350" y="1319212"/>
                </a:lnTo>
                <a:lnTo>
                  <a:pt x="12700" y="1325562"/>
                </a:lnTo>
                <a:lnTo>
                  <a:pt x="264020" y="1325562"/>
                </a:lnTo>
                <a:lnTo>
                  <a:pt x="264020" y="1331912"/>
                </a:lnTo>
                <a:close/>
              </a:path>
              <a:path w="264159" h="133222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64159" h="1332229">
                <a:moveTo>
                  <a:pt x="25132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51320" y="6350"/>
                </a:lnTo>
                <a:lnTo>
                  <a:pt x="251320" y="12700"/>
                </a:lnTo>
                <a:close/>
              </a:path>
              <a:path w="264159" h="1332229">
                <a:moveTo>
                  <a:pt x="251320" y="1325562"/>
                </a:moveTo>
                <a:lnTo>
                  <a:pt x="251320" y="6350"/>
                </a:lnTo>
                <a:lnTo>
                  <a:pt x="257670" y="12700"/>
                </a:lnTo>
                <a:lnTo>
                  <a:pt x="264020" y="12700"/>
                </a:lnTo>
                <a:lnTo>
                  <a:pt x="264020" y="1319212"/>
                </a:lnTo>
                <a:lnTo>
                  <a:pt x="257670" y="1319212"/>
                </a:lnTo>
                <a:lnTo>
                  <a:pt x="251320" y="1325562"/>
                </a:lnTo>
                <a:close/>
              </a:path>
              <a:path w="264159" h="1332229">
                <a:moveTo>
                  <a:pt x="264020" y="12700"/>
                </a:moveTo>
                <a:lnTo>
                  <a:pt x="257670" y="12700"/>
                </a:lnTo>
                <a:lnTo>
                  <a:pt x="251320" y="6350"/>
                </a:lnTo>
                <a:lnTo>
                  <a:pt x="264020" y="6350"/>
                </a:lnTo>
                <a:lnTo>
                  <a:pt x="264020" y="12700"/>
                </a:lnTo>
                <a:close/>
              </a:path>
              <a:path w="264159" h="1332229">
                <a:moveTo>
                  <a:pt x="12700" y="1325562"/>
                </a:moveTo>
                <a:lnTo>
                  <a:pt x="6350" y="1319212"/>
                </a:lnTo>
                <a:lnTo>
                  <a:pt x="12700" y="1319212"/>
                </a:lnTo>
                <a:lnTo>
                  <a:pt x="12700" y="1325562"/>
                </a:lnTo>
                <a:close/>
              </a:path>
              <a:path w="264159" h="1332229">
                <a:moveTo>
                  <a:pt x="251320" y="1325562"/>
                </a:moveTo>
                <a:lnTo>
                  <a:pt x="12700" y="1325562"/>
                </a:lnTo>
                <a:lnTo>
                  <a:pt x="12700" y="1319212"/>
                </a:lnTo>
                <a:lnTo>
                  <a:pt x="251320" y="1319212"/>
                </a:lnTo>
                <a:lnTo>
                  <a:pt x="251320" y="1325562"/>
                </a:lnTo>
                <a:close/>
              </a:path>
              <a:path w="264159" h="1332229">
                <a:moveTo>
                  <a:pt x="264020" y="1325562"/>
                </a:moveTo>
                <a:lnTo>
                  <a:pt x="251320" y="1325562"/>
                </a:lnTo>
                <a:lnTo>
                  <a:pt x="257670" y="1319212"/>
                </a:lnTo>
                <a:lnTo>
                  <a:pt x="264020" y="1319212"/>
                </a:lnTo>
                <a:lnTo>
                  <a:pt x="264020" y="1325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316189" y="2965957"/>
            <a:ext cx="323215" cy="711200"/>
          </a:xfrm>
          <a:prstGeom prst="rect">
            <a:avLst/>
          </a:prstGeom>
        </p:spPr>
        <p:txBody>
          <a:bodyPr wrap="square" lIns="0" tIns="952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800">
                <a:latin typeface="华文楷体"/>
                <a:cs typeface="华文楷体"/>
              </a:rPr>
              <a:t>绝热壁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77298" y="2983738"/>
            <a:ext cx="1018628" cy="2310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64129" y="3025863"/>
            <a:ext cx="75450" cy="1468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88665" y="3025863"/>
            <a:ext cx="37731" cy="1468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72536" y="2976816"/>
            <a:ext cx="1036955" cy="245110"/>
          </a:xfrm>
          <a:custGeom>
            <a:avLst/>
            <a:gdLst/>
            <a:ahLst/>
            <a:cxnLst/>
            <a:rect l="l" t="t" r="r" b="b"/>
            <a:pathLst>
              <a:path w="1036954" h="245110">
                <a:moveTo>
                  <a:pt x="716813" y="49047"/>
                </a:moveTo>
                <a:lnTo>
                  <a:pt x="716813" y="0"/>
                </a:lnTo>
                <a:lnTo>
                  <a:pt x="734895" y="6921"/>
                </a:lnTo>
                <a:lnTo>
                  <a:pt x="726338" y="6921"/>
                </a:lnTo>
                <a:lnTo>
                  <a:pt x="719874" y="11366"/>
                </a:lnTo>
                <a:lnTo>
                  <a:pt x="726338" y="13840"/>
                </a:lnTo>
                <a:lnTo>
                  <a:pt x="726338" y="44284"/>
                </a:lnTo>
                <a:lnTo>
                  <a:pt x="721575" y="44284"/>
                </a:lnTo>
                <a:lnTo>
                  <a:pt x="716813" y="49047"/>
                </a:lnTo>
                <a:close/>
              </a:path>
              <a:path w="1036954" h="245110">
                <a:moveTo>
                  <a:pt x="726338" y="13840"/>
                </a:moveTo>
                <a:lnTo>
                  <a:pt x="719874" y="11366"/>
                </a:lnTo>
                <a:lnTo>
                  <a:pt x="726338" y="6921"/>
                </a:lnTo>
                <a:lnTo>
                  <a:pt x="726338" y="13840"/>
                </a:lnTo>
                <a:close/>
              </a:path>
              <a:path w="1036954" h="245110">
                <a:moveTo>
                  <a:pt x="1010077" y="122453"/>
                </a:moveTo>
                <a:lnTo>
                  <a:pt x="726338" y="13840"/>
                </a:lnTo>
                <a:lnTo>
                  <a:pt x="726338" y="6921"/>
                </a:lnTo>
                <a:lnTo>
                  <a:pt x="734895" y="6921"/>
                </a:lnTo>
                <a:lnTo>
                  <a:pt x="1025101" y="118008"/>
                </a:lnTo>
                <a:lnTo>
                  <a:pt x="1021689" y="118008"/>
                </a:lnTo>
                <a:lnTo>
                  <a:pt x="1010077" y="122453"/>
                </a:lnTo>
                <a:close/>
              </a:path>
              <a:path w="1036954" h="245110">
                <a:moveTo>
                  <a:pt x="716813" y="200621"/>
                </a:moveTo>
                <a:lnTo>
                  <a:pt x="0" y="200621"/>
                </a:lnTo>
                <a:lnTo>
                  <a:pt x="0" y="44284"/>
                </a:lnTo>
                <a:lnTo>
                  <a:pt x="716813" y="44284"/>
                </a:lnTo>
                <a:lnTo>
                  <a:pt x="716813" y="49047"/>
                </a:lnTo>
                <a:lnTo>
                  <a:pt x="9525" y="49047"/>
                </a:lnTo>
                <a:lnTo>
                  <a:pt x="4762" y="53809"/>
                </a:lnTo>
                <a:lnTo>
                  <a:pt x="9525" y="53809"/>
                </a:lnTo>
                <a:lnTo>
                  <a:pt x="9525" y="191096"/>
                </a:lnTo>
                <a:lnTo>
                  <a:pt x="4762" y="191096"/>
                </a:lnTo>
                <a:lnTo>
                  <a:pt x="9525" y="195859"/>
                </a:lnTo>
                <a:lnTo>
                  <a:pt x="716813" y="195859"/>
                </a:lnTo>
                <a:lnTo>
                  <a:pt x="716813" y="200621"/>
                </a:lnTo>
                <a:close/>
              </a:path>
              <a:path w="1036954" h="245110">
                <a:moveTo>
                  <a:pt x="726338" y="53809"/>
                </a:moveTo>
                <a:lnTo>
                  <a:pt x="9525" y="53809"/>
                </a:lnTo>
                <a:lnTo>
                  <a:pt x="9525" y="49047"/>
                </a:lnTo>
                <a:lnTo>
                  <a:pt x="716813" y="49047"/>
                </a:lnTo>
                <a:lnTo>
                  <a:pt x="721575" y="44284"/>
                </a:lnTo>
                <a:lnTo>
                  <a:pt x="726338" y="44284"/>
                </a:lnTo>
                <a:lnTo>
                  <a:pt x="726338" y="53809"/>
                </a:lnTo>
                <a:close/>
              </a:path>
              <a:path w="1036954" h="245110">
                <a:moveTo>
                  <a:pt x="9525" y="53809"/>
                </a:moveTo>
                <a:lnTo>
                  <a:pt x="4762" y="53809"/>
                </a:lnTo>
                <a:lnTo>
                  <a:pt x="9525" y="49047"/>
                </a:lnTo>
                <a:lnTo>
                  <a:pt x="9525" y="53809"/>
                </a:lnTo>
                <a:close/>
              </a:path>
              <a:path w="1036954" h="245110">
                <a:moveTo>
                  <a:pt x="1021689" y="126898"/>
                </a:moveTo>
                <a:lnTo>
                  <a:pt x="1010077" y="122453"/>
                </a:lnTo>
                <a:lnTo>
                  <a:pt x="1021689" y="118008"/>
                </a:lnTo>
                <a:lnTo>
                  <a:pt x="1021689" y="126898"/>
                </a:lnTo>
                <a:close/>
              </a:path>
              <a:path w="1036954" h="245110">
                <a:moveTo>
                  <a:pt x="1025101" y="126898"/>
                </a:moveTo>
                <a:lnTo>
                  <a:pt x="1021689" y="126898"/>
                </a:lnTo>
                <a:lnTo>
                  <a:pt x="1021689" y="118008"/>
                </a:lnTo>
                <a:lnTo>
                  <a:pt x="1025101" y="118008"/>
                </a:lnTo>
                <a:lnTo>
                  <a:pt x="1036713" y="122453"/>
                </a:lnTo>
                <a:lnTo>
                  <a:pt x="1025101" y="126898"/>
                </a:lnTo>
                <a:close/>
              </a:path>
              <a:path w="1036954" h="245110">
                <a:moveTo>
                  <a:pt x="734895" y="237985"/>
                </a:moveTo>
                <a:lnTo>
                  <a:pt x="726338" y="237985"/>
                </a:lnTo>
                <a:lnTo>
                  <a:pt x="726338" y="231065"/>
                </a:lnTo>
                <a:lnTo>
                  <a:pt x="1010077" y="122453"/>
                </a:lnTo>
                <a:lnTo>
                  <a:pt x="1021689" y="126898"/>
                </a:lnTo>
                <a:lnTo>
                  <a:pt x="1025101" y="126898"/>
                </a:lnTo>
                <a:lnTo>
                  <a:pt x="734895" y="237985"/>
                </a:lnTo>
                <a:close/>
              </a:path>
              <a:path w="1036954" h="245110">
                <a:moveTo>
                  <a:pt x="9525" y="195859"/>
                </a:moveTo>
                <a:lnTo>
                  <a:pt x="4762" y="191096"/>
                </a:lnTo>
                <a:lnTo>
                  <a:pt x="9525" y="191096"/>
                </a:lnTo>
                <a:lnTo>
                  <a:pt x="9525" y="195859"/>
                </a:lnTo>
                <a:close/>
              </a:path>
              <a:path w="1036954" h="245110">
                <a:moveTo>
                  <a:pt x="726338" y="200621"/>
                </a:moveTo>
                <a:lnTo>
                  <a:pt x="721575" y="200621"/>
                </a:lnTo>
                <a:lnTo>
                  <a:pt x="716813" y="195859"/>
                </a:lnTo>
                <a:lnTo>
                  <a:pt x="9525" y="195859"/>
                </a:lnTo>
                <a:lnTo>
                  <a:pt x="9525" y="191096"/>
                </a:lnTo>
                <a:lnTo>
                  <a:pt x="726338" y="191096"/>
                </a:lnTo>
                <a:lnTo>
                  <a:pt x="726338" y="200621"/>
                </a:lnTo>
                <a:close/>
              </a:path>
              <a:path w="1036954" h="245110">
                <a:moveTo>
                  <a:pt x="716813" y="244906"/>
                </a:moveTo>
                <a:lnTo>
                  <a:pt x="716813" y="195859"/>
                </a:lnTo>
                <a:lnTo>
                  <a:pt x="721575" y="200621"/>
                </a:lnTo>
                <a:lnTo>
                  <a:pt x="726338" y="200621"/>
                </a:lnTo>
                <a:lnTo>
                  <a:pt x="726338" y="231065"/>
                </a:lnTo>
                <a:lnTo>
                  <a:pt x="719874" y="233540"/>
                </a:lnTo>
                <a:lnTo>
                  <a:pt x="726338" y="237985"/>
                </a:lnTo>
                <a:lnTo>
                  <a:pt x="734895" y="237985"/>
                </a:lnTo>
                <a:lnTo>
                  <a:pt x="716813" y="244906"/>
                </a:lnTo>
                <a:close/>
              </a:path>
              <a:path w="1036954" h="245110">
                <a:moveTo>
                  <a:pt x="726338" y="237985"/>
                </a:moveTo>
                <a:lnTo>
                  <a:pt x="719874" y="233540"/>
                </a:lnTo>
                <a:lnTo>
                  <a:pt x="726338" y="231065"/>
                </a:lnTo>
                <a:lnTo>
                  <a:pt x="726338" y="2379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59366" y="3021101"/>
            <a:ext cx="84975" cy="1563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983903" y="3021101"/>
            <a:ext cx="47625" cy="156845"/>
          </a:xfrm>
          <a:custGeom>
            <a:avLst/>
            <a:gdLst/>
            <a:ahLst/>
            <a:cxnLst/>
            <a:rect l="l" t="t" r="r" b="b"/>
            <a:pathLst>
              <a:path w="47625" h="156844">
                <a:moveTo>
                  <a:pt x="47256" y="156337"/>
                </a:moveTo>
                <a:lnTo>
                  <a:pt x="0" y="156337"/>
                </a:lnTo>
                <a:lnTo>
                  <a:pt x="0" y="0"/>
                </a:lnTo>
                <a:lnTo>
                  <a:pt x="47256" y="0"/>
                </a:lnTo>
                <a:lnTo>
                  <a:pt x="47256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46812"/>
                </a:lnTo>
                <a:lnTo>
                  <a:pt x="4762" y="146812"/>
                </a:lnTo>
                <a:lnTo>
                  <a:pt x="9525" y="151574"/>
                </a:lnTo>
                <a:lnTo>
                  <a:pt x="47256" y="151574"/>
                </a:lnTo>
                <a:lnTo>
                  <a:pt x="47256" y="156337"/>
                </a:lnTo>
                <a:close/>
              </a:path>
              <a:path w="47625" h="15684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7625" h="156844">
                <a:moveTo>
                  <a:pt x="37731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7731" y="4762"/>
                </a:lnTo>
                <a:lnTo>
                  <a:pt x="37731" y="9525"/>
                </a:lnTo>
                <a:close/>
              </a:path>
              <a:path w="47625" h="156844">
                <a:moveTo>
                  <a:pt x="37731" y="151574"/>
                </a:moveTo>
                <a:lnTo>
                  <a:pt x="37731" y="4762"/>
                </a:lnTo>
                <a:lnTo>
                  <a:pt x="42494" y="9525"/>
                </a:lnTo>
                <a:lnTo>
                  <a:pt x="47256" y="9525"/>
                </a:lnTo>
                <a:lnTo>
                  <a:pt x="47256" y="146812"/>
                </a:lnTo>
                <a:lnTo>
                  <a:pt x="42494" y="146812"/>
                </a:lnTo>
                <a:lnTo>
                  <a:pt x="37731" y="151574"/>
                </a:lnTo>
                <a:close/>
              </a:path>
              <a:path w="47625" h="156844">
                <a:moveTo>
                  <a:pt x="47256" y="9525"/>
                </a:moveTo>
                <a:lnTo>
                  <a:pt x="42494" y="9525"/>
                </a:lnTo>
                <a:lnTo>
                  <a:pt x="37731" y="4762"/>
                </a:lnTo>
                <a:lnTo>
                  <a:pt x="47256" y="4762"/>
                </a:lnTo>
                <a:lnTo>
                  <a:pt x="47256" y="9525"/>
                </a:lnTo>
                <a:close/>
              </a:path>
              <a:path w="47625" h="156844">
                <a:moveTo>
                  <a:pt x="9525" y="151574"/>
                </a:moveTo>
                <a:lnTo>
                  <a:pt x="4762" y="146812"/>
                </a:lnTo>
                <a:lnTo>
                  <a:pt x="9525" y="146812"/>
                </a:lnTo>
                <a:lnTo>
                  <a:pt x="9525" y="151574"/>
                </a:lnTo>
                <a:close/>
              </a:path>
              <a:path w="47625" h="156844">
                <a:moveTo>
                  <a:pt x="37731" y="151574"/>
                </a:moveTo>
                <a:lnTo>
                  <a:pt x="9525" y="151574"/>
                </a:lnTo>
                <a:lnTo>
                  <a:pt x="9525" y="146812"/>
                </a:lnTo>
                <a:lnTo>
                  <a:pt x="37731" y="146812"/>
                </a:lnTo>
                <a:lnTo>
                  <a:pt x="37731" y="151574"/>
                </a:lnTo>
                <a:close/>
              </a:path>
              <a:path w="47625" h="156844">
                <a:moveTo>
                  <a:pt x="47256" y="151574"/>
                </a:moveTo>
                <a:lnTo>
                  <a:pt x="37731" y="151574"/>
                </a:lnTo>
                <a:lnTo>
                  <a:pt x="42494" y="146812"/>
                </a:lnTo>
                <a:lnTo>
                  <a:pt x="47256" y="146812"/>
                </a:lnTo>
                <a:lnTo>
                  <a:pt x="47256" y="151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953584" y="2296591"/>
            <a:ext cx="2124710" cy="293370"/>
          </a:xfrm>
          <a:custGeom>
            <a:avLst/>
            <a:gdLst/>
            <a:ahLst/>
            <a:cxnLst/>
            <a:rect l="l" t="t" r="r" b="b"/>
            <a:pathLst>
              <a:path w="2124709" h="293369">
                <a:moveTo>
                  <a:pt x="2124392" y="292798"/>
                </a:moveTo>
                <a:lnTo>
                  <a:pt x="0" y="292798"/>
                </a:lnTo>
                <a:lnTo>
                  <a:pt x="0" y="0"/>
                </a:lnTo>
                <a:lnTo>
                  <a:pt x="2124392" y="0"/>
                </a:lnTo>
                <a:lnTo>
                  <a:pt x="212439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280098"/>
                </a:lnTo>
                <a:lnTo>
                  <a:pt x="6350" y="280098"/>
                </a:lnTo>
                <a:lnTo>
                  <a:pt x="12700" y="286448"/>
                </a:lnTo>
                <a:lnTo>
                  <a:pt x="2124392" y="286448"/>
                </a:lnTo>
                <a:lnTo>
                  <a:pt x="2124392" y="292798"/>
                </a:lnTo>
                <a:close/>
              </a:path>
              <a:path w="2124709" h="29336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124709" h="293369">
                <a:moveTo>
                  <a:pt x="211169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111692" y="6350"/>
                </a:lnTo>
                <a:lnTo>
                  <a:pt x="2111692" y="12700"/>
                </a:lnTo>
                <a:close/>
              </a:path>
              <a:path w="2124709" h="293369">
                <a:moveTo>
                  <a:pt x="2111692" y="286448"/>
                </a:moveTo>
                <a:lnTo>
                  <a:pt x="2111692" y="6350"/>
                </a:lnTo>
                <a:lnTo>
                  <a:pt x="2118042" y="12700"/>
                </a:lnTo>
                <a:lnTo>
                  <a:pt x="2124392" y="12700"/>
                </a:lnTo>
                <a:lnTo>
                  <a:pt x="2124392" y="280098"/>
                </a:lnTo>
                <a:lnTo>
                  <a:pt x="2118042" y="280098"/>
                </a:lnTo>
                <a:lnTo>
                  <a:pt x="2111692" y="286448"/>
                </a:lnTo>
                <a:close/>
              </a:path>
              <a:path w="2124709" h="293369">
                <a:moveTo>
                  <a:pt x="2124392" y="12700"/>
                </a:moveTo>
                <a:lnTo>
                  <a:pt x="2118042" y="12700"/>
                </a:lnTo>
                <a:lnTo>
                  <a:pt x="2111692" y="6350"/>
                </a:lnTo>
                <a:lnTo>
                  <a:pt x="2124392" y="6350"/>
                </a:lnTo>
                <a:lnTo>
                  <a:pt x="2124392" y="12700"/>
                </a:lnTo>
                <a:close/>
              </a:path>
              <a:path w="2124709" h="293369">
                <a:moveTo>
                  <a:pt x="12700" y="286448"/>
                </a:moveTo>
                <a:lnTo>
                  <a:pt x="6350" y="280098"/>
                </a:lnTo>
                <a:lnTo>
                  <a:pt x="12700" y="280098"/>
                </a:lnTo>
                <a:lnTo>
                  <a:pt x="12700" y="286448"/>
                </a:lnTo>
                <a:close/>
              </a:path>
              <a:path w="2124709" h="293369">
                <a:moveTo>
                  <a:pt x="2111692" y="286448"/>
                </a:moveTo>
                <a:lnTo>
                  <a:pt x="12700" y="286448"/>
                </a:lnTo>
                <a:lnTo>
                  <a:pt x="12700" y="280098"/>
                </a:lnTo>
                <a:lnTo>
                  <a:pt x="2111692" y="280098"/>
                </a:lnTo>
                <a:lnTo>
                  <a:pt x="2111692" y="286448"/>
                </a:lnTo>
                <a:close/>
              </a:path>
              <a:path w="2124709" h="293369">
                <a:moveTo>
                  <a:pt x="2124392" y="286448"/>
                </a:moveTo>
                <a:lnTo>
                  <a:pt x="2111692" y="286448"/>
                </a:lnTo>
                <a:lnTo>
                  <a:pt x="2118042" y="280098"/>
                </a:lnTo>
                <a:lnTo>
                  <a:pt x="2124392" y="280098"/>
                </a:lnTo>
                <a:lnTo>
                  <a:pt x="2124392" y="2864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671769" y="2282647"/>
            <a:ext cx="687070" cy="2978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35"/>
              </a:lnSpc>
            </a:pPr>
            <a:r>
              <a:rPr dirty="0" sz="1800" b="1">
                <a:solidFill>
                  <a:srgbClr val="FFFFFF"/>
                </a:solidFill>
                <a:latin typeface="华文楷体"/>
                <a:cs typeface="华文楷体"/>
              </a:rPr>
              <a:t>导热</a:t>
            </a:r>
            <a:r>
              <a:rPr dirty="0" sz="1800" spc="-5" b="1">
                <a:solidFill>
                  <a:srgbClr val="FFFFFF"/>
                </a:solidFill>
                <a:latin typeface="华文楷体"/>
                <a:cs typeface="华文楷体"/>
              </a:rPr>
              <a:t>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43855" y="2631948"/>
            <a:ext cx="917575" cy="1318260"/>
          </a:xfrm>
          <a:custGeom>
            <a:avLst/>
            <a:gdLst/>
            <a:ahLst/>
            <a:cxnLst/>
            <a:rect l="l" t="t" r="r" b="b"/>
            <a:pathLst>
              <a:path w="917575" h="1318260">
                <a:moveTo>
                  <a:pt x="0" y="0"/>
                </a:moveTo>
                <a:lnTo>
                  <a:pt x="917448" y="0"/>
                </a:lnTo>
                <a:lnTo>
                  <a:pt x="917448" y="1318260"/>
                </a:lnTo>
                <a:lnTo>
                  <a:pt x="0" y="1318260"/>
                </a:lnTo>
                <a:lnTo>
                  <a:pt x="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929530" y="2617063"/>
            <a:ext cx="946785" cy="1348105"/>
          </a:xfrm>
          <a:custGeom>
            <a:avLst/>
            <a:gdLst/>
            <a:ahLst/>
            <a:cxnLst/>
            <a:rect l="l" t="t" r="r" b="b"/>
            <a:pathLst>
              <a:path w="946785" h="1348104">
                <a:moveTo>
                  <a:pt x="946632" y="1347787"/>
                </a:moveTo>
                <a:lnTo>
                  <a:pt x="0" y="1347787"/>
                </a:lnTo>
                <a:lnTo>
                  <a:pt x="0" y="0"/>
                </a:lnTo>
                <a:lnTo>
                  <a:pt x="946632" y="0"/>
                </a:lnTo>
                <a:lnTo>
                  <a:pt x="94663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319212"/>
                </a:lnTo>
                <a:lnTo>
                  <a:pt x="14287" y="1319212"/>
                </a:lnTo>
                <a:lnTo>
                  <a:pt x="28575" y="1333500"/>
                </a:lnTo>
                <a:lnTo>
                  <a:pt x="946632" y="1333500"/>
                </a:lnTo>
                <a:lnTo>
                  <a:pt x="946632" y="1347787"/>
                </a:lnTo>
                <a:close/>
              </a:path>
              <a:path w="946785" h="134810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946785" h="1348104">
                <a:moveTo>
                  <a:pt x="91805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918057" y="14287"/>
                </a:lnTo>
                <a:lnTo>
                  <a:pt x="918057" y="28575"/>
                </a:lnTo>
                <a:close/>
              </a:path>
              <a:path w="946785" h="1348104">
                <a:moveTo>
                  <a:pt x="918057" y="1333500"/>
                </a:moveTo>
                <a:lnTo>
                  <a:pt x="918057" y="14287"/>
                </a:lnTo>
                <a:lnTo>
                  <a:pt x="932345" y="28575"/>
                </a:lnTo>
                <a:lnTo>
                  <a:pt x="946632" y="28575"/>
                </a:lnTo>
                <a:lnTo>
                  <a:pt x="946632" y="1319212"/>
                </a:lnTo>
                <a:lnTo>
                  <a:pt x="932345" y="1319212"/>
                </a:lnTo>
                <a:lnTo>
                  <a:pt x="918057" y="1333500"/>
                </a:lnTo>
                <a:close/>
              </a:path>
              <a:path w="946785" h="1348104">
                <a:moveTo>
                  <a:pt x="946632" y="28575"/>
                </a:moveTo>
                <a:lnTo>
                  <a:pt x="932345" y="28575"/>
                </a:lnTo>
                <a:lnTo>
                  <a:pt x="918057" y="14287"/>
                </a:lnTo>
                <a:lnTo>
                  <a:pt x="946632" y="14287"/>
                </a:lnTo>
                <a:lnTo>
                  <a:pt x="946632" y="28575"/>
                </a:lnTo>
                <a:close/>
              </a:path>
              <a:path w="946785" h="1348104">
                <a:moveTo>
                  <a:pt x="28575" y="1333500"/>
                </a:moveTo>
                <a:lnTo>
                  <a:pt x="14287" y="1319212"/>
                </a:lnTo>
                <a:lnTo>
                  <a:pt x="28575" y="1319212"/>
                </a:lnTo>
                <a:lnTo>
                  <a:pt x="28575" y="1333500"/>
                </a:lnTo>
                <a:close/>
              </a:path>
              <a:path w="946785" h="1348104">
                <a:moveTo>
                  <a:pt x="918057" y="1333500"/>
                </a:moveTo>
                <a:lnTo>
                  <a:pt x="28575" y="1333500"/>
                </a:lnTo>
                <a:lnTo>
                  <a:pt x="28575" y="1319212"/>
                </a:lnTo>
                <a:lnTo>
                  <a:pt x="918057" y="1319212"/>
                </a:lnTo>
                <a:lnTo>
                  <a:pt x="918057" y="1333500"/>
                </a:lnTo>
                <a:close/>
              </a:path>
              <a:path w="946785" h="1348104">
                <a:moveTo>
                  <a:pt x="946632" y="1333500"/>
                </a:moveTo>
                <a:lnTo>
                  <a:pt x="918057" y="1333500"/>
                </a:lnTo>
                <a:lnTo>
                  <a:pt x="932345" y="1319212"/>
                </a:lnTo>
                <a:lnTo>
                  <a:pt x="946632" y="1319212"/>
                </a:lnTo>
                <a:lnTo>
                  <a:pt x="946632" y="133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943855" y="3043465"/>
            <a:ext cx="9175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39255" y="2647188"/>
            <a:ext cx="832485" cy="1287780"/>
          </a:xfrm>
          <a:custGeom>
            <a:avLst/>
            <a:gdLst/>
            <a:ahLst/>
            <a:cxnLst/>
            <a:rect l="l" t="t" r="r" b="b"/>
            <a:pathLst>
              <a:path w="832484" h="1287779">
                <a:moveTo>
                  <a:pt x="0" y="0"/>
                </a:moveTo>
                <a:lnTo>
                  <a:pt x="832103" y="0"/>
                </a:lnTo>
                <a:lnTo>
                  <a:pt x="832103" y="1287780"/>
                </a:lnTo>
                <a:lnTo>
                  <a:pt x="0" y="1287780"/>
                </a:lnTo>
                <a:lnTo>
                  <a:pt x="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225044" y="2632367"/>
            <a:ext cx="861060" cy="1317625"/>
          </a:xfrm>
          <a:custGeom>
            <a:avLst/>
            <a:gdLst/>
            <a:ahLst/>
            <a:cxnLst/>
            <a:rect l="l" t="t" r="r" b="b"/>
            <a:pathLst>
              <a:path w="861059" h="1317625">
                <a:moveTo>
                  <a:pt x="860869" y="1317180"/>
                </a:moveTo>
                <a:lnTo>
                  <a:pt x="0" y="1317180"/>
                </a:lnTo>
                <a:lnTo>
                  <a:pt x="0" y="0"/>
                </a:lnTo>
                <a:lnTo>
                  <a:pt x="860869" y="0"/>
                </a:lnTo>
                <a:lnTo>
                  <a:pt x="860869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1288605"/>
                </a:lnTo>
                <a:lnTo>
                  <a:pt x="14287" y="1288605"/>
                </a:lnTo>
                <a:lnTo>
                  <a:pt x="28575" y="1302892"/>
                </a:lnTo>
                <a:lnTo>
                  <a:pt x="860869" y="1302892"/>
                </a:lnTo>
                <a:lnTo>
                  <a:pt x="860869" y="1317180"/>
                </a:lnTo>
                <a:close/>
              </a:path>
              <a:path w="861059" h="1317625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861059" h="1317625">
                <a:moveTo>
                  <a:pt x="832294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832294" y="14287"/>
                </a:lnTo>
                <a:lnTo>
                  <a:pt x="832294" y="28574"/>
                </a:lnTo>
                <a:close/>
              </a:path>
              <a:path w="861059" h="1317625">
                <a:moveTo>
                  <a:pt x="832294" y="1302892"/>
                </a:moveTo>
                <a:lnTo>
                  <a:pt x="832294" y="14287"/>
                </a:lnTo>
                <a:lnTo>
                  <a:pt x="846582" y="28574"/>
                </a:lnTo>
                <a:lnTo>
                  <a:pt x="860869" y="28574"/>
                </a:lnTo>
                <a:lnTo>
                  <a:pt x="860869" y="1288605"/>
                </a:lnTo>
                <a:lnTo>
                  <a:pt x="846582" y="1288605"/>
                </a:lnTo>
                <a:lnTo>
                  <a:pt x="832294" y="1302892"/>
                </a:lnTo>
                <a:close/>
              </a:path>
              <a:path w="861059" h="1317625">
                <a:moveTo>
                  <a:pt x="860869" y="28574"/>
                </a:moveTo>
                <a:lnTo>
                  <a:pt x="846582" y="28574"/>
                </a:lnTo>
                <a:lnTo>
                  <a:pt x="832294" y="14287"/>
                </a:lnTo>
                <a:lnTo>
                  <a:pt x="860869" y="14287"/>
                </a:lnTo>
                <a:lnTo>
                  <a:pt x="860869" y="28574"/>
                </a:lnTo>
                <a:close/>
              </a:path>
              <a:path w="861059" h="1317625">
                <a:moveTo>
                  <a:pt x="28575" y="1302892"/>
                </a:moveTo>
                <a:lnTo>
                  <a:pt x="14287" y="1288605"/>
                </a:lnTo>
                <a:lnTo>
                  <a:pt x="28575" y="1288605"/>
                </a:lnTo>
                <a:lnTo>
                  <a:pt x="28575" y="1302892"/>
                </a:lnTo>
                <a:close/>
              </a:path>
              <a:path w="861059" h="1317625">
                <a:moveTo>
                  <a:pt x="832294" y="1302892"/>
                </a:moveTo>
                <a:lnTo>
                  <a:pt x="28575" y="1302892"/>
                </a:lnTo>
                <a:lnTo>
                  <a:pt x="28575" y="1288605"/>
                </a:lnTo>
                <a:lnTo>
                  <a:pt x="832294" y="1288605"/>
                </a:lnTo>
                <a:lnTo>
                  <a:pt x="832294" y="1302892"/>
                </a:lnTo>
                <a:close/>
              </a:path>
              <a:path w="861059" h="1317625">
                <a:moveTo>
                  <a:pt x="860869" y="1302892"/>
                </a:moveTo>
                <a:lnTo>
                  <a:pt x="832294" y="1302892"/>
                </a:lnTo>
                <a:lnTo>
                  <a:pt x="846582" y="1288605"/>
                </a:lnTo>
                <a:lnTo>
                  <a:pt x="860869" y="1288605"/>
                </a:lnTo>
                <a:lnTo>
                  <a:pt x="860869" y="13028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239255" y="3043529"/>
            <a:ext cx="8324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182867" y="2613660"/>
            <a:ext cx="3175" cy="1320165"/>
          </a:xfrm>
          <a:custGeom>
            <a:avLst/>
            <a:gdLst/>
            <a:ahLst/>
            <a:cxnLst/>
            <a:rect l="l" t="t" r="r" b="b"/>
            <a:pathLst>
              <a:path w="3175" h="1320164">
                <a:moveTo>
                  <a:pt x="0" y="1319784"/>
                </a:moveTo>
                <a:lnTo>
                  <a:pt x="3048" y="1319784"/>
                </a:lnTo>
                <a:lnTo>
                  <a:pt x="3048" y="0"/>
                </a:lnTo>
                <a:lnTo>
                  <a:pt x="0" y="0"/>
                </a:lnTo>
                <a:lnTo>
                  <a:pt x="0" y="13197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928829" y="2607754"/>
            <a:ext cx="264160" cy="1332230"/>
          </a:xfrm>
          <a:custGeom>
            <a:avLst/>
            <a:gdLst/>
            <a:ahLst/>
            <a:cxnLst/>
            <a:rect l="l" t="t" r="r" b="b"/>
            <a:pathLst>
              <a:path w="264160" h="1332229">
                <a:moveTo>
                  <a:pt x="264033" y="1331912"/>
                </a:moveTo>
                <a:lnTo>
                  <a:pt x="0" y="1331912"/>
                </a:lnTo>
                <a:lnTo>
                  <a:pt x="0" y="0"/>
                </a:lnTo>
                <a:lnTo>
                  <a:pt x="264033" y="0"/>
                </a:lnTo>
                <a:lnTo>
                  <a:pt x="264033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319212"/>
                </a:lnTo>
                <a:lnTo>
                  <a:pt x="6350" y="1319212"/>
                </a:lnTo>
                <a:lnTo>
                  <a:pt x="12700" y="1325562"/>
                </a:lnTo>
                <a:lnTo>
                  <a:pt x="264033" y="1325562"/>
                </a:lnTo>
                <a:lnTo>
                  <a:pt x="264033" y="1331912"/>
                </a:lnTo>
                <a:close/>
              </a:path>
              <a:path w="264160" h="1332229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64160" h="1332229">
                <a:moveTo>
                  <a:pt x="251333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51333" y="6349"/>
                </a:lnTo>
                <a:lnTo>
                  <a:pt x="251333" y="12699"/>
                </a:lnTo>
                <a:close/>
              </a:path>
              <a:path w="264160" h="1332229">
                <a:moveTo>
                  <a:pt x="251333" y="1325562"/>
                </a:moveTo>
                <a:lnTo>
                  <a:pt x="251333" y="6349"/>
                </a:lnTo>
                <a:lnTo>
                  <a:pt x="257683" y="12699"/>
                </a:lnTo>
                <a:lnTo>
                  <a:pt x="264033" y="12699"/>
                </a:lnTo>
                <a:lnTo>
                  <a:pt x="264033" y="1319212"/>
                </a:lnTo>
                <a:lnTo>
                  <a:pt x="257683" y="1319212"/>
                </a:lnTo>
                <a:lnTo>
                  <a:pt x="251333" y="1325562"/>
                </a:lnTo>
                <a:close/>
              </a:path>
              <a:path w="264160" h="1332229">
                <a:moveTo>
                  <a:pt x="264033" y="12699"/>
                </a:moveTo>
                <a:lnTo>
                  <a:pt x="257683" y="12699"/>
                </a:lnTo>
                <a:lnTo>
                  <a:pt x="251333" y="6349"/>
                </a:lnTo>
                <a:lnTo>
                  <a:pt x="264033" y="6349"/>
                </a:lnTo>
                <a:lnTo>
                  <a:pt x="264033" y="12699"/>
                </a:lnTo>
                <a:close/>
              </a:path>
              <a:path w="264160" h="1332229">
                <a:moveTo>
                  <a:pt x="12700" y="1325562"/>
                </a:moveTo>
                <a:lnTo>
                  <a:pt x="6350" y="1319212"/>
                </a:lnTo>
                <a:lnTo>
                  <a:pt x="12700" y="1319212"/>
                </a:lnTo>
                <a:lnTo>
                  <a:pt x="12700" y="1325562"/>
                </a:lnTo>
                <a:close/>
              </a:path>
              <a:path w="264160" h="1332229">
                <a:moveTo>
                  <a:pt x="251333" y="1325562"/>
                </a:moveTo>
                <a:lnTo>
                  <a:pt x="12700" y="1325562"/>
                </a:lnTo>
                <a:lnTo>
                  <a:pt x="12700" y="1319212"/>
                </a:lnTo>
                <a:lnTo>
                  <a:pt x="251333" y="1319212"/>
                </a:lnTo>
                <a:lnTo>
                  <a:pt x="251333" y="1325562"/>
                </a:lnTo>
                <a:close/>
              </a:path>
              <a:path w="264160" h="1332229">
                <a:moveTo>
                  <a:pt x="264033" y="1325562"/>
                </a:moveTo>
                <a:lnTo>
                  <a:pt x="251333" y="1325562"/>
                </a:lnTo>
                <a:lnTo>
                  <a:pt x="257683" y="1319212"/>
                </a:lnTo>
                <a:lnTo>
                  <a:pt x="264033" y="1319212"/>
                </a:lnTo>
                <a:lnTo>
                  <a:pt x="264033" y="1325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924003" y="2930334"/>
            <a:ext cx="297815" cy="685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"/>
              </a:lnSpc>
            </a:pPr>
            <a:r>
              <a:rPr dirty="0" sz="1800">
                <a:latin typeface="华文楷体"/>
                <a:cs typeface="华文楷体"/>
              </a:rPr>
              <a:t>绝</a:t>
            </a:r>
            <a:endParaRPr sz="1800">
              <a:latin typeface="华文楷体"/>
              <a:cs typeface="华文楷体"/>
            </a:endParaRPr>
          </a:p>
          <a:p>
            <a:pPr>
              <a:lnSpc>
                <a:spcPts val="1800"/>
              </a:lnSpc>
              <a:spcBef>
                <a:spcPts val="180"/>
              </a:spcBef>
            </a:pPr>
            <a:r>
              <a:rPr dirty="0" sz="1800">
                <a:latin typeface="华文楷体"/>
                <a:cs typeface="华文楷体"/>
              </a:rPr>
              <a:t>热 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960620" y="1857755"/>
            <a:ext cx="2110740" cy="399415"/>
          </a:xfrm>
          <a:custGeom>
            <a:avLst/>
            <a:gdLst/>
            <a:ahLst/>
            <a:cxnLst/>
            <a:rect l="l" t="t" r="r" b="b"/>
            <a:pathLst>
              <a:path w="2110740" h="399414">
                <a:moveTo>
                  <a:pt x="0" y="0"/>
                </a:moveTo>
                <a:lnTo>
                  <a:pt x="2110739" y="0"/>
                </a:lnTo>
                <a:lnTo>
                  <a:pt x="2110739" y="399288"/>
                </a:lnTo>
                <a:lnTo>
                  <a:pt x="0" y="399288"/>
                </a:lnTo>
                <a:lnTo>
                  <a:pt x="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945646" y="1843176"/>
            <a:ext cx="2140585" cy="429259"/>
          </a:xfrm>
          <a:custGeom>
            <a:avLst/>
            <a:gdLst/>
            <a:ahLst/>
            <a:cxnLst/>
            <a:rect l="l" t="t" r="r" b="b"/>
            <a:pathLst>
              <a:path w="2140584" h="429260">
                <a:moveTo>
                  <a:pt x="2140267" y="428739"/>
                </a:moveTo>
                <a:lnTo>
                  <a:pt x="0" y="428739"/>
                </a:lnTo>
                <a:lnTo>
                  <a:pt x="0" y="0"/>
                </a:lnTo>
                <a:lnTo>
                  <a:pt x="2140267" y="0"/>
                </a:lnTo>
                <a:lnTo>
                  <a:pt x="214026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00164"/>
                </a:lnTo>
                <a:lnTo>
                  <a:pt x="14287" y="400164"/>
                </a:lnTo>
                <a:lnTo>
                  <a:pt x="28575" y="414451"/>
                </a:lnTo>
                <a:lnTo>
                  <a:pt x="2140267" y="414451"/>
                </a:lnTo>
                <a:lnTo>
                  <a:pt x="2140267" y="428739"/>
                </a:lnTo>
                <a:close/>
              </a:path>
              <a:path w="2140584" h="42926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140584" h="429260">
                <a:moveTo>
                  <a:pt x="211169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111692" y="14287"/>
                </a:lnTo>
                <a:lnTo>
                  <a:pt x="2111692" y="28575"/>
                </a:lnTo>
                <a:close/>
              </a:path>
              <a:path w="2140584" h="429260">
                <a:moveTo>
                  <a:pt x="2111692" y="414451"/>
                </a:moveTo>
                <a:lnTo>
                  <a:pt x="2111692" y="14287"/>
                </a:lnTo>
                <a:lnTo>
                  <a:pt x="2125980" y="28575"/>
                </a:lnTo>
                <a:lnTo>
                  <a:pt x="2140267" y="28575"/>
                </a:lnTo>
                <a:lnTo>
                  <a:pt x="2140267" y="400164"/>
                </a:lnTo>
                <a:lnTo>
                  <a:pt x="2125980" y="400164"/>
                </a:lnTo>
                <a:lnTo>
                  <a:pt x="2111692" y="414451"/>
                </a:lnTo>
                <a:close/>
              </a:path>
              <a:path w="2140584" h="429260">
                <a:moveTo>
                  <a:pt x="2140267" y="28575"/>
                </a:moveTo>
                <a:lnTo>
                  <a:pt x="2125980" y="28575"/>
                </a:lnTo>
                <a:lnTo>
                  <a:pt x="2111692" y="14287"/>
                </a:lnTo>
                <a:lnTo>
                  <a:pt x="2140267" y="14287"/>
                </a:lnTo>
                <a:lnTo>
                  <a:pt x="2140267" y="28575"/>
                </a:lnTo>
                <a:close/>
              </a:path>
              <a:path w="2140584" h="429260">
                <a:moveTo>
                  <a:pt x="28575" y="414451"/>
                </a:moveTo>
                <a:lnTo>
                  <a:pt x="14287" y="400164"/>
                </a:lnTo>
                <a:lnTo>
                  <a:pt x="28575" y="400164"/>
                </a:lnTo>
                <a:lnTo>
                  <a:pt x="28575" y="414451"/>
                </a:lnTo>
                <a:close/>
              </a:path>
              <a:path w="2140584" h="429260">
                <a:moveTo>
                  <a:pt x="2111692" y="414451"/>
                </a:moveTo>
                <a:lnTo>
                  <a:pt x="28575" y="414451"/>
                </a:lnTo>
                <a:lnTo>
                  <a:pt x="28575" y="400164"/>
                </a:lnTo>
                <a:lnTo>
                  <a:pt x="2111692" y="400164"/>
                </a:lnTo>
                <a:lnTo>
                  <a:pt x="2111692" y="414451"/>
                </a:lnTo>
                <a:close/>
              </a:path>
              <a:path w="2140584" h="429260">
                <a:moveTo>
                  <a:pt x="2140267" y="414451"/>
                </a:moveTo>
                <a:lnTo>
                  <a:pt x="2111692" y="414451"/>
                </a:lnTo>
                <a:lnTo>
                  <a:pt x="2125980" y="400164"/>
                </a:lnTo>
                <a:lnTo>
                  <a:pt x="2140267" y="400164"/>
                </a:lnTo>
                <a:lnTo>
                  <a:pt x="2140267" y="4144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943855" y="1844128"/>
            <a:ext cx="2127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524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917691" y="2604516"/>
            <a:ext cx="265430" cy="1358265"/>
          </a:xfrm>
          <a:custGeom>
            <a:avLst/>
            <a:gdLst/>
            <a:ahLst/>
            <a:cxnLst/>
            <a:rect l="l" t="t" r="r" b="b"/>
            <a:pathLst>
              <a:path w="265429" h="1358264">
                <a:moveTo>
                  <a:pt x="265175" y="0"/>
                </a:moveTo>
                <a:lnTo>
                  <a:pt x="265175" y="1357883"/>
                </a:lnTo>
                <a:lnTo>
                  <a:pt x="0" y="1357883"/>
                </a:lnTo>
                <a:lnTo>
                  <a:pt x="0" y="0"/>
                </a:lnTo>
                <a:lnTo>
                  <a:pt x="265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911862" y="2598229"/>
            <a:ext cx="277495" cy="1371600"/>
          </a:xfrm>
          <a:custGeom>
            <a:avLst/>
            <a:gdLst/>
            <a:ahLst/>
            <a:cxnLst/>
            <a:rect l="l" t="t" r="r" b="b"/>
            <a:pathLst>
              <a:path w="277495" h="1371600">
                <a:moveTo>
                  <a:pt x="277050" y="1371091"/>
                </a:moveTo>
                <a:lnTo>
                  <a:pt x="0" y="1371091"/>
                </a:lnTo>
                <a:lnTo>
                  <a:pt x="0" y="0"/>
                </a:lnTo>
                <a:lnTo>
                  <a:pt x="277050" y="0"/>
                </a:lnTo>
                <a:lnTo>
                  <a:pt x="277050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358391"/>
                </a:lnTo>
                <a:lnTo>
                  <a:pt x="6350" y="1358391"/>
                </a:lnTo>
                <a:lnTo>
                  <a:pt x="12700" y="1364741"/>
                </a:lnTo>
                <a:lnTo>
                  <a:pt x="277050" y="1364741"/>
                </a:lnTo>
                <a:lnTo>
                  <a:pt x="277050" y="1371091"/>
                </a:lnTo>
                <a:close/>
              </a:path>
              <a:path w="277495" h="137160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77495" h="1371600">
                <a:moveTo>
                  <a:pt x="264350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64350" y="6349"/>
                </a:lnTo>
                <a:lnTo>
                  <a:pt x="264350" y="12699"/>
                </a:lnTo>
                <a:close/>
              </a:path>
              <a:path w="277495" h="1371600">
                <a:moveTo>
                  <a:pt x="264350" y="1364741"/>
                </a:moveTo>
                <a:lnTo>
                  <a:pt x="264350" y="6349"/>
                </a:lnTo>
                <a:lnTo>
                  <a:pt x="270700" y="12699"/>
                </a:lnTo>
                <a:lnTo>
                  <a:pt x="277050" y="12699"/>
                </a:lnTo>
                <a:lnTo>
                  <a:pt x="277050" y="1358391"/>
                </a:lnTo>
                <a:lnTo>
                  <a:pt x="270700" y="1358391"/>
                </a:lnTo>
                <a:lnTo>
                  <a:pt x="264350" y="1364741"/>
                </a:lnTo>
                <a:close/>
              </a:path>
              <a:path w="277495" h="1371600">
                <a:moveTo>
                  <a:pt x="277050" y="12699"/>
                </a:moveTo>
                <a:lnTo>
                  <a:pt x="270700" y="12699"/>
                </a:lnTo>
                <a:lnTo>
                  <a:pt x="264350" y="6349"/>
                </a:lnTo>
                <a:lnTo>
                  <a:pt x="277050" y="6349"/>
                </a:lnTo>
                <a:lnTo>
                  <a:pt x="277050" y="12699"/>
                </a:lnTo>
                <a:close/>
              </a:path>
              <a:path w="277495" h="1371600">
                <a:moveTo>
                  <a:pt x="12700" y="1364741"/>
                </a:moveTo>
                <a:lnTo>
                  <a:pt x="6350" y="1358391"/>
                </a:lnTo>
                <a:lnTo>
                  <a:pt x="12700" y="1358391"/>
                </a:lnTo>
                <a:lnTo>
                  <a:pt x="12700" y="1364741"/>
                </a:lnTo>
                <a:close/>
              </a:path>
              <a:path w="277495" h="1371600">
                <a:moveTo>
                  <a:pt x="264350" y="1364741"/>
                </a:moveTo>
                <a:lnTo>
                  <a:pt x="12700" y="1364741"/>
                </a:lnTo>
                <a:lnTo>
                  <a:pt x="12700" y="1358391"/>
                </a:lnTo>
                <a:lnTo>
                  <a:pt x="264350" y="1358391"/>
                </a:lnTo>
                <a:lnTo>
                  <a:pt x="264350" y="1364741"/>
                </a:lnTo>
                <a:close/>
              </a:path>
              <a:path w="277495" h="1371600">
                <a:moveTo>
                  <a:pt x="277050" y="1364741"/>
                </a:moveTo>
                <a:lnTo>
                  <a:pt x="264350" y="1364741"/>
                </a:lnTo>
                <a:lnTo>
                  <a:pt x="270700" y="1358391"/>
                </a:lnTo>
                <a:lnTo>
                  <a:pt x="277050" y="1358391"/>
                </a:lnTo>
                <a:lnTo>
                  <a:pt x="277050" y="13647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900369" y="2927159"/>
            <a:ext cx="323215" cy="712470"/>
          </a:xfrm>
          <a:prstGeom prst="rect">
            <a:avLst/>
          </a:prstGeom>
        </p:spPr>
        <p:txBody>
          <a:bodyPr wrap="square" lIns="0" tIns="952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800" spc="5" b="1">
                <a:solidFill>
                  <a:srgbClr val="FFFFFF"/>
                </a:solidFill>
                <a:latin typeface="华文楷体"/>
                <a:cs typeface="华文楷体"/>
              </a:rPr>
              <a:t>导热</a:t>
            </a:r>
            <a:r>
              <a:rPr dirty="0" sz="1800" b="1">
                <a:solidFill>
                  <a:srgbClr val="FFFFFF"/>
                </a:solidFill>
                <a:latin typeface="华文楷体"/>
                <a:cs typeface="华文楷体"/>
              </a:rPr>
              <a:t>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960620" y="2286000"/>
            <a:ext cx="2110740" cy="314325"/>
          </a:xfrm>
          <a:custGeom>
            <a:avLst/>
            <a:gdLst/>
            <a:ahLst/>
            <a:cxnLst/>
            <a:rect l="l" t="t" r="r" b="b"/>
            <a:pathLst>
              <a:path w="2110740" h="314325">
                <a:moveTo>
                  <a:pt x="0" y="0"/>
                </a:moveTo>
                <a:lnTo>
                  <a:pt x="2110739" y="0"/>
                </a:lnTo>
                <a:lnTo>
                  <a:pt x="2110739" y="313944"/>
                </a:lnTo>
                <a:lnTo>
                  <a:pt x="0" y="3139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953584" y="2279929"/>
            <a:ext cx="2124710" cy="327025"/>
          </a:xfrm>
          <a:custGeom>
            <a:avLst/>
            <a:gdLst/>
            <a:ahLst/>
            <a:cxnLst/>
            <a:rect l="l" t="t" r="r" b="b"/>
            <a:pathLst>
              <a:path w="2124709" h="327025">
                <a:moveTo>
                  <a:pt x="2124392" y="326720"/>
                </a:moveTo>
                <a:lnTo>
                  <a:pt x="0" y="326720"/>
                </a:lnTo>
                <a:lnTo>
                  <a:pt x="0" y="0"/>
                </a:lnTo>
                <a:lnTo>
                  <a:pt x="2124392" y="0"/>
                </a:lnTo>
                <a:lnTo>
                  <a:pt x="212439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14020"/>
                </a:lnTo>
                <a:lnTo>
                  <a:pt x="6350" y="314020"/>
                </a:lnTo>
                <a:lnTo>
                  <a:pt x="12700" y="320370"/>
                </a:lnTo>
                <a:lnTo>
                  <a:pt x="2124392" y="320370"/>
                </a:lnTo>
                <a:lnTo>
                  <a:pt x="2124392" y="326720"/>
                </a:lnTo>
                <a:close/>
              </a:path>
              <a:path w="2124709" h="3270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124709" h="327025">
                <a:moveTo>
                  <a:pt x="211169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111692" y="6350"/>
                </a:lnTo>
                <a:lnTo>
                  <a:pt x="2111692" y="12700"/>
                </a:lnTo>
                <a:close/>
              </a:path>
              <a:path w="2124709" h="327025">
                <a:moveTo>
                  <a:pt x="2111692" y="320370"/>
                </a:moveTo>
                <a:lnTo>
                  <a:pt x="2111692" y="6350"/>
                </a:lnTo>
                <a:lnTo>
                  <a:pt x="2118042" y="12700"/>
                </a:lnTo>
                <a:lnTo>
                  <a:pt x="2124392" y="12700"/>
                </a:lnTo>
                <a:lnTo>
                  <a:pt x="2124392" y="314020"/>
                </a:lnTo>
                <a:lnTo>
                  <a:pt x="2118042" y="314020"/>
                </a:lnTo>
                <a:lnTo>
                  <a:pt x="2111692" y="320370"/>
                </a:lnTo>
                <a:close/>
              </a:path>
              <a:path w="2124709" h="327025">
                <a:moveTo>
                  <a:pt x="2124392" y="12700"/>
                </a:moveTo>
                <a:lnTo>
                  <a:pt x="2118042" y="12700"/>
                </a:lnTo>
                <a:lnTo>
                  <a:pt x="2111692" y="6350"/>
                </a:lnTo>
                <a:lnTo>
                  <a:pt x="2124392" y="6350"/>
                </a:lnTo>
                <a:lnTo>
                  <a:pt x="2124392" y="12700"/>
                </a:lnTo>
                <a:close/>
              </a:path>
              <a:path w="2124709" h="327025">
                <a:moveTo>
                  <a:pt x="12700" y="320370"/>
                </a:moveTo>
                <a:lnTo>
                  <a:pt x="6350" y="314020"/>
                </a:lnTo>
                <a:lnTo>
                  <a:pt x="12700" y="314020"/>
                </a:lnTo>
                <a:lnTo>
                  <a:pt x="12700" y="320370"/>
                </a:lnTo>
                <a:close/>
              </a:path>
              <a:path w="2124709" h="327025">
                <a:moveTo>
                  <a:pt x="2111692" y="320370"/>
                </a:moveTo>
                <a:lnTo>
                  <a:pt x="12700" y="320370"/>
                </a:lnTo>
                <a:lnTo>
                  <a:pt x="12700" y="314020"/>
                </a:lnTo>
                <a:lnTo>
                  <a:pt x="2111692" y="314020"/>
                </a:lnTo>
                <a:lnTo>
                  <a:pt x="2111692" y="320370"/>
                </a:lnTo>
                <a:close/>
              </a:path>
              <a:path w="2124709" h="327025">
                <a:moveTo>
                  <a:pt x="2124392" y="320370"/>
                </a:moveTo>
                <a:lnTo>
                  <a:pt x="2111692" y="320370"/>
                </a:lnTo>
                <a:lnTo>
                  <a:pt x="2118042" y="314020"/>
                </a:lnTo>
                <a:lnTo>
                  <a:pt x="2124392" y="314020"/>
                </a:lnTo>
                <a:lnTo>
                  <a:pt x="2124392" y="320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943855" y="2267229"/>
            <a:ext cx="21278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524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绝热壁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591086" y="4441126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热平衡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192779" y="2520315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热平衡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782128" y="2520150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热平衡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362450" y="2031682"/>
            <a:ext cx="497205" cy="1460500"/>
          </a:xfrm>
          <a:custGeom>
            <a:avLst/>
            <a:gdLst/>
            <a:ahLst/>
            <a:cxnLst/>
            <a:rect l="l" t="t" r="r" b="b"/>
            <a:pathLst>
              <a:path w="497204" h="1460500">
                <a:moveTo>
                  <a:pt x="496684" y="25399"/>
                </a:moveTo>
                <a:lnTo>
                  <a:pt x="303631" y="25399"/>
                </a:lnTo>
                <a:lnTo>
                  <a:pt x="307251" y="12699"/>
                </a:lnTo>
                <a:lnTo>
                  <a:pt x="334632" y="12699"/>
                </a:lnTo>
                <a:lnTo>
                  <a:pt x="346240" y="0"/>
                </a:lnTo>
                <a:lnTo>
                  <a:pt x="496455" y="0"/>
                </a:lnTo>
                <a:lnTo>
                  <a:pt x="496684" y="25399"/>
                </a:lnTo>
                <a:close/>
              </a:path>
              <a:path w="497204" h="1460500">
                <a:moveTo>
                  <a:pt x="351663" y="38099"/>
                </a:moveTo>
                <a:lnTo>
                  <a:pt x="291858" y="38099"/>
                </a:lnTo>
                <a:lnTo>
                  <a:pt x="294093" y="25399"/>
                </a:lnTo>
                <a:lnTo>
                  <a:pt x="363994" y="25399"/>
                </a:lnTo>
                <a:lnTo>
                  <a:pt x="351663" y="38099"/>
                </a:lnTo>
                <a:close/>
              </a:path>
              <a:path w="497204" h="1460500">
                <a:moveTo>
                  <a:pt x="291147" y="697970"/>
                </a:moveTo>
                <a:lnTo>
                  <a:pt x="291147" y="38099"/>
                </a:lnTo>
                <a:lnTo>
                  <a:pt x="318998" y="38099"/>
                </a:lnTo>
                <a:lnTo>
                  <a:pt x="317385" y="50799"/>
                </a:lnTo>
                <a:lnTo>
                  <a:pt x="319722" y="50799"/>
                </a:lnTo>
                <a:lnTo>
                  <a:pt x="319722" y="685799"/>
                </a:lnTo>
                <a:lnTo>
                  <a:pt x="293090" y="685799"/>
                </a:lnTo>
                <a:lnTo>
                  <a:pt x="292754" y="688405"/>
                </a:lnTo>
                <a:lnTo>
                  <a:pt x="291147" y="697970"/>
                </a:lnTo>
                <a:close/>
              </a:path>
              <a:path w="497204" h="1460500">
                <a:moveTo>
                  <a:pt x="317385" y="50799"/>
                </a:moveTo>
                <a:lnTo>
                  <a:pt x="318998" y="38099"/>
                </a:lnTo>
                <a:lnTo>
                  <a:pt x="318829" y="39863"/>
                </a:lnTo>
                <a:lnTo>
                  <a:pt x="317385" y="50799"/>
                </a:lnTo>
                <a:close/>
              </a:path>
              <a:path w="497204" h="1460500">
                <a:moveTo>
                  <a:pt x="318829" y="39863"/>
                </a:moveTo>
                <a:lnTo>
                  <a:pt x="318998" y="38099"/>
                </a:lnTo>
                <a:lnTo>
                  <a:pt x="318829" y="39863"/>
                </a:lnTo>
                <a:close/>
              </a:path>
              <a:path w="497204" h="1460500">
                <a:moveTo>
                  <a:pt x="317914" y="49388"/>
                </a:moveTo>
                <a:lnTo>
                  <a:pt x="318529" y="42984"/>
                </a:lnTo>
                <a:lnTo>
                  <a:pt x="319062" y="38099"/>
                </a:lnTo>
                <a:lnTo>
                  <a:pt x="319417" y="38099"/>
                </a:lnTo>
                <a:lnTo>
                  <a:pt x="318115" y="48194"/>
                </a:lnTo>
                <a:lnTo>
                  <a:pt x="317914" y="49388"/>
                </a:lnTo>
                <a:close/>
              </a:path>
              <a:path w="497204" h="1460500">
                <a:moveTo>
                  <a:pt x="318115" y="48194"/>
                </a:moveTo>
                <a:lnTo>
                  <a:pt x="319417" y="38099"/>
                </a:lnTo>
                <a:lnTo>
                  <a:pt x="319722" y="38099"/>
                </a:lnTo>
                <a:lnTo>
                  <a:pt x="319722" y="38629"/>
                </a:lnTo>
                <a:lnTo>
                  <a:pt x="318115" y="48194"/>
                </a:lnTo>
                <a:close/>
              </a:path>
              <a:path w="497204" h="1460500">
                <a:moveTo>
                  <a:pt x="319722" y="38629"/>
                </a:moveTo>
                <a:lnTo>
                  <a:pt x="319722" y="38099"/>
                </a:lnTo>
                <a:lnTo>
                  <a:pt x="319722" y="38629"/>
                </a:lnTo>
                <a:close/>
              </a:path>
              <a:path w="497204" h="1460500">
                <a:moveTo>
                  <a:pt x="319722" y="50799"/>
                </a:moveTo>
                <a:lnTo>
                  <a:pt x="317779" y="50799"/>
                </a:lnTo>
                <a:lnTo>
                  <a:pt x="318115" y="48194"/>
                </a:lnTo>
                <a:lnTo>
                  <a:pt x="319722" y="38629"/>
                </a:lnTo>
                <a:lnTo>
                  <a:pt x="319722" y="50799"/>
                </a:lnTo>
                <a:close/>
              </a:path>
              <a:path w="497204" h="1460500">
                <a:moveTo>
                  <a:pt x="317677" y="50799"/>
                </a:moveTo>
                <a:lnTo>
                  <a:pt x="317385" y="50799"/>
                </a:lnTo>
                <a:lnTo>
                  <a:pt x="318829" y="39863"/>
                </a:lnTo>
                <a:lnTo>
                  <a:pt x="318529" y="42984"/>
                </a:lnTo>
                <a:lnTo>
                  <a:pt x="317677" y="50799"/>
                </a:lnTo>
                <a:close/>
              </a:path>
              <a:path w="497204" h="1460500">
                <a:moveTo>
                  <a:pt x="317677" y="50799"/>
                </a:moveTo>
                <a:lnTo>
                  <a:pt x="318529" y="42984"/>
                </a:lnTo>
                <a:lnTo>
                  <a:pt x="317914" y="49388"/>
                </a:lnTo>
                <a:lnTo>
                  <a:pt x="317677" y="50799"/>
                </a:lnTo>
                <a:close/>
              </a:path>
              <a:path w="497204" h="1460500">
                <a:moveTo>
                  <a:pt x="317779" y="50799"/>
                </a:moveTo>
                <a:lnTo>
                  <a:pt x="317914" y="49388"/>
                </a:lnTo>
                <a:lnTo>
                  <a:pt x="317779" y="50799"/>
                </a:lnTo>
                <a:close/>
              </a:path>
              <a:path w="497204" h="1460500">
                <a:moveTo>
                  <a:pt x="292955" y="687211"/>
                </a:moveTo>
                <a:lnTo>
                  <a:pt x="293090" y="685799"/>
                </a:lnTo>
                <a:lnTo>
                  <a:pt x="292955" y="687211"/>
                </a:lnTo>
                <a:close/>
              </a:path>
              <a:path w="497204" h="1460500">
                <a:moveTo>
                  <a:pt x="292340" y="693615"/>
                </a:moveTo>
                <a:lnTo>
                  <a:pt x="292955" y="687211"/>
                </a:lnTo>
                <a:lnTo>
                  <a:pt x="293192" y="685799"/>
                </a:lnTo>
                <a:lnTo>
                  <a:pt x="292340" y="693615"/>
                </a:lnTo>
                <a:close/>
              </a:path>
              <a:path w="497204" h="1460500">
                <a:moveTo>
                  <a:pt x="292040" y="696736"/>
                </a:moveTo>
                <a:lnTo>
                  <a:pt x="292340" y="693615"/>
                </a:lnTo>
                <a:lnTo>
                  <a:pt x="293192" y="685799"/>
                </a:lnTo>
                <a:lnTo>
                  <a:pt x="293484" y="685799"/>
                </a:lnTo>
                <a:lnTo>
                  <a:pt x="292040" y="696736"/>
                </a:lnTo>
                <a:close/>
              </a:path>
              <a:path w="497204" h="1460500">
                <a:moveTo>
                  <a:pt x="291871" y="698499"/>
                </a:moveTo>
                <a:lnTo>
                  <a:pt x="292040" y="696736"/>
                </a:lnTo>
                <a:lnTo>
                  <a:pt x="293484" y="685799"/>
                </a:lnTo>
                <a:lnTo>
                  <a:pt x="291871" y="698499"/>
                </a:lnTo>
                <a:close/>
              </a:path>
              <a:path w="497204" h="1460500">
                <a:moveTo>
                  <a:pt x="319722" y="698499"/>
                </a:moveTo>
                <a:lnTo>
                  <a:pt x="291871" y="698499"/>
                </a:lnTo>
                <a:lnTo>
                  <a:pt x="293484" y="685799"/>
                </a:lnTo>
                <a:lnTo>
                  <a:pt x="319722" y="685799"/>
                </a:lnTo>
                <a:lnTo>
                  <a:pt x="319722" y="698499"/>
                </a:lnTo>
                <a:close/>
              </a:path>
              <a:path w="497204" h="1460500">
                <a:moveTo>
                  <a:pt x="291807" y="698499"/>
                </a:moveTo>
                <a:lnTo>
                  <a:pt x="291452" y="698499"/>
                </a:lnTo>
                <a:lnTo>
                  <a:pt x="292754" y="688405"/>
                </a:lnTo>
                <a:lnTo>
                  <a:pt x="292955" y="687211"/>
                </a:lnTo>
                <a:lnTo>
                  <a:pt x="292340" y="693615"/>
                </a:lnTo>
                <a:lnTo>
                  <a:pt x="291807" y="698499"/>
                </a:lnTo>
                <a:close/>
              </a:path>
              <a:path w="497204" h="1460500">
                <a:moveTo>
                  <a:pt x="291452" y="698499"/>
                </a:moveTo>
                <a:lnTo>
                  <a:pt x="291147" y="698499"/>
                </a:lnTo>
                <a:lnTo>
                  <a:pt x="291147" y="697970"/>
                </a:lnTo>
                <a:lnTo>
                  <a:pt x="292754" y="688405"/>
                </a:lnTo>
                <a:lnTo>
                  <a:pt x="291452" y="698499"/>
                </a:lnTo>
                <a:close/>
              </a:path>
              <a:path w="497204" h="1460500">
                <a:moveTo>
                  <a:pt x="291871" y="698499"/>
                </a:moveTo>
                <a:lnTo>
                  <a:pt x="292040" y="696736"/>
                </a:lnTo>
                <a:lnTo>
                  <a:pt x="291871" y="698499"/>
                </a:lnTo>
                <a:close/>
              </a:path>
              <a:path w="497204" h="1460500">
                <a:moveTo>
                  <a:pt x="291147" y="698499"/>
                </a:moveTo>
                <a:lnTo>
                  <a:pt x="291147" y="697970"/>
                </a:lnTo>
                <a:lnTo>
                  <a:pt x="291147" y="698499"/>
                </a:lnTo>
                <a:close/>
              </a:path>
              <a:path w="497204" h="1460500">
                <a:moveTo>
                  <a:pt x="316776" y="711199"/>
                </a:moveTo>
                <a:lnTo>
                  <a:pt x="246875" y="711199"/>
                </a:lnTo>
                <a:lnTo>
                  <a:pt x="259207" y="698499"/>
                </a:lnTo>
                <a:lnTo>
                  <a:pt x="319011" y="698499"/>
                </a:lnTo>
                <a:lnTo>
                  <a:pt x="316776" y="711199"/>
                </a:lnTo>
                <a:close/>
              </a:path>
              <a:path w="497204" h="1460500">
                <a:moveTo>
                  <a:pt x="114414" y="747466"/>
                </a:moveTo>
                <a:lnTo>
                  <a:pt x="0" y="736599"/>
                </a:lnTo>
                <a:lnTo>
                  <a:pt x="0" y="711199"/>
                </a:lnTo>
                <a:lnTo>
                  <a:pt x="114414" y="711199"/>
                </a:lnTo>
                <a:lnTo>
                  <a:pt x="114414" y="747466"/>
                </a:lnTo>
                <a:close/>
              </a:path>
              <a:path w="497204" h="1460500">
                <a:moveTo>
                  <a:pt x="116890" y="747701"/>
                </a:moveTo>
                <a:lnTo>
                  <a:pt x="114414" y="747466"/>
                </a:lnTo>
                <a:lnTo>
                  <a:pt x="114414" y="711199"/>
                </a:lnTo>
                <a:lnTo>
                  <a:pt x="189699" y="711199"/>
                </a:lnTo>
                <a:lnTo>
                  <a:pt x="206692" y="723899"/>
                </a:lnTo>
                <a:lnTo>
                  <a:pt x="276237" y="723899"/>
                </a:lnTo>
                <a:lnTo>
                  <a:pt x="264629" y="736599"/>
                </a:lnTo>
                <a:lnTo>
                  <a:pt x="134086" y="736599"/>
                </a:lnTo>
                <a:lnTo>
                  <a:pt x="116890" y="747701"/>
                </a:lnTo>
                <a:close/>
              </a:path>
              <a:path w="497204" h="1460500">
                <a:moveTo>
                  <a:pt x="303618" y="723899"/>
                </a:moveTo>
                <a:lnTo>
                  <a:pt x="206692" y="723899"/>
                </a:lnTo>
                <a:lnTo>
                  <a:pt x="189699" y="711199"/>
                </a:lnTo>
                <a:lnTo>
                  <a:pt x="307238" y="711199"/>
                </a:lnTo>
                <a:lnTo>
                  <a:pt x="303618" y="723899"/>
                </a:lnTo>
                <a:close/>
              </a:path>
              <a:path w="497204" h="1460500">
                <a:moveTo>
                  <a:pt x="286473" y="736599"/>
                </a:moveTo>
                <a:lnTo>
                  <a:pt x="264629" y="736599"/>
                </a:lnTo>
                <a:lnTo>
                  <a:pt x="276237" y="723899"/>
                </a:lnTo>
                <a:lnTo>
                  <a:pt x="286473" y="736599"/>
                </a:lnTo>
                <a:close/>
              </a:path>
              <a:path w="497204" h="1460500">
                <a:moveTo>
                  <a:pt x="310641" y="749299"/>
                </a:moveTo>
                <a:lnTo>
                  <a:pt x="133718" y="749299"/>
                </a:lnTo>
                <a:lnTo>
                  <a:pt x="116890" y="747701"/>
                </a:lnTo>
                <a:lnTo>
                  <a:pt x="134086" y="736599"/>
                </a:lnTo>
                <a:lnTo>
                  <a:pt x="307238" y="736599"/>
                </a:lnTo>
                <a:lnTo>
                  <a:pt x="310641" y="749299"/>
                </a:lnTo>
                <a:close/>
              </a:path>
              <a:path w="497204" h="1460500">
                <a:moveTo>
                  <a:pt x="114414" y="749299"/>
                </a:moveTo>
                <a:lnTo>
                  <a:pt x="114414" y="747466"/>
                </a:lnTo>
                <a:lnTo>
                  <a:pt x="116890" y="747701"/>
                </a:lnTo>
                <a:lnTo>
                  <a:pt x="114414" y="749299"/>
                </a:lnTo>
                <a:close/>
              </a:path>
              <a:path w="497204" h="1460500">
                <a:moveTo>
                  <a:pt x="319722" y="1422400"/>
                </a:moveTo>
                <a:lnTo>
                  <a:pt x="291147" y="1422400"/>
                </a:lnTo>
                <a:lnTo>
                  <a:pt x="291147" y="761999"/>
                </a:lnTo>
                <a:lnTo>
                  <a:pt x="269684" y="761999"/>
                </a:lnTo>
                <a:lnTo>
                  <a:pt x="258686" y="749299"/>
                </a:lnTo>
                <a:lnTo>
                  <a:pt x="319011" y="749299"/>
                </a:lnTo>
                <a:lnTo>
                  <a:pt x="319722" y="761999"/>
                </a:lnTo>
                <a:lnTo>
                  <a:pt x="319722" y="1409700"/>
                </a:lnTo>
                <a:lnTo>
                  <a:pt x="318681" y="1409700"/>
                </a:lnTo>
                <a:lnTo>
                  <a:pt x="319707" y="1421230"/>
                </a:lnTo>
                <a:lnTo>
                  <a:pt x="319722" y="1422400"/>
                </a:lnTo>
                <a:close/>
              </a:path>
              <a:path w="497204" h="1460500">
                <a:moveTo>
                  <a:pt x="319707" y="1421230"/>
                </a:moveTo>
                <a:lnTo>
                  <a:pt x="318681" y="1409700"/>
                </a:lnTo>
                <a:lnTo>
                  <a:pt x="319557" y="1409700"/>
                </a:lnTo>
                <a:lnTo>
                  <a:pt x="319707" y="1421230"/>
                </a:lnTo>
                <a:close/>
              </a:path>
              <a:path w="497204" h="1460500">
                <a:moveTo>
                  <a:pt x="319722" y="1421401"/>
                </a:moveTo>
                <a:lnTo>
                  <a:pt x="319557" y="1409700"/>
                </a:lnTo>
                <a:lnTo>
                  <a:pt x="319722" y="1417955"/>
                </a:lnTo>
                <a:lnTo>
                  <a:pt x="319722" y="1421401"/>
                </a:lnTo>
                <a:close/>
              </a:path>
              <a:path w="497204" h="1460500">
                <a:moveTo>
                  <a:pt x="319722" y="1417955"/>
                </a:moveTo>
                <a:lnTo>
                  <a:pt x="319557" y="1409700"/>
                </a:lnTo>
                <a:lnTo>
                  <a:pt x="319722" y="1409700"/>
                </a:lnTo>
                <a:lnTo>
                  <a:pt x="319722" y="1417955"/>
                </a:lnTo>
                <a:close/>
              </a:path>
              <a:path w="497204" h="1460500">
                <a:moveTo>
                  <a:pt x="326021" y="1422400"/>
                </a:moveTo>
                <a:lnTo>
                  <a:pt x="319811" y="1422400"/>
                </a:lnTo>
                <a:lnTo>
                  <a:pt x="319722" y="1409700"/>
                </a:lnTo>
                <a:lnTo>
                  <a:pt x="322592" y="1409700"/>
                </a:lnTo>
                <a:lnTo>
                  <a:pt x="326021" y="1422400"/>
                </a:lnTo>
                <a:close/>
              </a:path>
              <a:path w="497204" h="1460500">
                <a:moveTo>
                  <a:pt x="319811" y="1422400"/>
                </a:moveTo>
                <a:lnTo>
                  <a:pt x="319722" y="1421401"/>
                </a:lnTo>
                <a:lnTo>
                  <a:pt x="319811" y="1422400"/>
                </a:lnTo>
                <a:close/>
              </a:path>
              <a:path w="497204" h="1460500">
                <a:moveTo>
                  <a:pt x="391477" y="1435100"/>
                </a:moveTo>
                <a:lnTo>
                  <a:pt x="297002" y="1435100"/>
                </a:lnTo>
                <a:lnTo>
                  <a:pt x="294093" y="1422400"/>
                </a:lnTo>
                <a:lnTo>
                  <a:pt x="376758" y="1422400"/>
                </a:lnTo>
                <a:lnTo>
                  <a:pt x="391477" y="1435100"/>
                </a:lnTo>
                <a:close/>
              </a:path>
              <a:path w="497204" h="1460500">
                <a:moveTo>
                  <a:pt x="496455" y="1460500"/>
                </a:moveTo>
                <a:lnTo>
                  <a:pt x="359054" y="1460500"/>
                </a:lnTo>
                <a:lnTo>
                  <a:pt x="346240" y="1447800"/>
                </a:lnTo>
                <a:lnTo>
                  <a:pt x="311086" y="1447800"/>
                </a:lnTo>
                <a:lnTo>
                  <a:pt x="307251" y="1435100"/>
                </a:lnTo>
                <a:lnTo>
                  <a:pt x="496684" y="1435100"/>
                </a:lnTo>
                <a:lnTo>
                  <a:pt x="496455" y="1460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128433" y="2016760"/>
            <a:ext cx="527685" cy="1473200"/>
          </a:xfrm>
          <a:custGeom>
            <a:avLst/>
            <a:gdLst/>
            <a:ahLst/>
            <a:cxnLst/>
            <a:rect l="l" t="t" r="r" b="b"/>
            <a:pathLst>
              <a:path w="527684" h="1473200">
                <a:moveTo>
                  <a:pt x="175920" y="12700"/>
                </a:moveTo>
                <a:lnTo>
                  <a:pt x="0" y="12700"/>
                </a:lnTo>
                <a:lnTo>
                  <a:pt x="152" y="0"/>
                </a:lnTo>
                <a:lnTo>
                  <a:pt x="161048" y="0"/>
                </a:lnTo>
                <a:lnTo>
                  <a:pt x="175920" y="12700"/>
                </a:lnTo>
                <a:close/>
              </a:path>
              <a:path w="527684" h="1473200">
                <a:moveTo>
                  <a:pt x="125158" y="25400"/>
                </a:moveTo>
                <a:lnTo>
                  <a:pt x="106565" y="12700"/>
                </a:lnTo>
                <a:lnTo>
                  <a:pt x="124929" y="12700"/>
                </a:lnTo>
                <a:lnTo>
                  <a:pt x="125158" y="25400"/>
                </a:lnTo>
                <a:close/>
              </a:path>
              <a:path w="527684" h="1473200">
                <a:moveTo>
                  <a:pt x="215785" y="25400"/>
                </a:moveTo>
                <a:lnTo>
                  <a:pt x="142290" y="25400"/>
                </a:lnTo>
                <a:lnTo>
                  <a:pt x="124929" y="12700"/>
                </a:lnTo>
                <a:lnTo>
                  <a:pt x="211289" y="12700"/>
                </a:lnTo>
                <a:lnTo>
                  <a:pt x="215785" y="25400"/>
                </a:lnTo>
                <a:close/>
              </a:path>
              <a:path w="527684" h="1473200">
                <a:moveTo>
                  <a:pt x="232562" y="38100"/>
                </a:moveTo>
                <a:lnTo>
                  <a:pt x="195643" y="38100"/>
                </a:lnTo>
                <a:lnTo>
                  <a:pt x="190207" y="25400"/>
                </a:lnTo>
                <a:lnTo>
                  <a:pt x="229997" y="25400"/>
                </a:lnTo>
                <a:lnTo>
                  <a:pt x="232562" y="38100"/>
                </a:lnTo>
                <a:close/>
              </a:path>
              <a:path w="527684" h="1473200">
                <a:moveTo>
                  <a:pt x="235026" y="698500"/>
                </a:moveTo>
                <a:lnTo>
                  <a:pt x="215976" y="698500"/>
                </a:lnTo>
                <a:lnTo>
                  <a:pt x="215976" y="38100"/>
                </a:lnTo>
                <a:lnTo>
                  <a:pt x="235026" y="38100"/>
                </a:lnTo>
                <a:lnTo>
                  <a:pt x="235026" y="698500"/>
                </a:lnTo>
                <a:close/>
              </a:path>
              <a:path w="527684" h="1473200">
                <a:moveTo>
                  <a:pt x="255650" y="711200"/>
                </a:moveTo>
                <a:lnTo>
                  <a:pt x="218440" y="711200"/>
                </a:lnTo>
                <a:lnTo>
                  <a:pt x="216725" y="698500"/>
                </a:lnTo>
                <a:lnTo>
                  <a:pt x="250672" y="698500"/>
                </a:lnTo>
                <a:lnTo>
                  <a:pt x="255650" y="711200"/>
                </a:lnTo>
                <a:close/>
              </a:path>
              <a:path w="527684" h="1473200">
                <a:moveTo>
                  <a:pt x="326072" y="723900"/>
                </a:moveTo>
                <a:lnTo>
                  <a:pt x="235216" y="723900"/>
                </a:lnTo>
                <a:lnTo>
                  <a:pt x="231114" y="711200"/>
                </a:lnTo>
                <a:lnTo>
                  <a:pt x="308711" y="711200"/>
                </a:lnTo>
                <a:lnTo>
                  <a:pt x="326072" y="723900"/>
                </a:lnTo>
                <a:close/>
              </a:path>
              <a:path w="527684" h="1473200">
                <a:moveTo>
                  <a:pt x="323824" y="736600"/>
                </a:moveTo>
                <a:lnTo>
                  <a:pt x="289953" y="736600"/>
                </a:lnTo>
                <a:lnTo>
                  <a:pt x="275081" y="723900"/>
                </a:lnTo>
                <a:lnTo>
                  <a:pt x="342607" y="723900"/>
                </a:lnTo>
                <a:lnTo>
                  <a:pt x="323824" y="736600"/>
                </a:lnTo>
                <a:close/>
              </a:path>
              <a:path w="527684" h="1473200">
                <a:moveTo>
                  <a:pt x="427951" y="749300"/>
                </a:moveTo>
                <a:lnTo>
                  <a:pt x="427710" y="749300"/>
                </a:lnTo>
                <a:lnTo>
                  <a:pt x="405168" y="736600"/>
                </a:lnTo>
                <a:lnTo>
                  <a:pt x="323824" y="736600"/>
                </a:lnTo>
                <a:lnTo>
                  <a:pt x="342607" y="723900"/>
                </a:lnTo>
                <a:lnTo>
                  <a:pt x="450850" y="723900"/>
                </a:lnTo>
                <a:lnTo>
                  <a:pt x="450850" y="746367"/>
                </a:lnTo>
                <a:lnTo>
                  <a:pt x="427951" y="749300"/>
                </a:lnTo>
                <a:close/>
              </a:path>
              <a:path w="527684" h="1473200">
                <a:moveTo>
                  <a:pt x="450850" y="746367"/>
                </a:moveTo>
                <a:lnTo>
                  <a:pt x="450850" y="723900"/>
                </a:lnTo>
                <a:lnTo>
                  <a:pt x="527126" y="723900"/>
                </a:lnTo>
                <a:lnTo>
                  <a:pt x="527126" y="736600"/>
                </a:lnTo>
                <a:lnTo>
                  <a:pt x="450850" y="746367"/>
                </a:lnTo>
                <a:close/>
              </a:path>
              <a:path w="527684" h="1473200">
                <a:moveTo>
                  <a:pt x="427710" y="749300"/>
                </a:moveTo>
                <a:lnTo>
                  <a:pt x="249910" y="749300"/>
                </a:lnTo>
                <a:lnTo>
                  <a:pt x="255612" y="736600"/>
                </a:lnTo>
                <a:lnTo>
                  <a:pt x="405168" y="736600"/>
                </a:lnTo>
                <a:lnTo>
                  <a:pt x="427710" y="749300"/>
                </a:lnTo>
                <a:close/>
              </a:path>
              <a:path w="527684" h="1473200">
                <a:moveTo>
                  <a:pt x="450850" y="749300"/>
                </a:moveTo>
                <a:lnTo>
                  <a:pt x="427951" y="749300"/>
                </a:lnTo>
                <a:lnTo>
                  <a:pt x="450850" y="746367"/>
                </a:lnTo>
                <a:lnTo>
                  <a:pt x="450850" y="749300"/>
                </a:lnTo>
                <a:close/>
              </a:path>
              <a:path w="527684" h="1473200">
                <a:moveTo>
                  <a:pt x="278701" y="762000"/>
                </a:moveTo>
                <a:lnTo>
                  <a:pt x="224015" y="762000"/>
                </a:lnTo>
                <a:lnTo>
                  <a:pt x="227393" y="749300"/>
                </a:lnTo>
                <a:lnTo>
                  <a:pt x="293243" y="749300"/>
                </a:lnTo>
                <a:lnTo>
                  <a:pt x="278701" y="762000"/>
                </a:lnTo>
                <a:close/>
              </a:path>
              <a:path w="527684" h="1473200">
                <a:moveTo>
                  <a:pt x="239839" y="774700"/>
                </a:moveTo>
                <a:lnTo>
                  <a:pt x="216128" y="774700"/>
                </a:lnTo>
                <a:lnTo>
                  <a:pt x="216725" y="762000"/>
                </a:lnTo>
                <a:lnTo>
                  <a:pt x="243382" y="762000"/>
                </a:lnTo>
                <a:lnTo>
                  <a:pt x="239839" y="774700"/>
                </a:lnTo>
                <a:close/>
              </a:path>
              <a:path w="527684" h="1473200">
                <a:moveTo>
                  <a:pt x="234873" y="1435100"/>
                </a:moveTo>
                <a:lnTo>
                  <a:pt x="210540" y="1435100"/>
                </a:lnTo>
                <a:lnTo>
                  <a:pt x="213588" y="1422400"/>
                </a:lnTo>
                <a:lnTo>
                  <a:pt x="215976" y="1422400"/>
                </a:lnTo>
                <a:lnTo>
                  <a:pt x="215976" y="774700"/>
                </a:lnTo>
                <a:lnTo>
                  <a:pt x="235026" y="774700"/>
                </a:lnTo>
                <a:lnTo>
                  <a:pt x="235026" y="1422400"/>
                </a:lnTo>
                <a:lnTo>
                  <a:pt x="234873" y="1435100"/>
                </a:lnTo>
                <a:close/>
              </a:path>
              <a:path w="527684" h="1473200">
                <a:moveTo>
                  <a:pt x="226987" y="1447800"/>
                </a:moveTo>
                <a:lnTo>
                  <a:pt x="157759" y="1447800"/>
                </a:lnTo>
                <a:lnTo>
                  <a:pt x="172300" y="1435100"/>
                </a:lnTo>
                <a:lnTo>
                  <a:pt x="229997" y="1435100"/>
                </a:lnTo>
                <a:lnTo>
                  <a:pt x="226987" y="1447800"/>
                </a:lnTo>
                <a:close/>
              </a:path>
              <a:path w="527684" h="1473200">
                <a:moveTo>
                  <a:pt x="195389" y="1460500"/>
                </a:moveTo>
                <a:lnTo>
                  <a:pt x="22885" y="1460500"/>
                </a:lnTo>
                <a:lnTo>
                  <a:pt x="45262" y="1447800"/>
                </a:lnTo>
                <a:lnTo>
                  <a:pt x="201091" y="1447800"/>
                </a:lnTo>
                <a:lnTo>
                  <a:pt x="195389" y="1460500"/>
                </a:lnTo>
                <a:close/>
              </a:path>
              <a:path w="527684" h="1473200">
                <a:moveTo>
                  <a:pt x="127177" y="1473200"/>
                </a:moveTo>
                <a:lnTo>
                  <a:pt x="152" y="1473200"/>
                </a:lnTo>
                <a:lnTo>
                  <a:pt x="0" y="1460500"/>
                </a:lnTo>
                <a:lnTo>
                  <a:pt x="144767" y="1460500"/>
                </a:lnTo>
                <a:lnTo>
                  <a:pt x="127177" y="1473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63184" y="3984548"/>
            <a:ext cx="1705610" cy="38996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2832" y="2721864"/>
            <a:ext cx="265430" cy="1358265"/>
          </a:xfrm>
          <a:custGeom>
            <a:avLst/>
            <a:gdLst/>
            <a:ahLst/>
            <a:cxnLst/>
            <a:rect l="l" t="t" r="r" b="b"/>
            <a:pathLst>
              <a:path w="265430" h="1358264">
                <a:moveTo>
                  <a:pt x="265176" y="0"/>
                </a:moveTo>
                <a:lnTo>
                  <a:pt x="265176" y="1357884"/>
                </a:lnTo>
                <a:lnTo>
                  <a:pt x="0" y="1357884"/>
                </a:lnTo>
                <a:lnTo>
                  <a:pt x="0" y="0"/>
                </a:lnTo>
                <a:lnTo>
                  <a:pt x="265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16977" y="2715399"/>
            <a:ext cx="277495" cy="1371600"/>
          </a:xfrm>
          <a:custGeom>
            <a:avLst/>
            <a:gdLst/>
            <a:ahLst/>
            <a:cxnLst/>
            <a:rect l="l" t="t" r="r" b="b"/>
            <a:pathLst>
              <a:path w="277494" h="1371600">
                <a:moveTo>
                  <a:pt x="277037" y="1371091"/>
                </a:moveTo>
                <a:lnTo>
                  <a:pt x="0" y="1371091"/>
                </a:lnTo>
                <a:lnTo>
                  <a:pt x="0" y="0"/>
                </a:lnTo>
                <a:lnTo>
                  <a:pt x="277037" y="0"/>
                </a:lnTo>
                <a:lnTo>
                  <a:pt x="277037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358391"/>
                </a:lnTo>
                <a:lnTo>
                  <a:pt x="6350" y="1358391"/>
                </a:lnTo>
                <a:lnTo>
                  <a:pt x="12700" y="1364741"/>
                </a:lnTo>
                <a:lnTo>
                  <a:pt x="277037" y="1364741"/>
                </a:lnTo>
                <a:lnTo>
                  <a:pt x="277037" y="1371091"/>
                </a:lnTo>
                <a:close/>
              </a:path>
              <a:path w="277494" h="137160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77494" h="1371600">
                <a:moveTo>
                  <a:pt x="264337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64337" y="6349"/>
                </a:lnTo>
                <a:lnTo>
                  <a:pt x="264337" y="12699"/>
                </a:lnTo>
                <a:close/>
              </a:path>
              <a:path w="277494" h="1371600">
                <a:moveTo>
                  <a:pt x="264337" y="1364741"/>
                </a:moveTo>
                <a:lnTo>
                  <a:pt x="264337" y="6349"/>
                </a:lnTo>
                <a:lnTo>
                  <a:pt x="270687" y="12699"/>
                </a:lnTo>
                <a:lnTo>
                  <a:pt x="277037" y="12699"/>
                </a:lnTo>
                <a:lnTo>
                  <a:pt x="277037" y="1358391"/>
                </a:lnTo>
                <a:lnTo>
                  <a:pt x="270687" y="1358391"/>
                </a:lnTo>
                <a:lnTo>
                  <a:pt x="264337" y="1364741"/>
                </a:lnTo>
                <a:close/>
              </a:path>
              <a:path w="277494" h="1371600">
                <a:moveTo>
                  <a:pt x="277037" y="12699"/>
                </a:moveTo>
                <a:lnTo>
                  <a:pt x="270687" y="12699"/>
                </a:lnTo>
                <a:lnTo>
                  <a:pt x="264337" y="6349"/>
                </a:lnTo>
                <a:lnTo>
                  <a:pt x="277037" y="6349"/>
                </a:lnTo>
                <a:lnTo>
                  <a:pt x="277037" y="12699"/>
                </a:lnTo>
                <a:close/>
              </a:path>
              <a:path w="277494" h="1371600">
                <a:moveTo>
                  <a:pt x="12700" y="1364741"/>
                </a:moveTo>
                <a:lnTo>
                  <a:pt x="6350" y="1358391"/>
                </a:lnTo>
                <a:lnTo>
                  <a:pt x="12700" y="1358391"/>
                </a:lnTo>
                <a:lnTo>
                  <a:pt x="12700" y="1364741"/>
                </a:lnTo>
                <a:close/>
              </a:path>
              <a:path w="277494" h="1371600">
                <a:moveTo>
                  <a:pt x="264337" y="1364741"/>
                </a:moveTo>
                <a:lnTo>
                  <a:pt x="12700" y="1364741"/>
                </a:lnTo>
                <a:lnTo>
                  <a:pt x="12700" y="1358391"/>
                </a:lnTo>
                <a:lnTo>
                  <a:pt x="264337" y="1358391"/>
                </a:lnTo>
                <a:lnTo>
                  <a:pt x="264337" y="1364741"/>
                </a:lnTo>
                <a:close/>
              </a:path>
              <a:path w="277494" h="1371600">
                <a:moveTo>
                  <a:pt x="277037" y="1364741"/>
                </a:moveTo>
                <a:lnTo>
                  <a:pt x="264337" y="1364741"/>
                </a:lnTo>
                <a:lnTo>
                  <a:pt x="270687" y="1358391"/>
                </a:lnTo>
                <a:lnTo>
                  <a:pt x="277037" y="1358391"/>
                </a:lnTo>
                <a:lnTo>
                  <a:pt x="277037" y="13647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05483" y="3044329"/>
            <a:ext cx="323215" cy="712470"/>
          </a:xfrm>
          <a:prstGeom prst="rect">
            <a:avLst/>
          </a:prstGeom>
        </p:spPr>
        <p:txBody>
          <a:bodyPr wrap="square" lIns="0" tIns="952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800" spc="5" b="1">
                <a:solidFill>
                  <a:srgbClr val="FFFFFF"/>
                </a:solidFill>
                <a:latin typeface="华文楷体"/>
                <a:cs typeface="华文楷体"/>
              </a:rPr>
              <a:t>导热</a:t>
            </a:r>
            <a:r>
              <a:rPr dirty="0" sz="1800" b="1">
                <a:solidFill>
                  <a:srgbClr val="FFFFFF"/>
                </a:solidFill>
                <a:latin typeface="华文楷体"/>
                <a:cs typeface="华文楷体"/>
              </a:rPr>
              <a:t>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8995" y="2721864"/>
            <a:ext cx="917575" cy="1320165"/>
          </a:xfrm>
          <a:custGeom>
            <a:avLst/>
            <a:gdLst/>
            <a:ahLst/>
            <a:cxnLst/>
            <a:rect l="l" t="t" r="r" b="b"/>
            <a:pathLst>
              <a:path w="917575" h="1320164">
                <a:moveTo>
                  <a:pt x="0" y="0"/>
                </a:moveTo>
                <a:lnTo>
                  <a:pt x="917447" y="0"/>
                </a:lnTo>
                <a:lnTo>
                  <a:pt x="917447" y="1319784"/>
                </a:lnTo>
                <a:lnTo>
                  <a:pt x="0" y="1319784"/>
                </a:lnTo>
                <a:lnTo>
                  <a:pt x="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4416" y="2707462"/>
            <a:ext cx="946785" cy="1348105"/>
          </a:xfrm>
          <a:custGeom>
            <a:avLst/>
            <a:gdLst/>
            <a:ahLst/>
            <a:cxnLst/>
            <a:rect l="l" t="t" r="r" b="b"/>
            <a:pathLst>
              <a:path w="946785" h="1348104">
                <a:moveTo>
                  <a:pt x="946645" y="1347787"/>
                </a:moveTo>
                <a:lnTo>
                  <a:pt x="0" y="1347787"/>
                </a:lnTo>
                <a:lnTo>
                  <a:pt x="0" y="0"/>
                </a:lnTo>
                <a:lnTo>
                  <a:pt x="946645" y="0"/>
                </a:lnTo>
                <a:lnTo>
                  <a:pt x="94664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1319212"/>
                </a:lnTo>
                <a:lnTo>
                  <a:pt x="14287" y="1319212"/>
                </a:lnTo>
                <a:lnTo>
                  <a:pt x="28575" y="1333499"/>
                </a:lnTo>
                <a:lnTo>
                  <a:pt x="946645" y="1333499"/>
                </a:lnTo>
                <a:lnTo>
                  <a:pt x="946645" y="1347787"/>
                </a:lnTo>
                <a:close/>
              </a:path>
              <a:path w="946785" h="1348104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946785" h="1348104">
                <a:moveTo>
                  <a:pt x="91807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918070" y="14287"/>
                </a:lnTo>
                <a:lnTo>
                  <a:pt x="918070" y="28574"/>
                </a:lnTo>
                <a:close/>
              </a:path>
              <a:path w="946785" h="1348104">
                <a:moveTo>
                  <a:pt x="918070" y="1333499"/>
                </a:moveTo>
                <a:lnTo>
                  <a:pt x="918070" y="14287"/>
                </a:lnTo>
                <a:lnTo>
                  <a:pt x="932357" y="28574"/>
                </a:lnTo>
                <a:lnTo>
                  <a:pt x="946645" y="28574"/>
                </a:lnTo>
                <a:lnTo>
                  <a:pt x="946645" y="1319212"/>
                </a:lnTo>
                <a:lnTo>
                  <a:pt x="932357" y="1319212"/>
                </a:lnTo>
                <a:lnTo>
                  <a:pt x="918070" y="1333499"/>
                </a:lnTo>
                <a:close/>
              </a:path>
              <a:path w="946785" h="1348104">
                <a:moveTo>
                  <a:pt x="946645" y="28574"/>
                </a:moveTo>
                <a:lnTo>
                  <a:pt x="932357" y="28574"/>
                </a:lnTo>
                <a:lnTo>
                  <a:pt x="918070" y="14287"/>
                </a:lnTo>
                <a:lnTo>
                  <a:pt x="946645" y="14287"/>
                </a:lnTo>
                <a:lnTo>
                  <a:pt x="946645" y="28574"/>
                </a:lnTo>
                <a:close/>
              </a:path>
              <a:path w="946785" h="1348104">
                <a:moveTo>
                  <a:pt x="28575" y="1333499"/>
                </a:moveTo>
                <a:lnTo>
                  <a:pt x="14287" y="1319212"/>
                </a:lnTo>
                <a:lnTo>
                  <a:pt x="28575" y="1319212"/>
                </a:lnTo>
                <a:lnTo>
                  <a:pt x="28575" y="1333499"/>
                </a:lnTo>
                <a:close/>
              </a:path>
              <a:path w="946785" h="1348104">
                <a:moveTo>
                  <a:pt x="918070" y="1333499"/>
                </a:moveTo>
                <a:lnTo>
                  <a:pt x="28575" y="1333499"/>
                </a:lnTo>
                <a:lnTo>
                  <a:pt x="28575" y="1319212"/>
                </a:lnTo>
                <a:lnTo>
                  <a:pt x="918070" y="1319212"/>
                </a:lnTo>
                <a:lnTo>
                  <a:pt x="918070" y="1333499"/>
                </a:lnTo>
                <a:close/>
              </a:path>
              <a:path w="946785" h="1348104">
                <a:moveTo>
                  <a:pt x="946645" y="1333499"/>
                </a:moveTo>
                <a:lnTo>
                  <a:pt x="918070" y="1333499"/>
                </a:lnTo>
                <a:lnTo>
                  <a:pt x="932357" y="1319212"/>
                </a:lnTo>
                <a:lnTo>
                  <a:pt x="946645" y="1319212"/>
                </a:lnTo>
                <a:lnTo>
                  <a:pt x="946645" y="133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48995" y="3133864"/>
            <a:ext cx="9175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44395" y="2737104"/>
            <a:ext cx="832485" cy="1289685"/>
          </a:xfrm>
          <a:custGeom>
            <a:avLst/>
            <a:gdLst/>
            <a:ahLst/>
            <a:cxnLst/>
            <a:rect l="l" t="t" r="r" b="b"/>
            <a:pathLst>
              <a:path w="832485" h="1289685">
                <a:moveTo>
                  <a:pt x="0" y="0"/>
                </a:moveTo>
                <a:lnTo>
                  <a:pt x="832104" y="0"/>
                </a:lnTo>
                <a:lnTo>
                  <a:pt x="832104" y="1289304"/>
                </a:lnTo>
                <a:lnTo>
                  <a:pt x="0" y="1289304"/>
                </a:lnTo>
                <a:lnTo>
                  <a:pt x="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29930" y="2722765"/>
            <a:ext cx="861060" cy="1317625"/>
          </a:xfrm>
          <a:custGeom>
            <a:avLst/>
            <a:gdLst/>
            <a:ahLst/>
            <a:cxnLst/>
            <a:rect l="l" t="t" r="r" b="b"/>
            <a:pathLst>
              <a:path w="861060" h="1317625">
                <a:moveTo>
                  <a:pt x="860882" y="1317180"/>
                </a:moveTo>
                <a:lnTo>
                  <a:pt x="0" y="1317180"/>
                </a:lnTo>
                <a:lnTo>
                  <a:pt x="0" y="0"/>
                </a:lnTo>
                <a:lnTo>
                  <a:pt x="860882" y="0"/>
                </a:lnTo>
                <a:lnTo>
                  <a:pt x="86088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288605"/>
                </a:lnTo>
                <a:lnTo>
                  <a:pt x="14287" y="1288605"/>
                </a:lnTo>
                <a:lnTo>
                  <a:pt x="28575" y="1302893"/>
                </a:lnTo>
                <a:lnTo>
                  <a:pt x="860882" y="1302893"/>
                </a:lnTo>
                <a:lnTo>
                  <a:pt x="860882" y="1317180"/>
                </a:lnTo>
                <a:close/>
              </a:path>
              <a:path w="861060" h="131762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861060" h="1317625">
                <a:moveTo>
                  <a:pt x="83230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832307" y="14287"/>
                </a:lnTo>
                <a:lnTo>
                  <a:pt x="832307" y="28575"/>
                </a:lnTo>
                <a:close/>
              </a:path>
              <a:path w="861060" h="1317625">
                <a:moveTo>
                  <a:pt x="832307" y="1302893"/>
                </a:moveTo>
                <a:lnTo>
                  <a:pt x="832307" y="14287"/>
                </a:lnTo>
                <a:lnTo>
                  <a:pt x="846594" y="28575"/>
                </a:lnTo>
                <a:lnTo>
                  <a:pt x="860882" y="28575"/>
                </a:lnTo>
                <a:lnTo>
                  <a:pt x="860882" y="1288605"/>
                </a:lnTo>
                <a:lnTo>
                  <a:pt x="846594" y="1288605"/>
                </a:lnTo>
                <a:lnTo>
                  <a:pt x="832307" y="1302893"/>
                </a:lnTo>
                <a:close/>
              </a:path>
              <a:path w="861060" h="1317625">
                <a:moveTo>
                  <a:pt x="860882" y="28575"/>
                </a:moveTo>
                <a:lnTo>
                  <a:pt x="846594" y="28575"/>
                </a:lnTo>
                <a:lnTo>
                  <a:pt x="832307" y="14287"/>
                </a:lnTo>
                <a:lnTo>
                  <a:pt x="860882" y="14287"/>
                </a:lnTo>
                <a:lnTo>
                  <a:pt x="860882" y="28575"/>
                </a:lnTo>
                <a:close/>
              </a:path>
              <a:path w="861060" h="1317625">
                <a:moveTo>
                  <a:pt x="28575" y="1302893"/>
                </a:moveTo>
                <a:lnTo>
                  <a:pt x="14287" y="1288605"/>
                </a:lnTo>
                <a:lnTo>
                  <a:pt x="28575" y="1288605"/>
                </a:lnTo>
                <a:lnTo>
                  <a:pt x="28575" y="1302893"/>
                </a:lnTo>
                <a:close/>
              </a:path>
              <a:path w="861060" h="1317625">
                <a:moveTo>
                  <a:pt x="832307" y="1302893"/>
                </a:moveTo>
                <a:lnTo>
                  <a:pt x="28575" y="1302893"/>
                </a:lnTo>
                <a:lnTo>
                  <a:pt x="28575" y="1288605"/>
                </a:lnTo>
                <a:lnTo>
                  <a:pt x="832307" y="1288605"/>
                </a:lnTo>
                <a:lnTo>
                  <a:pt x="832307" y="1302893"/>
                </a:lnTo>
                <a:close/>
              </a:path>
              <a:path w="861060" h="1317625">
                <a:moveTo>
                  <a:pt x="860882" y="1302893"/>
                </a:moveTo>
                <a:lnTo>
                  <a:pt x="832307" y="1302893"/>
                </a:lnTo>
                <a:lnTo>
                  <a:pt x="846594" y="1288605"/>
                </a:lnTo>
                <a:lnTo>
                  <a:pt x="860882" y="1288605"/>
                </a:lnTo>
                <a:lnTo>
                  <a:pt x="860882" y="1302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644395" y="3133928"/>
            <a:ext cx="8324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1188" y="2392679"/>
            <a:ext cx="2112645" cy="314325"/>
          </a:xfrm>
          <a:custGeom>
            <a:avLst/>
            <a:gdLst/>
            <a:ahLst/>
            <a:cxnLst/>
            <a:rect l="l" t="t" r="r" b="b"/>
            <a:pathLst>
              <a:path w="2112645" h="314325">
                <a:moveTo>
                  <a:pt x="0" y="0"/>
                </a:moveTo>
                <a:lnTo>
                  <a:pt x="2112264" y="0"/>
                </a:lnTo>
                <a:lnTo>
                  <a:pt x="2112264" y="313944"/>
                </a:lnTo>
                <a:lnTo>
                  <a:pt x="0" y="3139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5244" y="2386076"/>
            <a:ext cx="2124710" cy="327025"/>
          </a:xfrm>
          <a:custGeom>
            <a:avLst/>
            <a:gdLst/>
            <a:ahLst/>
            <a:cxnLst/>
            <a:rect l="l" t="t" r="r" b="b"/>
            <a:pathLst>
              <a:path w="2124710" h="327025">
                <a:moveTo>
                  <a:pt x="2124392" y="326720"/>
                </a:moveTo>
                <a:lnTo>
                  <a:pt x="0" y="326720"/>
                </a:lnTo>
                <a:lnTo>
                  <a:pt x="0" y="0"/>
                </a:lnTo>
                <a:lnTo>
                  <a:pt x="2124392" y="0"/>
                </a:lnTo>
                <a:lnTo>
                  <a:pt x="212439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14020"/>
                </a:lnTo>
                <a:lnTo>
                  <a:pt x="6350" y="314020"/>
                </a:lnTo>
                <a:lnTo>
                  <a:pt x="12700" y="320370"/>
                </a:lnTo>
                <a:lnTo>
                  <a:pt x="2124392" y="320370"/>
                </a:lnTo>
                <a:lnTo>
                  <a:pt x="2124392" y="326720"/>
                </a:lnTo>
                <a:close/>
              </a:path>
              <a:path w="2124710" h="3270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124710" h="327025">
                <a:moveTo>
                  <a:pt x="211169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111692" y="6350"/>
                </a:lnTo>
                <a:lnTo>
                  <a:pt x="2111692" y="12700"/>
                </a:lnTo>
                <a:close/>
              </a:path>
              <a:path w="2124710" h="327025">
                <a:moveTo>
                  <a:pt x="2111692" y="320370"/>
                </a:moveTo>
                <a:lnTo>
                  <a:pt x="2111692" y="6350"/>
                </a:lnTo>
                <a:lnTo>
                  <a:pt x="2118042" y="12700"/>
                </a:lnTo>
                <a:lnTo>
                  <a:pt x="2124392" y="12700"/>
                </a:lnTo>
                <a:lnTo>
                  <a:pt x="2124392" y="314020"/>
                </a:lnTo>
                <a:lnTo>
                  <a:pt x="2118042" y="314020"/>
                </a:lnTo>
                <a:lnTo>
                  <a:pt x="2111692" y="320370"/>
                </a:lnTo>
                <a:close/>
              </a:path>
              <a:path w="2124710" h="327025">
                <a:moveTo>
                  <a:pt x="2124392" y="12700"/>
                </a:moveTo>
                <a:lnTo>
                  <a:pt x="2118042" y="12700"/>
                </a:lnTo>
                <a:lnTo>
                  <a:pt x="2111692" y="6350"/>
                </a:lnTo>
                <a:lnTo>
                  <a:pt x="2124392" y="6350"/>
                </a:lnTo>
                <a:lnTo>
                  <a:pt x="2124392" y="12700"/>
                </a:lnTo>
                <a:close/>
              </a:path>
              <a:path w="2124710" h="327025">
                <a:moveTo>
                  <a:pt x="12700" y="320370"/>
                </a:moveTo>
                <a:lnTo>
                  <a:pt x="6350" y="314020"/>
                </a:lnTo>
                <a:lnTo>
                  <a:pt x="12700" y="314020"/>
                </a:lnTo>
                <a:lnTo>
                  <a:pt x="12700" y="320370"/>
                </a:lnTo>
                <a:close/>
              </a:path>
              <a:path w="2124710" h="327025">
                <a:moveTo>
                  <a:pt x="2111692" y="320370"/>
                </a:moveTo>
                <a:lnTo>
                  <a:pt x="12700" y="320370"/>
                </a:lnTo>
                <a:lnTo>
                  <a:pt x="12700" y="314020"/>
                </a:lnTo>
                <a:lnTo>
                  <a:pt x="2111692" y="314020"/>
                </a:lnTo>
                <a:lnTo>
                  <a:pt x="2111692" y="320370"/>
                </a:lnTo>
                <a:close/>
              </a:path>
              <a:path w="2124710" h="327025">
                <a:moveTo>
                  <a:pt x="2124392" y="320370"/>
                </a:moveTo>
                <a:lnTo>
                  <a:pt x="2111692" y="320370"/>
                </a:lnTo>
                <a:lnTo>
                  <a:pt x="2118042" y="314020"/>
                </a:lnTo>
                <a:lnTo>
                  <a:pt x="2124392" y="314020"/>
                </a:lnTo>
                <a:lnTo>
                  <a:pt x="2124392" y="320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48995" y="2373376"/>
            <a:ext cx="21278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绝热壁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4236" y="1947672"/>
            <a:ext cx="2112645" cy="401320"/>
          </a:xfrm>
          <a:custGeom>
            <a:avLst/>
            <a:gdLst/>
            <a:ahLst/>
            <a:cxnLst/>
            <a:rect l="l" t="t" r="r" b="b"/>
            <a:pathLst>
              <a:path w="2112645" h="401319">
                <a:moveTo>
                  <a:pt x="0" y="0"/>
                </a:moveTo>
                <a:lnTo>
                  <a:pt x="2112264" y="0"/>
                </a:lnTo>
                <a:lnTo>
                  <a:pt x="2112264" y="400812"/>
                </a:lnTo>
                <a:lnTo>
                  <a:pt x="0" y="400812"/>
                </a:lnTo>
                <a:lnTo>
                  <a:pt x="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0532" y="1933575"/>
            <a:ext cx="2140585" cy="429259"/>
          </a:xfrm>
          <a:custGeom>
            <a:avLst/>
            <a:gdLst/>
            <a:ahLst/>
            <a:cxnLst/>
            <a:rect l="l" t="t" r="r" b="b"/>
            <a:pathLst>
              <a:path w="2140585" h="429260">
                <a:moveTo>
                  <a:pt x="2140280" y="428739"/>
                </a:moveTo>
                <a:lnTo>
                  <a:pt x="0" y="428739"/>
                </a:lnTo>
                <a:lnTo>
                  <a:pt x="0" y="0"/>
                </a:lnTo>
                <a:lnTo>
                  <a:pt x="2140280" y="0"/>
                </a:lnTo>
                <a:lnTo>
                  <a:pt x="214028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00164"/>
                </a:lnTo>
                <a:lnTo>
                  <a:pt x="14287" y="400164"/>
                </a:lnTo>
                <a:lnTo>
                  <a:pt x="28575" y="414451"/>
                </a:lnTo>
                <a:lnTo>
                  <a:pt x="2140280" y="414451"/>
                </a:lnTo>
                <a:lnTo>
                  <a:pt x="2140280" y="428739"/>
                </a:lnTo>
                <a:close/>
              </a:path>
              <a:path w="2140585" h="42926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140585" h="429260">
                <a:moveTo>
                  <a:pt x="211170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111705" y="14287"/>
                </a:lnTo>
                <a:lnTo>
                  <a:pt x="2111705" y="28575"/>
                </a:lnTo>
                <a:close/>
              </a:path>
              <a:path w="2140585" h="429260">
                <a:moveTo>
                  <a:pt x="2111705" y="414451"/>
                </a:moveTo>
                <a:lnTo>
                  <a:pt x="2111705" y="14287"/>
                </a:lnTo>
                <a:lnTo>
                  <a:pt x="2125992" y="28575"/>
                </a:lnTo>
                <a:lnTo>
                  <a:pt x="2140280" y="28575"/>
                </a:lnTo>
                <a:lnTo>
                  <a:pt x="2140280" y="400164"/>
                </a:lnTo>
                <a:lnTo>
                  <a:pt x="2125992" y="400164"/>
                </a:lnTo>
                <a:lnTo>
                  <a:pt x="2111705" y="414451"/>
                </a:lnTo>
                <a:close/>
              </a:path>
              <a:path w="2140585" h="429260">
                <a:moveTo>
                  <a:pt x="2140280" y="28575"/>
                </a:moveTo>
                <a:lnTo>
                  <a:pt x="2125992" y="28575"/>
                </a:lnTo>
                <a:lnTo>
                  <a:pt x="2111705" y="14287"/>
                </a:lnTo>
                <a:lnTo>
                  <a:pt x="2140280" y="14287"/>
                </a:lnTo>
                <a:lnTo>
                  <a:pt x="2140280" y="28575"/>
                </a:lnTo>
                <a:close/>
              </a:path>
              <a:path w="2140585" h="429260">
                <a:moveTo>
                  <a:pt x="28575" y="414451"/>
                </a:moveTo>
                <a:lnTo>
                  <a:pt x="14287" y="400164"/>
                </a:lnTo>
                <a:lnTo>
                  <a:pt x="28575" y="400164"/>
                </a:lnTo>
                <a:lnTo>
                  <a:pt x="28575" y="414451"/>
                </a:lnTo>
                <a:close/>
              </a:path>
              <a:path w="2140585" h="429260">
                <a:moveTo>
                  <a:pt x="2111705" y="414451"/>
                </a:moveTo>
                <a:lnTo>
                  <a:pt x="28575" y="414451"/>
                </a:lnTo>
                <a:lnTo>
                  <a:pt x="28575" y="400164"/>
                </a:lnTo>
                <a:lnTo>
                  <a:pt x="2111705" y="400164"/>
                </a:lnTo>
                <a:lnTo>
                  <a:pt x="2111705" y="414451"/>
                </a:lnTo>
                <a:close/>
              </a:path>
              <a:path w="2140585" h="429260">
                <a:moveTo>
                  <a:pt x="2140280" y="414451"/>
                </a:moveTo>
                <a:lnTo>
                  <a:pt x="2111705" y="414451"/>
                </a:lnTo>
                <a:lnTo>
                  <a:pt x="2125992" y="400164"/>
                </a:lnTo>
                <a:lnTo>
                  <a:pt x="2140280" y="400164"/>
                </a:lnTo>
                <a:lnTo>
                  <a:pt x="2140280" y="4144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48995" y="1934527"/>
            <a:ext cx="2127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4604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2921" y="4411510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热平衡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22270" y="1716913"/>
            <a:ext cx="5358765" cy="38658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热平衡：</a:t>
            </a:r>
            <a:r>
              <a:rPr dirty="0" sz="2800">
                <a:solidFill>
                  <a:srgbClr val="0D0D0D"/>
                </a:solidFill>
                <a:latin typeface="华文楷体"/>
                <a:cs typeface="华文楷体"/>
              </a:rPr>
              <a:t>如果</a:t>
            </a:r>
            <a:r>
              <a:rPr dirty="0" sz="2800">
                <a:latin typeface="华文楷体"/>
                <a:cs typeface="华文楷体"/>
              </a:rPr>
              <a:t>两个系统</a:t>
            </a:r>
            <a:r>
              <a:rPr dirty="0" sz="2800">
                <a:solidFill>
                  <a:srgbClr val="0D0D0D"/>
                </a:solidFill>
                <a:latin typeface="华文楷体"/>
                <a:cs typeface="华文楷体"/>
              </a:rPr>
              <a:t>相互接触</a:t>
            </a:r>
            <a:r>
              <a:rPr dirty="0" sz="2800" spc="-5">
                <a:solidFill>
                  <a:srgbClr val="0D0D0D"/>
                </a:solidFill>
                <a:latin typeface="华文楷体"/>
                <a:cs typeface="华文楷体"/>
              </a:rPr>
              <a:t>而 </a:t>
            </a:r>
            <a:r>
              <a:rPr dirty="0" sz="2800">
                <a:solidFill>
                  <a:srgbClr val="0D0D0D"/>
                </a:solidFill>
                <a:latin typeface="华文楷体"/>
                <a:cs typeface="华文楷体"/>
              </a:rPr>
              <a:t>传热，这两个系统的状态参量将</a:t>
            </a:r>
            <a:r>
              <a:rPr dirty="0" sz="2800" spc="-5">
                <a:solidFill>
                  <a:srgbClr val="0D0D0D"/>
                </a:solidFill>
                <a:latin typeface="华文楷体"/>
                <a:cs typeface="华文楷体"/>
              </a:rPr>
              <a:t>会 </a:t>
            </a:r>
            <a:r>
              <a:rPr dirty="0" sz="2800">
                <a:solidFill>
                  <a:srgbClr val="0D0D0D"/>
                </a:solidFill>
                <a:latin typeface="华文楷体"/>
                <a:cs typeface="华文楷体"/>
              </a:rPr>
              <a:t>互相影响而分别改变。经过一段</a:t>
            </a:r>
            <a:r>
              <a:rPr dirty="0" sz="2800" spc="-5">
                <a:solidFill>
                  <a:srgbClr val="0D0D0D"/>
                </a:solidFill>
                <a:latin typeface="华文楷体"/>
                <a:cs typeface="华文楷体"/>
              </a:rPr>
              <a:t>时 </a:t>
            </a:r>
            <a:r>
              <a:rPr dirty="0" sz="2800">
                <a:solidFill>
                  <a:srgbClr val="0D0D0D"/>
                </a:solidFill>
                <a:latin typeface="华文楷体"/>
                <a:cs typeface="华文楷体"/>
              </a:rPr>
              <a:t>间后，各自的状态参量不再变化</a:t>
            </a:r>
            <a:r>
              <a:rPr dirty="0" sz="2800" spc="-5">
                <a:solidFill>
                  <a:srgbClr val="0D0D0D"/>
                </a:solidFill>
                <a:latin typeface="华文楷体"/>
                <a:cs typeface="华文楷体"/>
              </a:rPr>
              <a:t>， </a:t>
            </a:r>
            <a:r>
              <a:rPr dirty="0" sz="2800">
                <a:latin typeface="华文楷体"/>
                <a:cs typeface="华文楷体"/>
              </a:rPr>
              <a:t>这说明两个系统达到了平衡，</a:t>
            </a:r>
            <a:r>
              <a:rPr dirty="0" sz="2800">
                <a:solidFill>
                  <a:srgbClr val="0D0D0D"/>
                </a:solidFill>
                <a:latin typeface="华文楷体"/>
                <a:cs typeface="华文楷体"/>
              </a:rPr>
              <a:t>我</a:t>
            </a:r>
            <a:r>
              <a:rPr dirty="0" sz="2800" spc="-5">
                <a:solidFill>
                  <a:srgbClr val="0D0D0D"/>
                </a:solidFill>
                <a:latin typeface="华文楷体"/>
                <a:cs typeface="华文楷体"/>
              </a:rPr>
              <a:t>们 </a:t>
            </a:r>
            <a:r>
              <a:rPr dirty="0" sz="2800">
                <a:solidFill>
                  <a:srgbClr val="0D0D0D"/>
                </a:solidFill>
                <a:latin typeface="华文楷体"/>
                <a:cs typeface="华文楷体"/>
              </a:rPr>
              <a:t>说两个系统达到了热平衡</a:t>
            </a:r>
            <a:r>
              <a:rPr dirty="0" sz="2800" spc="-5">
                <a:solidFill>
                  <a:srgbClr val="0D0D0D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8995" y="12877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48640" y="151028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73810" y="1080693"/>
            <a:ext cx="560768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93715" algn="l"/>
              </a:tabLst>
            </a:pPr>
            <a:r>
              <a:rPr dirty="0" u="heavy" sz="3000">
                <a:uFill>
                  <a:solidFill>
                    <a:srgbClr val="1684AC"/>
                  </a:solidFill>
                </a:uFill>
                <a:latin typeface="黑体"/>
                <a:cs typeface="黑体"/>
              </a:rPr>
              <a:t>热平衡	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056908" y="1948497"/>
            <a:ext cx="1499235" cy="514350"/>
          </a:xfrm>
          <a:custGeom>
            <a:avLst/>
            <a:gdLst/>
            <a:ahLst/>
            <a:cxnLst/>
            <a:rect l="l" t="t" r="r" b="b"/>
            <a:pathLst>
              <a:path w="1499234" h="514350">
                <a:moveTo>
                  <a:pt x="1418212" y="514350"/>
                </a:moveTo>
                <a:lnTo>
                  <a:pt x="80851" y="514350"/>
                </a:lnTo>
                <a:lnTo>
                  <a:pt x="71529" y="511810"/>
                </a:lnTo>
                <a:lnTo>
                  <a:pt x="62550" y="509269"/>
                </a:lnTo>
                <a:lnTo>
                  <a:pt x="58219" y="508000"/>
                </a:lnTo>
                <a:lnTo>
                  <a:pt x="53978" y="505460"/>
                </a:lnTo>
                <a:lnTo>
                  <a:pt x="49863" y="502919"/>
                </a:lnTo>
                <a:lnTo>
                  <a:pt x="45862" y="501650"/>
                </a:lnTo>
                <a:lnTo>
                  <a:pt x="41989" y="499110"/>
                </a:lnTo>
                <a:lnTo>
                  <a:pt x="38255" y="496569"/>
                </a:lnTo>
                <a:lnTo>
                  <a:pt x="34648" y="492760"/>
                </a:lnTo>
                <a:lnTo>
                  <a:pt x="31181" y="490219"/>
                </a:lnTo>
                <a:lnTo>
                  <a:pt x="27866" y="486410"/>
                </a:lnTo>
                <a:lnTo>
                  <a:pt x="24717" y="483869"/>
                </a:lnTo>
                <a:lnTo>
                  <a:pt x="21720" y="480060"/>
                </a:lnTo>
                <a:lnTo>
                  <a:pt x="5705" y="452119"/>
                </a:lnTo>
                <a:lnTo>
                  <a:pt x="4206" y="448310"/>
                </a:lnTo>
                <a:lnTo>
                  <a:pt x="2911" y="443230"/>
                </a:lnTo>
                <a:lnTo>
                  <a:pt x="1844" y="438150"/>
                </a:lnTo>
                <a:lnTo>
                  <a:pt x="1006" y="434339"/>
                </a:lnTo>
                <a:lnTo>
                  <a:pt x="396" y="429260"/>
                </a:lnTo>
                <a:lnTo>
                  <a:pt x="120" y="425450"/>
                </a:lnTo>
                <a:lnTo>
                  <a:pt x="0" y="91439"/>
                </a:lnTo>
                <a:lnTo>
                  <a:pt x="120" y="88900"/>
                </a:lnTo>
                <a:lnTo>
                  <a:pt x="396" y="85089"/>
                </a:lnTo>
                <a:lnTo>
                  <a:pt x="1006" y="80010"/>
                </a:lnTo>
                <a:lnTo>
                  <a:pt x="1844" y="76200"/>
                </a:lnTo>
                <a:lnTo>
                  <a:pt x="2911" y="71119"/>
                </a:lnTo>
                <a:lnTo>
                  <a:pt x="4206" y="66039"/>
                </a:lnTo>
                <a:lnTo>
                  <a:pt x="5705" y="62230"/>
                </a:lnTo>
                <a:lnTo>
                  <a:pt x="7419" y="57150"/>
                </a:lnTo>
                <a:lnTo>
                  <a:pt x="27866" y="27939"/>
                </a:lnTo>
                <a:lnTo>
                  <a:pt x="31181" y="24130"/>
                </a:lnTo>
                <a:lnTo>
                  <a:pt x="34648" y="21589"/>
                </a:lnTo>
                <a:lnTo>
                  <a:pt x="38255" y="17780"/>
                </a:lnTo>
                <a:lnTo>
                  <a:pt x="41989" y="15239"/>
                </a:lnTo>
                <a:lnTo>
                  <a:pt x="45862" y="12700"/>
                </a:lnTo>
                <a:lnTo>
                  <a:pt x="49863" y="11430"/>
                </a:lnTo>
                <a:lnTo>
                  <a:pt x="53978" y="8889"/>
                </a:lnTo>
                <a:lnTo>
                  <a:pt x="58219" y="6350"/>
                </a:lnTo>
                <a:lnTo>
                  <a:pt x="62550" y="5080"/>
                </a:lnTo>
                <a:lnTo>
                  <a:pt x="71529" y="2539"/>
                </a:lnTo>
                <a:lnTo>
                  <a:pt x="80851" y="0"/>
                </a:lnTo>
                <a:lnTo>
                  <a:pt x="1418212" y="0"/>
                </a:lnTo>
                <a:lnTo>
                  <a:pt x="1449200" y="11430"/>
                </a:lnTo>
                <a:lnTo>
                  <a:pt x="1453200" y="12700"/>
                </a:lnTo>
                <a:lnTo>
                  <a:pt x="1457074" y="15239"/>
                </a:lnTo>
                <a:lnTo>
                  <a:pt x="1460807" y="17780"/>
                </a:lnTo>
                <a:lnTo>
                  <a:pt x="1464414" y="21589"/>
                </a:lnTo>
                <a:lnTo>
                  <a:pt x="1467881" y="24130"/>
                </a:lnTo>
                <a:lnTo>
                  <a:pt x="1471196" y="27939"/>
                </a:lnTo>
                <a:lnTo>
                  <a:pt x="88877" y="27939"/>
                </a:lnTo>
                <a:lnTo>
                  <a:pt x="84813" y="29210"/>
                </a:lnTo>
                <a:lnTo>
                  <a:pt x="82235" y="29210"/>
                </a:lnTo>
                <a:lnTo>
                  <a:pt x="78298" y="30480"/>
                </a:lnTo>
                <a:lnTo>
                  <a:pt x="75822" y="30480"/>
                </a:lnTo>
                <a:lnTo>
                  <a:pt x="72050" y="31750"/>
                </a:lnTo>
                <a:lnTo>
                  <a:pt x="72710" y="31750"/>
                </a:lnTo>
                <a:lnTo>
                  <a:pt x="69014" y="33019"/>
                </a:lnTo>
                <a:lnTo>
                  <a:pt x="69662" y="33019"/>
                </a:lnTo>
                <a:lnTo>
                  <a:pt x="66068" y="34289"/>
                </a:lnTo>
                <a:lnTo>
                  <a:pt x="66703" y="34289"/>
                </a:lnTo>
                <a:lnTo>
                  <a:pt x="63198" y="35560"/>
                </a:lnTo>
                <a:lnTo>
                  <a:pt x="63807" y="35560"/>
                </a:lnTo>
                <a:lnTo>
                  <a:pt x="62106" y="36830"/>
                </a:lnTo>
                <a:lnTo>
                  <a:pt x="61001" y="36830"/>
                </a:lnTo>
                <a:lnTo>
                  <a:pt x="57699" y="39369"/>
                </a:lnTo>
                <a:lnTo>
                  <a:pt x="58270" y="39369"/>
                </a:lnTo>
                <a:lnTo>
                  <a:pt x="56676" y="40639"/>
                </a:lnTo>
                <a:lnTo>
                  <a:pt x="55641" y="40639"/>
                </a:lnTo>
                <a:lnTo>
                  <a:pt x="52568" y="43180"/>
                </a:lnTo>
                <a:lnTo>
                  <a:pt x="53101" y="43180"/>
                </a:lnTo>
                <a:lnTo>
                  <a:pt x="51628" y="44450"/>
                </a:lnTo>
                <a:lnTo>
                  <a:pt x="50650" y="44450"/>
                </a:lnTo>
                <a:lnTo>
                  <a:pt x="48771" y="46989"/>
                </a:lnTo>
                <a:lnTo>
                  <a:pt x="48313" y="46989"/>
                </a:lnTo>
                <a:lnTo>
                  <a:pt x="45634" y="49530"/>
                </a:lnTo>
                <a:lnTo>
                  <a:pt x="46091" y="49530"/>
                </a:lnTo>
                <a:lnTo>
                  <a:pt x="43538" y="52069"/>
                </a:lnTo>
                <a:lnTo>
                  <a:pt x="43970" y="52069"/>
                </a:lnTo>
                <a:lnTo>
                  <a:pt x="41557" y="54610"/>
                </a:lnTo>
                <a:lnTo>
                  <a:pt x="41976" y="54610"/>
                </a:lnTo>
                <a:lnTo>
                  <a:pt x="39703" y="57150"/>
                </a:lnTo>
                <a:lnTo>
                  <a:pt x="40097" y="57150"/>
                </a:lnTo>
                <a:lnTo>
                  <a:pt x="38683" y="59689"/>
                </a:lnTo>
                <a:lnTo>
                  <a:pt x="38344" y="59689"/>
                </a:lnTo>
                <a:lnTo>
                  <a:pt x="37040" y="62230"/>
                </a:lnTo>
                <a:lnTo>
                  <a:pt x="36718" y="62230"/>
                </a:lnTo>
                <a:lnTo>
                  <a:pt x="34928" y="66039"/>
                </a:lnTo>
                <a:lnTo>
                  <a:pt x="35220" y="66039"/>
                </a:lnTo>
                <a:lnTo>
                  <a:pt x="33594" y="68580"/>
                </a:lnTo>
                <a:lnTo>
                  <a:pt x="33874" y="68580"/>
                </a:lnTo>
                <a:lnTo>
                  <a:pt x="32900" y="71119"/>
                </a:lnTo>
                <a:lnTo>
                  <a:pt x="32654" y="71119"/>
                </a:lnTo>
                <a:lnTo>
                  <a:pt x="31384" y="74930"/>
                </a:lnTo>
                <a:lnTo>
                  <a:pt x="31600" y="74930"/>
                </a:lnTo>
                <a:lnTo>
                  <a:pt x="30864" y="77469"/>
                </a:lnTo>
                <a:lnTo>
                  <a:pt x="30673" y="77469"/>
                </a:lnTo>
                <a:lnTo>
                  <a:pt x="29771" y="81280"/>
                </a:lnTo>
                <a:lnTo>
                  <a:pt x="29911" y="81280"/>
                </a:lnTo>
                <a:lnTo>
                  <a:pt x="29437" y="83819"/>
                </a:lnTo>
                <a:lnTo>
                  <a:pt x="28924" y="87630"/>
                </a:lnTo>
                <a:lnTo>
                  <a:pt x="28658" y="90169"/>
                </a:lnTo>
                <a:lnTo>
                  <a:pt x="28590" y="91439"/>
                </a:lnTo>
                <a:lnTo>
                  <a:pt x="28552" y="422910"/>
                </a:lnTo>
                <a:lnTo>
                  <a:pt x="28870" y="426719"/>
                </a:lnTo>
                <a:lnTo>
                  <a:pt x="29314" y="430530"/>
                </a:lnTo>
                <a:lnTo>
                  <a:pt x="29911" y="433069"/>
                </a:lnTo>
                <a:lnTo>
                  <a:pt x="29771" y="433069"/>
                </a:lnTo>
                <a:lnTo>
                  <a:pt x="30673" y="436880"/>
                </a:lnTo>
                <a:lnTo>
                  <a:pt x="30864" y="436880"/>
                </a:lnTo>
                <a:lnTo>
                  <a:pt x="31600" y="439419"/>
                </a:lnTo>
                <a:lnTo>
                  <a:pt x="31384" y="439419"/>
                </a:lnTo>
                <a:lnTo>
                  <a:pt x="32654" y="443230"/>
                </a:lnTo>
                <a:lnTo>
                  <a:pt x="32900" y="443230"/>
                </a:lnTo>
                <a:lnTo>
                  <a:pt x="33874" y="445769"/>
                </a:lnTo>
                <a:lnTo>
                  <a:pt x="33594" y="445769"/>
                </a:lnTo>
                <a:lnTo>
                  <a:pt x="35220" y="448310"/>
                </a:lnTo>
                <a:lnTo>
                  <a:pt x="34928" y="448310"/>
                </a:lnTo>
                <a:lnTo>
                  <a:pt x="36718" y="452119"/>
                </a:lnTo>
                <a:lnTo>
                  <a:pt x="37040" y="452119"/>
                </a:lnTo>
                <a:lnTo>
                  <a:pt x="38344" y="454660"/>
                </a:lnTo>
                <a:lnTo>
                  <a:pt x="38683" y="454660"/>
                </a:lnTo>
                <a:lnTo>
                  <a:pt x="40097" y="457200"/>
                </a:lnTo>
                <a:lnTo>
                  <a:pt x="39703" y="457200"/>
                </a:lnTo>
                <a:lnTo>
                  <a:pt x="41976" y="459739"/>
                </a:lnTo>
                <a:lnTo>
                  <a:pt x="41557" y="459739"/>
                </a:lnTo>
                <a:lnTo>
                  <a:pt x="43970" y="462280"/>
                </a:lnTo>
                <a:lnTo>
                  <a:pt x="43538" y="462280"/>
                </a:lnTo>
                <a:lnTo>
                  <a:pt x="46091" y="464819"/>
                </a:lnTo>
                <a:lnTo>
                  <a:pt x="45634" y="464819"/>
                </a:lnTo>
                <a:lnTo>
                  <a:pt x="48313" y="467360"/>
                </a:lnTo>
                <a:lnTo>
                  <a:pt x="48771" y="467360"/>
                </a:lnTo>
                <a:lnTo>
                  <a:pt x="50650" y="469900"/>
                </a:lnTo>
                <a:lnTo>
                  <a:pt x="51628" y="469900"/>
                </a:lnTo>
                <a:lnTo>
                  <a:pt x="53101" y="471169"/>
                </a:lnTo>
                <a:lnTo>
                  <a:pt x="52568" y="471169"/>
                </a:lnTo>
                <a:lnTo>
                  <a:pt x="55641" y="473710"/>
                </a:lnTo>
                <a:lnTo>
                  <a:pt x="56676" y="473710"/>
                </a:lnTo>
                <a:lnTo>
                  <a:pt x="58270" y="474980"/>
                </a:lnTo>
                <a:lnTo>
                  <a:pt x="57699" y="474980"/>
                </a:lnTo>
                <a:lnTo>
                  <a:pt x="61001" y="477519"/>
                </a:lnTo>
                <a:lnTo>
                  <a:pt x="62106" y="477519"/>
                </a:lnTo>
                <a:lnTo>
                  <a:pt x="63807" y="478789"/>
                </a:lnTo>
                <a:lnTo>
                  <a:pt x="63198" y="478789"/>
                </a:lnTo>
                <a:lnTo>
                  <a:pt x="66703" y="480060"/>
                </a:lnTo>
                <a:lnTo>
                  <a:pt x="66068" y="480060"/>
                </a:lnTo>
                <a:lnTo>
                  <a:pt x="69662" y="481330"/>
                </a:lnTo>
                <a:lnTo>
                  <a:pt x="69014" y="481330"/>
                </a:lnTo>
                <a:lnTo>
                  <a:pt x="72710" y="482600"/>
                </a:lnTo>
                <a:lnTo>
                  <a:pt x="72050" y="482600"/>
                </a:lnTo>
                <a:lnTo>
                  <a:pt x="75822" y="483869"/>
                </a:lnTo>
                <a:lnTo>
                  <a:pt x="78298" y="483869"/>
                </a:lnTo>
                <a:lnTo>
                  <a:pt x="82235" y="485139"/>
                </a:lnTo>
                <a:lnTo>
                  <a:pt x="84813" y="485139"/>
                </a:lnTo>
                <a:lnTo>
                  <a:pt x="88877" y="486410"/>
                </a:lnTo>
                <a:lnTo>
                  <a:pt x="1471196" y="486410"/>
                </a:lnTo>
                <a:lnTo>
                  <a:pt x="1467881" y="490219"/>
                </a:lnTo>
                <a:lnTo>
                  <a:pt x="1464414" y="492760"/>
                </a:lnTo>
                <a:lnTo>
                  <a:pt x="1460807" y="496569"/>
                </a:lnTo>
                <a:lnTo>
                  <a:pt x="1457074" y="499110"/>
                </a:lnTo>
                <a:lnTo>
                  <a:pt x="1453200" y="501650"/>
                </a:lnTo>
                <a:lnTo>
                  <a:pt x="1449200" y="502919"/>
                </a:lnTo>
                <a:lnTo>
                  <a:pt x="1445085" y="505460"/>
                </a:lnTo>
                <a:lnTo>
                  <a:pt x="1440843" y="508000"/>
                </a:lnTo>
                <a:lnTo>
                  <a:pt x="1436512" y="509269"/>
                </a:lnTo>
                <a:lnTo>
                  <a:pt x="1427533" y="511810"/>
                </a:lnTo>
                <a:lnTo>
                  <a:pt x="1418212" y="514350"/>
                </a:lnTo>
                <a:close/>
              </a:path>
              <a:path w="1499234" h="514350">
                <a:moveTo>
                  <a:pt x="1438659" y="38100"/>
                </a:moveTo>
                <a:lnTo>
                  <a:pt x="1435255" y="35560"/>
                </a:lnTo>
                <a:lnTo>
                  <a:pt x="1435865" y="35560"/>
                </a:lnTo>
                <a:lnTo>
                  <a:pt x="1432359" y="34289"/>
                </a:lnTo>
                <a:lnTo>
                  <a:pt x="1432994" y="34289"/>
                </a:lnTo>
                <a:lnTo>
                  <a:pt x="1429400" y="33019"/>
                </a:lnTo>
                <a:lnTo>
                  <a:pt x="1430048" y="33019"/>
                </a:lnTo>
                <a:lnTo>
                  <a:pt x="1426352" y="31750"/>
                </a:lnTo>
                <a:lnTo>
                  <a:pt x="1427013" y="31750"/>
                </a:lnTo>
                <a:lnTo>
                  <a:pt x="1423241" y="30480"/>
                </a:lnTo>
                <a:lnTo>
                  <a:pt x="1420764" y="30480"/>
                </a:lnTo>
                <a:lnTo>
                  <a:pt x="1416827" y="29210"/>
                </a:lnTo>
                <a:lnTo>
                  <a:pt x="1414249" y="29210"/>
                </a:lnTo>
                <a:lnTo>
                  <a:pt x="1410185" y="27939"/>
                </a:lnTo>
                <a:lnTo>
                  <a:pt x="1471196" y="27939"/>
                </a:lnTo>
                <a:lnTo>
                  <a:pt x="1474346" y="30480"/>
                </a:lnTo>
                <a:lnTo>
                  <a:pt x="1477343" y="34289"/>
                </a:lnTo>
                <a:lnTo>
                  <a:pt x="1479231" y="36830"/>
                </a:lnTo>
                <a:lnTo>
                  <a:pt x="1438062" y="36830"/>
                </a:lnTo>
                <a:lnTo>
                  <a:pt x="1438659" y="38100"/>
                </a:lnTo>
                <a:close/>
              </a:path>
              <a:path w="1499234" h="514350">
                <a:moveTo>
                  <a:pt x="60404" y="38100"/>
                </a:moveTo>
                <a:lnTo>
                  <a:pt x="61001" y="36830"/>
                </a:lnTo>
                <a:lnTo>
                  <a:pt x="62106" y="36830"/>
                </a:lnTo>
                <a:lnTo>
                  <a:pt x="60404" y="38100"/>
                </a:lnTo>
                <a:close/>
              </a:path>
              <a:path w="1499234" h="514350">
                <a:moveTo>
                  <a:pt x="1443980" y="41910"/>
                </a:moveTo>
                <a:lnTo>
                  <a:pt x="1440792" y="39369"/>
                </a:lnTo>
                <a:lnTo>
                  <a:pt x="1441364" y="39369"/>
                </a:lnTo>
                <a:lnTo>
                  <a:pt x="1438062" y="36830"/>
                </a:lnTo>
                <a:lnTo>
                  <a:pt x="1479231" y="36830"/>
                </a:lnTo>
                <a:lnTo>
                  <a:pt x="1480175" y="38100"/>
                </a:lnTo>
                <a:lnTo>
                  <a:pt x="1481953" y="40639"/>
                </a:lnTo>
                <a:lnTo>
                  <a:pt x="1443421" y="40639"/>
                </a:lnTo>
                <a:lnTo>
                  <a:pt x="1443980" y="41910"/>
                </a:lnTo>
                <a:close/>
              </a:path>
              <a:path w="1499234" h="514350">
                <a:moveTo>
                  <a:pt x="55083" y="41910"/>
                </a:moveTo>
                <a:lnTo>
                  <a:pt x="55641" y="40639"/>
                </a:lnTo>
                <a:lnTo>
                  <a:pt x="56676" y="40639"/>
                </a:lnTo>
                <a:lnTo>
                  <a:pt x="55083" y="41910"/>
                </a:lnTo>
                <a:close/>
              </a:path>
              <a:path w="1499234" h="514350">
                <a:moveTo>
                  <a:pt x="1448908" y="45719"/>
                </a:moveTo>
                <a:lnTo>
                  <a:pt x="1445961" y="43180"/>
                </a:lnTo>
                <a:lnTo>
                  <a:pt x="1446495" y="43180"/>
                </a:lnTo>
                <a:lnTo>
                  <a:pt x="1443421" y="40639"/>
                </a:lnTo>
                <a:lnTo>
                  <a:pt x="1481953" y="40639"/>
                </a:lnTo>
                <a:lnTo>
                  <a:pt x="1482842" y="41910"/>
                </a:lnTo>
                <a:lnTo>
                  <a:pt x="1484493" y="44450"/>
                </a:lnTo>
                <a:lnTo>
                  <a:pt x="1448412" y="44450"/>
                </a:lnTo>
                <a:lnTo>
                  <a:pt x="1448908" y="45719"/>
                </a:lnTo>
                <a:close/>
              </a:path>
              <a:path w="1499234" h="514350">
                <a:moveTo>
                  <a:pt x="50155" y="45719"/>
                </a:moveTo>
                <a:lnTo>
                  <a:pt x="50650" y="44450"/>
                </a:lnTo>
                <a:lnTo>
                  <a:pt x="51628" y="44450"/>
                </a:lnTo>
                <a:lnTo>
                  <a:pt x="50155" y="45719"/>
                </a:lnTo>
                <a:close/>
              </a:path>
              <a:path w="1499234" h="514350">
                <a:moveTo>
                  <a:pt x="1451232" y="48260"/>
                </a:moveTo>
                <a:lnTo>
                  <a:pt x="1448412" y="44450"/>
                </a:lnTo>
                <a:lnTo>
                  <a:pt x="1484493" y="44450"/>
                </a:lnTo>
                <a:lnTo>
                  <a:pt x="1485318" y="45719"/>
                </a:lnTo>
                <a:lnTo>
                  <a:pt x="1486085" y="46989"/>
                </a:lnTo>
                <a:lnTo>
                  <a:pt x="1450749" y="46989"/>
                </a:lnTo>
                <a:lnTo>
                  <a:pt x="1451232" y="48260"/>
                </a:lnTo>
                <a:close/>
              </a:path>
              <a:path w="1499234" h="514350">
                <a:moveTo>
                  <a:pt x="47831" y="48260"/>
                </a:moveTo>
                <a:lnTo>
                  <a:pt x="48313" y="46989"/>
                </a:lnTo>
                <a:lnTo>
                  <a:pt x="48771" y="46989"/>
                </a:lnTo>
                <a:lnTo>
                  <a:pt x="47831" y="48260"/>
                </a:lnTo>
                <a:close/>
              </a:path>
              <a:path w="1499234" h="514350">
                <a:moveTo>
                  <a:pt x="1461087" y="60960"/>
                </a:moveTo>
                <a:lnTo>
                  <a:pt x="1458966" y="57150"/>
                </a:lnTo>
                <a:lnTo>
                  <a:pt x="1459360" y="57150"/>
                </a:lnTo>
                <a:lnTo>
                  <a:pt x="1457086" y="54610"/>
                </a:lnTo>
                <a:lnTo>
                  <a:pt x="1457505" y="54610"/>
                </a:lnTo>
                <a:lnTo>
                  <a:pt x="1455092" y="52069"/>
                </a:lnTo>
                <a:lnTo>
                  <a:pt x="1455524" y="52069"/>
                </a:lnTo>
                <a:lnTo>
                  <a:pt x="1452972" y="49530"/>
                </a:lnTo>
                <a:lnTo>
                  <a:pt x="1453429" y="49530"/>
                </a:lnTo>
                <a:lnTo>
                  <a:pt x="1450749" y="46989"/>
                </a:lnTo>
                <a:lnTo>
                  <a:pt x="1486085" y="46989"/>
                </a:lnTo>
                <a:lnTo>
                  <a:pt x="1487617" y="49530"/>
                </a:lnTo>
                <a:lnTo>
                  <a:pt x="1489738" y="53339"/>
                </a:lnTo>
                <a:lnTo>
                  <a:pt x="1491643" y="57150"/>
                </a:lnTo>
                <a:lnTo>
                  <a:pt x="1492500" y="59689"/>
                </a:lnTo>
                <a:lnTo>
                  <a:pt x="1460719" y="59689"/>
                </a:lnTo>
                <a:lnTo>
                  <a:pt x="1461087" y="60960"/>
                </a:lnTo>
                <a:close/>
              </a:path>
              <a:path w="1499234" h="514350">
                <a:moveTo>
                  <a:pt x="37976" y="60960"/>
                </a:moveTo>
                <a:lnTo>
                  <a:pt x="38344" y="59689"/>
                </a:lnTo>
                <a:lnTo>
                  <a:pt x="38683" y="59689"/>
                </a:lnTo>
                <a:lnTo>
                  <a:pt x="37976" y="60960"/>
                </a:lnTo>
                <a:close/>
              </a:path>
              <a:path w="1499234" h="514350">
                <a:moveTo>
                  <a:pt x="1462674" y="63500"/>
                </a:moveTo>
                <a:lnTo>
                  <a:pt x="1460719" y="59689"/>
                </a:lnTo>
                <a:lnTo>
                  <a:pt x="1492500" y="59689"/>
                </a:lnTo>
                <a:lnTo>
                  <a:pt x="1493358" y="62230"/>
                </a:lnTo>
                <a:lnTo>
                  <a:pt x="1462344" y="62230"/>
                </a:lnTo>
                <a:lnTo>
                  <a:pt x="1462674" y="63500"/>
                </a:lnTo>
                <a:close/>
              </a:path>
              <a:path w="1499234" h="514350">
                <a:moveTo>
                  <a:pt x="36388" y="63500"/>
                </a:moveTo>
                <a:lnTo>
                  <a:pt x="36718" y="62230"/>
                </a:lnTo>
                <a:lnTo>
                  <a:pt x="37040" y="62230"/>
                </a:lnTo>
                <a:lnTo>
                  <a:pt x="36388" y="63500"/>
                </a:lnTo>
                <a:close/>
              </a:path>
              <a:path w="1499234" h="514350">
                <a:moveTo>
                  <a:pt x="1466649" y="72389"/>
                </a:moveTo>
                <a:lnTo>
                  <a:pt x="1465189" y="68580"/>
                </a:lnTo>
                <a:lnTo>
                  <a:pt x="1465468" y="68580"/>
                </a:lnTo>
                <a:lnTo>
                  <a:pt x="1463843" y="66039"/>
                </a:lnTo>
                <a:lnTo>
                  <a:pt x="1464135" y="66039"/>
                </a:lnTo>
                <a:lnTo>
                  <a:pt x="1462344" y="62230"/>
                </a:lnTo>
                <a:lnTo>
                  <a:pt x="1493358" y="62230"/>
                </a:lnTo>
                <a:lnTo>
                  <a:pt x="1494856" y="66039"/>
                </a:lnTo>
                <a:lnTo>
                  <a:pt x="1496152" y="71119"/>
                </a:lnTo>
                <a:lnTo>
                  <a:pt x="1466395" y="71119"/>
                </a:lnTo>
                <a:lnTo>
                  <a:pt x="1466649" y="72389"/>
                </a:lnTo>
                <a:close/>
              </a:path>
              <a:path w="1499234" h="514350">
                <a:moveTo>
                  <a:pt x="32413" y="72389"/>
                </a:moveTo>
                <a:lnTo>
                  <a:pt x="32654" y="71119"/>
                </a:lnTo>
                <a:lnTo>
                  <a:pt x="32900" y="71119"/>
                </a:lnTo>
                <a:lnTo>
                  <a:pt x="32413" y="72389"/>
                </a:lnTo>
                <a:close/>
              </a:path>
              <a:path w="1499234" h="514350">
                <a:moveTo>
                  <a:pt x="1468567" y="78739"/>
                </a:moveTo>
                <a:lnTo>
                  <a:pt x="1467462" y="74930"/>
                </a:lnTo>
                <a:lnTo>
                  <a:pt x="1467678" y="74930"/>
                </a:lnTo>
                <a:lnTo>
                  <a:pt x="1466395" y="71119"/>
                </a:lnTo>
                <a:lnTo>
                  <a:pt x="1496152" y="71119"/>
                </a:lnTo>
                <a:lnTo>
                  <a:pt x="1497498" y="77469"/>
                </a:lnTo>
                <a:lnTo>
                  <a:pt x="1468389" y="77469"/>
                </a:lnTo>
                <a:lnTo>
                  <a:pt x="1468567" y="78739"/>
                </a:lnTo>
                <a:close/>
              </a:path>
              <a:path w="1499234" h="514350">
                <a:moveTo>
                  <a:pt x="30495" y="78739"/>
                </a:moveTo>
                <a:lnTo>
                  <a:pt x="30673" y="77469"/>
                </a:lnTo>
                <a:lnTo>
                  <a:pt x="30864" y="77469"/>
                </a:lnTo>
                <a:lnTo>
                  <a:pt x="30495" y="78739"/>
                </a:lnTo>
                <a:close/>
              </a:path>
              <a:path w="1499234" h="514350">
                <a:moveTo>
                  <a:pt x="1498850" y="426719"/>
                </a:moveTo>
                <a:lnTo>
                  <a:pt x="1470193" y="426719"/>
                </a:lnTo>
                <a:lnTo>
                  <a:pt x="1470510" y="422910"/>
                </a:lnTo>
                <a:lnTo>
                  <a:pt x="1470472" y="91439"/>
                </a:lnTo>
                <a:lnTo>
                  <a:pt x="1470404" y="90169"/>
                </a:lnTo>
                <a:lnTo>
                  <a:pt x="1470193" y="87630"/>
                </a:lnTo>
                <a:lnTo>
                  <a:pt x="1469748" y="83819"/>
                </a:lnTo>
                <a:lnTo>
                  <a:pt x="1469151" y="81280"/>
                </a:lnTo>
                <a:lnTo>
                  <a:pt x="1469291" y="81280"/>
                </a:lnTo>
                <a:lnTo>
                  <a:pt x="1468389" y="77469"/>
                </a:lnTo>
                <a:lnTo>
                  <a:pt x="1497498" y="77469"/>
                </a:lnTo>
                <a:lnTo>
                  <a:pt x="1498057" y="80010"/>
                </a:lnTo>
                <a:lnTo>
                  <a:pt x="1498666" y="85089"/>
                </a:lnTo>
                <a:lnTo>
                  <a:pt x="1498942" y="88900"/>
                </a:lnTo>
                <a:lnTo>
                  <a:pt x="1499063" y="91439"/>
                </a:lnTo>
                <a:lnTo>
                  <a:pt x="1498942" y="425450"/>
                </a:lnTo>
                <a:lnTo>
                  <a:pt x="1498850" y="426719"/>
                </a:lnTo>
                <a:close/>
              </a:path>
              <a:path w="1499234" h="514350">
                <a:moveTo>
                  <a:pt x="29200" y="85089"/>
                </a:moveTo>
                <a:lnTo>
                  <a:pt x="29314" y="83819"/>
                </a:lnTo>
                <a:lnTo>
                  <a:pt x="29200" y="85089"/>
                </a:lnTo>
                <a:close/>
              </a:path>
              <a:path w="1499234" h="514350">
                <a:moveTo>
                  <a:pt x="1469863" y="85089"/>
                </a:moveTo>
                <a:lnTo>
                  <a:pt x="1469626" y="83819"/>
                </a:lnTo>
                <a:lnTo>
                  <a:pt x="1469863" y="85089"/>
                </a:lnTo>
                <a:close/>
              </a:path>
              <a:path w="1499234" h="514350">
                <a:moveTo>
                  <a:pt x="28794" y="88900"/>
                </a:moveTo>
                <a:lnTo>
                  <a:pt x="28870" y="87630"/>
                </a:lnTo>
                <a:lnTo>
                  <a:pt x="28794" y="88900"/>
                </a:lnTo>
                <a:close/>
              </a:path>
              <a:path w="1499234" h="514350">
                <a:moveTo>
                  <a:pt x="1470269" y="88900"/>
                </a:moveTo>
                <a:lnTo>
                  <a:pt x="1470139" y="87630"/>
                </a:lnTo>
                <a:lnTo>
                  <a:pt x="1470269" y="88900"/>
                </a:lnTo>
                <a:close/>
              </a:path>
              <a:path w="1499234" h="514350">
                <a:moveTo>
                  <a:pt x="28924" y="426719"/>
                </a:moveTo>
                <a:lnTo>
                  <a:pt x="28794" y="425450"/>
                </a:lnTo>
                <a:lnTo>
                  <a:pt x="28924" y="426719"/>
                </a:lnTo>
                <a:close/>
              </a:path>
              <a:path w="1499234" h="514350">
                <a:moveTo>
                  <a:pt x="1498514" y="430530"/>
                </a:moveTo>
                <a:lnTo>
                  <a:pt x="1469748" y="430530"/>
                </a:lnTo>
                <a:lnTo>
                  <a:pt x="1470269" y="425450"/>
                </a:lnTo>
                <a:lnTo>
                  <a:pt x="1470193" y="426719"/>
                </a:lnTo>
                <a:lnTo>
                  <a:pt x="1498850" y="426719"/>
                </a:lnTo>
                <a:lnTo>
                  <a:pt x="1498666" y="429260"/>
                </a:lnTo>
                <a:lnTo>
                  <a:pt x="1498514" y="430530"/>
                </a:lnTo>
                <a:close/>
              </a:path>
              <a:path w="1499234" h="514350">
                <a:moveTo>
                  <a:pt x="29437" y="430530"/>
                </a:moveTo>
                <a:lnTo>
                  <a:pt x="29200" y="429260"/>
                </a:lnTo>
                <a:lnTo>
                  <a:pt x="29437" y="430530"/>
                </a:lnTo>
                <a:close/>
              </a:path>
              <a:path w="1499234" h="514350">
                <a:moveTo>
                  <a:pt x="1497498" y="436880"/>
                </a:moveTo>
                <a:lnTo>
                  <a:pt x="1468389" y="436880"/>
                </a:lnTo>
                <a:lnTo>
                  <a:pt x="1469291" y="433069"/>
                </a:lnTo>
                <a:lnTo>
                  <a:pt x="1469151" y="433069"/>
                </a:lnTo>
                <a:lnTo>
                  <a:pt x="1469863" y="429260"/>
                </a:lnTo>
                <a:lnTo>
                  <a:pt x="1469748" y="430530"/>
                </a:lnTo>
                <a:lnTo>
                  <a:pt x="1498514" y="430530"/>
                </a:lnTo>
                <a:lnTo>
                  <a:pt x="1498057" y="434339"/>
                </a:lnTo>
                <a:lnTo>
                  <a:pt x="1497498" y="436880"/>
                </a:lnTo>
                <a:close/>
              </a:path>
              <a:path w="1499234" h="514350">
                <a:moveTo>
                  <a:pt x="30864" y="436880"/>
                </a:moveTo>
                <a:lnTo>
                  <a:pt x="30673" y="436880"/>
                </a:lnTo>
                <a:lnTo>
                  <a:pt x="30495" y="435610"/>
                </a:lnTo>
                <a:lnTo>
                  <a:pt x="30864" y="436880"/>
                </a:lnTo>
                <a:close/>
              </a:path>
              <a:path w="1499234" h="514350">
                <a:moveTo>
                  <a:pt x="1496152" y="443230"/>
                </a:moveTo>
                <a:lnTo>
                  <a:pt x="1466395" y="443230"/>
                </a:lnTo>
                <a:lnTo>
                  <a:pt x="1467678" y="439419"/>
                </a:lnTo>
                <a:lnTo>
                  <a:pt x="1467462" y="439419"/>
                </a:lnTo>
                <a:lnTo>
                  <a:pt x="1468567" y="435610"/>
                </a:lnTo>
                <a:lnTo>
                  <a:pt x="1468389" y="436880"/>
                </a:lnTo>
                <a:lnTo>
                  <a:pt x="1497498" y="436880"/>
                </a:lnTo>
                <a:lnTo>
                  <a:pt x="1496152" y="443230"/>
                </a:lnTo>
                <a:close/>
              </a:path>
              <a:path w="1499234" h="514350">
                <a:moveTo>
                  <a:pt x="32900" y="443230"/>
                </a:moveTo>
                <a:lnTo>
                  <a:pt x="32654" y="443230"/>
                </a:lnTo>
                <a:lnTo>
                  <a:pt x="32413" y="441960"/>
                </a:lnTo>
                <a:lnTo>
                  <a:pt x="32900" y="443230"/>
                </a:lnTo>
                <a:close/>
              </a:path>
              <a:path w="1499234" h="514350">
                <a:moveTo>
                  <a:pt x="1493358" y="452119"/>
                </a:moveTo>
                <a:lnTo>
                  <a:pt x="1462344" y="452119"/>
                </a:lnTo>
                <a:lnTo>
                  <a:pt x="1464135" y="448310"/>
                </a:lnTo>
                <a:lnTo>
                  <a:pt x="1463843" y="448310"/>
                </a:lnTo>
                <a:lnTo>
                  <a:pt x="1465468" y="445769"/>
                </a:lnTo>
                <a:lnTo>
                  <a:pt x="1465189" y="445769"/>
                </a:lnTo>
                <a:lnTo>
                  <a:pt x="1466649" y="441960"/>
                </a:lnTo>
                <a:lnTo>
                  <a:pt x="1466395" y="443230"/>
                </a:lnTo>
                <a:lnTo>
                  <a:pt x="1496152" y="443230"/>
                </a:lnTo>
                <a:lnTo>
                  <a:pt x="1494856" y="448310"/>
                </a:lnTo>
                <a:lnTo>
                  <a:pt x="1493358" y="452119"/>
                </a:lnTo>
                <a:close/>
              </a:path>
              <a:path w="1499234" h="514350">
                <a:moveTo>
                  <a:pt x="37040" y="452119"/>
                </a:moveTo>
                <a:lnTo>
                  <a:pt x="36718" y="452119"/>
                </a:lnTo>
                <a:lnTo>
                  <a:pt x="36388" y="450850"/>
                </a:lnTo>
                <a:lnTo>
                  <a:pt x="37040" y="452119"/>
                </a:lnTo>
                <a:close/>
              </a:path>
              <a:path w="1499234" h="514350">
                <a:moveTo>
                  <a:pt x="1492500" y="454660"/>
                </a:moveTo>
                <a:lnTo>
                  <a:pt x="1460719" y="454660"/>
                </a:lnTo>
                <a:lnTo>
                  <a:pt x="1462674" y="450850"/>
                </a:lnTo>
                <a:lnTo>
                  <a:pt x="1462344" y="452119"/>
                </a:lnTo>
                <a:lnTo>
                  <a:pt x="1493358" y="452119"/>
                </a:lnTo>
                <a:lnTo>
                  <a:pt x="1492500" y="454660"/>
                </a:lnTo>
                <a:close/>
              </a:path>
              <a:path w="1499234" h="514350">
                <a:moveTo>
                  <a:pt x="38683" y="454660"/>
                </a:moveTo>
                <a:lnTo>
                  <a:pt x="38344" y="454660"/>
                </a:lnTo>
                <a:lnTo>
                  <a:pt x="37976" y="453389"/>
                </a:lnTo>
                <a:lnTo>
                  <a:pt x="38683" y="454660"/>
                </a:lnTo>
                <a:close/>
              </a:path>
              <a:path w="1499234" h="514350">
                <a:moveTo>
                  <a:pt x="1486085" y="467360"/>
                </a:moveTo>
                <a:lnTo>
                  <a:pt x="1450749" y="467360"/>
                </a:lnTo>
                <a:lnTo>
                  <a:pt x="1453429" y="464819"/>
                </a:lnTo>
                <a:lnTo>
                  <a:pt x="1452972" y="464819"/>
                </a:lnTo>
                <a:lnTo>
                  <a:pt x="1455524" y="462280"/>
                </a:lnTo>
                <a:lnTo>
                  <a:pt x="1455092" y="462280"/>
                </a:lnTo>
                <a:lnTo>
                  <a:pt x="1457505" y="459739"/>
                </a:lnTo>
                <a:lnTo>
                  <a:pt x="1457086" y="459739"/>
                </a:lnTo>
                <a:lnTo>
                  <a:pt x="1459360" y="457200"/>
                </a:lnTo>
                <a:lnTo>
                  <a:pt x="1458966" y="457200"/>
                </a:lnTo>
                <a:lnTo>
                  <a:pt x="1461087" y="453389"/>
                </a:lnTo>
                <a:lnTo>
                  <a:pt x="1460719" y="454660"/>
                </a:lnTo>
                <a:lnTo>
                  <a:pt x="1492500" y="454660"/>
                </a:lnTo>
                <a:lnTo>
                  <a:pt x="1491643" y="457200"/>
                </a:lnTo>
                <a:lnTo>
                  <a:pt x="1489738" y="461010"/>
                </a:lnTo>
                <a:lnTo>
                  <a:pt x="1487617" y="464819"/>
                </a:lnTo>
                <a:lnTo>
                  <a:pt x="1486085" y="467360"/>
                </a:lnTo>
                <a:close/>
              </a:path>
              <a:path w="1499234" h="514350">
                <a:moveTo>
                  <a:pt x="48771" y="467360"/>
                </a:moveTo>
                <a:lnTo>
                  <a:pt x="48313" y="467360"/>
                </a:lnTo>
                <a:lnTo>
                  <a:pt x="47831" y="466089"/>
                </a:lnTo>
                <a:lnTo>
                  <a:pt x="48771" y="467360"/>
                </a:lnTo>
                <a:close/>
              </a:path>
              <a:path w="1499234" h="514350">
                <a:moveTo>
                  <a:pt x="1484493" y="469900"/>
                </a:moveTo>
                <a:lnTo>
                  <a:pt x="1448412" y="469900"/>
                </a:lnTo>
                <a:lnTo>
                  <a:pt x="1451232" y="466089"/>
                </a:lnTo>
                <a:lnTo>
                  <a:pt x="1450749" y="467360"/>
                </a:lnTo>
                <a:lnTo>
                  <a:pt x="1486085" y="467360"/>
                </a:lnTo>
                <a:lnTo>
                  <a:pt x="1485318" y="468630"/>
                </a:lnTo>
                <a:lnTo>
                  <a:pt x="1484493" y="469900"/>
                </a:lnTo>
                <a:close/>
              </a:path>
              <a:path w="1499234" h="514350">
                <a:moveTo>
                  <a:pt x="51628" y="469900"/>
                </a:moveTo>
                <a:lnTo>
                  <a:pt x="50650" y="469900"/>
                </a:lnTo>
                <a:lnTo>
                  <a:pt x="50155" y="468630"/>
                </a:lnTo>
                <a:lnTo>
                  <a:pt x="51628" y="469900"/>
                </a:lnTo>
                <a:close/>
              </a:path>
              <a:path w="1499234" h="514350">
                <a:moveTo>
                  <a:pt x="1481953" y="473710"/>
                </a:moveTo>
                <a:lnTo>
                  <a:pt x="1443421" y="473710"/>
                </a:lnTo>
                <a:lnTo>
                  <a:pt x="1446495" y="471169"/>
                </a:lnTo>
                <a:lnTo>
                  <a:pt x="1445961" y="471169"/>
                </a:lnTo>
                <a:lnTo>
                  <a:pt x="1448908" y="468630"/>
                </a:lnTo>
                <a:lnTo>
                  <a:pt x="1448412" y="469900"/>
                </a:lnTo>
                <a:lnTo>
                  <a:pt x="1484493" y="469900"/>
                </a:lnTo>
                <a:lnTo>
                  <a:pt x="1482842" y="472439"/>
                </a:lnTo>
                <a:lnTo>
                  <a:pt x="1481953" y="473710"/>
                </a:lnTo>
                <a:close/>
              </a:path>
              <a:path w="1499234" h="514350">
                <a:moveTo>
                  <a:pt x="56676" y="473710"/>
                </a:moveTo>
                <a:lnTo>
                  <a:pt x="55641" y="473710"/>
                </a:lnTo>
                <a:lnTo>
                  <a:pt x="55083" y="472439"/>
                </a:lnTo>
                <a:lnTo>
                  <a:pt x="56676" y="473710"/>
                </a:lnTo>
                <a:close/>
              </a:path>
              <a:path w="1499234" h="514350">
                <a:moveTo>
                  <a:pt x="1479231" y="477519"/>
                </a:moveTo>
                <a:lnTo>
                  <a:pt x="1438062" y="477519"/>
                </a:lnTo>
                <a:lnTo>
                  <a:pt x="1441364" y="474980"/>
                </a:lnTo>
                <a:lnTo>
                  <a:pt x="1440792" y="474980"/>
                </a:lnTo>
                <a:lnTo>
                  <a:pt x="1443980" y="472439"/>
                </a:lnTo>
                <a:lnTo>
                  <a:pt x="1443421" y="473710"/>
                </a:lnTo>
                <a:lnTo>
                  <a:pt x="1481953" y="473710"/>
                </a:lnTo>
                <a:lnTo>
                  <a:pt x="1480175" y="476250"/>
                </a:lnTo>
                <a:lnTo>
                  <a:pt x="1479231" y="477519"/>
                </a:lnTo>
                <a:close/>
              </a:path>
              <a:path w="1499234" h="514350">
                <a:moveTo>
                  <a:pt x="62106" y="477519"/>
                </a:moveTo>
                <a:lnTo>
                  <a:pt x="61001" y="477519"/>
                </a:lnTo>
                <a:lnTo>
                  <a:pt x="60404" y="476250"/>
                </a:lnTo>
                <a:lnTo>
                  <a:pt x="62106" y="477519"/>
                </a:lnTo>
                <a:close/>
              </a:path>
              <a:path w="1499234" h="514350">
                <a:moveTo>
                  <a:pt x="1471196" y="486410"/>
                </a:moveTo>
                <a:lnTo>
                  <a:pt x="1410185" y="486410"/>
                </a:lnTo>
                <a:lnTo>
                  <a:pt x="1414249" y="485139"/>
                </a:lnTo>
                <a:lnTo>
                  <a:pt x="1416827" y="485139"/>
                </a:lnTo>
                <a:lnTo>
                  <a:pt x="1420764" y="483869"/>
                </a:lnTo>
                <a:lnTo>
                  <a:pt x="1423241" y="483869"/>
                </a:lnTo>
                <a:lnTo>
                  <a:pt x="1427013" y="482600"/>
                </a:lnTo>
                <a:lnTo>
                  <a:pt x="1426352" y="482600"/>
                </a:lnTo>
                <a:lnTo>
                  <a:pt x="1430048" y="481330"/>
                </a:lnTo>
                <a:lnTo>
                  <a:pt x="1429400" y="481330"/>
                </a:lnTo>
                <a:lnTo>
                  <a:pt x="1432994" y="480060"/>
                </a:lnTo>
                <a:lnTo>
                  <a:pt x="1432359" y="480060"/>
                </a:lnTo>
                <a:lnTo>
                  <a:pt x="1435865" y="478789"/>
                </a:lnTo>
                <a:lnTo>
                  <a:pt x="1435255" y="478789"/>
                </a:lnTo>
                <a:lnTo>
                  <a:pt x="1438659" y="476250"/>
                </a:lnTo>
                <a:lnTo>
                  <a:pt x="1438062" y="477519"/>
                </a:lnTo>
                <a:lnTo>
                  <a:pt x="1479231" y="477519"/>
                </a:lnTo>
                <a:lnTo>
                  <a:pt x="1477343" y="480060"/>
                </a:lnTo>
                <a:lnTo>
                  <a:pt x="1474346" y="483869"/>
                </a:lnTo>
                <a:lnTo>
                  <a:pt x="1471196" y="48641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2832" y="2721864"/>
            <a:ext cx="265430" cy="1358265"/>
          </a:xfrm>
          <a:custGeom>
            <a:avLst/>
            <a:gdLst/>
            <a:ahLst/>
            <a:cxnLst/>
            <a:rect l="l" t="t" r="r" b="b"/>
            <a:pathLst>
              <a:path w="265430" h="1358264">
                <a:moveTo>
                  <a:pt x="265176" y="0"/>
                </a:moveTo>
                <a:lnTo>
                  <a:pt x="265176" y="1357884"/>
                </a:lnTo>
                <a:lnTo>
                  <a:pt x="0" y="1357884"/>
                </a:lnTo>
                <a:lnTo>
                  <a:pt x="0" y="0"/>
                </a:lnTo>
                <a:lnTo>
                  <a:pt x="265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16977" y="2715399"/>
            <a:ext cx="277495" cy="1371600"/>
          </a:xfrm>
          <a:custGeom>
            <a:avLst/>
            <a:gdLst/>
            <a:ahLst/>
            <a:cxnLst/>
            <a:rect l="l" t="t" r="r" b="b"/>
            <a:pathLst>
              <a:path w="277494" h="1371600">
                <a:moveTo>
                  <a:pt x="277037" y="1371091"/>
                </a:moveTo>
                <a:lnTo>
                  <a:pt x="0" y="1371091"/>
                </a:lnTo>
                <a:lnTo>
                  <a:pt x="0" y="0"/>
                </a:lnTo>
                <a:lnTo>
                  <a:pt x="277037" y="0"/>
                </a:lnTo>
                <a:lnTo>
                  <a:pt x="277037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358391"/>
                </a:lnTo>
                <a:lnTo>
                  <a:pt x="6350" y="1358391"/>
                </a:lnTo>
                <a:lnTo>
                  <a:pt x="12700" y="1364741"/>
                </a:lnTo>
                <a:lnTo>
                  <a:pt x="277037" y="1364741"/>
                </a:lnTo>
                <a:lnTo>
                  <a:pt x="277037" y="1371091"/>
                </a:lnTo>
                <a:close/>
              </a:path>
              <a:path w="277494" h="137160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77494" h="1371600">
                <a:moveTo>
                  <a:pt x="264337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64337" y="6349"/>
                </a:lnTo>
                <a:lnTo>
                  <a:pt x="264337" y="12699"/>
                </a:lnTo>
                <a:close/>
              </a:path>
              <a:path w="277494" h="1371600">
                <a:moveTo>
                  <a:pt x="264337" y="1364741"/>
                </a:moveTo>
                <a:lnTo>
                  <a:pt x="264337" y="6349"/>
                </a:lnTo>
                <a:lnTo>
                  <a:pt x="270687" y="12699"/>
                </a:lnTo>
                <a:lnTo>
                  <a:pt x="277037" y="12699"/>
                </a:lnTo>
                <a:lnTo>
                  <a:pt x="277037" y="1358391"/>
                </a:lnTo>
                <a:lnTo>
                  <a:pt x="270687" y="1358391"/>
                </a:lnTo>
                <a:lnTo>
                  <a:pt x="264337" y="1364741"/>
                </a:lnTo>
                <a:close/>
              </a:path>
              <a:path w="277494" h="1371600">
                <a:moveTo>
                  <a:pt x="277037" y="12699"/>
                </a:moveTo>
                <a:lnTo>
                  <a:pt x="270687" y="12699"/>
                </a:lnTo>
                <a:lnTo>
                  <a:pt x="264337" y="6349"/>
                </a:lnTo>
                <a:lnTo>
                  <a:pt x="277037" y="6349"/>
                </a:lnTo>
                <a:lnTo>
                  <a:pt x="277037" y="12699"/>
                </a:lnTo>
                <a:close/>
              </a:path>
              <a:path w="277494" h="1371600">
                <a:moveTo>
                  <a:pt x="12700" y="1364741"/>
                </a:moveTo>
                <a:lnTo>
                  <a:pt x="6350" y="1358391"/>
                </a:lnTo>
                <a:lnTo>
                  <a:pt x="12700" y="1358391"/>
                </a:lnTo>
                <a:lnTo>
                  <a:pt x="12700" y="1364741"/>
                </a:lnTo>
                <a:close/>
              </a:path>
              <a:path w="277494" h="1371600">
                <a:moveTo>
                  <a:pt x="264337" y="1364741"/>
                </a:moveTo>
                <a:lnTo>
                  <a:pt x="12700" y="1364741"/>
                </a:lnTo>
                <a:lnTo>
                  <a:pt x="12700" y="1358391"/>
                </a:lnTo>
                <a:lnTo>
                  <a:pt x="264337" y="1358391"/>
                </a:lnTo>
                <a:lnTo>
                  <a:pt x="264337" y="1364741"/>
                </a:lnTo>
                <a:close/>
              </a:path>
              <a:path w="277494" h="1371600">
                <a:moveTo>
                  <a:pt x="277037" y="1364741"/>
                </a:moveTo>
                <a:lnTo>
                  <a:pt x="264337" y="1364741"/>
                </a:lnTo>
                <a:lnTo>
                  <a:pt x="270687" y="1358391"/>
                </a:lnTo>
                <a:lnTo>
                  <a:pt x="277037" y="1358391"/>
                </a:lnTo>
                <a:lnTo>
                  <a:pt x="277037" y="13647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05483" y="3044329"/>
            <a:ext cx="323215" cy="712470"/>
          </a:xfrm>
          <a:prstGeom prst="rect">
            <a:avLst/>
          </a:prstGeom>
        </p:spPr>
        <p:txBody>
          <a:bodyPr wrap="square" lIns="0" tIns="952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800" spc="5" b="1">
                <a:solidFill>
                  <a:srgbClr val="FFFFFF"/>
                </a:solidFill>
                <a:latin typeface="华文楷体"/>
                <a:cs typeface="华文楷体"/>
              </a:rPr>
              <a:t>导热</a:t>
            </a:r>
            <a:r>
              <a:rPr dirty="0" sz="1800" b="1">
                <a:solidFill>
                  <a:srgbClr val="FFFFFF"/>
                </a:solidFill>
                <a:latin typeface="华文楷体"/>
                <a:cs typeface="华文楷体"/>
              </a:rPr>
              <a:t>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8995" y="2721864"/>
            <a:ext cx="917575" cy="1320165"/>
          </a:xfrm>
          <a:custGeom>
            <a:avLst/>
            <a:gdLst/>
            <a:ahLst/>
            <a:cxnLst/>
            <a:rect l="l" t="t" r="r" b="b"/>
            <a:pathLst>
              <a:path w="917575" h="1320164">
                <a:moveTo>
                  <a:pt x="0" y="0"/>
                </a:moveTo>
                <a:lnTo>
                  <a:pt x="917447" y="0"/>
                </a:lnTo>
                <a:lnTo>
                  <a:pt x="917447" y="1319784"/>
                </a:lnTo>
                <a:lnTo>
                  <a:pt x="0" y="1319784"/>
                </a:lnTo>
                <a:lnTo>
                  <a:pt x="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4416" y="2707462"/>
            <a:ext cx="946785" cy="1348105"/>
          </a:xfrm>
          <a:custGeom>
            <a:avLst/>
            <a:gdLst/>
            <a:ahLst/>
            <a:cxnLst/>
            <a:rect l="l" t="t" r="r" b="b"/>
            <a:pathLst>
              <a:path w="946785" h="1348104">
                <a:moveTo>
                  <a:pt x="946645" y="1347787"/>
                </a:moveTo>
                <a:lnTo>
                  <a:pt x="0" y="1347787"/>
                </a:lnTo>
                <a:lnTo>
                  <a:pt x="0" y="0"/>
                </a:lnTo>
                <a:lnTo>
                  <a:pt x="946645" y="0"/>
                </a:lnTo>
                <a:lnTo>
                  <a:pt x="94664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1319212"/>
                </a:lnTo>
                <a:lnTo>
                  <a:pt x="14287" y="1319212"/>
                </a:lnTo>
                <a:lnTo>
                  <a:pt x="28575" y="1333499"/>
                </a:lnTo>
                <a:lnTo>
                  <a:pt x="946645" y="1333499"/>
                </a:lnTo>
                <a:lnTo>
                  <a:pt x="946645" y="1347787"/>
                </a:lnTo>
                <a:close/>
              </a:path>
              <a:path w="946785" h="1348104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946785" h="1348104">
                <a:moveTo>
                  <a:pt x="91807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918070" y="14287"/>
                </a:lnTo>
                <a:lnTo>
                  <a:pt x="918070" y="28574"/>
                </a:lnTo>
                <a:close/>
              </a:path>
              <a:path w="946785" h="1348104">
                <a:moveTo>
                  <a:pt x="918070" y="1333499"/>
                </a:moveTo>
                <a:lnTo>
                  <a:pt x="918070" y="14287"/>
                </a:lnTo>
                <a:lnTo>
                  <a:pt x="932357" y="28574"/>
                </a:lnTo>
                <a:lnTo>
                  <a:pt x="946645" y="28574"/>
                </a:lnTo>
                <a:lnTo>
                  <a:pt x="946645" y="1319212"/>
                </a:lnTo>
                <a:lnTo>
                  <a:pt x="932357" y="1319212"/>
                </a:lnTo>
                <a:lnTo>
                  <a:pt x="918070" y="1333499"/>
                </a:lnTo>
                <a:close/>
              </a:path>
              <a:path w="946785" h="1348104">
                <a:moveTo>
                  <a:pt x="946645" y="28574"/>
                </a:moveTo>
                <a:lnTo>
                  <a:pt x="932357" y="28574"/>
                </a:lnTo>
                <a:lnTo>
                  <a:pt x="918070" y="14287"/>
                </a:lnTo>
                <a:lnTo>
                  <a:pt x="946645" y="14287"/>
                </a:lnTo>
                <a:lnTo>
                  <a:pt x="946645" y="28574"/>
                </a:lnTo>
                <a:close/>
              </a:path>
              <a:path w="946785" h="1348104">
                <a:moveTo>
                  <a:pt x="28575" y="1333499"/>
                </a:moveTo>
                <a:lnTo>
                  <a:pt x="14287" y="1319212"/>
                </a:lnTo>
                <a:lnTo>
                  <a:pt x="28575" y="1319212"/>
                </a:lnTo>
                <a:lnTo>
                  <a:pt x="28575" y="1333499"/>
                </a:lnTo>
                <a:close/>
              </a:path>
              <a:path w="946785" h="1348104">
                <a:moveTo>
                  <a:pt x="918070" y="1333499"/>
                </a:moveTo>
                <a:lnTo>
                  <a:pt x="28575" y="1333499"/>
                </a:lnTo>
                <a:lnTo>
                  <a:pt x="28575" y="1319212"/>
                </a:lnTo>
                <a:lnTo>
                  <a:pt x="918070" y="1319212"/>
                </a:lnTo>
                <a:lnTo>
                  <a:pt x="918070" y="1333499"/>
                </a:lnTo>
                <a:close/>
              </a:path>
              <a:path w="946785" h="1348104">
                <a:moveTo>
                  <a:pt x="946645" y="1333499"/>
                </a:moveTo>
                <a:lnTo>
                  <a:pt x="918070" y="1333499"/>
                </a:lnTo>
                <a:lnTo>
                  <a:pt x="932357" y="1319212"/>
                </a:lnTo>
                <a:lnTo>
                  <a:pt x="946645" y="1319212"/>
                </a:lnTo>
                <a:lnTo>
                  <a:pt x="946645" y="133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48995" y="3133864"/>
            <a:ext cx="9175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44395" y="2737104"/>
            <a:ext cx="832485" cy="1289685"/>
          </a:xfrm>
          <a:custGeom>
            <a:avLst/>
            <a:gdLst/>
            <a:ahLst/>
            <a:cxnLst/>
            <a:rect l="l" t="t" r="r" b="b"/>
            <a:pathLst>
              <a:path w="832485" h="1289685">
                <a:moveTo>
                  <a:pt x="0" y="0"/>
                </a:moveTo>
                <a:lnTo>
                  <a:pt x="832104" y="0"/>
                </a:lnTo>
                <a:lnTo>
                  <a:pt x="832104" y="1289304"/>
                </a:lnTo>
                <a:lnTo>
                  <a:pt x="0" y="1289304"/>
                </a:lnTo>
                <a:lnTo>
                  <a:pt x="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29930" y="2722765"/>
            <a:ext cx="861060" cy="1317625"/>
          </a:xfrm>
          <a:custGeom>
            <a:avLst/>
            <a:gdLst/>
            <a:ahLst/>
            <a:cxnLst/>
            <a:rect l="l" t="t" r="r" b="b"/>
            <a:pathLst>
              <a:path w="861060" h="1317625">
                <a:moveTo>
                  <a:pt x="860882" y="1317180"/>
                </a:moveTo>
                <a:lnTo>
                  <a:pt x="0" y="1317180"/>
                </a:lnTo>
                <a:lnTo>
                  <a:pt x="0" y="0"/>
                </a:lnTo>
                <a:lnTo>
                  <a:pt x="860882" y="0"/>
                </a:lnTo>
                <a:lnTo>
                  <a:pt x="86088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288605"/>
                </a:lnTo>
                <a:lnTo>
                  <a:pt x="14287" y="1288605"/>
                </a:lnTo>
                <a:lnTo>
                  <a:pt x="28575" y="1302893"/>
                </a:lnTo>
                <a:lnTo>
                  <a:pt x="860882" y="1302893"/>
                </a:lnTo>
                <a:lnTo>
                  <a:pt x="860882" y="1317180"/>
                </a:lnTo>
                <a:close/>
              </a:path>
              <a:path w="861060" h="131762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861060" h="1317625">
                <a:moveTo>
                  <a:pt x="83230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832307" y="14287"/>
                </a:lnTo>
                <a:lnTo>
                  <a:pt x="832307" y="28575"/>
                </a:lnTo>
                <a:close/>
              </a:path>
              <a:path w="861060" h="1317625">
                <a:moveTo>
                  <a:pt x="832307" y="1302893"/>
                </a:moveTo>
                <a:lnTo>
                  <a:pt x="832307" y="14287"/>
                </a:lnTo>
                <a:lnTo>
                  <a:pt x="846594" y="28575"/>
                </a:lnTo>
                <a:lnTo>
                  <a:pt x="860882" y="28575"/>
                </a:lnTo>
                <a:lnTo>
                  <a:pt x="860882" y="1288605"/>
                </a:lnTo>
                <a:lnTo>
                  <a:pt x="846594" y="1288605"/>
                </a:lnTo>
                <a:lnTo>
                  <a:pt x="832307" y="1302893"/>
                </a:lnTo>
                <a:close/>
              </a:path>
              <a:path w="861060" h="1317625">
                <a:moveTo>
                  <a:pt x="860882" y="28575"/>
                </a:moveTo>
                <a:lnTo>
                  <a:pt x="846594" y="28575"/>
                </a:lnTo>
                <a:lnTo>
                  <a:pt x="832307" y="14287"/>
                </a:lnTo>
                <a:lnTo>
                  <a:pt x="860882" y="14287"/>
                </a:lnTo>
                <a:lnTo>
                  <a:pt x="860882" y="28575"/>
                </a:lnTo>
                <a:close/>
              </a:path>
              <a:path w="861060" h="1317625">
                <a:moveTo>
                  <a:pt x="28575" y="1302893"/>
                </a:moveTo>
                <a:lnTo>
                  <a:pt x="14287" y="1288605"/>
                </a:lnTo>
                <a:lnTo>
                  <a:pt x="28575" y="1288605"/>
                </a:lnTo>
                <a:lnTo>
                  <a:pt x="28575" y="1302893"/>
                </a:lnTo>
                <a:close/>
              </a:path>
              <a:path w="861060" h="1317625">
                <a:moveTo>
                  <a:pt x="832307" y="1302893"/>
                </a:moveTo>
                <a:lnTo>
                  <a:pt x="28575" y="1302893"/>
                </a:lnTo>
                <a:lnTo>
                  <a:pt x="28575" y="1288605"/>
                </a:lnTo>
                <a:lnTo>
                  <a:pt x="832307" y="1288605"/>
                </a:lnTo>
                <a:lnTo>
                  <a:pt x="832307" y="1302893"/>
                </a:lnTo>
                <a:close/>
              </a:path>
              <a:path w="861060" h="1317625">
                <a:moveTo>
                  <a:pt x="860882" y="1302893"/>
                </a:moveTo>
                <a:lnTo>
                  <a:pt x="832307" y="1302893"/>
                </a:lnTo>
                <a:lnTo>
                  <a:pt x="846594" y="1288605"/>
                </a:lnTo>
                <a:lnTo>
                  <a:pt x="860882" y="1288605"/>
                </a:lnTo>
                <a:lnTo>
                  <a:pt x="860882" y="1302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644395" y="3133928"/>
            <a:ext cx="8324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1188" y="2392679"/>
            <a:ext cx="2112645" cy="314325"/>
          </a:xfrm>
          <a:custGeom>
            <a:avLst/>
            <a:gdLst/>
            <a:ahLst/>
            <a:cxnLst/>
            <a:rect l="l" t="t" r="r" b="b"/>
            <a:pathLst>
              <a:path w="2112645" h="314325">
                <a:moveTo>
                  <a:pt x="0" y="0"/>
                </a:moveTo>
                <a:lnTo>
                  <a:pt x="2112264" y="0"/>
                </a:lnTo>
                <a:lnTo>
                  <a:pt x="2112264" y="313944"/>
                </a:lnTo>
                <a:lnTo>
                  <a:pt x="0" y="3139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5244" y="2386076"/>
            <a:ext cx="2124710" cy="327025"/>
          </a:xfrm>
          <a:custGeom>
            <a:avLst/>
            <a:gdLst/>
            <a:ahLst/>
            <a:cxnLst/>
            <a:rect l="l" t="t" r="r" b="b"/>
            <a:pathLst>
              <a:path w="2124710" h="327025">
                <a:moveTo>
                  <a:pt x="2124392" y="326720"/>
                </a:moveTo>
                <a:lnTo>
                  <a:pt x="0" y="326720"/>
                </a:lnTo>
                <a:lnTo>
                  <a:pt x="0" y="0"/>
                </a:lnTo>
                <a:lnTo>
                  <a:pt x="2124392" y="0"/>
                </a:lnTo>
                <a:lnTo>
                  <a:pt x="212439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14020"/>
                </a:lnTo>
                <a:lnTo>
                  <a:pt x="6350" y="314020"/>
                </a:lnTo>
                <a:lnTo>
                  <a:pt x="12700" y="320370"/>
                </a:lnTo>
                <a:lnTo>
                  <a:pt x="2124392" y="320370"/>
                </a:lnTo>
                <a:lnTo>
                  <a:pt x="2124392" y="326720"/>
                </a:lnTo>
                <a:close/>
              </a:path>
              <a:path w="2124710" h="3270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124710" h="327025">
                <a:moveTo>
                  <a:pt x="211169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111692" y="6350"/>
                </a:lnTo>
                <a:lnTo>
                  <a:pt x="2111692" y="12700"/>
                </a:lnTo>
                <a:close/>
              </a:path>
              <a:path w="2124710" h="327025">
                <a:moveTo>
                  <a:pt x="2111692" y="320370"/>
                </a:moveTo>
                <a:lnTo>
                  <a:pt x="2111692" y="6350"/>
                </a:lnTo>
                <a:lnTo>
                  <a:pt x="2118042" y="12700"/>
                </a:lnTo>
                <a:lnTo>
                  <a:pt x="2124392" y="12700"/>
                </a:lnTo>
                <a:lnTo>
                  <a:pt x="2124392" y="314020"/>
                </a:lnTo>
                <a:lnTo>
                  <a:pt x="2118042" y="314020"/>
                </a:lnTo>
                <a:lnTo>
                  <a:pt x="2111692" y="320370"/>
                </a:lnTo>
                <a:close/>
              </a:path>
              <a:path w="2124710" h="327025">
                <a:moveTo>
                  <a:pt x="2124392" y="12700"/>
                </a:moveTo>
                <a:lnTo>
                  <a:pt x="2118042" y="12700"/>
                </a:lnTo>
                <a:lnTo>
                  <a:pt x="2111692" y="6350"/>
                </a:lnTo>
                <a:lnTo>
                  <a:pt x="2124392" y="6350"/>
                </a:lnTo>
                <a:lnTo>
                  <a:pt x="2124392" y="12700"/>
                </a:lnTo>
                <a:close/>
              </a:path>
              <a:path w="2124710" h="327025">
                <a:moveTo>
                  <a:pt x="12700" y="320370"/>
                </a:moveTo>
                <a:lnTo>
                  <a:pt x="6350" y="314020"/>
                </a:lnTo>
                <a:lnTo>
                  <a:pt x="12700" y="314020"/>
                </a:lnTo>
                <a:lnTo>
                  <a:pt x="12700" y="320370"/>
                </a:lnTo>
                <a:close/>
              </a:path>
              <a:path w="2124710" h="327025">
                <a:moveTo>
                  <a:pt x="2111692" y="320370"/>
                </a:moveTo>
                <a:lnTo>
                  <a:pt x="12700" y="320370"/>
                </a:lnTo>
                <a:lnTo>
                  <a:pt x="12700" y="314020"/>
                </a:lnTo>
                <a:lnTo>
                  <a:pt x="2111692" y="314020"/>
                </a:lnTo>
                <a:lnTo>
                  <a:pt x="2111692" y="320370"/>
                </a:lnTo>
                <a:close/>
              </a:path>
              <a:path w="2124710" h="327025">
                <a:moveTo>
                  <a:pt x="2124392" y="320370"/>
                </a:moveTo>
                <a:lnTo>
                  <a:pt x="2111692" y="320370"/>
                </a:lnTo>
                <a:lnTo>
                  <a:pt x="2118042" y="314020"/>
                </a:lnTo>
                <a:lnTo>
                  <a:pt x="2124392" y="314020"/>
                </a:lnTo>
                <a:lnTo>
                  <a:pt x="2124392" y="320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48995" y="2373376"/>
            <a:ext cx="21278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绝热壁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4236" y="1947672"/>
            <a:ext cx="2112645" cy="401320"/>
          </a:xfrm>
          <a:custGeom>
            <a:avLst/>
            <a:gdLst/>
            <a:ahLst/>
            <a:cxnLst/>
            <a:rect l="l" t="t" r="r" b="b"/>
            <a:pathLst>
              <a:path w="2112645" h="401319">
                <a:moveTo>
                  <a:pt x="0" y="0"/>
                </a:moveTo>
                <a:lnTo>
                  <a:pt x="2112264" y="0"/>
                </a:lnTo>
                <a:lnTo>
                  <a:pt x="2112264" y="400812"/>
                </a:lnTo>
                <a:lnTo>
                  <a:pt x="0" y="400812"/>
                </a:lnTo>
                <a:lnTo>
                  <a:pt x="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0532" y="1933575"/>
            <a:ext cx="2140585" cy="429259"/>
          </a:xfrm>
          <a:custGeom>
            <a:avLst/>
            <a:gdLst/>
            <a:ahLst/>
            <a:cxnLst/>
            <a:rect l="l" t="t" r="r" b="b"/>
            <a:pathLst>
              <a:path w="2140585" h="429260">
                <a:moveTo>
                  <a:pt x="2140280" y="428739"/>
                </a:moveTo>
                <a:lnTo>
                  <a:pt x="0" y="428739"/>
                </a:lnTo>
                <a:lnTo>
                  <a:pt x="0" y="0"/>
                </a:lnTo>
                <a:lnTo>
                  <a:pt x="2140280" y="0"/>
                </a:lnTo>
                <a:lnTo>
                  <a:pt x="214028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00164"/>
                </a:lnTo>
                <a:lnTo>
                  <a:pt x="14287" y="400164"/>
                </a:lnTo>
                <a:lnTo>
                  <a:pt x="28575" y="414451"/>
                </a:lnTo>
                <a:lnTo>
                  <a:pt x="2140280" y="414451"/>
                </a:lnTo>
                <a:lnTo>
                  <a:pt x="2140280" y="428739"/>
                </a:lnTo>
                <a:close/>
              </a:path>
              <a:path w="2140585" h="42926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140585" h="429260">
                <a:moveTo>
                  <a:pt x="211170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111705" y="14287"/>
                </a:lnTo>
                <a:lnTo>
                  <a:pt x="2111705" y="28575"/>
                </a:lnTo>
                <a:close/>
              </a:path>
              <a:path w="2140585" h="429260">
                <a:moveTo>
                  <a:pt x="2111705" y="414451"/>
                </a:moveTo>
                <a:lnTo>
                  <a:pt x="2111705" y="14287"/>
                </a:lnTo>
                <a:lnTo>
                  <a:pt x="2125992" y="28575"/>
                </a:lnTo>
                <a:lnTo>
                  <a:pt x="2140280" y="28575"/>
                </a:lnTo>
                <a:lnTo>
                  <a:pt x="2140280" y="400164"/>
                </a:lnTo>
                <a:lnTo>
                  <a:pt x="2125992" y="400164"/>
                </a:lnTo>
                <a:lnTo>
                  <a:pt x="2111705" y="414451"/>
                </a:lnTo>
                <a:close/>
              </a:path>
              <a:path w="2140585" h="429260">
                <a:moveTo>
                  <a:pt x="2140280" y="28575"/>
                </a:moveTo>
                <a:lnTo>
                  <a:pt x="2125992" y="28575"/>
                </a:lnTo>
                <a:lnTo>
                  <a:pt x="2111705" y="14287"/>
                </a:lnTo>
                <a:lnTo>
                  <a:pt x="2140280" y="14287"/>
                </a:lnTo>
                <a:lnTo>
                  <a:pt x="2140280" y="28575"/>
                </a:lnTo>
                <a:close/>
              </a:path>
              <a:path w="2140585" h="429260">
                <a:moveTo>
                  <a:pt x="28575" y="414451"/>
                </a:moveTo>
                <a:lnTo>
                  <a:pt x="14287" y="400164"/>
                </a:lnTo>
                <a:lnTo>
                  <a:pt x="28575" y="400164"/>
                </a:lnTo>
                <a:lnTo>
                  <a:pt x="28575" y="414451"/>
                </a:lnTo>
                <a:close/>
              </a:path>
              <a:path w="2140585" h="429260">
                <a:moveTo>
                  <a:pt x="2111705" y="414451"/>
                </a:moveTo>
                <a:lnTo>
                  <a:pt x="28575" y="414451"/>
                </a:lnTo>
                <a:lnTo>
                  <a:pt x="28575" y="400164"/>
                </a:lnTo>
                <a:lnTo>
                  <a:pt x="2111705" y="400164"/>
                </a:lnTo>
                <a:lnTo>
                  <a:pt x="2111705" y="414451"/>
                </a:lnTo>
                <a:close/>
              </a:path>
              <a:path w="2140585" h="429260">
                <a:moveTo>
                  <a:pt x="2140280" y="414451"/>
                </a:moveTo>
                <a:lnTo>
                  <a:pt x="2111705" y="414451"/>
                </a:lnTo>
                <a:lnTo>
                  <a:pt x="2125992" y="400164"/>
                </a:lnTo>
                <a:lnTo>
                  <a:pt x="2140280" y="400164"/>
                </a:lnTo>
                <a:lnTo>
                  <a:pt x="2140280" y="4144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48995" y="1934527"/>
            <a:ext cx="2127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4604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29585" y="4001922"/>
            <a:ext cx="1748789" cy="550545"/>
          </a:xfrm>
          <a:custGeom>
            <a:avLst/>
            <a:gdLst/>
            <a:ahLst/>
            <a:cxnLst/>
            <a:rect l="l" t="t" r="r" b="b"/>
            <a:pathLst>
              <a:path w="1748789" h="550545">
                <a:moveTo>
                  <a:pt x="4762" y="545617"/>
                </a:moveTo>
                <a:lnTo>
                  <a:pt x="0" y="545617"/>
                </a:lnTo>
                <a:lnTo>
                  <a:pt x="0" y="507517"/>
                </a:lnTo>
                <a:lnTo>
                  <a:pt x="9525" y="507517"/>
                </a:lnTo>
                <a:lnTo>
                  <a:pt x="9525" y="540854"/>
                </a:lnTo>
                <a:lnTo>
                  <a:pt x="4762" y="540854"/>
                </a:lnTo>
                <a:lnTo>
                  <a:pt x="4762" y="545617"/>
                </a:lnTo>
                <a:close/>
              </a:path>
              <a:path w="1748789" h="550545">
                <a:moveTo>
                  <a:pt x="29908" y="550379"/>
                </a:moveTo>
                <a:lnTo>
                  <a:pt x="4762" y="550379"/>
                </a:lnTo>
                <a:lnTo>
                  <a:pt x="4762" y="540854"/>
                </a:lnTo>
                <a:lnTo>
                  <a:pt x="9525" y="540854"/>
                </a:lnTo>
                <a:lnTo>
                  <a:pt x="9525" y="545617"/>
                </a:lnTo>
                <a:lnTo>
                  <a:pt x="29908" y="545617"/>
                </a:lnTo>
                <a:lnTo>
                  <a:pt x="29908" y="550379"/>
                </a:lnTo>
                <a:close/>
              </a:path>
              <a:path w="1748789" h="550545">
                <a:moveTo>
                  <a:pt x="29908" y="545617"/>
                </a:moveTo>
                <a:lnTo>
                  <a:pt x="9525" y="545617"/>
                </a:lnTo>
                <a:lnTo>
                  <a:pt x="9525" y="540854"/>
                </a:lnTo>
                <a:lnTo>
                  <a:pt x="29908" y="540854"/>
                </a:lnTo>
                <a:lnTo>
                  <a:pt x="29908" y="545617"/>
                </a:lnTo>
                <a:close/>
              </a:path>
              <a:path w="1748789" h="550545">
                <a:moveTo>
                  <a:pt x="9525" y="478942"/>
                </a:moveTo>
                <a:lnTo>
                  <a:pt x="0" y="478942"/>
                </a:lnTo>
                <a:lnTo>
                  <a:pt x="0" y="440842"/>
                </a:lnTo>
                <a:lnTo>
                  <a:pt x="9525" y="440842"/>
                </a:lnTo>
                <a:lnTo>
                  <a:pt x="9525" y="478942"/>
                </a:lnTo>
                <a:close/>
              </a:path>
              <a:path w="1748789" h="550545">
                <a:moveTo>
                  <a:pt x="9525" y="412267"/>
                </a:moveTo>
                <a:lnTo>
                  <a:pt x="0" y="412267"/>
                </a:lnTo>
                <a:lnTo>
                  <a:pt x="0" y="374167"/>
                </a:lnTo>
                <a:lnTo>
                  <a:pt x="9525" y="374167"/>
                </a:lnTo>
                <a:lnTo>
                  <a:pt x="9525" y="412267"/>
                </a:lnTo>
                <a:close/>
              </a:path>
              <a:path w="1748789" h="550545">
                <a:moveTo>
                  <a:pt x="9525" y="345592"/>
                </a:moveTo>
                <a:lnTo>
                  <a:pt x="0" y="345592"/>
                </a:lnTo>
                <a:lnTo>
                  <a:pt x="0" y="307492"/>
                </a:lnTo>
                <a:lnTo>
                  <a:pt x="9525" y="307492"/>
                </a:lnTo>
                <a:lnTo>
                  <a:pt x="9525" y="345592"/>
                </a:lnTo>
                <a:close/>
              </a:path>
              <a:path w="1748789" h="550545">
                <a:moveTo>
                  <a:pt x="9525" y="278917"/>
                </a:moveTo>
                <a:lnTo>
                  <a:pt x="0" y="278917"/>
                </a:lnTo>
                <a:lnTo>
                  <a:pt x="0" y="240817"/>
                </a:lnTo>
                <a:lnTo>
                  <a:pt x="9525" y="240817"/>
                </a:lnTo>
                <a:lnTo>
                  <a:pt x="9525" y="278917"/>
                </a:lnTo>
                <a:close/>
              </a:path>
              <a:path w="1748789" h="550545">
                <a:moveTo>
                  <a:pt x="9525" y="212242"/>
                </a:moveTo>
                <a:lnTo>
                  <a:pt x="0" y="212242"/>
                </a:lnTo>
                <a:lnTo>
                  <a:pt x="0" y="174142"/>
                </a:lnTo>
                <a:lnTo>
                  <a:pt x="9525" y="174142"/>
                </a:lnTo>
                <a:lnTo>
                  <a:pt x="9525" y="212242"/>
                </a:lnTo>
                <a:close/>
              </a:path>
              <a:path w="1748789" h="550545">
                <a:moveTo>
                  <a:pt x="9525" y="145567"/>
                </a:moveTo>
                <a:lnTo>
                  <a:pt x="0" y="145567"/>
                </a:lnTo>
                <a:lnTo>
                  <a:pt x="0" y="107467"/>
                </a:lnTo>
                <a:lnTo>
                  <a:pt x="9525" y="107467"/>
                </a:lnTo>
                <a:lnTo>
                  <a:pt x="9525" y="145567"/>
                </a:lnTo>
                <a:close/>
              </a:path>
              <a:path w="1748789" h="550545">
                <a:moveTo>
                  <a:pt x="9525" y="78892"/>
                </a:moveTo>
                <a:lnTo>
                  <a:pt x="0" y="78892"/>
                </a:lnTo>
                <a:lnTo>
                  <a:pt x="0" y="40792"/>
                </a:lnTo>
                <a:lnTo>
                  <a:pt x="9525" y="40792"/>
                </a:lnTo>
                <a:lnTo>
                  <a:pt x="9525" y="78892"/>
                </a:lnTo>
                <a:close/>
              </a:path>
              <a:path w="1748789" h="550545">
                <a:moveTo>
                  <a:pt x="9525" y="12217"/>
                </a:moveTo>
                <a:lnTo>
                  <a:pt x="0" y="12217"/>
                </a:lnTo>
                <a:lnTo>
                  <a:pt x="0" y="0"/>
                </a:lnTo>
                <a:lnTo>
                  <a:pt x="35407" y="0"/>
                </a:lnTo>
                <a:lnTo>
                  <a:pt x="3540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217"/>
                </a:lnTo>
                <a:close/>
              </a:path>
              <a:path w="1748789" h="55054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748789" h="550545">
                <a:moveTo>
                  <a:pt x="3540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5407" y="4762"/>
                </a:lnTo>
                <a:lnTo>
                  <a:pt x="35407" y="9525"/>
                </a:lnTo>
                <a:close/>
              </a:path>
              <a:path w="1748789" h="550545">
                <a:moveTo>
                  <a:pt x="102082" y="9525"/>
                </a:moveTo>
                <a:lnTo>
                  <a:pt x="63982" y="9525"/>
                </a:lnTo>
                <a:lnTo>
                  <a:pt x="63982" y="0"/>
                </a:lnTo>
                <a:lnTo>
                  <a:pt x="102082" y="0"/>
                </a:lnTo>
                <a:lnTo>
                  <a:pt x="102082" y="9525"/>
                </a:lnTo>
                <a:close/>
              </a:path>
              <a:path w="1748789" h="550545">
                <a:moveTo>
                  <a:pt x="168757" y="9525"/>
                </a:moveTo>
                <a:lnTo>
                  <a:pt x="130657" y="9525"/>
                </a:lnTo>
                <a:lnTo>
                  <a:pt x="130657" y="0"/>
                </a:lnTo>
                <a:lnTo>
                  <a:pt x="168757" y="0"/>
                </a:lnTo>
                <a:lnTo>
                  <a:pt x="168757" y="9525"/>
                </a:lnTo>
                <a:close/>
              </a:path>
              <a:path w="1748789" h="550545">
                <a:moveTo>
                  <a:pt x="235432" y="9525"/>
                </a:moveTo>
                <a:lnTo>
                  <a:pt x="197332" y="9525"/>
                </a:lnTo>
                <a:lnTo>
                  <a:pt x="197332" y="0"/>
                </a:lnTo>
                <a:lnTo>
                  <a:pt x="235432" y="0"/>
                </a:lnTo>
                <a:lnTo>
                  <a:pt x="235432" y="9525"/>
                </a:lnTo>
                <a:close/>
              </a:path>
              <a:path w="1748789" h="550545">
                <a:moveTo>
                  <a:pt x="302107" y="9525"/>
                </a:moveTo>
                <a:lnTo>
                  <a:pt x="264007" y="9525"/>
                </a:lnTo>
                <a:lnTo>
                  <a:pt x="264007" y="0"/>
                </a:lnTo>
                <a:lnTo>
                  <a:pt x="302107" y="0"/>
                </a:lnTo>
                <a:lnTo>
                  <a:pt x="302107" y="9525"/>
                </a:lnTo>
                <a:close/>
              </a:path>
              <a:path w="1748789" h="550545">
                <a:moveTo>
                  <a:pt x="368782" y="9525"/>
                </a:moveTo>
                <a:lnTo>
                  <a:pt x="330682" y="9525"/>
                </a:lnTo>
                <a:lnTo>
                  <a:pt x="330682" y="0"/>
                </a:lnTo>
                <a:lnTo>
                  <a:pt x="368782" y="0"/>
                </a:lnTo>
                <a:lnTo>
                  <a:pt x="368782" y="9525"/>
                </a:lnTo>
                <a:close/>
              </a:path>
              <a:path w="1748789" h="550545">
                <a:moveTo>
                  <a:pt x="435457" y="9525"/>
                </a:moveTo>
                <a:lnTo>
                  <a:pt x="397357" y="9525"/>
                </a:lnTo>
                <a:lnTo>
                  <a:pt x="397357" y="0"/>
                </a:lnTo>
                <a:lnTo>
                  <a:pt x="435457" y="0"/>
                </a:lnTo>
                <a:lnTo>
                  <a:pt x="435457" y="9525"/>
                </a:lnTo>
                <a:close/>
              </a:path>
              <a:path w="1748789" h="550545">
                <a:moveTo>
                  <a:pt x="502132" y="9525"/>
                </a:moveTo>
                <a:lnTo>
                  <a:pt x="464032" y="9525"/>
                </a:lnTo>
                <a:lnTo>
                  <a:pt x="464032" y="0"/>
                </a:lnTo>
                <a:lnTo>
                  <a:pt x="502132" y="0"/>
                </a:lnTo>
                <a:lnTo>
                  <a:pt x="502132" y="9525"/>
                </a:lnTo>
                <a:close/>
              </a:path>
              <a:path w="1748789" h="550545">
                <a:moveTo>
                  <a:pt x="568807" y="9525"/>
                </a:moveTo>
                <a:lnTo>
                  <a:pt x="530707" y="9525"/>
                </a:lnTo>
                <a:lnTo>
                  <a:pt x="530707" y="0"/>
                </a:lnTo>
                <a:lnTo>
                  <a:pt x="568807" y="0"/>
                </a:lnTo>
                <a:lnTo>
                  <a:pt x="568807" y="9525"/>
                </a:lnTo>
                <a:close/>
              </a:path>
              <a:path w="1748789" h="550545">
                <a:moveTo>
                  <a:pt x="635482" y="9525"/>
                </a:moveTo>
                <a:lnTo>
                  <a:pt x="597382" y="9525"/>
                </a:lnTo>
                <a:lnTo>
                  <a:pt x="597382" y="0"/>
                </a:lnTo>
                <a:lnTo>
                  <a:pt x="635482" y="0"/>
                </a:lnTo>
                <a:lnTo>
                  <a:pt x="635482" y="9525"/>
                </a:lnTo>
                <a:close/>
              </a:path>
              <a:path w="1748789" h="550545">
                <a:moveTo>
                  <a:pt x="702157" y="9525"/>
                </a:moveTo>
                <a:lnTo>
                  <a:pt x="664057" y="9525"/>
                </a:lnTo>
                <a:lnTo>
                  <a:pt x="664057" y="0"/>
                </a:lnTo>
                <a:lnTo>
                  <a:pt x="702157" y="0"/>
                </a:lnTo>
                <a:lnTo>
                  <a:pt x="702157" y="9525"/>
                </a:lnTo>
                <a:close/>
              </a:path>
              <a:path w="1748789" h="550545">
                <a:moveTo>
                  <a:pt x="768832" y="9525"/>
                </a:moveTo>
                <a:lnTo>
                  <a:pt x="730732" y="9525"/>
                </a:lnTo>
                <a:lnTo>
                  <a:pt x="730732" y="0"/>
                </a:lnTo>
                <a:lnTo>
                  <a:pt x="768832" y="0"/>
                </a:lnTo>
                <a:lnTo>
                  <a:pt x="768832" y="9525"/>
                </a:lnTo>
                <a:close/>
              </a:path>
              <a:path w="1748789" h="550545">
                <a:moveTo>
                  <a:pt x="835507" y="9525"/>
                </a:moveTo>
                <a:lnTo>
                  <a:pt x="797407" y="9525"/>
                </a:lnTo>
                <a:lnTo>
                  <a:pt x="797407" y="0"/>
                </a:lnTo>
                <a:lnTo>
                  <a:pt x="835507" y="0"/>
                </a:lnTo>
                <a:lnTo>
                  <a:pt x="835507" y="9525"/>
                </a:lnTo>
                <a:close/>
              </a:path>
              <a:path w="1748789" h="550545">
                <a:moveTo>
                  <a:pt x="902182" y="9525"/>
                </a:moveTo>
                <a:lnTo>
                  <a:pt x="864082" y="9525"/>
                </a:lnTo>
                <a:lnTo>
                  <a:pt x="864082" y="0"/>
                </a:lnTo>
                <a:lnTo>
                  <a:pt x="902182" y="0"/>
                </a:lnTo>
                <a:lnTo>
                  <a:pt x="902182" y="9525"/>
                </a:lnTo>
                <a:close/>
              </a:path>
              <a:path w="1748789" h="550545">
                <a:moveTo>
                  <a:pt x="968857" y="9525"/>
                </a:moveTo>
                <a:lnTo>
                  <a:pt x="930757" y="9525"/>
                </a:lnTo>
                <a:lnTo>
                  <a:pt x="930757" y="0"/>
                </a:lnTo>
                <a:lnTo>
                  <a:pt x="968857" y="0"/>
                </a:lnTo>
                <a:lnTo>
                  <a:pt x="968857" y="9525"/>
                </a:lnTo>
                <a:close/>
              </a:path>
              <a:path w="1748789" h="550545">
                <a:moveTo>
                  <a:pt x="1035532" y="9525"/>
                </a:moveTo>
                <a:lnTo>
                  <a:pt x="997432" y="9525"/>
                </a:lnTo>
                <a:lnTo>
                  <a:pt x="997432" y="0"/>
                </a:lnTo>
                <a:lnTo>
                  <a:pt x="1035532" y="0"/>
                </a:lnTo>
                <a:lnTo>
                  <a:pt x="1035532" y="9525"/>
                </a:lnTo>
                <a:close/>
              </a:path>
              <a:path w="1748789" h="550545">
                <a:moveTo>
                  <a:pt x="1102207" y="9525"/>
                </a:moveTo>
                <a:lnTo>
                  <a:pt x="1064107" y="9525"/>
                </a:lnTo>
                <a:lnTo>
                  <a:pt x="1064107" y="0"/>
                </a:lnTo>
                <a:lnTo>
                  <a:pt x="1102207" y="0"/>
                </a:lnTo>
                <a:lnTo>
                  <a:pt x="1102207" y="9525"/>
                </a:lnTo>
                <a:close/>
              </a:path>
              <a:path w="1748789" h="550545">
                <a:moveTo>
                  <a:pt x="1168882" y="9525"/>
                </a:moveTo>
                <a:lnTo>
                  <a:pt x="1130782" y="9525"/>
                </a:lnTo>
                <a:lnTo>
                  <a:pt x="1130782" y="0"/>
                </a:lnTo>
                <a:lnTo>
                  <a:pt x="1168882" y="0"/>
                </a:lnTo>
                <a:lnTo>
                  <a:pt x="1168882" y="9525"/>
                </a:lnTo>
                <a:close/>
              </a:path>
              <a:path w="1748789" h="550545">
                <a:moveTo>
                  <a:pt x="1235557" y="9525"/>
                </a:moveTo>
                <a:lnTo>
                  <a:pt x="1197457" y="9525"/>
                </a:lnTo>
                <a:lnTo>
                  <a:pt x="1197457" y="0"/>
                </a:lnTo>
                <a:lnTo>
                  <a:pt x="1235557" y="0"/>
                </a:lnTo>
                <a:lnTo>
                  <a:pt x="1235557" y="9525"/>
                </a:lnTo>
                <a:close/>
              </a:path>
              <a:path w="1748789" h="550545">
                <a:moveTo>
                  <a:pt x="1302232" y="9525"/>
                </a:moveTo>
                <a:lnTo>
                  <a:pt x="1264132" y="9525"/>
                </a:lnTo>
                <a:lnTo>
                  <a:pt x="1264132" y="0"/>
                </a:lnTo>
                <a:lnTo>
                  <a:pt x="1302232" y="0"/>
                </a:lnTo>
                <a:lnTo>
                  <a:pt x="1302232" y="9525"/>
                </a:lnTo>
                <a:close/>
              </a:path>
              <a:path w="1748789" h="550545">
                <a:moveTo>
                  <a:pt x="1368907" y="9525"/>
                </a:moveTo>
                <a:lnTo>
                  <a:pt x="1330807" y="9525"/>
                </a:lnTo>
                <a:lnTo>
                  <a:pt x="1330807" y="0"/>
                </a:lnTo>
                <a:lnTo>
                  <a:pt x="1368907" y="0"/>
                </a:lnTo>
                <a:lnTo>
                  <a:pt x="1368907" y="9525"/>
                </a:lnTo>
                <a:close/>
              </a:path>
              <a:path w="1748789" h="550545">
                <a:moveTo>
                  <a:pt x="1435582" y="9525"/>
                </a:moveTo>
                <a:lnTo>
                  <a:pt x="1397482" y="9525"/>
                </a:lnTo>
                <a:lnTo>
                  <a:pt x="1397482" y="0"/>
                </a:lnTo>
                <a:lnTo>
                  <a:pt x="1435582" y="0"/>
                </a:lnTo>
                <a:lnTo>
                  <a:pt x="1435582" y="9525"/>
                </a:lnTo>
                <a:close/>
              </a:path>
              <a:path w="1748789" h="550545">
                <a:moveTo>
                  <a:pt x="1502257" y="9525"/>
                </a:moveTo>
                <a:lnTo>
                  <a:pt x="1464157" y="9525"/>
                </a:lnTo>
                <a:lnTo>
                  <a:pt x="1464157" y="0"/>
                </a:lnTo>
                <a:lnTo>
                  <a:pt x="1502257" y="0"/>
                </a:lnTo>
                <a:lnTo>
                  <a:pt x="1502257" y="9525"/>
                </a:lnTo>
                <a:close/>
              </a:path>
              <a:path w="1748789" h="550545">
                <a:moveTo>
                  <a:pt x="1568932" y="9525"/>
                </a:moveTo>
                <a:lnTo>
                  <a:pt x="1530832" y="9525"/>
                </a:lnTo>
                <a:lnTo>
                  <a:pt x="1530832" y="0"/>
                </a:lnTo>
                <a:lnTo>
                  <a:pt x="1568932" y="0"/>
                </a:lnTo>
                <a:lnTo>
                  <a:pt x="1568932" y="9525"/>
                </a:lnTo>
                <a:close/>
              </a:path>
              <a:path w="1748789" h="550545">
                <a:moveTo>
                  <a:pt x="1635607" y="9525"/>
                </a:moveTo>
                <a:lnTo>
                  <a:pt x="1597507" y="9525"/>
                </a:lnTo>
                <a:lnTo>
                  <a:pt x="1597507" y="0"/>
                </a:lnTo>
                <a:lnTo>
                  <a:pt x="1635607" y="0"/>
                </a:lnTo>
                <a:lnTo>
                  <a:pt x="1635607" y="9525"/>
                </a:lnTo>
                <a:close/>
              </a:path>
              <a:path w="1748789" h="550545">
                <a:moveTo>
                  <a:pt x="1702282" y="9525"/>
                </a:moveTo>
                <a:lnTo>
                  <a:pt x="1664182" y="9525"/>
                </a:lnTo>
                <a:lnTo>
                  <a:pt x="1664182" y="0"/>
                </a:lnTo>
                <a:lnTo>
                  <a:pt x="1702282" y="0"/>
                </a:lnTo>
                <a:lnTo>
                  <a:pt x="1702282" y="9525"/>
                </a:lnTo>
                <a:close/>
              </a:path>
              <a:path w="1748789" h="550545">
                <a:moveTo>
                  <a:pt x="1738680" y="9525"/>
                </a:moveTo>
                <a:lnTo>
                  <a:pt x="1730857" y="9525"/>
                </a:lnTo>
                <a:lnTo>
                  <a:pt x="1730857" y="0"/>
                </a:lnTo>
                <a:lnTo>
                  <a:pt x="1748205" y="0"/>
                </a:lnTo>
                <a:lnTo>
                  <a:pt x="1748205" y="4762"/>
                </a:lnTo>
                <a:lnTo>
                  <a:pt x="1738680" y="4762"/>
                </a:lnTo>
                <a:lnTo>
                  <a:pt x="1738680" y="9525"/>
                </a:lnTo>
                <a:close/>
              </a:path>
              <a:path w="1748789" h="550545">
                <a:moveTo>
                  <a:pt x="1748205" y="30289"/>
                </a:moveTo>
                <a:lnTo>
                  <a:pt x="1738680" y="30289"/>
                </a:lnTo>
                <a:lnTo>
                  <a:pt x="1738680" y="4762"/>
                </a:lnTo>
                <a:lnTo>
                  <a:pt x="1743443" y="9525"/>
                </a:lnTo>
                <a:lnTo>
                  <a:pt x="1748205" y="9525"/>
                </a:lnTo>
                <a:lnTo>
                  <a:pt x="1748205" y="30289"/>
                </a:lnTo>
                <a:close/>
              </a:path>
              <a:path w="1748789" h="550545">
                <a:moveTo>
                  <a:pt x="1748205" y="9525"/>
                </a:moveTo>
                <a:lnTo>
                  <a:pt x="1743443" y="9525"/>
                </a:lnTo>
                <a:lnTo>
                  <a:pt x="1738680" y="4762"/>
                </a:lnTo>
                <a:lnTo>
                  <a:pt x="1748205" y="4762"/>
                </a:lnTo>
                <a:lnTo>
                  <a:pt x="1748205" y="9525"/>
                </a:lnTo>
                <a:close/>
              </a:path>
              <a:path w="1748789" h="550545">
                <a:moveTo>
                  <a:pt x="1748205" y="96964"/>
                </a:moveTo>
                <a:lnTo>
                  <a:pt x="1738680" y="96964"/>
                </a:lnTo>
                <a:lnTo>
                  <a:pt x="1738680" y="58864"/>
                </a:lnTo>
                <a:lnTo>
                  <a:pt x="1748205" y="58864"/>
                </a:lnTo>
                <a:lnTo>
                  <a:pt x="1748205" y="96964"/>
                </a:lnTo>
                <a:close/>
              </a:path>
              <a:path w="1748789" h="550545">
                <a:moveTo>
                  <a:pt x="1748205" y="163639"/>
                </a:moveTo>
                <a:lnTo>
                  <a:pt x="1738680" y="163639"/>
                </a:lnTo>
                <a:lnTo>
                  <a:pt x="1738680" y="125539"/>
                </a:lnTo>
                <a:lnTo>
                  <a:pt x="1748205" y="125539"/>
                </a:lnTo>
                <a:lnTo>
                  <a:pt x="1748205" y="163639"/>
                </a:lnTo>
                <a:close/>
              </a:path>
              <a:path w="1748789" h="550545">
                <a:moveTo>
                  <a:pt x="1748205" y="230314"/>
                </a:moveTo>
                <a:lnTo>
                  <a:pt x="1738680" y="230314"/>
                </a:lnTo>
                <a:lnTo>
                  <a:pt x="1738680" y="192214"/>
                </a:lnTo>
                <a:lnTo>
                  <a:pt x="1748205" y="192214"/>
                </a:lnTo>
                <a:lnTo>
                  <a:pt x="1748205" y="230314"/>
                </a:lnTo>
                <a:close/>
              </a:path>
              <a:path w="1748789" h="550545">
                <a:moveTo>
                  <a:pt x="1748205" y="296989"/>
                </a:moveTo>
                <a:lnTo>
                  <a:pt x="1738680" y="296989"/>
                </a:lnTo>
                <a:lnTo>
                  <a:pt x="1738680" y="258889"/>
                </a:lnTo>
                <a:lnTo>
                  <a:pt x="1748205" y="258889"/>
                </a:lnTo>
                <a:lnTo>
                  <a:pt x="1748205" y="296989"/>
                </a:lnTo>
                <a:close/>
              </a:path>
              <a:path w="1748789" h="550545">
                <a:moveTo>
                  <a:pt x="1748205" y="363664"/>
                </a:moveTo>
                <a:lnTo>
                  <a:pt x="1738680" y="363664"/>
                </a:lnTo>
                <a:lnTo>
                  <a:pt x="1738680" y="325564"/>
                </a:lnTo>
                <a:lnTo>
                  <a:pt x="1748205" y="325564"/>
                </a:lnTo>
                <a:lnTo>
                  <a:pt x="1748205" y="363664"/>
                </a:lnTo>
                <a:close/>
              </a:path>
              <a:path w="1748789" h="550545">
                <a:moveTo>
                  <a:pt x="1748205" y="430339"/>
                </a:moveTo>
                <a:lnTo>
                  <a:pt x="1738680" y="430339"/>
                </a:lnTo>
                <a:lnTo>
                  <a:pt x="1738680" y="392239"/>
                </a:lnTo>
                <a:lnTo>
                  <a:pt x="1748205" y="392239"/>
                </a:lnTo>
                <a:lnTo>
                  <a:pt x="1748205" y="430339"/>
                </a:lnTo>
                <a:close/>
              </a:path>
              <a:path w="1748789" h="550545">
                <a:moveTo>
                  <a:pt x="1748205" y="497014"/>
                </a:moveTo>
                <a:lnTo>
                  <a:pt x="1738680" y="497014"/>
                </a:lnTo>
                <a:lnTo>
                  <a:pt x="1738680" y="458914"/>
                </a:lnTo>
                <a:lnTo>
                  <a:pt x="1748205" y="458914"/>
                </a:lnTo>
                <a:lnTo>
                  <a:pt x="1748205" y="497014"/>
                </a:lnTo>
                <a:close/>
              </a:path>
              <a:path w="1748789" h="550545">
                <a:moveTo>
                  <a:pt x="1738680" y="545617"/>
                </a:moveTo>
                <a:lnTo>
                  <a:pt x="1738680" y="525589"/>
                </a:lnTo>
                <a:lnTo>
                  <a:pt x="1748205" y="525589"/>
                </a:lnTo>
                <a:lnTo>
                  <a:pt x="1748205" y="540854"/>
                </a:lnTo>
                <a:lnTo>
                  <a:pt x="1743443" y="540854"/>
                </a:lnTo>
                <a:lnTo>
                  <a:pt x="1738680" y="545617"/>
                </a:lnTo>
                <a:close/>
              </a:path>
              <a:path w="1748789" h="550545">
                <a:moveTo>
                  <a:pt x="1748205" y="550379"/>
                </a:moveTo>
                <a:lnTo>
                  <a:pt x="1725358" y="550379"/>
                </a:lnTo>
                <a:lnTo>
                  <a:pt x="1725358" y="540854"/>
                </a:lnTo>
                <a:lnTo>
                  <a:pt x="1738680" y="540854"/>
                </a:lnTo>
                <a:lnTo>
                  <a:pt x="1738680" y="545617"/>
                </a:lnTo>
                <a:lnTo>
                  <a:pt x="1748205" y="545617"/>
                </a:lnTo>
                <a:lnTo>
                  <a:pt x="1748205" y="550379"/>
                </a:lnTo>
                <a:close/>
              </a:path>
              <a:path w="1748789" h="550545">
                <a:moveTo>
                  <a:pt x="1748205" y="545617"/>
                </a:moveTo>
                <a:lnTo>
                  <a:pt x="1738680" y="545617"/>
                </a:lnTo>
                <a:lnTo>
                  <a:pt x="1743443" y="540854"/>
                </a:lnTo>
                <a:lnTo>
                  <a:pt x="1748205" y="540854"/>
                </a:lnTo>
                <a:lnTo>
                  <a:pt x="1748205" y="545617"/>
                </a:lnTo>
                <a:close/>
              </a:path>
              <a:path w="1748789" h="550545">
                <a:moveTo>
                  <a:pt x="1696783" y="550379"/>
                </a:moveTo>
                <a:lnTo>
                  <a:pt x="1658683" y="550379"/>
                </a:lnTo>
                <a:lnTo>
                  <a:pt x="1658683" y="540854"/>
                </a:lnTo>
                <a:lnTo>
                  <a:pt x="1696783" y="540854"/>
                </a:lnTo>
                <a:lnTo>
                  <a:pt x="1696783" y="550379"/>
                </a:lnTo>
                <a:close/>
              </a:path>
              <a:path w="1748789" h="550545">
                <a:moveTo>
                  <a:pt x="1630108" y="550379"/>
                </a:moveTo>
                <a:lnTo>
                  <a:pt x="1592008" y="550379"/>
                </a:lnTo>
                <a:lnTo>
                  <a:pt x="1592008" y="540854"/>
                </a:lnTo>
                <a:lnTo>
                  <a:pt x="1630108" y="540854"/>
                </a:lnTo>
                <a:lnTo>
                  <a:pt x="1630108" y="550379"/>
                </a:lnTo>
                <a:close/>
              </a:path>
              <a:path w="1748789" h="550545">
                <a:moveTo>
                  <a:pt x="1563433" y="550379"/>
                </a:moveTo>
                <a:lnTo>
                  <a:pt x="1525333" y="550379"/>
                </a:lnTo>
                <a:lnTo>
                  <a:pt x="1525333" y="540854"/>
                </a:lnTo>
                <a:lnTo>
                  <a:pt x="1563433" y="540854"/>
                </a:lnTo>
                <a:lnTo>
                  <a:pt x="1563433" y="550379"/>
                </a:lnTo>
                <a:close/>
              </a:path>
              <a:path w="1748789" h="550545">
                <a:moveTo>
                  <a:pt x="1496758" y="550379"/>
                </a:moveTo>
                <a:lnTo>
                  <a:pt x="1458658" y="550379"/>
                </a:lnTo>
                <a:lnTo>
                  <a:pt x="1458658" y="540854"/>
                </a:lnTo>
                <a:lnTo>
                  <a:pt x="1496758" y="540854"/>
                </a:lnTo>
                <a:lnTo>
                  <a:pt x="1496758" y="550379"/>
                </a:lnTo>
                <a:close/>
              </a:path>
              <a:path w="1748789" h="550545">
                <a:moveTo>
                  <a:pt x="1430083" y="550379"/>
                </a:moveTo>
                <a:lnTo>
                  <a:pt x="1391983" y="550379"/>
                </a:lnTo>
                <a:lnTo>
                  <a:pt x="1391983" y="540854"/>
                </a:lnTo>
                <a:lnTo>
                  <a:pt x="1430083" y="540854"/>
                </a:lnTo>
                <a:lnTo>
                  <a:pt x="1430083" y="550379"/>
                </a:lnTo>
                <a:close/>
              </a:path>
              <a:path w="1748789" h="550545">
                <a:moveTo>
                  <a:pt x="1363408" y="550379"/>
                </a:moveTo>
                <a:lnTo>
                  <a:pt x="1325308" y="550379"/>
                </a:lnTo>
                <a:lnTo>
                  <a:pt x="1325308" y="540854"/>
                </a:lnTo>
                <a:lnTo>
                  <a:pt x="1363408" y="540854"/>
                </a:lnTo>
                <a:lnTo>
                  <a:pt x="1363408" y="550379"/>
                </a:lnTo>
                <a:close/>
              </a:path>
              <a:path w="1748789" h="550545">
                <a:moveTo>
                  <a:pt x="1296733" y="550379"/>
                </a:moveTo>
                <a:lnTo>
                  <a:pt x="1258633" y="550379"/>
                </a:lnTo>
                <a:lnTo>
                  <a:pt x="1258633" y="540854"/>
                </a:lnTo>
                <a:lnTo>
                  <a:pt x="1296733" y="540854"/>
                </a:lnTo>
                <a:lnTo>
                  <a:pt x="1296733" y="550379"/>
                </a:lnTo>
                <a:close/>
              </a:path>
              <a:path w="1748789" h="550545">
                <a:moveTo>
                  <a:pt x="1230058" y="550379"/>
                </a:moveTo>
                <a:lnTo>
                  <a:pt x="1191958" y="550379"/>
                </a:lnTo>
                <a:lnTo>
                  <a:pt x="1191958" y="540854"/>
                </a:lnTo>
                <a:lnTo>
                  <a:pt x="1230058" y="540854"/>
                </a:lnTo>
                <a:lnTo>
                  <a:pt x="1230058" y="550379"/>
                </a:lnTo>
                <a:close/>
              </a:path>
              <a:path w="1748789" h="550545">
                <a:moveTo>
                  <a:pt x="1163383" y="550379"/>
                </a:moveTo>
                <a:lnTo>
                  <a:pt x="1125283" y="550379"/>
                </a:lnTo>
                <a:lnTo>
                  <a:pt x="1125283" y="540854"/>
                </a:lnTo>
                <a:lnTo>
                  <a:pt x="1163383" y="540854"/>
                </a:lnTo>
                <a:lnTo>
                  <a:pt x="1163383" y="550379"/>
                </a:lnTo>
                <a:close/>
              </a:path>
              <a:path w="1748789" h="550545">
                <a:moveTo>
                  <a:pt x="1096708" y="550379"/>
                </a:moveTo>
                <a:lnTo>
                  <a:pt x="1058608" y="550379"/>
                </a:lnTo>
                <a:lnTo>
                  <a:pt x="1058608" y="540854"/>
                </a:lnTo>
                <a:lnTo>
                  <a:pt x="1096708" y="540854"/>
                </a:lnTo>
                <a:lnTo>
                  <a:pt x="1096708" y="550379"/>
                </a:lnTo>
                <a:close/>
              </a:path>
              <a:path w="1748789" h="550545">
                <a:moveTo>
                  <a:pt x="1030033" y="550379"/>
                </a:moveTo>
                <a:lnTo>
                  <a:pt x="991933" y="550379"/>
                </a:lnTo>
                <a:lnTo>
                  <a:pt x="991933" y="540854"/>
                </a:lnTo>
                <a:lnTo>
                  <a:pt x="1030033" y="540854"/>
                </a:lnTo>
                <a:lnTo>
                  <a:pt x="1030033" y="550379"/>
                </a:lnTo>
                <a:close/>
              </a:path>
              <a:path w="1748789" h="550545">
                <a:moveTo>
                  <a:pt x="963358" y="550379"/>
                </a:moveTo>
                <a:lnTo>
                  <a:pt x="925258" y="550379"/>
                </a:lnTo>
                <a:lnTo>
                  <a:pt x="925258" y="540854"/>
                </a:lnTo>
                <a:lnTo>
                  <a:pt x="963358" y="540854"/>
                </a:lnTo>
                <a:lnTo>
                  <a:pt x="963358" y="550379"/>
                </a:lnTo>
                <a:close/>
              </a:path>
              <a:path w="1748789" h="550545">
                <a:moveTo>
                  <a:pt x="896683" y="550379"/>
                </a:moveTo>
                <a:lnTo>
                  <a:pt x="858583" y="550379"/>
                </a:lnTo>
                <a:lnTo>
                  <a:pt x="858583" y="540854"/>
                </a:lnTo>
                <a:lnTo>
                  <a:pt x="896683" y="540854"/>
                </a:lnTo>
                <a:lnTo>
                  <a:pt x="896683" y="550379"/>
                </a:lnTo>
                <a:close/>
              </a:path>
              <a:path w="1748789" h="550545">
                <a:moveTo>
                  <a:pt x="830008" y="550379"/>
                </a:moveTo>
                <a:lnTo>
                  <a:pt x="791908" y="550379"/>
                </a:lnTo>
                <a:lnTo>
                  <a:pt x="791908" y="540854"/>
                </a:lnTo>
                <a:lnTo>
                  <a:pt x="830008" y="540854"/>
                </a:lnTo>
                <a:lnTo>
                  <a:pt x="830008" y="550379"/>
                </a:lnTo>
                <a:close/>
              </a:path>
              <a:path w="1748789" h="550545">
                <a:moveTo>
                  <a:pt x="763333" y="550379"/>
                </a:moveTo>
                <a:lnTo>
                  <a:pt x="725233" y="550379"/>
                </a:lnTo>
                <a:lnTo>
                  <a:pt x="725233" y="540854"/>
                </a:lnTo>
                <a:lnTo>
                  <a:pt x="763333" y="540854"/>
                </a:lnTo>
                <a:lnTo>
                  <a:pt x="763333" y="550379"/>
                </a:lnTo>
                <a:close/>
              </a:path>
              <a:path w="1748789" h="550545">
                <a:moveTo>
                  <a:pt x="696658" y="550379"/>
                </a:moveTo>
                <a:lnTo>
                  <a:pt x="658558" y="550379"/>
                </a:lnTo>
                <a:lnTo>
                  <a:pt x="658558" y="540854"/>
                </a:lnTo>
                <a:lnTo>
                  <a:pt x="696658" y="540854"/>
                </a:lnTo>
                <a:lnTo>
                  <a:pt x="696658" y="550379"/>
                </a:lnTo>
                <a:close/>
              </a:path>
              <a:path w="1748789" h="550545">
                <a:moveTo>
                  <a:pt x="629983" y="550379"/>
                </a:moveTo>
                <a:lnTo>
                  <a:pt x="591883" y="550379"/>
                </a:lnTo>
                <a:lnTo>
                  <a:pt x="591883" y="540854"/>
                </a:lnTo>
                <a:lnTo>
                  <a:pt x="629983" y="540854"/>
                </a:lnTo>
                <a:lnTo>
                  <a:pt x="629983" y="550379"/>
                </a:lnTo>
                <a:close/>
              </a:path>
              <a:path w="1748789" h="550545">
                <a:moveTo>
                  <a:pt x="563308" y="550379"/>
                </a:moveTo>
                <a:lnTo>
                  <a:pt x="525208" y="550379"/>
                </a:lnTo>
                <a:lnTo>
                  <a:pt x="525208" y="540854"/>
                </a:lnTo>
                <a:lnTo>
                  <a:pt x="563308" y="540854"/>
                </a:lnTo>
                <a:lnTo>
                  <a:pt x="563308" y="550379"/>
                </a:lnTo>
                <a:close/>
              </a:path>
              <a:path w="1748789" h="550545">
                <a:moveTo>
                  <a:pt x="496633" y="550379"/>
                </a:moveTo>
                <a:lnTo>
                  <a:pt x="458533" y="550379"/>
                </a:lnTo>
                <a:lnTo>
                  <a:pt x="458533" y="540854"/>
                </a:lnTo>
                <a:lnTo>
                  <a:pt x="496633" y="540854"/>
                </a:lnTo>
                <a:lnTo>
                  <a:pt x="496633" y="550379"/>
                </a:lnTo>
                <a:close/>
              </a:path>
              <a:path w="1748789" h="550545">
                <a:moveTo>
                  <a:pt x="429958" y="550379"/>
                </a:moveTo>
                <a:lnTo>
                  <a:pt x="391858" y="550379"/>
                </a:lnTo>
                <a:lnTo>
                  <a:pt x="391858" y="540854"/>
                </a:lnTo>
                <a:lnTo>
                  <a:pt x="429958" y="540854"/>
                </a:lnTo>
                <a:lnTo>
                  <a:pt x="429958" y="550379"/>
                </a:lnTo>
                <a:close/>
              </a:path>
              <a:path w="1748789" h="550545">
                <a:moveTo>
                  <a:pt x="363283" y="550379"/>
                </a:moveTo>
                <a:lnTo>
                  <a:pt x="325183" y="550379"/>
                </a:lnTo>
                <a:lnTo>
                  <a:pt x="325183" y="540854"/>
                </a:lnTo>
                <a:lnTo>
                  <a:pt x="363283" y="540854"/>
                </a:lnTo>
                <a:lnTo>
                  <a:pt x="363283" y="550379"/>
                </a:lnTo>
                <a:close/>
              </a:path>
              <a:path w="1748789" h="550545">
                <a:moveTo>
                  <a:pt x="296608" y="550379"/>
                </a:moveTo>
                <a:lnTo>
                  <a:pt x="258508" y="550379"/>
                </a:lnTo>
                <a:lnTo>
                  <a:pt x="258508" y="540854"/>
                </a:lnTo>
                <a:lnTo>
                  <a:pt x="296608" y="540854"/>
                </a:lnTo>
                <a:lnTo>
                  <a:pt x="296608" y="550379"/>
                </a:lnTo>
                <a:close/>
              </a:path>
              <a:path w="1748789" h="550545">
                <a:moveTo>
                  <a:pt x="229933" y="550379"/>
                </a:moveTo>
                <a:lnTo>
                  <a:pt x="191833" y="550379"/>
                </a:lnTo>
                <a:lnTo>
                  <a:pt x="191833" y="540854"/>
                </a:lnTo>
                <a:lnTo>
                  <a:pt x="229933" y="540854"/>
                </a:lnTo>
                <a:lnTo>
                  <a:pt x="229933" y="550379"/>
                </a:lnTo>
                <a:close/>
              </a:path>
              <a:path w="1748789" h="550545">
                <a:moveTo>
                  <a:pt x="163258" y="550379"/>
                </a:moveTo>
                <a:lnTo>
                  <a:pt x="125158" y="550379"/>
                </a:lnTo>
                <a:lnTo>
                  <a:pt x="125158" y="540854"/>
                </a:lnTo>
                <a:lnTo>
                  <a:pt x="163258" y="540854"/>
                </a:lnTo>
                <a:lnTo>
                  <a:pt x="163258" y="550379"/>
                </a:lnTo>
                <a:close/>
              </a:path>
              <a:path w="1748789" h="550545">
                <a:moveTo>
                  <a:pt x="96583" y="550379"/>
                </a:moveTo>
                <a:lnTo>
                  <a:pt x="58483" y="550379"/>
                </a:lnTo>
                <a:lnTo>
                  <a:pt x="58483" y="540854"/>
                </a:lnTo>
                <a:lnTo>
                  <a:pt x="96583" y="540854"/>
                </a:lnTo>
                <a:lnTo>
                  <a:pt x="96583" y="55037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热平衡定律：</a:t>
            </a:r>
            <a:r>
              <a:rPr dirty="0"/>
              <a:t>如果</a:t>
            </a:r>
            <a:r>
              <a:rPr dirty="0">
                <a:solidFill>
                  <a:srgbClr val="1717F9"/>
                </a:solidFill>
              </a:rPr>
              <a:t>两个系统</a:t>
            </a:r>
            <a:r>
              <a:rPr dirty="0"/>
              <a:t>分别</a:t>
            </a:r>
            <a:r>
              <a:rPr dirty="0" spc="-5"/>
              <a:t>与 </a:t>
            </a:r>
            <a:r>
              <a:rPr dirty="0">
                <a:solidFill>
                  <a:srgbClr val="1717F9"/>
                </a:solidFill>
              </a:rPr>
              <a:t>第三个系统</a:t>
            </a:r>
            <a:r>
              <a:rPr dirty="0"/>
              <a:t>达到</a:t>
            </a:r>
            <a:r>
              <a:rPr dirty="0">
                <a:solidFill>
                  <a:srgbClr val="1717F9"/>
                </a:solidFill>
              </a:rPr>
              <a:t>热平衡</a:t>
            </a:r>
            <a:r>
              <a:rPr dirty="0"/>
              <a:t>，那么这</a:t>
            </a:r>
            <a:r>
              <a:rPr dirty="0" spc="-5"/>
              <a:t>两 </a:t>
            </a:r>
            <a:r>
              <a:rPr dirty="0"/>
              <a:t>个系统彼此之间也必定处于热平衡</a:t>
            </a:r>
            <a:r>
              <a:rPr dirty="0" spc="-5"/>
              <a:t>。</a:t>
            </a:r>
          </a:p>
          <a:p>
            <a:pPr marL="446405">
              <a:lnSpc>
                <a:spcPct val="100000"/>
              </a:lnSpc>
              <a:spcBef>
                <a:spcPts val="2905"/>
              </a:spcBef>
            </a:pPr>
            <a:r>
              <a:rPr dirty="0" b="1">
                <a:latin typeface="华文楷体"/>
                <a:cs typeface="华文楷体"/>
              </a:rPr>
              <a:t>热平</a:t>
            </a:r>
            <a:r>
              <a:rPr dirty="0" spc="-10" b="1">
                <a:latin typeface="华文楷体"/>
                <a:cs typeface="华文楷体"/>
              </a:rPr>
              <a:t>衡</a:t>
            </a:r>
          </a:p>
        </p:txBody>
      </p:sp>
      <p:sp>
        <p:nvSpPr>
          <p:cNvPr id="19" name="object 19"/>
          <p:cNvSpPr/>
          <p:nvPr/>
        </p:nvSpPr>
        <p:spPr>
          <a:xfrm>
            <a:off x="2838640" y="5240172"/>
            <a:ext cx="2165350" cy="855980"/>
          </a:xfrm>
          <a:custGeom>
            <a:avLst/>
            <a:gdLst/>
            <a:ahLst/>
            <a:cxnLst/>
            <a:rect l="l" t="t" r="r" b="b"/>
            <a:pathLst>
              <a:path w="2165350" h="855979">
                <a:moveTo>
                  <a:pt x="4762" y="851217"/>
                </a:moveTo>
                <a:lnTo>
                  <a:pt x="0" y="851217"/>
                </a:lnTo>
                <a:lnTo>
                  <a:pt x="0" y="813117"/>
                </a:lnTo>
                <a:lnTo>
                  <a:pt x="9525" y="813117"/>
                </a:lnTo>
                <a:lnTo>
                  <a:pt x="9525" y="846454"/>
                </a:lnTo>
                <a:lnTo>
                  <a:pt x="4762" y="846454"/>
                </a:lnTo>
                <a:lnTo>
                  <a:pt x="4762" y="851217"/>
                </a:lnTo>
                <a:close/>
              </a:path>
              <a:path w="2165350" h="855979">
                <a:moveTo>
                  <a:pt x="7467" y="855979"/>
                </a:moveTo>
                <a:lnTo>
                  <a:pt x="4762" y="855979"/>
                </a:lnTo>
                <a:lnTo>
                  <a:pt x="4762" y="846454"/>
                </a:lnTo>
                <a:lnTo>
                  <a:pt x="7467" y="846454"/>
                </a:lnTo>
                <a:lnTo>
                  <a:pt x="7467" y="855979"/>
                </a:lnTo>
                <a:close/>
              </a:path>
              <a:path w="2165350" h="855979">
                <a:moveTo>
                  <a:pt x="9525" y="851217"/>
                </a:moveTo>
                <a:lnTo>
                  <a:pt x="7467" y="851217"/>
                </a:lnTo>
                <a:lnTo>
                  <a:pt x="7467" y="846454"/>
                </a:lnTo>
                <a:lnTo>
                  <a:pt x="9525" y="846454"/>
                </a:lnTo>
                <a:lnTo>
                  <a:pt x="9525" y="851217"/>
                </a:lnTo>
                <a:close/>
              </a:path>
              <a:path w="2165350" h="855979">
                <a:moveTo>
                  <a:pt x="9525" y="784542"/>
                </a:moveTo>
                <a:lnTo>
                  <a:pt x="0" y="784542"/>
                </a:lnTo>
                <a:lnTo>
                  <a:pt x="0" y="746442"/>
                </a:lnTo>
                <a:lnTo>
                  <a:pt x="9525" y="746442"/>
                </a:lnTo>
                <a:lnTo>
                  <a:pt x="9525" y="784542"/>
                </a:lnTo>
                <a:close/>
              </a:path>
              <a:path w="2165350" h="855979">
                <a:moveTo>
                  <a:pt x="9525" y="717867"/>
                </a:moveTo>
                <a:lnTo>
                  <a:pt x="0" y="717867"/>
                </a:lnTo>
                <a:lnTo>
                  <a:pt x="0" y="679767"/>
                </a:lnTo>
                <a:lnTo>
                  <a:pt x="9525" y="679767"/>
                </a:lnTo>
                <a:lnTo>
                  <a:pt x="9525" y="717867"/>
                </a:lnTo>
                <a:close/>
              </a:path>
              <a:path w="2165350" h="855979">
                <a:moveTo>
                  <a:pt x="9525" y="651192"/>
                </a:moveTo>
                <a:lnTo>
                  <a:pt x="0" y="651192"/>
                </a:lnTo>
                <a:lnTo>
                  <a:pt x="0" y="613092"/>
                </a:lnTo>
                <a:lnTo>
                  <a:pt x="9525" y="613092"/>
                </a:lnTo>
                <a:lnTo>
                  <a:pt x="9525" y="651192"/>
                </a:lnTo>
                <a:close/>
              </a:path>
              <a:path w="2165350" h="855979">
                <a:moveTo>
                  <a:pt x="9525" y="584517"/>
                </a:moveTo>
                <a:lnTo>
                  <a:pt x="0" y="584517"/>
                </a:lnTo>
                <a:lnTo>
                  <a:pt x="0" y="546417"/>
                </a:lnTo>
                <a:lnTo>
                  <a:pt x="9525" y="546417"/>
                </a:lnTo>
                <a:lnTo>
                  <a:pt x="9525" y="584517"/>
                </a:lnTo>
                <a:close/>
              </a:path>
              <a:path w="2165350" h="855979">
                <a:moveTo>
                  <a:pt x="9525" y="517842"/>
                </a:moveTo>
                <a:lnTo>
                  <a:pt x="0" y="517842"/>
                </a:lnTo>
                <a:lnTo>
                  <a:pt x="0" y="479742"/>
                </a:lnTo>
                <a:lnTo>
                  <a:pt x="9525" y="479742"/>
                </a:lnTo>
                <a:lnTo>
                  <a:pt x="9525" y="517842"/>
                </a:lnTo>
                <a:close/>
              </a:path>
              <a:path w="2165350" h="855979">
                <a:moveTo>
                  <a:pt x="9525" y="451167"/>
                </a:moveTo>
                <a:lnTo>
                  <a:pt x="0" y="451167"/>
                </a:lnTo>
                <a:lnTo>
                  <a:pt x="0" y="413067"/>
                </a:lnTo>
                <a:lnTo>
                  <a:pt x="9525" y="413067"/>
                </a:lnTo>
                <a:lnTo>
                  <a:pt x="9525" y="451167"/>
                </a:lnTo>
                <a:close/>
              </a:path>
              <a:path w="2165350" h="855979">
                <a:moveTo>
                  <a:pt x="9525" y="384492"/>
                </a:moveTo>
                <a:lnTo>
                  <a:pt x="0" y="384492"/>
                </a:lnTo>
                <a:lnTo>
                  <a:pt x="0" y="346392"/>
                </a:lnTo>
                <a:lnTo>
                  <a:pt x="9525" y="346392"/>
                </a:lnTo>
                <a:lnTo>
                  <a:pt x="9525" y="384492"/>
                </a:lnTo>
                <a:close/>
              </a:path>
              <a:path w="2165350" h="855979">
                <a:moveTo>
                  <a:pt x="9525" y="317817"/>
                </a:moveTo>
                <a:lnTo>
                  <a:pt x="0" y="317817"/>
                </a:lnTo>
                <a:lnTo>
                  <a:pt x="0" y="279717"/>
                </a:lnTo>
                <a:lnTo>
                  <a:pt x="9525" y="279717"/>
                </a:lnTo>
                <a:lnTo>
                  <a:pt x="9525" y="317817"/>
                </a:lnTo>
                <a:close/>
              </a:path>
              <a:path w="2165350" h="855979">
                <a:moveTo>
                  <a:pt x="9525" y="251142"/>
                </a:moveTo>
                <a:lnTo>
                  <a:pt x="0" y="251142"/>
                </a:lnTo>
                <a:lnTo>
                  <a:pt x="0" y="213042"/>
                </a:lnTo>
                <a:lnTo>
                  <a:pt x="9525" y="213042"/>
                </a:lnTo>
                <a:lnTo>
                  <a:pt x="9525" y="251142"/>
                </a:lnTo>
                <a:close/>
              </a:path>
              <a:path w="2165350" h="855979">
                <a:moveTo>
                  <a:pt x="9525" y="184467"/>
                </a:moveTo>
                <a:lnTo>
                  <a:pt x="0" y="184467"/>
                </a:lnTo>
                <a:lnTo>
                  <a:pt x="0" y="146367"/>
                </a:lnTo>
                <a:lnTo>
                  <a:pt x="9525" y="146367"/>
                </a:lnTo>
                <a:lnTo>
                  <a:pt x="9525" y="184467"/>
                </a:lnTo>
                <a:close/>
              </a:path>
              <a:path w="2165350" h="855979">
                <a:moveTo>
                  <a:pt x="9525" y="117792"/>
                </a:moveTo>
                <a:lnTo>
                  <a:pt x="0" y="117792"/>
                </a:lnTo>
                <a:lnTo>
                  <a:pt x="0" y="79692"/>
                </a:lnTo>
                <a:lnTo>
                  <a:pt x="9525" y="79692"/>
                </a:lnTo>
                <a:lnTo>
                  <a:pt x="9525" y="117792"/>
                </a:lnTo>
                <a:close/>
              </a:path>
              <a:path w="2165350" h="855979">
                <a:moveTo>
                  <a:pt x="9525" y="51117"/>
                </a:moveTo>
                <a:lnTo>
                  <a:pt x="0" y="51117"/>
                </a:lnTo>
                <a:lnTo>
                  <a:pt x="0" y="13017"/>
                </a:lnTo>
                <a:lnTo>
                  <a:pt x="9525" y="13017"/>
                </a:lnTo>
                <a:lnTo>
                  <a:pt x="9525" y="51117"/>
                </a:lnTo>
                <a:close/>
              </a:path>
              <a:path w="2165350" h="855979">
                <a:moveTo>
                  <a:pt x="63182" y="9525"/>
                </a:moveTo>
                <a:lnTo>
                  <a:pt x="25082" y="9525"/>
                </a:lnTo>
                <a:lnTo>
                  <a:pt x="25082" y="0"/>
                </a:lnTo>
                <a:lnTo>
                  <a:pt x="63182" y="0"/>
                </a:lnTo>
                <a:lnTo>
                  <a:pt x="63182" y="9525"/>
                </a:lnTo>
                <a:close/>
              </a:path>
              <a:path w="2165350" h="855979">
                <a:moveTo>
                  <a:pt x="129857" y="9525"/>
                </a:moveTo>
                <a:lnTo>
                  <a:pt x="91757" y="9525"/>
                </a:lnTo>
                <a:lnTo>
                  <a:pt x="91757" y="0"/>
                </a:lnTo>
                <a:lnTo>
                  <a:pt x="129857" y="0"/>
                </a:lnTo>
                <a:lnTo>
                  <a:pt x="129857" y="9525"/>
                </a:lnTo>
                <a:close/>
              </a:path>
              <a:path w="2165350" h="855979">
                <a:moveTo>
                  <a:pt x="196532" y="9525"/>
                </a:moveTo>
                <a:lnTo>
                  <a:pt x="158432" y="9525"/>
                </a:lnTo>
                <a:lnTo>
                  <a:pt x="158432" y="0"/>
                </a:lnTo>
                <a:lnTo>
                  <a:pt x="196532" y="0"/>
                </a:lnTo>
                <a:lnTo>
                  <a:pt x="196532" y="9525"/>
                </a:lnTo>
                <a:close/>
              </a:path>
              <a:path w="2165350" h="855979">
                <a:moveTo>
                  <a:pt x="263207" y="9525"/>
                </a:moveTo>
                <a:lnTo>
                  <a:pt x="225107" y="9525"/>
                </a:lnTo>
                <a:lnTo>
                  <a:pt x="225107" y="0"/>
                </a:lnTo>
                <a:lnTo>
                  <a:pt x="263207" y="0"/>
                </a:lnTo>
                <a:lnTo>
                  <a:pt x="263207" y="9525"/>
                </a:lnTo>
                <a:close/>
              </a:path>
              <a:path w="2165350" h="855979">
                <a:moveTo>
                  <a:pt x="329882" y="9525"/>
                </a:moveTo>
                <a:lnTo>
                  <a:pt x="291782" y="9525"/>
                </a:lnTo>
                <a:lnTo>
                  <a:pt x="291782" y="0"/>
                </a:lnTo>
                <a:lnTo>
                  <a:pt x="329882" y="0"/>
                </a:lnTo>
                <a:lnTo>
                  <a:pt x="329882" y="9525"/>
                </a:lnTo>
                <a:close/>
              </a:path>
              <a:path w="2165350" h="855979">
                <a:moveTo>
                  <a:pt x="396557" y="9525"/>
                </a:moveTo>
                <a:lnTo>
                  <a:pt x="358457" y="9525"/>
                </a:lnTo>
                <a:lnTo>
                  <a:pt x="358457" y="0"/>
                </a:lnTo>
                <a:lnTo>
                  <a:pt x="396557" y="0"/>
                </a:lnTo>
                <a:lnTo>
                  <a:pt x="396557" y="9525"/>
                </a:lnTo>
                <a:close/>
              </a:path>
              <a:path w="2165350" h="855979">
                <a:moveTo>
                  <a:pt x="463232" y="9525"/>
                </a:moveTo>
                <a:lnTo>
                  <a:pt x="425132" y="9525"/>
                </a:lnTo>
                <a:lnTo>
                  <a:pt x="425132" y="0"/>
                </a:lnTo>
                <a:lnTo>
                  <a:pt x="463232" y="0"/>
                </a:lnTo>
                <a:lnTo>
                  <a:pt x="463232" y="9525"/>
                </a:lnTo>
                <a:close/>
              </a:path>
              <a:path w="2165350" h="855979">
                <a:moveTo>
                  <a:pt x="529907" y="9525"/>
                </a:moveTo>
                <a:lnTo>
                  <a:pt x="491807" y="9525"/>
                </a:lnTo>
                <a:lnTo>
                  <a:pt x="491807" y="0"/>
                </a:lnTo>
                <a:lnTo>
                  <a:pt x="529907" y="0"/>
                </a:lnTo>
                <a:lnTo>
                  <a:pt x="529907" y="9525"/>
                </a:lnTo>
                <a:close/>
              </a:path>
              <a:path w="2165350" h="855979">
                <a:moveTo>
                  <a:pt x="596582" y="9525"/>
                </a:moveTo>
                <a:lnTo>
                  <a:pt x="558482" y="9525"/>
                </a:lnTo>
                <a:lnTo>
                  <a:pt x="558482" y="0"/>
                </a:lnTo>
                <a:lnTo>
                  <a:pt x="596582" y="0"/>
                </a:lnTo>
                <a:lnTo>
                  <a:pt x="596582" y="9525"/>
                </a:lnTo>
                <a:close/>
              </a:path>
              <a:path w="2165350" h="855979">
                <a:moveTo>
                  <a:pt x="663257" y="9525"/>
                </a:moveTo>
                <a:lnTo>
                  <a:pt x="625157" y="9525"/>
                </a:lnTo>
                <a:lnTo>
                  <a:pt x="625157" y="0"/>
                </a:lnTo>
                <a:lnTo>
                  <a:pt x="663257" y="0"/>
                </a:lnTo>
                <a:lnTo>
                  <a:pt x="663257" y="9525"/>
                </a:lnTo>
                <a:close/>
              </a:path>
              <a:path w="2165350" h="855979">
                <a:moveTo>
                  <a:pt x="729932" y="9525"/>
                </a:moveTo>
                <a:lnTo>
                  <a:pt x="691832" y="9525"/>
                </a:lnTo>
                <a:lnTo>
                  <a:pt x="691832" y="0"/>
                </a:lnTo>
                <a:lnTo>
                  <a:pt x="729932" y="0"/>
                </a:lnTo>
                <a:lnTo>
                  <a:pt x="729932" y="9525"/>
                </a:lnTo>
                <a:close/>
              </a:path>
              <a:path w="2165350" h="855979">
                <a:moveTo>
                  <a:pt x="796607" y="9525"/>
                </a:moveTo>
                <a:lnTo>
                  <a:pt x="758507" y="9525"/>
                </a:lnTo>
                <a:lnTo>
                  <a:pt x="758507" y="0"/>
                </a:lnTo>
                <a:lnTo>
                  <a:pt x="796607" y="0"/>
                </a:lnTo>
                <a:lnTo>
                  <a:pt x="796607" y="9525"/>
                </a:lnTo>
                <a:close/>
              </a:path>
              <a:path w="2165350" h="855979">
                <a:moveTo>
                  <a:pt x="863282" y="9525"/>
                </a:moveTo>
                <a:lnTo>
                  <a:pt x="825182" y="9525"/>
                </a:lnTo>
                <a:lnTo>
                  <a:pt x="825182" y="0"/>
                </a:lnTo>
                <a:lnTo>
                  <a:pt x="863282" y="0"/>
                </a:lnTo>
                <a:lnTo>
                  <a:pt x="863282" y="9525"/>
                </a:lnTo>
                <a:close/>
              </a:path>
              <a:path w="2165350" h="855979">
                <a:moveTo>
                  <a:pt x="929957" y="9525"/>
                </a:moveTo>
                <a:lnTo>
                  <a:pt x="891857" y="9525"/>
                </a:lnTo>
                <a:lnTo>
                  <a:pt x="891857" y="0"/>
                </a:lnTo>
                <a:lnTo>
                  <a:pt x="929957" y="0"/>
                </a:lnTo>
                <a:lnTo>
                  <a:pt x="929957" y="9525"/>
                </a:lnTo>
                <a:close/>
              </a:path>
              <a:path w="2165350" h="855979">
                <a:moveTo>
                  <a:pt x="996632" y="9525"/>
                </a:moveTo>
                <a:lnTo>
                  <a:pt x="958532" y="9525"/>
                </a:lnTo>
                <a:lnTo>
                  <a:pt x="958532" y="0"/>
                </a:lnTo>
                <a:lnTo>
                  <a:pt x="996632" y="0"/>
                </a:lnTo>
                <a:lnTo>
                  <a:pt x="996632" y="9525"/>
                </a:lnTo>
                <a:close/>
              </a:path>
              <a:path w="2165350" h="855979">
                <a:moveTo>
                  <a:pt x="1063307" y="9525"/>
                </a:moveTo>
                <a:lnTo>
                  <a:pt x="1025207" y="9525"/>
                </a:lnTo>
                <a:lnTo>
                  <a:pt x="1025207" y="0"/>
                </a:lnTo>
                <a:lnTo>
                  <a:pt x="1063307" y="0"/>
                </a:lnTo>
                <a:lnTo>
                  <a:pt x="1063307" y="9525"/>
                </a:lnTo>
                <a:close/>
              </a:path>
              <a:path w="2165350" h="855979">
                <a:moveTo>
                  <a:pt x="1129982" y="9525"/>
                </a:moveTo>
                <a:lnTo>
                  <a:pt x="1091882" y="9525"/>
                </a:lnTo>
                <a:lnTo>
                  <a:pt x="1091882" y="0"/>
                </a:lnTo>
                <a:lnTo>
                  <a:pt x="1129982" y="0"/>
                </a:lnTo>
                <a:lnTo>
                  <a:pt x="1129982" y="9525"/>
                </a:lnTo>
                <a:close/>
              </a:path>
              <a:path w="2165350" h="855979">
                <a:moveTo>
                  <a:pt x="1196657" y="9525"/>
                </a:moveTo>
                <a:lnTo>
                  <a:pt x="1158557" y="9525"/>
                </a:lnTo>
                <a:lnTo>
                  <a:pt x="1158557" y="0"/>
                </a:lnTo>
                <a:lnTo>
                  <a:pt x="1196657" y="0"/>
                </a:lnTo>
                <a:lnTo>
                  <a:pt x="1196657" y="9525"/>
                </a:lnTo>
                <a:close/>
              </a:path>
              <a:path w="2165350" h="855979">
                <a:moveTo>
                  <a:pt x="1263332" y="9525"/>
                </a:moveTo>
                <a:lnTo>
                  <a:pt x="1225232" y="9525"/>
                </a:lnTo>
                <a:lnTo>
                  <a:pt x="1225232" y="0"/>
                </a:lnTo>
                <a:lnTo>
                  <a:pt x="1263332" y="0"/>
                </a:lnTo>
                <a:lnTo>
                  <a:pt x="1263332" y="9525"/>
                </a:lnTo>
                <a:close/>
              </a:path>
              <a:path w="2165350" h="855979">
                <a:moveTo>
                  <a:pt x="1330007" y="9525"/>
                </a:moveTo>
                <a:lnTo>
                  <a:pt x="1291907" y="9525"/>
                </a:lnTo>
                <a:lnTo>
                  <a:pt x="1291907" y="0"/>
                </a:lnTo>
                <a:lnTo>
                  <a:pt x="1330007" y="0"/>
                </a:lnTo>
                <a:lnTo>
                  <a:pt x="1330007" y="9525"/>
                </a:lnTo>
                <a:close/>
              </a:path>
              <a:path w="2165350" h="855979">
                <a:moveTo>
                  <a:pt x="1396682" y="9525"/>
                </a:moveTo>
                <a:lnTo>
                  <a:pt x="1358582" y="9525"/>
                </a:lnTo>
                <a:lnTo>
                  <a:pt x="1358582" y="0"/>
                </a:lnTo>
                <a:lnTo>
                  <a:pt x="1396682" y="0"/>
                </a:lnTo>
                <a:lnTo>
                  <a:pt x="1396682" y="9525"/>
                </a:lnTo>
                <a:close/>
              </a:path>
              <a:path w="2165350" h="855979">
                <a:moveTo>
                  <a:pt x="1463357" y="9525"/>
                </a:moveTo>
                <a:lnTo>
                  <a:pt x="1425257" y="9525"/>
                </a:lnTo>
                <a:lnTo>
                  <a:pt x="1425257" y="0"/>
                </a:lnTo>
                <a:lnTo>
                  <a:pt x="1463357" y="0"/>
                </a:lnTo>
                <a:lnTo>
                  <a:pt x="1463357" y="9525"/>
                </a:lnTo>
                <a:close/>
              </a:path>
              <a:path w="2165350" h="855979">
                <a:moveTo>
                  <a:pt x="1530032" y="9525"/>
                </a:moveTo>
                <a:lnTo>
                  <a:pt x="1491932" y="9525"/>
                </a:lnTo>
                <a:lnTo>
                  <a:pt x="1491932" y="0"/>
                </a:lnTo>
                <a:lnTo>
                  <a:pt x="1530032" y="0"/>
                </a:lnTo>
                <a:lnTo>
                  <a:pt x="1530032" y="9525"/>
                </a:lnTo>
                <a:close/>
              </a:path>
              <a:path w="2165350" h="855979">
                <a:moveTo>
                  <a:pt x="1596707" y="9525"/>
                </a:moveTo>
                <a:lnTo>
                  <a:pt x="1558607" y="9525"/>
                </a:lnTo>
                <a:lnTo>
                  <a:pt x="1558607" y="0"/>
                </a:lnTo>
                <a:lnTo>
                  <a:pt x="1596707" y="0"/>
                </a:lnTo>
                <a:lnTo>
                  <a:pt x="1596707" y="9525"/>
                </a:lnTo>
                <a:close/>
              </a:path>
              <a:path w="2165350" h="855979">
                <a:moveTo>
                  <a:pt x="1663382" y="9525"/>
                </a:moveTo>
                <a:lnTo>
                  <a:pt x="1625282" y="9525"/>
                </a:lnTo>
                <a:lnTo>
                  <a:pt x="1625282" y="0"/>
                </a:lnTo>
                <a:lnTo>
                  <a:pt x="1663382" y="0"/>
                </a:lnTo>
                <a:lnTo>
                  <a:pt x="1663382" y="9525"/>
                </a:lnTo>
                <a:close/>
              </a:path>
              <a:path w="2165350" h="855979">
                <a:moveTo>
                  <a:pt x="1730057" y="9525"/>
                </a:moveTo>
                <a:lnTo>
                  <a:pt x="1691957" y="9525"/>
                </a:lnTo>
                <a:lnTo>
                  <a:pt x="1691957" y="0"/>
                </a:lnTo>
                <a:lnTo>
                  <a:pt x="1730057" y="0"/>
                </a:lnTo>
                <a:lnTo>
                  <a:pt x="1730057" y="9525"/>
                </a:lnTo>
                <a:close/>
              </a:path>
              <a:path w="2165350" h="855979">
                <a:moveTo>
                  <a:pt x="1796732" y="9525"/>
                </a:moveTo>
                <a:lnTo>
                  <a:pt x="1758632" y="9525"/>
                </a:lnTo>
                <a:lnTo>
                  <a:pt x="1758632" y="0"/>
                </a:lnTo>
                <a:lnTo>
                  <a:pt x="1796732" y="0"/>
                </a:lnTo>
                <a:lnTo>
                  <a:pt x="1796732" y="9525"/>
                </a:lnTo>
                <a:close/>
              </a:path>
              <a:path w="2165350" h="855979">
                <a:moveTo>
                  <a:pt x="1863407" y="9525"/>
                </a:moveTo>
                <a:lnTo>
                  <a:pt x="1825307" y="9525"/>
                </a:lnTo>
                <a:lnTo>
                  <a:pt x="1825307" y="0"/>
                </a:lnTo>
                <a:lnTo>
                  <a:pt x="1863407" y="0"/>
                </a:lnTo>
                <a:lnTo>
                  <a:pt x="1863407" y="9525"/>
                </a:lnTo>
                <a:close/>
              </a:path>
              <a:path w="2165350" h="855979">
                <a:moveTo>
                  <a:pt x="1930082" y="9525"/>
                </a:moveTo>
                <a:lnTo>
                  <a:pt x="1891982" y="9525"/>
                </a:lnTo>
                <a:lnTo>
                  <a:pt x="1891982" y="0"/>
                </a:lnTo>
                <a:lnTo>
                  <a:pt x="1930082" y="0"/>
                </a:lnTo>
                <a:lnTo>
                  <a:pt x="1930082" y="9525"/>
                </a:lnTo>
                <a:close/>
              </a:path>
              <a:path w="2165350" h="855979">
                <a:moveTo>
                  <a:pt x="1996757" y="9525"/>
                </a:moveTo>
                <a:lnTo>
                  <a:pt x="1958657" y="9525"/>
                </a:lnTo>
                <a:lnTo>
                  <a:pt x="1958657" y="0"/>
                </a:lnTo>
                <a:lnTo>
                  <a:pt x="1996757" y="0"/>
                </a:lnTo>
                <a:lnTo>
                  <a:pt x="1996757" y="9525"/>
                </a:lnTo>
                <a:close/>
              </a:path>
              <a:path w="2165350" h="855979">
                <a:moveTo>
                  <a:pt x="2063432" y="9525"/>
                </a:moveTo>
                <a:lnTo>
                  <a:pt x="2025332" y="9525"/>
                </a:lnTo>
                <a:lnTo>
                  <a:pt x="2025332" y="0"/>
                </a:lnTo>
                <a:lnTo>
                  <a:pt x="2063432" y="0"/>
                </a:lnTo>
                <a:lnTo>
                  <a:pt x="2063432" y="9525"/>
                </a:lnTo>
                <a:close/>
              </a:path>
              <a:path w="2165350" h="855979">
                <a:moveTo>
                  <a:pt x="2130107" y="9525"/>
                </a:moveTo>
                <a:lnTo>
                  <a:pt x="2092007" y="9525"/>
                </a:lnTo>
                <a:lnTo>
                  <a:pt x="2092007" y="0"/>
                </a:lnTo>
                <a:lnTo>
                  <a:pt x="2130107" y="0"/>
                </a:lnTo>
                <a:lnTo>
                  <a:pt x="2130107" y="9525"/>
                </a:lnTo>
                <a:close/>
              </a:path>
              <a:path w="2165350" h="855979">
                <a:moveTo>
                  <a:pt x="2164791" y="9525"/>
                </a:moveTo>
                <a:lnTo>
                  <a:pt x="2160028" y="9525"/>
                </a:lnTo>
                <a:lnTo>
                  <a:pt x="2158682" y="8178"/>
                </a:lnTo>
                <a:lnTo>
                  <a:pt x="2158682" y="0"/>
                </a:lnTo>
                <a:lnTo>
                  <a:pt x="2164791" y="0"/>
                </a:lnTo>
                <a:lnTo>
                  <a:pt x="2164791" y="9525"/>
                </a:lnTo>
                <a:close/>
              </a:path>
              <a:path w="2165350" h="855979">
                <a:moveTo>
                  <a:pt x="2164791" y="41503"/>
                </a:moveTo>
                <a:lnTo>
                  <a:pt x="2155266" y="41503"/>
                </a:lnTo>
                <a:lnTo>
                  <a:pt x="2155266" y="4762"/>
                </a:lnTo>
                <a:lnTo>
                  <a:pt x="2158682" y="8178"/>
                </a:lnTo>
                <a:lnTo>
                  <a:pt x="2158682" y="9525"/>
                </a:lnTo>
                <a:lnTo>
                  <a:pt x="2164791" y="9525"/>
                </a:lnTo>
                <a:lnTo>
                  <a:pt x="2164791" y="41503"/>
                </a:lnTo>
                <a:close/>
              </a:path>
              <a:path w="2165350" h="855979">
                <a:moveTo>
                  <a:pt x="2160028" y="9525"/>
                </a:moveTo>
                <a:lnTo>
                  <a:pt x="2158682" y="9525"/>
                </a:lnTo>
                <a:lnTo>
                  <a:pt x="2158682" y="8178"/>
                </a:lnTo>
                <a:lnTo>
                  <a:pt x="2160028" y="9525"/>
                </a:lnTo>
                <a:close/>
              </a:path>
              <a:path w="2165350" h="855979">
                <a:moveTo>
                  <a:pt x="2164791" y="108178"/>
                </a:moveTo>
                <a:lnTo>
                  <a:pt x="2155266" y="108178"/>
                </a:lnTo>
                <a:lnTo>
                  <a:pt x="2155266" y="70078"/>
                </a:lnTo>
                <a:lnTo>
                  <a:pt x="2164791" y="70078"/>
                </a:lnTo>
                <a:lnTo>
                  <a:pt x="2164791" y="108178"/>
                </a:lnTo>
                <a:close/>
              </a:path>
              <a:path w="2165350" h="855979">
                <a:moveTo>
                  <a:pt x="2164791" y="174853"/>
                </a:moveTo>
                <a:lnTo>
                  <a:pt x="2155266" y="174853"/>
                </a:lnTo>
                <a:lnTo>
                  <a:pt x="2155266" y="136753"/>
                </a:lnTo>
                <a:lnTo>
                  <a:pt x="2164791" y="136753"/>
                </a:lnTo>
                <a:lnTo>
                  <a:pt x="2164791" y="174853"/>
                </a:lnTo>
                <a:close/>
              </a:path>
              <a:path w="2165350" h="855979">
                <a:moveTo>
                  <a:pt x="2164791" y="241528"/>
                </a:moveTo>
                <a:lnTo>
                  <a:pt x="2155266" y="241528"/>
                </a:lnTo>
                <a:lnTo>
                  <a:pt x="2155266" y="203428"/>
                </a:lnTo>
                <a:lnTo>
                  <a:pt x="2164791" y="203428"/>
                </a:lnTo>
                <a:lnTo>
                  <a:pt x="2164791" y="241528"/>
                </a:lnTo>
                <a:close/>
              </a:path>
              <a:path w="2165350" h="855979">
                <a:moveTo>
                  <a:pt x="2164791" y="308203"/>
                </a:moveTo>
                <a:lnTo>
                  <a:pt x="2155266" y="308203"/>
                </a:lnTo>
                <a:lnTo>
                  <a:pt x="2155266" y="270103"/>
                </a:lnTo>
                <a:lnTo>
                  <a:pt x="2164791" y="270103"/>
                </a:lnTo>
                <a:lnTo>
                  <a:pt x="2164791" y="308203"/>
                </a:lnTo>
                <a:close/>
              </a:path>
              <a:path w="2165350" h="855979">
                <a:moveTo>
                  <a:pt x="2164791" y="374878"/>
                </a:moveTo>
                <a:lnTo>
                  <a:pt x="2155266" y="374878"/>
                </a:lnTo>
                <a:lnTo>
                  <a:pt x="2155266" y="336778"/>
                </a:lnTo>
                <a:lnTo>
                  <a:pt x="2164791" y="336778"/>
                </a:lnTo>
                <a:lnTo>
                  <a:pt x="2164791" y="374878"/>
                </a:lnTo>
                <a:close/>
              </a:path>
              <a:path w="2165350" h="855979">
                <a:moveTo>
                  <a:pt x="2164791" y="441553"/>
                </a:moveTo>
                <a:lnTo>
                  <a:pt x="2155266" y="441553"/>
                </a:lnTo>
                <a:lnTo>
                  <a:pt x="2155266" y="403453"/>
                </a:lnTo>
                <a:lnTo>
                  <a:pt x="2164791" y="403453"/>
                </a:lnTo>
                <a:lnTo>
                  <a:pt x="2164791" y="441553"/>
                </a:lnTo>
                <a:close/>
              </a:path>
              <a:path w="2165350" h="855979">
                <a:moveTo>
                  <a:pt x="2164791" y="508228"/>
                </a:moveTo>
                <a:lnTo>
                  <a:pt x="2155266" y="508228"/>
                </a:lnTo>
                <a:lnTo>
                  <a:pt x="2155266" y="470128"/>
                </a:lnTo>
                <a:lnTo>
                  <a:pt x="2164791" y="470128"/>
                </a:lnTo>
                <a:lnTo>
                  <a:pt x="2164791" y="508228"/>
                </a:lnTo>
                <a:close/>
              </a:path>
              <a:path w="2165350" h="855979">
                <a:moveTo>
                  <a:pt x="2164791" y="574903"/>
                </a:moveTo>
                <a:lnTo>
                  <a:pt x="2155266" y="574903"/>
                </a:lnTo>
                <a:lnTo>
                  <a:pt x="2155266" y="536803"/>
                </a:lnTo>
                <a:lnTo>
                  <a:pt x="2164791" y="536803"/>
                </a:lnTo>
                <a:lnTo>
                  <a:pt x="2164791" y="574903"/>
                </a:lnTo>
                <a:close/>
              </a:path>
              <a:path w="2165350" h="855979">
                <a:moveTo>
                  <a:pt x="2164791" y="641578"/>
                </a:moveTo>
                <a:lnTo>
                  <a:pt x="2155266" y="641578"/>
                </a:lnTo>
                <a:lnTo>
                  <a:pt x="2155266" y="603478"/>
                </a:lnTo>
                <a:lnTo>
                  <a:pt x="2164791" y="603478"/>
                </a:lnTo>
                <a:lnTo>
                  <a:pt x="2164791" y="641578"/>
                </a:lnTo>
                <a:close/>
              </a:path>
              <a:path w="2165350" h="855979">
                <a:moveTo>
                  <a:pt x="2164791" y="708253"/>
                </a:moveTo>
                <a:lnTo>
                  <a:pt x="2155266" y="708253"/>
                </a:lnTo>
                <a:lnTo>
                  <a:pt x="2155266" y="670153"/>
                </a:lnTo>
                <a:lnTo>
                  <a:pt x="2164791" y="670153"/>
                </a:lnTo>
                <a:lnTo>
                  <a:pt x="2164791" y="708253"/>
                </a:lnTo>
                <a:close/>
              </a:path>
              <a:path w="2165350" h="855979">
                <a:moveTo>
                  <a:pt x="2164791" y="774928"/>
                </a:moveTo>
                <a:lnTo>
                  <a:pt x="2155266" y="774928"/>
                </a:lnTo>
                <a:lnTo>
                  <a:pt x="2155266" y="736828"/>
                </a:lnTo>
                <a:lnTo>
                  <a:pt x="2164791" y="736828"/>
                </a:lnTo>
                <a:lnTo>
                  <a:pt x="2164791" y="774928"/>
                </a:lnTo>
                <a:close/>
              </a:path>
              <a:path w="2165350" h="855979">
                <a:moveTo>
                  <a:pt x="2164791" y="841603"/>
                </a:moveTo>
                <a:lnTo>
                  <a:pt x="2155266" y="841603"/>
                </a:lnTo>
                <a:lnTo>
                  <a:pt x="2155266" y="803503"/>
                </a:lnTo>
                <a:lnTo>
                  <a:pt x="2164791" y="803503"/>
                </a:lnTo>
                <a:lnTo>
                  <a:pt x="2164791" y="841603"/>
                </a:lnTo>
                <a:close/>
              </a:path>
              <a:path w="2165350" h="855979">
                <a:moveTo>
                  <a:pt x="2141067" y="855979"/>
                </a:moveTo>
                <a:lnTo>
                  <a:pt x="2102967" y="855979"/>
                </a:lnTo>
                <a:lnTo>
                  <a:pt x="2102967" y="846454"/>
                </a:lnTo>
                <a:lnTo>
                  <a:pt x="2141067" y="846454"/>
                </a:lnTo>
                <a:lnTo>
                  <a:pt x="2141067" y="855979"/>
                </a:lnTo>
                <a:close/>
              </a:path>
              <a:path w="2165350" h="855979">
                <a:moveTo>
                  <a:pt x="2074392" y="855979"/>
                </a:moveTo>
                <a:lnTo>
                  <a:pt x="2036292" y="855979"/>
                </a:lnTo>
                <a:lnTo>
                  <a:pt x="2036292" y="846454"/>
                </a:lnTo>
                <a:lnTo>
                  <a:pt x="2074392" y="846454"/>
                </a:lnTo>
                <a:lnTo>
                  <a:pt x="2074392" y="855979"/>
                </a:lnTo>
                <a:close/>
              </a:path>
              <a:path w="2165350" h="855979">
                <a:moveTo>
                  <a:pt x="2007717" y="855979"/>
                </a:moveTo>
                <a:lnTo>
                  <a:pt x="1969617" y="855979"/>
                </a:lnTo>
                <a:lnTo>
                  <a:pt x="1969617" y="846454"/>
                </a:lnTo>
                <a:lnTo>
                  <a:pt x="2007717" y="846454"/>
                </a:lnTo>
                <a:lnTo>
                  <a:pt x="2007717" y="855979"/>
                </a:lnTo>
                <a:close/>
              </a:path>
              <a:path w="2165350" h="855979">
                <a:moveTo>
                  <a:pt x="1941042" y="855979"/>
                </a:moveTo>
                <a:lnTo>
                  <a:pt x="1902942" y="855979"/>
                </a:lnTo>
                <a:lnTo>
                  <a:pt x="1902942" y="846454"/>
                </a:lnTo>
                <a:lnTo>
                  <a:pt x="1941042" y="846454"/>
                </a:lnTo>
                <a:lnTo>
                  <a:pt x="1941042" y="855979"/>
                </a:lnTo>
                <a:close/>
              </a:path>
              <a:path w="2165350" h="855979">
                <a:moveTo>
                  <a:pt x="1874367" y="855979"/>
                </a:moveTo>
                <a:lnTo>
                  <a:pt x="1836267" y="855979"/>
                </a:lnTo>
                <a:lnTo>
                  <a:pt x="1836267" y="846454"/>
                </a:lnTo>
                <a:lnTo>
                  <a:pt x="1874367" y="846454"/>
                </a:lnTo>
                <a:lnTo>
                  <a:pt x="1874367" y="855979"/>
                </a:lnTo>
                <a:close/>
              </a:path>
              <a:path w="2165350" h="855979">
                <a:moveTo>
                  <a:pt x="1807692" y="855979"/>
                </a:moveTo>
                <a:lnTo>
                  <a:pt x="1769592" y="855979"/>
                </a:lnTo>
                <a:lnTo>
                  <a:pt x="1769592" y="846454"/>
                </a:lnTo>
                <a:lnTo>
                  <a:pt x="1807692" y="846454"/>
                </a:lnTo>
                <a:lnTo>
                  <a:pt x="1807692" y="855979"/>
                </a:lnTo>
                <a:close/>
              </a:path>
              <a:path w="2165350" h="855979">
                <a:moveTo>
                  <a:pt x="1741017" y="855979"/>
                </a:moveTo>
                <a:lnTo>
                  <a:pt x="1702917" y="855979"/>
                </a:lnTo>
                <a:lnTo>
                  <a:pt x="1702917" y="846454"/>
                </a:lnTo>
                <a:lnTo>
                  <a:pt x="1741017" y="846454"/>
                </a:lnTo>
                <a:lnTo>
                  <a:pt x="1741017" y="855979"/>
                </a:lnTo>
                <a:close/>
              </a:path>
              <a:path w="2165350" h="855979">
                <a:moveTo>
                  <a:pt x="1674342" y="855979"/>
                </a:moveTo>
                <a:lnTo>
                  <a:pt x="1636242" y="855979"/>
                </a:lnTo>
                <a:lnTo>
                  <a:pt x="1636242" y="846454"/>
                </a:lnTo>
                <a:lnTo>
                  <a:pt x="1674342" y="846454"/>
                </a:lnTo>
                <a:lnTo>
                  <a:pt x="1674342" y="855979"/>
                </a:lnTo>
                <a:close/>
              </a:path>
              <a:path w="2165350" h="855979">
                <a:moveTo>
                  <a:pt x="1607667" y="855979"/>
                </a:moveTo>
                <a:lnTo>
                  <a:pt x="1569567" y="855979"/>
                </a:lnTo>
                <a:lnTo>
                  <a:pt x="1569567" y="846454"/>
                </a:lnTo>
                <a:lnTo>
                  <a:pt x="1607667" y="846454"/>
                </a:lnTo>
                <a:lnTo>
                  <a:pt x="1607667" y="855979"/>
                </a:lnTo>
                <a:close/>
              </a:path>
              <a:path w="2165350" h="855979">
                <a:moveTo>
                  <a:pt x="1540992" y="855979"/>
                </a:moveTo>
                <a:lnTo>
                  <a:pt x="1502892" y="855979"/>
                </a:lnTo>
                <a:lnTo>
                  <a:pt x="1502892" y="846454"/>
                </a:lnTo>
                <a:lnTo>
                  <a:pt x="1540992" y="846454"/>
                </a:lnTo>
                <a:lnTo>
                  <a:pt x="1540992" y="855979"/>
                </a:lnTo>
                <a:close/>
              </a:path>
              <a:path w="2165350" h="855979">
                <a:moveTo>
                  <a:pt x="1474317" y="855979"/>
                </a:moveTo>
                <a:lnTo>
                  <a:pt x="1436217" y="855979"/>
                </a:lnTo>
                <a:lnTo>
                  <a:pt x="1436217" y="846454"/>
                </a:lnTo>
                <a:lnTo>
                  <a:pt x="1474317" y="846454"/>
                </a:lnTo>
                <a:lnTo>
                  <a:pt x="1474317" y="855979"/>
                </a:lnTo>
                <a:close/>
              </a:path>
              <a:path w="2165350" h="855979">
                <a:moveTo>
                  <a:pt x="1407642" y="855979"/>
                </a:moveTo>
                <a:lnTo>
                  <a:pt x="1369542" y="855979"/>
                </a:lnTo>
                <a:lnTo>
                  <a:pt x="1369542" y="846454"/>
                </a:lnTo>
                <a:lnTo>
                  <a:pt x="1407642" y="846454"/>
                </a:lnTo>
                <a:lnTo>
                  <a:pt x="1407642" y="855979"/>
                </a:lnTo>
                <a:close/>
              </a:path>
              <a:path w="2165350" h="855979">
                <a:moveTo>
                  <a:pt x="1340967" y="855979"/>
                </a:moveTo>
                <a:lnTo>
                  <a:pt x="1302867" y="855979"/>
                </a:lnTo>
                <a:lnTo>
                  <a:pt x="1302867" y="846454"/>
                </a:lnTo>
                <a:lnTo>
                  <a:pt x="1340967" y="846454"/>
                </a:lnTo>
                <a:lnTo>
                  <a:pt x="1340967" y="855979"/>
                </a:lnTo>
                <a:close/>
              </a:path>
              <a:path w="2165350" h="855979">
                <a:moveTo>
                  <a:pt x="1274292" y="855979"/>
                </a:moveTo>
                <a:lnTo>
                  <a:pt x="1236192" y="855979"/>
                </a:lnTo>
                <a:lnTo>
                  <a:pt x="1236192" y="846454"/>
                </a:lnTo>
                <a:lnTo>
                  <a:pt x="1274292" y="846454"/>
                </a:lnTo>
                <a:lnTo>
                  <a:pt x="1274292" y="855979"/>
                </a:lnTo>
                <a:close/>
              </a:path>
              <a:path w="2165350" h="855979">
                <a:moveTo>
                  <a:pt x="1207617" y="855979"/>
                </a:moveTo>
                <a:lnTo>
                  <a:pt x="1169517" y="855979"/>
                </a:lnTo>
                <a:lnTo>
                  <a:pt x="1169517" y="846454"/>
                </a:lnTo>
                <a:lnTo>
                  <a:pt x="1207617" y="846454"/>
                </a:lnTo>
                <a:lnTo>
                  <a:pt x="1207617" y="855979"/>
                </a:lnTo>
                <a:close/>
              </a:path>
              <a:path w="2165350" h="855979">
                <a:moveTo>
                  <a:pt x="1140942" y="855979"/>
                </a:moveTo>
                <a:lnTo>
                  <a:pt x="1102842" y="855979"/>
                </a:lnTo>
                <a:lnTo>
                  <a:pt x="1102842" y="846454"/>
                </a:lnTo>
                <a:lnTo>
                  <a:pt x="1140942" y="846454"/>
                </a:lnTo>
                <a:lnTo>
                  <a:pt x="1140942" y="855979"/>
                </a:lnTo>
                <a:close/>
              </a:path>
              <a:path w="2165350" h="855979">
                <a:moveTo>
                  <a:pt x="1074267" y="855979"/>
                </a:moveTo>
                <a:lnTo>
                  <a:pt x="1036167" y="855979"/>
                </a:lnTo>
                <a:lnTo>
                  <a:pt x="1036167" y="846454"/>
                </a:lnTo>
                <a:lnTo>
                  <a:pt x="1074267" y="846454"/>
                </a:lnTo>
                <a:lnTo>
                  <a:pt x="1074267" y="855979"/>
                </a:lnTo>
                <a:close/>
              </a:path>
              <a:path w="2165350" h="855979">
                <a:moveTo>
                  <a:pt x="1007592" y="855979"/>
                </a:moveTo>
                <a:lnTo>
                  <a:pt x="969492" y="855979"/>
                </a:lnTo>
                <a:lnTo>
                  <a:pt x="969492" y="846454"/>
                </a:lnTo>
                <a:lnTo>
                  <a:pt x="1007592" y="846454"/>
                </a:lnTo>
                <a:lnTo>
                  <a:pt x="1007592" y="855979"/>
                </a:lnTo>
                <a:close/>
              </a:path>
              <a:path w="2165350" h="855979">
                <a:moveTo>
                  <a:pt x="940917" y="855979"/>
                </a:moveTo>
                <a:lnTo>
                  <a:pt x="902817" y="855979"/>
                </a:lnTo>
                <a:lnTo>
                  <a:pt x="902817" y="846454"/>
                </a:lnTo>
                <a:lnTo>
                  <a:pt x="940917" y="846454"/>
                </a:lnTo>
                <a:lnTo>
                  <a:pt x="940917" y="855979"/>
                </a:lnTo>
                <a:close/>
              </a:path>
              <a:path w="2165350" h="855979">
                <a:moveTo>
                  <a:pt x="874242" y="855979"/>
                </a:moveTo>
                <a:lnTo>
                  <a:pt x="836142" y="855979"/>
                </a:lnTo>
                <a:lnTo>
                  <a:pt x="836142" y="846454"/>
                </a:lnTo>
                <a:lnTo>
                  <a:pt x="874242" y="846454"/>
                </a:lnTo>
                <a:lnTo>
                  <a:pt x="874242" y="855979"/>
                </a:lnTo>
                <a:close/>
              </a:path>
              <a:path w="2165350" h="855979">
                <a:moveTo>
                  <a:pt x="807567" y="855979"/>
                </a:moveTo>
                <a:lnTo>
                  <a:pt x="769467" y="855979"/>
                </a:lnTo>
                <a:lnTo>
                  <a:pt x="769467" y="846454"/>
                </a:lnTo>
                <a:lnTo>
                  <a:pt x="807567" y="846454"/>
                </a:lnTo>
                <a:lnTo>
                  <a:pt x="807567" y="855979"/>
                </a:lnTo>
                <a:close/>
              </a:path>
              <a:path w="2165350" h="855979">
                <a:moveTo>
                  <a:pt x="740892" y="855979"/>
                </a:moveTo>
                <a:lnTo>
                  <a:pt x="702792" y="855979"/>
                </a:lnTo>
                <a:lnTo>
                  <a:pt x="702792" y="846454"/>
                </a:lnTo>
                <a:lnTo>
                  <a:pt x="740892" y="846454"/>
                </a:lnTo>
                <a:lnTo>
                  <a:pt x="740892" y="855979"/>
                </a:lnTo>
                <a:close/>
              </a:path>
              <a:path w="2165350" h="855979">
                <a:moveTo>
                  <a:pt x="674217" y="855979"/>
                </a:moveTo>
                <a:lnTo>
                  <a:pt x="636117" y="855979"/>
                </a:lnTo>
                <a:lnTo>
                  <a:pt x="636117" y="846454"/>
                </a:lnTo>
                <a:lnTo>
                  <a:pt x="674217" y="846454"/>
                </a:lnTo>
                <a:lnTo>
                  <a:pt x="674217" y="855979"/>
                </a:lnTo>
                <a:close/>
              </a:path>
              <a:path w="2165350" h="855979">
                <a:moveTo>
                  <a:pt x="607542" y="855979"/>
                </a:moveTo>
                <a:lnTo>
                  <a:pt x="569442" y="855979"/>
                </a:lnTo>
                <a:lnTo>
                  <a:pt x="569442" y="846454"/>
                </a:lnTo>
                <a:lnTo>
                  <a:pt x="607542" y="846454"/>
                </a:lnTo>
                <a:lnTo>
                  <a:pt x="607542" y="855979"/>
                </a:lnTo>
                <a:close/>
              </a:path>
              <a:path w="2165350" h="855979">
                <a:moveTo>
                  <a:pt x="540867" y="855979"/>
                </a:moveTo>
                <a:lnTo>
                  <a:pt x="502767" y="855979"/>
                </a:lnTo>
                <a:lnTo>
                  <a:pt x="502767" y="846454"/>
                </a:lnTo>
                <a:lnTo>
                  <a:pt x="540867" y="846454"/>
                </a:lnTo>
                <a:lnTo>
                  <a:pt x="540867" y="855979"/>
                </a:lnTo>
                <a:close/>
              </a:path>
              <a:path w="2165350" h="855979">
                <a:moveTo>
                  <a:pt x="474192" y="855979"/>
                </a:moveTo>
                <a:lnTo>
                  <a:pt x="436092" y="855979"/>
                </a:lnTo>
                <a:lnTo>
                  <a:pt x="436092" y="846454"/>
                </a:lnTo>
                <a:lnTo>
                  <a:pt x="474192" y="846454"/>
                </a:lnTo>
                <a:lnTo>
                  <a:pt x="474192" y="855979"/>
                </a:lnTo>
                <a:close/>
              </a:path>
              <a:path w="2165350" h="855979">
                <a:moveTo>
                  <a:pt x="407517" y="855979"/>
                </a:moveTo>
                <a:lnTo>
                  <a:pt x="369417" y="855979"/>
                </a:lnTo>
                <a:lnTo>
                  <a:pt x="369417" y="846454"/>
                </a:lnTo>
                <a:lnTo>
                  <a:pt x="407517" y="846454"/>
                </a:lnTo>
                <a:lnTo>
                  <a:pt x="407517" y="855979"/>
                </a:lnTo>
                <a:close/>
              </a:path>
              <a:path w="2165350" h="855979">
                <a:moveTo>
                  <a:pt x="340842" y="855979"/>
                </a:moveTo>
                <a:lnTo>
                  <a:pt x="302742" y="855979"/>
                </a:lnTo>
                <a:lnTo>
                  <a:pt x="302742" y="846454"/>
                </a:lnTo>
                <a:lnTo>
                  <a:pt x="340842" y="846454"/>
                </a:lnTo>
                <a:lnTo>
                  <a:pt x="340842" y="855979"/>
                </a:lnTo>
                <a:close/>
              </a:path>
              <a:path w="2165350" h="855979">
                <a:moveTo>
                  <a:pt x="274167" y="855979"/>
                </a:moveTo>
                <a:lnTo>
                  <a:pt x="236067" y="855979"/>
                </a:lnTo>
                <a:lnTo>
                  <a:pt x="236067" y="846454"/>
                </a:lnTo>
                <a:lnTo>
                  <a:pt x="274167" y="846454"/>
                </a:lnTo>
                <a:lnTo>
                  <a:pt x="274167" y="855979"/>
                </a:lnTo>
                <a:close/>
              </a:path>
              <a:path w="2165350" h="855979">
                <a:moveTo>
                  <a:pt x="207492" y="855979"/>
                </a:moveTo>
                <a:lnTo>
                  <a:pt x="169392" y="855979"/>
                </a:lnTo>
                <a:lnTo>
                  <a:pt x="169392" y="846454"/>
                </a:lnTo>
                <a:lnTo>
                  <a:pt x="207492" y="846454"/>
                </a:lnTo>
                <a:lnTo>
                  <a:pt x="207492" y="855979"/>
                </a:lnTo>
                <a:close/>
              </a:path>
              <a:path w="2165350" h="855979">
                <a:moveTo>
                  <a:pt x="140817" y="855979"/>
                </a:moveTo>
                <a:lnTo>
                  <a:pt x="102717" y="855979"/>
                </a:lnTo>
                <a:lnTo>
                  <a:pt x="102717" y="846454"/>
                </a:lnTo>
                <a:lnTo>
                  <a:pt x="140817" y="846454"/>
                </a:lnTo>
                <a:lnTo>
                  <a:pt x="140817" y="855979"/>
                </a:lnTo>
                <a:close/>
              </a:path>
              <a:path w="2165350" h="855979">
                <a:moveTo>
                  <a:pt x="74142" y="855979"/>
                </a:moveTo>
                <a:lnTo>
                  <a:pt x="36042" y="855979"/>
                </a:lnTo>
                <a:lnTo>
                  <a:pt x="36042" y="846454"/>
                </a:lnTo>
                <a:lnTo>
                  <a:pt x="74142" y="846454"/>
                </a:lnTo>
                <a:lnTo>
                  <a:pt x="74142" y="85597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72921" y="4411510"/>
            <a:ext cx="3921125" cy="1595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热平衡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Times New Roman"/>
              <a:cs typeface="Times New Roman"/>
            </a:endParaRPr>
          </a:p>
          <a:p>
            <a:pPr marL="2078989" marR="5080">
              <a:lnSpc>
                <a:spcPct val="100000"/>
              </a:lnSpc>
            </a:pPr>
            <a:r>
              <a:rPr dirty="0" sz="2400">
                <a:latin typeface="华文楷体"/>
                <a:cs typeface="华文楷体"/>
              </a:rPr>
              <a:t>具有一种共同 的</a:t>
            </a:r>
            <a:r>
              <a:rPr dirty="0" sz="2400">
                <a:solidFill>
                  <a:srgbClr val="1717F9"/>
                </a:solidFill>
                <a:latin typeface="华文楷体"/>
                <a:cs typeface="华文楷体"/>
              </a:rPr>
              <a:t>热学性质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656038" y="4714608"/>
            <a:ext cx="247650" cy="506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01186" y="4658321"/>
            <a:ext cx="157352" cy="375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01186" y="4620793"/>
            <a:ext cx="157352" cy="18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45928" y="4709845"/>
            <a:ext cx="267970" cy="519430"/>
          </a:xfrm>
          <a:custGeom>
            <a:avLst/>
            <a:gdLst/>
            <a:ahLst/>
            <a:cxnLst/>
            <a:rect l="l" t="t" r="r" b="b"/>
            <a:pathLst>
              <a:path w="267970" h="519429">
                <a:moveTo>
                  <a:pt x="50495" y="361251"/>
                </a:moveTo>
                <a:lnTo>
                  <a:pt x="50495" y="0"/>
                </a:lnTo>
                <a:lnTo>
                  <a:pt x="217373" y="0"/>
                </a:lnTo>
                <a:lnTo>
                  <a:pt x="217373" y="4762"/>
                </a:lnTo>
                <a:lnTo>
                  <a:pt x="60020" y="4762"/>
                </a:lnTo>
                <a:lnTo>
                  <a:pt x="55257" y="9525"/>
                </a:lnTo>
                <a:lnTo>
                  <a:pt x="60020" y="9525"/>
                </a:lnTo>
                <a:lnTo>
                  <a:pt x="60020" y="356488"/>
                </a:lnTo>
                <a:lnTo>
                  <a:pt x="55257" y="356488"/>
                </a:lnTo>
                <a:lnTo>
                  <a:pt x="50495" y="361251"/>
                </a:lnTo>
                <a:close/>
              </a:path>
              <a:path w="267970" h="519429">
                <a:moveTo>
                  <a:pt x="60020" y="9525"/>
                </a:moveTo>
                <a:lnTo>
                  <a:pt x="55257" y="9525"/>
                </a:lnTo>
                <a:lnTo>
                  <a:pt x="60020" y="4762"/>
                </a:lnTo>
                <a:lnTo>
                  <a:pt x="60020" y="9525"/>
                </a:lnTo>
                <a:close/>
              </a:path>
              <a:path w="267970" h="519429">
                <a:moveTo>
                  <a:pt x="207848" y="9525"/>
                </a:moveTo>
                <a:lnTo>
                  <a:pt x="60020" y="9525"/>
                </a:lnTo>
                <a:lnTo>
                  <a:pt x="60020" y="4762"/>
                </a:lnTo>
                <a:lnTo>
                  <a:pt x="207848" y="4762"/>
                </a:lnTo>
                <a:lnTo>
                  <a:pt x="207848" y="9525"/>
                </a:lnTo>
                <a:close/>
              </a:path>
              <a:path w="267970" h="519429">
                <a:moveTo>
                  <a:pt x="247643" y="366013"/>
                </a:moveTo>
                <a:lnTo>
                  <a:pt x="207848" y="366013"/>
                </a:lnTo>
                <a:lnTo>
                  <a:pt x="207848" y="4762"/>
                </a:lnTo>
                <a:lnTo>
                  <a:pt x="212610" y="9525"/>
                </a:lnTo>
                <a:lnTo>
                  <a:pt x="217373" y="9525"/>
                </a:lnTo>
                <a:lnTo>
                  <a:pt x="217373" y="356488"/>
                </a:lnTo>
                <a:lnTo>
                  <a:pt x="212610" y="356488"/>
                </a:lnTo>
                <a:lnTo>
                  <a:pt x="217373" y="361251"/>
                </a:lnTo>
                <a:lnTo>
                  <a:pt x="251572" y="361251"/>
                </a:lnTo>
                <a:lnTo>
                  <a:pt x="247643" y="366013"/>
                </a:lnTo>
                <a:close/>
              </a:path>
              <a:path w="267970" h="519429">
                <a:moveTo>
                  <a:pt x="217373" y="9525"/>
                </a:moveTo>
                <a:lnTo>
                  <a:pt x="212610" y="9525"/>
                </a:lnTo>
                <a:lnTo>
                  <a:pt x="207848" y="4762"/>
                </a:lnTo>
                <a:lnTo>
                  <a:pt x="217373" y="4762"/>
                </a:lnTo>
                <a:lnTo>
                  <a:pt x="217373" y="9525"/>
                </a:lnTo>
                <a:close/>
              </a:path>
              <a:path w="267970" h="519429">
                <a:moveTo>
                  <a:pt x="133934" y="518833"/>
                </a:moveTo>
                <a:lnTo>
                  <a:pt x="0" y="356488"/>
                </a:lnTo>
                <a:lnTo>
                  <a:pt x="50495" y="356488"/>
                </a:lnTo>
                <a:lnTo>
                  <a:pt x="50495" y="358216"/>
                </a:lnTo>
                <a:lnTo>
                  <a:pt x="13779" y="358216"/>
                </a:lnTo>
                <a:lnTo>
                  <a:pt x="10109" y="366013"/>
                </a:lnTo>
                <a:lnTo>
                  <a:pt x="20212" y="366013"/>
                </a:lnTo>
                <a:lnTo>
                  <a:pt x="133927" y="503860"/>
                </a:lnTo>
                <a:lnTo>
                  <a:pt x="130251" y="508317"/>
                </a:lnTo>
                <a:lnTo>
                  <a:pt x="142608" y="508317"/>
                </a:lnTo>
                <a:lnTo>
                  <a:pt x="133934" y="518833"/>
                </a:lnTo>
                <a:close/>
              </a:path>
              <a:path w="267970" h="519429">
                <a:moveTo>
                  <a:pt x="60020" y="361251"/>
                </a:moveTo>
                <a:lnTo>
                  <a:pt x="50495" y="361251"/>
                </a:lnTo>
                <a:lnTo>
                  <a:pt x="55257" y="356488"/>
                </a:lnTo>
                <a:lnTo>
                  <a:pt x="60020" y="356488"/>
                </a:lnTo>
                <a:lnTo>
                  <a:pt x="60020" y="361251"/>
                </a:lnTo>
                <a:close/>
              </a:path>
              <a:path w="267970" h="519429">
                <a:moveTo>
                  <a:pt x="217373" y="361251"/>
                </a:moveTo>
                <a:lnTo>
                  <a:pt x="212610" y="356488"/>
                </a:lnTo>
                <a:lnTo>
                  <a:pt x="217373" y="356488"/>
                </a:lnTo>
                <a:lnTo>
                  <a:pt x="217373" y="361251"/>
                </a:lnTo>
                <a:close/>
              </a:path>
              <a:path w="267970" h="519429">
                <a:moveTo>
                  <a:pt x="251572" y="361251"/>
                </a:moveTo>
                <a:lnTo>
                  <a:pt x="217373" y="361251"/>
                </a:lnTo>
                <a:lnTo>
                  <a:pt x="217373" y="356488"/>
                </a:lnTo>
                <a:lnTo>
                  <a:pt x="267855" y="356488"/>
                </a:lnTo>
                <a:lnTo>
                  <a:pt x="266430" y="358216"/>
                </a:lnTo>
                <a:lnTo>
                  <a:pt x="254076" y="358216"/>
                </a:lnTo>
                <a:lnTo>
                  <a:pt x="251572" y="361251"/>
                </a:lnTo>
                <a:close/>
              </a:path>
              <a:path w="267970" h="519429">
                <a:moveTo>
                  <a:pt x="20212" y="366013"/>
                </a:moveTo>
                <a:lnTo>
                  <a:pt x="10109" y="366013"/>
                </a:lnTo>
                <a:lnTo>
                  <a:pt x="13779" y="358216"/>
                </a:lnTo>
                <a:lnTo>
                  <a:pt x="20212" y="366013"/>
                </a:lnTo>
                <a:close/>
              </a:path>
              <a:path w="267970" h="519429">
                <a:moveTo>
                  <a:pt x="60020" y="366013"/>
                </a:moveTo>
                <a:lnTo>
                  <a:pt x="20212" y="366013"/>
                </a:lnTo>
                <a:lnTo>
                  <a:pt x="13779" y="358216"/>
                </a:lnTo>
                <a:lnTo>
                  <a:pt x="50495" y="358216"/>
                </a:lnTo>
                <a:lnTo>
                  <a:pt x="50495" y="361251"/>
                </a:lnTo>
                <a:lnTo>
                  <a:pt x="60020" y="361251"/>
                </a:lnTo>
                <a:lnTo>
                  <a:pt x="60020" y="366013"/>
                </a:lnTo>
                <a:close/>
              </a:path>
              <a:path w="267970" h="519429">
                <a:moveTo>
                  <a:pt x="142608" y="508317"/>
                </a:moveTo>
                <a:lnTo>
                  <a:pt x="137604" y="508317"/>
                </a:lnTo>
                <a:lnTo>
                  <a:pt x="133927" y="503860"/>
                </a:lnTo>
                <a:lnTo>
                  <a:pt x="254076" y="358216"/>
                </a:lnTo>
                <a:lnTo>
                  <a:pt x="257759" y="366013"/>
                </a:lnTo>
                <a:lnTo>
                  <a:pt x="259998" y="366013"/>
                </a:lnTo>
                <a:lnTo>
                  <a:pt x="142608" y="508317"/>
                </a:lnTo>
                <a:close/>
              </a:path>
              <a:path w="267970" h="519429">
                <a:moveTo>
                  <a:pt x="259998" y="366013"/>
                </a:moveTo>
                <a:lnTo>
                  <a:pt x="257759" y="366013"/>
                </a:lnTo>
                <a:lnTo>
                  <a:pt x="254076" y="358216"/>
                </a:lnTo>
                <a:lnTo>
                  <a:pt x="266430" y="358216"/>
                </a:lnTo>
                <a:lnTo>
                  <a:pt x="259998" y="366013"/>
                </a:lnTo>
                <a:close/>
              </a:path>
              <a:path w="267970" h="519429">
                <a:moveTo>
                  <a:pt x="137604" y="508317"/>
                </a:moveTo>
                <a:lnTo>
                  <a:pt x="130251" y="508317"/>
                </a:lnTo>
                <a:lnTo>
                  <a:pt x="133927" y="503860"/>
                </a:lnTo>
                <a:lnTo>
                  <a:pt x="137604" y="5083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96423" y="4616031"/>
            <a:ext cx="166877" cy="8458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8995" y="12877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48640" y="151028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932561" y="1080693"/>
            <a:ext cx="554863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35295" algn="l"/>
              </a:tabLst>
            </a:pPr>
            <a:r>
              <a:rPr dirty="0" u="heavy" sz="3000" b="0">
                <a:uFill>
                  <a:solidFill>
                    <a:srgbClr val="1684AC"/>
                  </a:solidFill>
                </a:uFill>
                <a:latin typeface="黑体"/>
                <a:cs typeface="黑体"/>
              </a:rPr>
              <a:t>热平衡定律和温度	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330952" y="4283824"/>
            <a:ext cx="1674914" cy="190637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053"/>
            <a:ext cx="12191987" cy="24518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633" y="2567925"/>
            <a:ext cx="2819168" cy="4271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63252" y="2567925"/>
            <a:ext cx="9128735" cy="42717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26249" y="2606369"/>
            <a:ext cx="17970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A3A19E"/>
                </a:solidFill>
                <a:latin typeface="Times New Roman"/>
                <a:cs typeface="Times New Roman"/>
              </a:rPr>
              <a:t>I.</a:t>
            </a:r>
            <a:r>
              <a:rPr dirty="0" sz="650" spc="45">
                <a:solidFill>
                  <a:srgbClr val="A3A19E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909087"/>
                </a:solidFill>
                <a:latin typeface="Arial"/>
                <a:cs typeface="Arial"/>
              </a:rPr>
              <a:t>J</a:t>
            </a:r>
            <a:endParaRPr sz="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99204" y="2911457"/>
            <a:ext cx="2038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3A19E"/>
                </a:solidFill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16882" y="3121888"/>
            <a:ext cx="5175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35">
                <a:solidFill>
                  <a:srgbClr val="807979"/>
                </a:solidFill>
                <a:latin typeface="Times New Roman"/>
                <a:cs typeface="Times New Roman"/>
              </a:rPr>
              <a:t>\'11.steuc"-5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17249" y="3066672"/>
            <a:ext cx="27876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470">
                <a:solidFill>
                  <a:srgbClr val="A3A19E"/>
                </a:solidFill>
                <a:latin typeface="Times New Roman"/>
                <a:cs typeface="Times New Roman"/>
              </a:rPr>
              <a:t>••</a:t>
            </a:r>
            <a:r>
              <a:rPr dirty="0" sz="2100" spc="-434">
                <a:solidFill>
                  <a:srgbClr val="A3A19E"/>
                </a:solidFill>
                <a:latin typeface="Times New Roman"/>
                <a:cs typeface="Times New Roman"/>
              </a:rPr>
              <a:t> </a:t>
            </a:r>
            <a:r>
              <a:rPr dirty="0" sz="2100" spc="-70">
                <a:solidFill>
                  <a:srgbClr val="756769"/>
                </a:solidFill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2676" y="3177104"/>
            <a:ext cx="736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5">
                <a:solidFill>
                  <a:srgbClr val="909087"/>
                </a:solidFill>
                <a:latin typeface="Times New Roman"/>
                <a:cs typeface="Times New Roman"/>
              </a:rPr>
              <a:t>,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47482" y="3592878"/>
            <a:ext cx="81661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330">
                <a:solidFill>
                  <a:srgbClr val="2D362B"/>
                </a:solidFill>
                <a:latin typeface="宋体"/>
                <a:cs typeface="宋体"/>
              </a:rPr>
              <a:t>匕</a:t>
            </a:r>
            <a:r>
              <a:rPr dirty="0" sz="1900" spc="-459">
                <a:solidFill>
                  <a:srgbClr val="909087"/>
                </a:solidFill>
                <a:latin typeface="宋体"/>
                <a:cs typeface="宋体"/>
              </a:rPr>
              <a:t>、</a:t>
            </a:r>
            <a:r>
              <a:rPr dirty="0" sz="1900" spc="-505">
                <a:solidFill>
                  <a:srgbClr val="909087"/>
                </a:solidFill>
                <a:latin typeface="宋体"/>
                <a:cs typeface="宋体"/>
              </a:rPr>
              <a:t>气</a:t>
            </a:r>
            <a:r>
              <a:rPr dirty="0" sz="1900" spc="-95">
                <a:solidFill>
                  <a:srgbClr val="2D362B"/>
                </a:solidFill>
                <a:latin typeface="宋体"/>
                <a:cs typeface="宋体"/>
              </a:rPr>
              <a:t>｀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51568" y="4117302"/>
            <a:ext cx="12827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45">
                <a:solidFill>
                  <a:srgbClr val="365B6D"/>
                </a:solidFill>
                <a:latin typeface="宋体"/>
                <a:cs typeface="宋体"/>
              </a:rPr>
              <a:t>已</a:t>
            </a:r>
            <a:endParaRPr sz="85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01235" y="4221628"/>
            <a:ext cx="1885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70">
                <a:solidFill>
                  <a:srgbClr val="729C77"/>
                </a:solidFill>
                <a:latin typeface="宋体"/>
                <a:cs typeface="宋体"/>
              </a:rPr>
              <a:t>汕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51891" y="4292111"/>
            <a:ext cx="110489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35">
                <a:solidFill>
                  <a:srgbClr val="7791DD"/>
                </a:solidFill>
                <a:latin typeface="宋体"/>
                <a:cs typeface="宋体"/>
              </a:rPr>
              <a:t>｀</a:t>
            </a:r>
            <a:endParaRPr sz="7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18777" y="4127226"/>
            <a:ext cx="196215" cy="4991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00" spc="-365">
                <a:solidFill>
                  <a:srgbClr val="6280C4"/>
                </a:solidFill>
                <a:latin typeface="Arial"/>
                <a:cs typeface="Arial"/>
              </a:rPr>
              <a:t>--</a:t>
            </a:r>
            <a:endParaRPr sz="3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21116" y="4101018"/>
            <a:ext cx="31178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65">
                <a:solidFill>
                  <a:srgbClr val="7791DD"/>
                </a:solidFill>
                <a:latin typeface="Times New Roman"/>
                <a:cs typeface="Times New Roman"/>
              </a:rPr>
              <a:t>,</a:t>
            </a:r>
            <a:r>
              <a:rPr dirty="0" u="sng" sz="700" spc="-60">
                <a:solidFill>
                  <a:srgbClr val="7791DD"/>
                </a:solidFill>
                <a:uFill>
                  <a:solidFill>
                    <a:srgbClr val="617FC3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1650" spc="-545">
                <a:solidFill>
                  <a:srgbClr val="6280C4"/>
                </a:solidFill>
                <a:latin typeface="Times New Roman"/>
                <a:cs typeface="Times New Roman"/>
              </a:rPr>
              <a:t>_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25289" y="4399998"/>
            <a:ext cx="4762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5">
                <a:solidFill>
                  <a:srgbClr val="6280C4"/>
                </a:solidFill>
                <a:latin typeface="Arial"/>
                <a:cs typeface="Arial"/>
              </a:rPr>
              <a:t>-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2561" y="1080693"/>
            <a:ext cx="55486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35295" algn="l"/>
              </a:tabLst>
            </a:pPr>
            <a:r>
              <a:rPr dirty="0" u="heavy" sz="3000">
                <a:uFill>
                  <a:solidFill>
                    <a:srgbClr val="1684AC"/>
                  </a:solidFill>
                </a:uFill>
                <a:latin typeface="黑体"/>
                <a:cs typeface="黑体"/>
              </a:rPr>
              <a:t>热平衡定律和温度	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55" y="4625848"/>
            <a:ext cx="606996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800">
                <a:latin typeface="华文楷体"/>
                <a:cs typeface="华文楷体"/>
              </a:rPr>
              <a:t>结论：两个达到热平衡的系统具有共</a:t>
            </a:r>
            <a:r>
              <a:rPr dirty="0" sz="2800" spc="-5">
                <a:latin typeface="华文楷体"/>
                <a:cs typeface="华文楷体"/>
              </a:rPr>
              <a:t>同 </a:t>
            </a:r>
            <a:r>
              <a:rPr dirty="0" sz="2800">
                <a:latin typeface="华文楷体"/>
                <a:cs typeface="华文楷体"/>
              </a:rPr>
              <a:t>的热学性质——</a:t>
            </a: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温</a:t>
            </a:r>
            <a:r>
              <a:rPr dirty="0" sz="2800" spc="-5">
                <a:solidFill>
                  <a:srgbClr val="FF0000"/>
                </a:solidFill>
                <a:latin typeface="华文楷体"/>
                <a:cs typeface="华文楷体"/>
              </a:rPr>
              <a:t>度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2231" y="1848611"/>
            <a:ext cx="6693408" cy="3022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85888" y="1982723"/>
            <a:ext cx="1601724" cy="1554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66672" y="2753867"/>
            <a:ext cx="3288791" cy="3288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5300" y="1105535"/>
            <a:ext cx="78479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华文楷体"/>
                <a:cs typeface="华文楷体"/>
              </a:rPr>
              <a:t>为什么测量体温时要过一段时间才能取出温度计</a:t>
            </a:r>
            <a:r>
              <a:rPr dirty="0" spc="-5" b="0">
                <a:latin typeface="华文楷体"/>
                <a:cs typeface="华文楷体"/>
              </a:rPr>
              <a:t>？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0550" y="1958339"/>
            <a:ext cx="5714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为什么温度计的示数就是你的体温</a:t>
            </a:r>
            <a:r>
              <a:rPr dirty="0" sz="2800" spc="-5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0625" y="3842384"/>
            <a:ext cx="3745229" cy="1739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717F9"/>
                </a:solidFill>
                <a:latin typeface="华文楷体"/>
                <a:cs typeface="华文楷体"/>
              </a:rPr>
              <a:t>让温度计和人体达到热平衡</a:t>
            </a:r>
            <a:endParaRPr sz="2400">
              <a:latin typeface="华文楷体"/>
              <a:cs typeface="华文楷体"/>
            </a:endParaRPr>
          </a:p>
          <a:p>
            <a:pPr marL="74295" marR="5080">
              <a:lnSpc>
                <a:spcPct val="150000"/>
              </a:lnSpc>
              <a:spcBef>
                <a:spcPts val="1980"/>
              </a:spcBef>
            </a:pPr>
            <a:r>
              <a:rPr dirty="0" sz="2400">
                <a:solidFill>
                  <a:srgbClr val="1717F9"/>
                </a:solidFill>
                <a:latin typeface="华文楷体"/>
                <a:cs typeface="华文楷体"/>
              </a:rPr>
              <a:t>温度计和人达到热平衡，有 共同的热学性质——温度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763" y="906780"/>
            <a:ext cx="3930396" cy="5378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1149" y="1714398"/>
            <a:ext cx="606996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800">
                <a:latin typeface="华文楷体"/>
                <a:cs typeface="华文楷体"/>
              </a:rPr>
              <a:t>阅读课本和课外资料，回答温标包含</a:t>
            </a:r>
            <a:r>
              <a:rPr dirty="0" sz="2800" spc="-5">
                <a:latin typeface="华文楷体"/>
                <a:cs typeface="华文楷体"/>
              </a:rPr>
              <a:t>的 </a:t>
            </a:r>
            <a:r>
              <a:rPr dirty="0" sz="2800">
                <a:latin typeface="华文楷体"/>
                <a:cs typeface="华文楷体"/>
              </a:rPr>
              <a:t>要素是什么？常见的温标有哪些</a:t>
            </a:r>
            <a:r>
              <a:rPr dirty="0" sz="2800" spc="-5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8995" y="1280160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2353" y="1274178"/>
            <a:ext cx="376555" cy="376555"/>
          </a:xfrm>
          <a:custGeom>
            <a:avLst/>
            <a:gdLst/>
            <a:ahLst/>
            <a:cxnLst/>
            <a:rect l="l" t="t" r="r" b="b"/>
            <a:pathLst>
              <a:path w="376555" h="376555">
                <a:moveTo>
                  <a:pt x="376123" y="376123"/>
                </a:moveTo>
                <a:lnTo>
                  <a:pt x="0" y="376123"/>
                </a:lnTo>
                <a:lnTo>
                  <a:pt x="0" y="0"/>
                </a:lnTo>
                <a:lnTo>
                  <a:pt x="376123" y="0"/>
                </a:lnTo>
                <a:lnTo>
                  <a:pt x="376123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363423"/>
                </a:lnTo>
                <a:lnTo>
                  <a:pt x="6350" y="363423"/>
                </a:lnTo>
                <a:lnTo>
                  <a:pt x="12700" y="369773"/>
                </a:lnTo>
                <a:lnTo>
                  <a:pt x="376123" y="369773"/>
                </a:lnTo>
                <a:lnTo>
                  <a:pt x="376123" y="376123"/>
                </a:lnTo>
                <a:close/>
              </a:path>
              <a:path w="376555" h="376555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376555" h="376555">
                <a:moveTo>
                  <a:pt x="363423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363423" y="6349"/>
                </a:lnTo>
                <a:lnTo>
                  <a:pt x="363423" y="12699"/>
                </a:lnTo>
                <a:close/>
              </a:path>
              <a:path w="376555" h="376555">
                <a:moveTo>
                  <a:pt x="363423" y="369773"/>
                </a:moveTo>
                <a:lnTo>
                  <a:pt x="363423" y="6349"/>
                </a:lnTo>
                <a:lnTo>
                  <a:pt x="369773" y="12699"/>
                </a:lnTo>
                <a:lnTo>
                  <a:pt x="376123" y="12699"/>
                </a:lnTo>
                <a:lnTo>
                  <a:pt x="376123" y="363423"/>
                </a:lnTo>
                <a:lnTo>
                  <a:pt x="369773" y="363423"/>
                </a:lnTo>
                <a:lnTo>
                  <a:pt x="363423" y="369773"/>
                </a:lnTo>
                <a:close/>
              </a:path>
              <a:path w="376555" h="376555">
                <a:moveTo>
                  <a:pt x="376123" y="12699"/>
                </a:moveTo>
                <a:lnTo>
                  <a:pt x="369773" y="12699"/>
                </a:lnTo>
                <a:lnTo>
                  <a:pt x="363423" y="6349"/>
                </a:lnTo>
                <a:lnTo>
                  <a:pt x="376123" y="6349"/>
                </a:lnTo>
                <a:lnTo>
                  <a:pt x="376123" y="12699"/>
                </a:lnTo>
                <a:close/>
              </a:path>
              <a:path w="376555" h="376555">
                <a:moveTo>
                  <a:pt x="12700" y="369773"/>
                </a:moveTo>
                <a:lnTo>
                  <a:pt x="6350" y="363423"/>
                </a:lnTo>
                <a:lnTo>
                  <a:pt x="12700" y="363423"/>
                </a:lnTo>
                <a:lnTo>
                  <a:pt x="12700" y="369773"/>
                </a:lnTo>
                <a:close/>
              </a:path>
              <a:path w="376555" h="376555">
                <a:moveTo>
                  <a:pt x="363423" y="369773"/>
                </a:moveTo>
                <a:lnTo>
                  <a:pt x="12700" y="369773"/>
                </a:lnTo>
                <a:lnTo>
                  <a:pt x="12700" y="363423"/>
                </a:lnTo>
                <a:lnTo>
                  <a:pt x="363423" y="363423"/>
                </a:lnTo>
                <a:lnTo>
                  <a:pt x="363423" y="369773"/>
                </a:lnTo>
                <a:close/>
              </a:path>
              <a:path w="376555" h="376555">
                <a:moveTo>
                  <a:pt x="376123" y="369773"/>
                </a:moveTo>
                <a:lnTo>
                  <a:pt x="363423" y="369773"/>
                </a:lnTo>
                <a:lnTo>
                  <a:pt x="369773" y="363423"/>
                </a:lnTo>
                <a:lnTo>
                  <a:pt x="376123" y="363423"/>
                </a:lnTo>
                <a:lnTo>
                  <a:pt x="376123" y="3697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8640" y="1504188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1655" y="1497609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80">
                <a:moveTo>
                  <a:pt x="258889" y="258889"/>
                </a:moveTo>
                <a:lnTo>
                  <a:pt x="0" y="258889"/>
                </a:lnTo>
                <a:lnTo>
                  <a:pt x="0" y="0"/>
                </a:lnTo>
                <a:lnTo>
                  <a:pt x="258889" y="0"/>
                </a:lnTo>
                <a:lnTo>
                  <a:pt x="258889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246189"/>
                </a:lnTo>
                <a:lnTo>
                  <a:pt x="6350" y="246189"/>
                </a:lnTo>
                <a:lnTo>
                  <a:pt x="12700" y="252539"/>
                </a:lnTo>
                <a:lnTo>
                  <a:pt x="258889" y="252539"/>
                </a:lnTo>
                <a:lnTo>
                  <a:pt x="258889" y="258889"/>
                </a:lnTo>
                <a:close/>
              </a:path>
              <a:path w="259079" h="25908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59079" h="259080">
                <a:moveTo>
                  <a:pt x="246189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46189" y="6349"/>
                </a:lnTo>
                <a:lnTo>
                  <a:pt x="246189" y="12699"/>
                </a:lnTo>
                <a:close/>
              </a:path>
              <a:path w="259079" h="259080">
                <a:moveTo>
                  <a:pt x="246189" y="252539"/>
                </a:moveTo>
                <a:lnTo>
                  <a:pt x="246189" y="6349"/>
                </a:lnTo>
                <a:lnTo>
                  <a:pt x="252539" y="12699"/>
                </a:lnTo>
                <a:lnTo>
                  <a:pt x="258889" y="12699"/>
                </a:lnTo>
                <a:lnTo>
                  <a:pt x="258889" y="246189"/>
                </a:lnTo>
                <a:lnTo>
                  <a:pt x="252539" y="246189"/>
                </a:lnTo>
                <a:lnTo>
                  <a:pt x="246189" y="252539"/>
                </a:lnTo>
                <a:close/>
              </a:path>
              <a:path w="259079" h="259080">
                <a:moveTo>
                  <a:pt x="258889" y="12699"/>
                </a:moveTo>
                <a:lnTo>
                  <a:pt x="252539" y="12699"/>
                </a:lnTo>
                <a:lnTo>
                  <a:pt x="246189" y="6349"/>
                </a:lnTo>
                <a:lnTo>
                  <a:pt x="258889" y="6349"/>
                </a:lnTo>
                <a:lnTo>
                  <a:pt x="258889" y="12699"/>
                </a:lnTo>
                <a:close/>
              </a:path>
              <a:path w="259079" h="259080">
                <a:moveTo>
                  <a:pt x="12700" y="252539"/>
                </a:moveTo>
                <a:lnTo>
                  <a:pt x="6350" y="246189"/>
                </a:lnTo>
                <a:lnTo>
                  <a:pt x="12700" y="246189"/>
                </a:lnTo>
                <a:lnTo>
                  <a:pt x="12700" y="252539"/>
                </a:lnTo>
                <a:close/>
              </a:path>
              <a:path w="259079" h="259080">
                <a:moveTo>
                  <a:pt x="246189" y="252539"/>
                </a:moveTo>
                <a:lnTo>
                  <a:pt x="12700" y="252539"/>
                </a:lnTo>
                <a:lnTo>
                  <a:pt x="12700" y="246189"/>
                </a:lnTo>
                <a:lnTo>
                  <a:pt x="246189" y="246189"/>
                </a:lnTo>
                <a:lnTo>
                  <a:pt x="246189" y="252539"/>
                </a:lnTo>
                <a:close/>
              </a:path>
              <a:path w="259079" h="259080">
                <a:moveTo>
                  <a:pt x="258889" y="252539"/>
                </a:moveTo>
                <a:lnTo>
                  <a:pt x="246189" y="252539"/>
                </a:lnTo>
                <a:lnTo>
                  <a:pt x="252539" y="246189"/>
                </a:lnTo>
                <a:lnTo>
                  <a:pt x="258889" y="246189"/>
                </a:lnTo>
                <a:lnTo>
                  <a:pt x="258889" y="25253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52927" y="3429000"/>
            <a:ext cx="1416050" cy="4622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952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75"/>
              </a:spcBef>
            </a:pPr>
            <a:r>
              <a:rPr dirty="0" sz="2400">
                <a:latin typeface="华文楷体"/>
                <a:cs typeface="华文楷体"/>
              </a:rPr>
              <a:t>测温物质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52927" y="4262628"/>
            <a:ext cx="4450080" cy="4603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952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75"/>
              </a:spcBef>
            </a:pPr>
            <a:r>
              <a:rPr dirty="0" sz="2400">
                <a:latin typeface="华文楷体"/>
                <a:cs typeface="华文楷体"/>
              </a:rPr>
              <a:t>测温物质随温度变化的函数关系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52927" y="5052059"/>
            <a:ext cx="3840479" cy="4603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016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80"/>
              </a:spcBef>
            </a:pPr>
            <a:r>
              <a:rPr dirty="0" sz="2400">
                <a:latin typeface="华文楷体"/>
                <a:cs typeface="华文楷体"/>
              </a:rPr>
              <a:t>确定温度零点和分度的方法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8995" y="4186428"/>
            <a:ext cx="2124710" cy="462280"/>
          </a:xfrm>
          <a:custGeom>
            <a:avLst/>
            <a:gdLst/>
            <a:ahLst/>
            <a:cxnLst/>
            <a:rect l="l" t="t" r="r" b="b"/>
            <a:pathLst>
              <a:path w="2124710" h="462279">
                <a:moveTo>
                  <a:pt x="0" y="0"/>
                </a:moveTo>
                <a:lnTo>
                  <a:pt x="2124456" y="0"/>
                </a:lnTo>
                <a:lnTo>
                  <a:pt x="2124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27443" y="4183240"/>
            <a:ext cx="2159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温标的三要素：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09612" y="1073670"/>
            <a:ext cx="557149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58155" algn="l"/>
              </a:tabLst>
            </a:pPr>
            <a:r>
              <a:rPr dirty="0" u="heavy" sz="3000" b="0">
                <a:uFill>
                  <a:solidFill>
                    <a:srgbClr val="C00000"/>
                  </a:solidFill>
                </a:uFill>
                <a:latin typeface="黑体"/>
                <a:cs typeface="黑体"/>
              </a:rPr>
              <a:t>温标	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85199" y="3625824"/>
            <a:ext cx="468630" cy="1651000"/>
          </a:xfrm>
          <a:custGeom>
            <a:avLst/>
            <a:gdLst/>
            <a:ahLst/>
            <a:cxnLst/>
            <a:rect l="l" t="t" r="r" b="b"/>
            <a:pathLst>
              <a:path w="468630" h="1651000">
                <a:moveTo>
                  <a:pt x="468160" y="12700"/>
                </a:moveTo>
                <a:lnTo>
                  <a:pt x="303301" y="12700"/>
                </a:lnTo>
                <a:lnTo>
                  <a:pt x="314985" y="0"/>
                </a:lnTo>
                <a:lnTo>
                  <a:pt x="468007" y="0"/>
                </a:lnTo>
                <a:lnTo>
                  <a:pt x="468160" y="12700"/>
                </a:lnTo>
                <a:close/>
              </a:path>
              <a:path w="468630" h="1651000">
                <a:moveTo>
                  <a:pt x="344627" y="25400"/>
                </a:moveTo>
                <a:lnTo>
                  <a:pt x="273100" y="25400"/>
                </a:lnTo>
                <a:lnTo>
                  <a:pt x="276428" y="12700"/>
                </a:lnTo>
                <a:lnTo>
                  <a:pt x="359702" y="12700"/>
                </a:lnTo>
                <a:lnTo>
                  <a:pt x="344627" y="25400"/>
                </a:lnTo>
                <a:close/>
              </a:path>
              <a:path w="468630" h="1651000">
                <a:moveTo>
                  <a:pt x="281101" y="800100"/>
                </a:moveTo>
                <a:lnTo>
                  <a:pt x="256044" y="800100"/>
                </a:lnTo>
                <a:lnTo>
                  <a:pt x="259118" y="787400"/>
                </a:lnTo>
                <a:lnTo>
                  <a:pt x="262610" y="787400"/>
                </a:lnTo>
                <a:lnTo>
                  <a:pt x="262610" y="38100"/>
                </a:lnTo>
                <a:lnTo>
                  <a:pt x="263182" y="25400"/>
                </a:lnTo>
                <a:lnTo>
                  <a:pt x="294754" y="25400"/>
                </a:lnTo>
                <a:lnTo>
                  <a:pt x="290830" y="38100"/>
                </a:lnTo>
                <a:lnTo>
                  <a:pt x="281660" y="38100"/>
                </a:lnTo>
                <a:lnTo>
                  <a:pt x="281660" y="787400"/>
                </a:lnTo>
                <a:lnTo>
                  <a:pt x="281101" y="800100"/>
                </a:lnTo>
                <a:close/>
              </a:path>
              <a:path w="468630" h="1651000">
                <a:moveTo>
                  <a:pt x="271183" y="812800"/>
                </a:moveTo>
                <a:lnTo>
                  <a:pt x="199402" y="812800"/>
                </a:lnTo>
                <a:lnTo>
                  <a:pt x="213321" y="800100"/>
                </a:lnTo>
                <a:lnTo>
                  <a:pt x="274218" y="800100"/>
                </a:lnTo>
                <a:lnTo>
                  <a:pt x="271183" y="812800"/>
                </a:lnTo>
                <a:close/>
              </a:path>
              <a:path w="468630" h="1651000">
                <a:moveTo>
                  <a:pt x="76276" y="838200"/>
                </a:moveTo>
                <a:lnTo>
                  <a:pt x="0" y="838200"/>
                </a:lnTo>
                <a:lnTo>
                  <a:pt x="0" y="812800"/>
                </a:lnTo>
                <a:lnTo>
                  <a:pt x="76276" y="812800"/>
                </a:lnTo>
                <a:lnTo>
                  <a:pt x="76276" y="838200"/>
                </a:lnTo>
                <a:close/>
              </a:path>
              <a:path w="468630" h="1651000">
                <a:moveTo>
                  <a:pt x="134962" y="838200"/>
                </a:moveTo>
                <a:lnTo>
                  <a:pt x="76276" y="838200"/>
                </a:lnTo>
                <a:lnTo>
                  <a:pt x="76276" y="812800"/>
                </a:lnTo>
                <a:lnTo>
                  <a:pt x="170459" y="812800"/>
                </a:lnTo>
                <a:lnTo>
                  <a:pt x="186816" y="825500"/>
                </a:lnTo>
                <a:lnTo>
                  <a:pt x="153136" y="825500"/>
                </a:lnTo>
                <a:lnTo>
                  <a:pt x="134962" y="838200"/>
                </a:lnTo>
                <a:close/>
              </a:path>
              <a:path w="468630" h="1651000">
                <a:moveTo>
                  <a:pt x="229285" y="825500"/>
                </a:moveTo>
                <a:lnTo>
                  <a:pt x="186816" y="825500"/>
                </a:lnTo>
                <a:lnTo>
                  <a:pt x="170459" y="812800"/>
                </a:lnTo>
                <a:lnTo>
                  <a:pt x="240969" y="812800"/>
                </a:lnTo>
                <a:lnTo>
                  <a:pt x="229285" y="825500"/>
                </a:lnTo>
                <a:close/>
              </a:path>
              <a:path w="468630" h="1651000">
                <a:moveTo>
                  <a:pt x="251218" y="838200"/>
                </a:moveTo>
                <a:lnTo>
                  <a:pt x="134962" y="838200"/>
                </a:lnTo>
                <a:lnTo>
                  <a:pt x="153136" y="825500"/>
                </a:lnTo>
                <a:lnTo>
                  <a:pt x="240969" y="825500"/>
                </a:lnTo>
                <a:lnTo>
                  <a:pt x="251218" y="838200"/>
                </a:lnTo>
                <a:close/>
              </a:path>
              <a:path w="468630" h="1651000">
                <a:moveTo>
                  <a:pt x="276974" y="850900"/>
                </a:moveTo>
                <a:lnTo>
                  <a:pt x="225678" y="850900"/>
                </a:lnTo>
                <a:lnTo>
                  <a:pt x="213029" y="838200"/>
                </a:lnTo>
                <a:lnTo>
                  <a:pt x="274218" y="838200"/>
                </a:lnTo>
                <a:lnTo>
                  <a:pt x="276974" y="850900"/>
                </a:lnTo>
                <a:close/>
              </a:path>
              <a:path w="468630" h="1651000">
                <a:moveTo>
                  <a:pt x="262610" y="863600"/>
                </a:moveTo>
                <a:lnTo>
                  <a:pt x="260388" y="850900"/>
                </a:lnTo>
                <a:lnTo>
                  <a:pt x="262470" y="850900"/>
                </a:lnTo>
                <a:lnTo>
                  <a:pt x="262526" y="853693"/>
                </a:lnTo>
                <a:lnTo>
                  <a:pt x="262610" y="863600"/>
                </a:lnTo>
                <a:close/>
              </a:path>
              <a:path w="468630" h="1651000">
                <a:moveTo>
                  <a:pt x="262610" y="857885"/>
                </a:moveTo>
                <a:lnTo>
                  <a:pt x="262470" y="850900"/>
                </a:lnTo>
                <a:lnTo>
                  <a:pt x="262610" y="853267"/>
                </a:lnTo>
                <a:lnTo>
                  <a:pt x="262610" y="857885"/>
                </a:lnTo>
                <a:close/>
              </a:path>
              <a:path w="468630" h="1651000">
                <a:moveTo>
                  <a:pt x="262610" y="853267"/>
                </a:moveTo>
                <a:lnTo>
                  <a:pt x="262470" y="850900"/>
                </a:lnTo>
                <a:lnTo>
                  <a:pt x="262610" y="850900"/>
                </a:lnTo>
                <a:lnTo>
                  <a:pt x="262610" y="853267"/>
                </a:lnTo>
                <a:close/>
              </a:path>
              <a:path w="468630" h="1651000">
                <a:moveTo>
                  <a:pt x="281660" y="863600"/>
                </a:moveTo>
                <a:lnTo>
                  <a:pt x="263220" y="863600"/>
                </a:lnTo>
                <a:lnTo>
                  <a:pt x="262635" y="853693"/>
                </a:lnTo>
                <a:lnTo>
                  <a:pt x="262610" y="850900"/>
                </a:lnTo>
                <a:lnTo>
                  <a:pt x="281660" y="850900"/>
                </a:lnTo>
                <a:lnTo>
                  <a:pt x="281660" y="863600"/>
                </a:lnTo>
                <a:close/>
              </a:path>
              <a:path w="468630" h="1651000">
                <a:moveTo>
                  <a:pt x="263220" y="863600"/>
                </a:moveTo>
                <a:lnTo>
                  <a:pt x="262724" y="863600"/>
                </a:lnTo>
                <a:lnTo>
                  <a:pt x="262635" y="853693"/>
                </a:lnTo>
                <a:lnTo>
                  <a:pt x="263220" y="863600"/>
                </a:lnTo>
                <a:close/>
              </a:path>
              <a:path w="468630" h="1651000">
                <a:moveTo>
                  <a:pt x="281660" y="1612900"/>
                </a:moveTo>
                <a:lnTo>
                  <a:pt x="262610" y="1612900"/>
                </a:lnTo>
                <a:lnTo>
                  <a:pt x="262610" y="857885"/>
                </a:lnTo>
                <a:lnTo>
                  <a:pt x="262724" y="863600"/>
                </a:lnTo>
                <a:lnTo>
                  <a:pt x="281660" y="863600"/>
                </a:lnTo>
                <a:lnTo>
                  <a:pt x="281660" y="1612900"/>
                </a:lnTo>
                <a:close/>
              </a:path>
              <a:path w="468630" h="1651000">
                <a:moveTo>
                  <a:pt x="308127" y="1625600"/>
                </a:moveTo>
                <a:lnTo>
                  <a:pt x="264934" y="1625600"/>
                </a:lnTo>
                <a:lnTo>
                  <a:pt x="263182" y="1612900"/>
                </a:lnTo>
                <a:lnTo>
                  <a:pt x="298310" y="1612900"/>
                </a:lnTo>
                <a:lnTo>
                  <a:pt x="308127" y="1625600"/>
                </a:lnTo>
                <a:close/>
              </a:path>
              <a:path w="468630" h="1651000">
                <a:moveTo>
                  <a:pt x="392569" y="1638300"/>
                </a:moveTo>
                <a:lnTo>
                  <a:pt x="280073" y="1638300"/>
                </a:lnTo>
                <a:lnTo>
                  <a:pt x="276428" y="1625600"/>
                </a:lnTo>
                <a:lnTo>
                  <a:pt x="375450" y="1625600"/>
                </a:lnTo>
                <a:lnTo>
                  <a:pt x="392569" y="1638300"/>
                </a:lnTo>
                <a:close/>
              </a:path>
              <a:path w="468630" h="1651000">
                <a:moveTo>
                  <a:pt x="468007" y="1651000"/>
                </a:moveTo>
                <a:lnTo>
                  <a:pt x="327952" y="1651000"/>
                </a:lnTo>
                <a:lnTo>
                  <a:pt x="314985" y="1638300"/>
                </a:lnTo>
                <a:lnTo>
                  <a:pt x="468160" y="1638300"/>
                </a:lnTo>
                <a:lnTo>
                  <a:pt x="468007" y="1651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47815" y="1219200"/>
            <a:ext cx="2752343" cy="2752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5856" y="2296922"/>
            <a:ext cx="1614170" cy="1657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37689" y="2814980"/>
            <a:ext cx="8388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  <a:latin typeface="华文楷体"/>
                <a:cs typeface="华文楷体"/>
              </a:rPr>
              <a:t>温</a:t>
            </a:r>
            <a:r>
              <a:rPr dirty="0" sz="3200" spc="5">
                <a:solidFill>
                  <a:srgbClr val="FFFFFF"/>
                </a:solidFill>
                <a:latin typeface="华文楷体"/>
                <a:cs typeface="华文楷体"/>
              </a:rPr>
              <a:t>标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998" y="1308277"/>
            <a:ext cx="3736454" cy="36489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22081" y="855141"/>
            <a:ext cx="1437005" cy="14293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92541" y="1144701"/>
            <a:ext cx="9398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48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FFFFFF"/>
                </a:solidFill>
                <a:latin typeface="华文楷体"/>
                <a:cs typeface="华文楷体"/>
              </a:rPr>
              <a:t>华氏温 标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52532" y="2411285"/>
            <a:ext cx="1429385" cy="14204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803357" y="2694622"/>
            <a:ext cx="939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 marR="5080" indent="-1524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热力学 温标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90052" y="4041851"/>
            <a:ext cx="1429385" cy="14293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40242" y="4337125"/>
            <a:ext cx="939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48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摄氏温 标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2446185"/>
            <a:ext cx="1388529" cy="14204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04279" y="2737142"/>
            <a:ext cx="939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48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列式温 标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82896" y="1644395"/>
            <a:ext cx="2935224" cy="63855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277855" y="1036535"/>
            <a:ext cx="1010285" cy="10134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82896" y="2446020"/>
            <a:ext cx="3261359" cy="13167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074145" y="2497035"/>
            <a:ext cx="139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383838"/>
                </a:solidFill>
                <a:latin typeface="华文楷体"/>
                <a:cs typeface="华文楷体"/>
              </a:rPr>
              <a:t>标准大气压下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917947" y="1754123"/>
            <a:ext cx="3156204" cy="6598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91952" y="1275613"/>
            <a:ext cx="1065529" cy="10547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940808" y="2410967"/>
            <a:ext cx="3133343" cy="150723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77611" y="2104644"/>
            <a:ext cx="2973324" cy="55778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37075" y="1534794"/>
            <a:ext cx="1106170" cy="104266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45608" y="2793492"/>
            <a:ext cx="3343655" cy="136397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436234" y="3854823"/>
            <a:ext cx="72707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75"/>
              </a:lnSpc>
              <a:tabLst>
                <a:tab pos="659765" algn="l"/>
              </a:tabLst>
            </a:pPr>
            <a:r>
              <a:rPr dirty="0" sz="1150" spc="10">
                <a:latin typeface="Times New Roman"/>
                <a:cs typeface="Times New Roman"/>
              </a:rPr>
              <a:t>F</a:t>
            </a:r>
            <a:r>
              <a:rPr dirty="0" sz="1150" spc="10">
                <a:latin typeface="Times New Roman"/>
                <a:cs typeface="Times New Roman"/>
              </a:rPr>
              <a:t>	</a:t>
            </a:r>
            <a:r>
              <a:rPr dirty="0" sz="1150" spc="10">
                <a:latin typeface="Times New Roman"/>
                <a:cs typeface="Times New Roman"/>
              </a:rPr>
              <a:t>c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97779" y="3925823"/>
            <a:ext cx="2503931" cy="231190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279391" y="3756659"/>
            <a:ext cx="1011936" cy="239267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195315" y="2464307"/>
            <a:ext cx="3320795" cy="64617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66640" y="1897507"/>
            <a:ext cx="1065529" cy="106552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148071" y="3137916"/>
            <a:ext cx="3384804" cy="206959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024411" y="1926615"/>
            <a:ext cx="3430270" cy="21418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9695">
              <a:lnSpc>
                <a:spcPts val="2360"/>
              </a:lnSpc>
              <a:spcBef>
                <a:spcPts val="105"/>
              </a:spcBef>
            </a:pPr>
            <a:r>
              <a:rPr dirty="0" baseline="25000" sz="3000">
                <a:latin typeface="华文楷体"/>
                <a:cs typeface="华文楷体"/>
              </a:rPr>
              <a:t>华</a:t>
            </a:r>
            <a:r>
              <a:rPr dirty="0" baseline="25000" sz="3000" spc="-2429">
                <a:latin typeface="华文楷体"/>
                <a:cs typeface="华文楷体"/>
              </a:rPr>
              <a:t>伦</a:t>
            </a:r>
            <a:r>
              <a:rPr dirty="0" sz="1800" spc="-180">
                <a:solidFill>
                  <a:srgbClr val="333333"/>
                </a:solidFill>
                <a:latin typeface="华文楷体"/>
                <a:cs typeface="华文楷体"/>
              </a:rPr>
              <a:t>列</a:t>
            </a:r>
            <a:r>
              <a:rPr dirty="0" baseline="25000" sz="3000" spc="-2729">
                <a:latin typeface="华文楷体"/>
                <a:cs typeface="华文楷体"/>
              </a:rPr>
              <a:t>海</a:t>
            </a:r>
            <a:r>
              <a:rPr dirty="0" sz="1800">
                <a:solidFill>
                  <a:srgbClr val="333333"/>
                </a:solidFill>
                <a:latin typeface="华文楷体"/>
                <a:cs typeface="华文楷体"/>
              </a:rPr>
              <a:t>奥</a:t>
            </a:r>
            <a:r>
              <a:rPr dirty="0" sz="1800" spc="-1780">
                <a:solidFill>
                  <a:srgbClr val="333333"/>
                </a:solidFill>
                <a:latin typeface="华文楷体"/>
                <a:cs typeface="华文楷体"/>
              </a:rPr>
              <a:t>米</a:t>
            </a:r>
            <a:r>
              <a:rPr dirty="0" baseline="25000" sz="3000" spc="-330">
                <a:latin typeface="华文楷体"/>
                <a:cs typeface="华文楷体"/>
              </a:rPr>
              <a:t>特</a:t>
            </a:r>
            <a:r>
              <a:rPr dirty="0" sz="1800" spc="-1580">
                <a:solidFill>
                  <a:srgbClr val="333333"/>
                </a:solidFill>
                <a:latin typeface="华文楷体"/>
                <a:cs typeface="华文楷体"/>
              </a:rPr>
              <a:t>尔</a:t>
            </a:r>
            <a:r>
              <a:rPr dirty="0" baseline="25000" sz="3000" spc="-630">
                <a:latin typeface="华文楷体"/>
                <a:cs typeface="华文楷体"/>
              </a:rPr>
              <a:t>的</a:t>
            </a:r>
            <a:r>
              <a:rPr dirty="0" sz="1800" spc="-1380">
                <a:solidFill>
                  <a:srgbClr val="333333"/>
                </a:solidFill>
                <a:latin typeface="华文楷体"/>
                <a:cs typeface="华文楷体"/>
              </a:rPr>
              <a:t>的</a:t>
            </a:r>
            <a:r>
              <a:rPr dirty="0" baseline="25000" sz="3000" spc="-930">
                <a:latin typeface="华文楷体"/>
                <a:cs typeface="华文楷体"/>
              </a:rPr>
              <a:t>华</a:t>
            </a:r>
            <a:r>
              <a:rPr dirty="0" sz="1800" spc="-1180">
                <a:solidFill>
                  <a:srgbClr val="333333"/>
                </a:solidFill>
                <a:latin typeface="华文楷体"/>
                <a:cs typeface="华文楷体"/>
              </a:rPr>
              <a:t>列</a:t>
            </a:r>
            <a:r>
              <a:rPr dirty="0" baseline="25000" sz="3000" spc="-1230">
                <a:latin typeface="华文楷体"/>
                <a:cs typeface="华文楷体"/>
              </a:rPr>
              <a:t>氏</a:t>
            </a:r>
            <a:r>
              <a:rPr dirty="0" sz="1800" spc="-980">
                <a:solidFill>
                  <a:srgbClr val="333333"/>
                </a:solidFill>
                <a:latin typeface="华文楷体"/>
                <a:cs typeface="华文楷体"/>
              </a:rPr>
              <a:t>式</a:t>
            </a:r>
            <a:r>
              <a:rPr dirty="0" baseline="25000" sz="3000" spc="-1530">
                <a:latin typeface="华文楷体"/>
                <a:cs typeface="华文楷体"/>
              </a:rPr>
              <a:t>温</a:t>
            </a:r>
            <a:r>
              <a:rPr dirty="0" sz="1800" spc="-780">
                <a:solidFill>
                  <a:srgbClr val="333333"/>
                </a:solidFill>
                <a:latin typeface="华文楷体"/>
                <a:cs typeface="华文楷体"/>
              </a:rPr>
              <a:t>温</a:t>
            </a:r>
            <a:r>
              <a:rPr dirty="0" baseline="25000" sz="3000" spc="-1829">
                <a:latin typeface="华文楷体"/>
                <a:cs typeface="华文楷体"/>
              </a:rPr>
              <a:t>标</a:t>
            </a:r>
            <a:r>
              <a:rPr dirty="0" sz="1800" spc="-580">
                <a:solidFill>
                  <a:srgbClr val="333333"/>
                </a:solidFill>
                <a:latin typeface="华文楷体"/>
                <a:cs typeface="华文楷体"/>
              </a:rPr>
              <a:t>标</a:t>
            </a:r>
            <a:r>
              <a:rPr dirty="0" baseline="25000" sz="3000" spc="-15">
                <a:latin typeface="华文楷体"/>
                <a:cs typeface="华文楷体"/>
              </a:rPr>
              <a:t>(</a:t>
            </a:r>
            <a:r>
              <a:rPr dirty="0" sz="1800" spc="-525">
                <a:solidFill>
                  <a:srgbClr val="333333"/>
                </a:solidFill>
                <a:latin typeface="华文楷体"/>
                <a:cs typeface="华文楷体"/>
              </a:rPr>
              <a:t>(</a:t>
            </a:r>
            <a:r>
              <a:rPr dirty="0" baseline="25000" sz="3000" spc="-914">
                <a:latin typeface="华文楷体"/>
                <a:cs typeface="华文楷体"/>
              </a:rPr>
              <a:t>F</a:t>
            </a:r>
            <a:r>
              <a:rPr dirty="0" sz="1800" spc="-600">
                <a:solidFill>
                  <a:srgbClr val="333333"/>
                </a:solidFill>
                <a:latin typeface="Times New Roman"/>
                <a:cs typeface="Times New Roman"/>
              </a:rPr>
              <a:t>R</a:t>
            </a:r>
            <a:r>
              <a:rPr dirty="0" baseline="25000" sz="3000" spc="7">
                <a:latin typeface="华文楷体"/>
                <a:cs typeface="华文楷体"/>
              </a:rPr>
              <a:t>)</a:t>
            </a:r>
            <a:r>
              <a:rPr dirty="0" sz="1800">
                <a:solidFill>
                  <a:srgbClr val="333333"/>
                </a:solidFill>
                <a:latin typeface="Times New Roman"/>
                <a:cs typeface="Times New Roman"/>
              </a:rPr>
              <a:t>e)</a:t>
            </a:r>
            <a:endParaRPr sz="1800">
              <a:latin typeface="Times New Roman"/>
              <a:cs typeface="Times New Roman"/>
            </a:endParaRPr>
          </a:p>
          <a:p>
            <a:pPr algn="ctr" marR="134620">
              <a:lnSpc>
                <a:spcPts val="2120"/>
              </a:lnSpc>
            </a:pPr>
            <a:r>
              <a:rPr dirty="0" sz="1800">
                <a:latin typeface="华文楷体"/>
                <a:cs typeface="华文楷体"/>
              </a:rPr>
              <a:t>摄尔修斯的摄氏温标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spc="-5">
                <a:latin typeface="Times New Roman"/>
                <a:cs typeface="Times New Roman"/>
              </a:rPr>
              <a:t>C</a:t>
            </a:r>
            <a:r>
              <a:rPr dirty="0" sz="180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742950">
              <a:lnSpc>
                <a:spcPts val="1914"/>
              </a:lnSpc>
              <a:spcBef>
                <a:spcPts val="1340"/>
              </a:spcBef>
              <a:tabLst>
                <a:tab pos="2114550" algn="l"/>
                <a:tab pos="2800350" algn="l"/>
              </a:tabLst>
            </a:pPr>
            <a:r>
              <a:rPr dirty="0" sz="1800">
                <a:latin typeface="华文楷体"/>
                <a:cs typeface="华文楷体"/>
              </a:rPr>
              <a:t>开尔文的热	学温	</a:t>
            </a:r>
            <a:r>
              <a:rPr dirty="0" sz="1800">
                <a:latin typeface="Times New Roman"/>
                <a:cs typeface="Times New Roman"/>
              </a:rPr>
              <a:t>(T)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14"/>
              </a:lnSpc>
            </a:pPr>
            <a:r>
              <a:rPr dirty="0" baseline="-16975" sz="2700" spc="-2115">
                <a:solidFill>
                  <a:srgbClr val="333333"/>
                </a:solidFill>
                <a:latin typeface="华文楷体"/>
                <a:cs typeface="华文楷体"/>
              </a:rPr>
              <a:t>水</a:t>
            </a:r>
            <a:r>
              <a:rPr dirty="0" baseline="-7716" sz="2700" spc="-592">
                <a:solidFill>
                  <a:srgbClr val="333333"/>
                </a:solidFill>
                <a:latin typeface="华文楷体"/>
                <a:cs typeface="华文楷体"/>
              </a:rPr>
              <a:t>冰</a:t>
            </a:r>
            <a:r>
              <a:rPr dirty="0" baseline="-16975" sz="2700" spc="-2115">
                <a:solidFill>
                  <a:srgbClr val="333333"/>
                </a:solidFill>
                <a:latin typeface="华文楷体"/>
                <a:cs typeface="华文楷体"/>
              </a:rPr>
              <a:t>的</a:t>
            </a:r>
            <a:r>
              <a:rPr dirty="0" baseline="-7716" sz="2700" spc="-2025">
                <a:solidFill>
                  <a:srgbClr val="333333"/>
                </a:solidFill>
                <a:latin typeface="华文楷体"/>
                <a:cs typeface="华文楷体"/>
              </a:rPr>
              <a:t>与</a:t>
            </a:r>
            <a:r>
              <a:rPr dirty="0" sz="1800" spc="-844">
                <a:solidFill>
                  <a:srgbClr val="333333"/>
                </a:solidFill>
                <a:latin typeface="华文楷体"/>
                <a:cs typeface="华文楷体"/>
              </a:rPr>
              <a:t>标</a:t>
            </a:r>
            <a:r>
              <a:rPr dirty="0" baseline="-16975" sz="2700" spc="-2115">
                <a:solidFill>
                  <a:srgbClr val="333333"/>
                </a:solidFill>
                <a:latin typeface="华文楷体"/>
                <a:cs typeface="华文楷体"/>
              </a:rPr>
              <a:t>冰</a:t>
            </a:r>
            <a:r>
              <a:rPr dirty="0" baseline="-7716" sz="2700" spc="-2025">
                <a:solidFill>
                  <a:srgbClr val="333333"/>
                </a:solidFill>
                <a:latin typeface="华文楷体"/>
                <a:cs typeface="华文楷体"/>
              </a:rPr>
              <a:t>盐</a:t>
            </a:r>
            <a:r>
              <a:rPr dirty="0" sz="1800" spc="-844">
                <a:solidFill>
                  <a:srgbClr val="333333"/>
                </a:solidFill>
                <a:latin typeface="华文楷体"/>
                <a:cs typeface="华文楷体"/>
              </a:rPr>
              <a:t>准</a:t>
            </a:r>
            <a:r>
              <a:rPr dirty="0" baseline="-16975" sz="2700" spc="-2115">
                <a:solidFill>
                  <a:srgbClr val="333333"/>
                </a:solidFill>
                <a:latin typeface="华文楷体"/>
                <a:cs typeface="华文楷体"/>
              </a:rPr>
              <a:t>点</a:t>
            </a:r>
            <a:r>
              <a:rPr dirty="0" baseline="-7716" sz="2700" spc="-2025">
                <a:solidFill>
                  <a:srgbClr val="333333"/>
                </a:solidFill>
                <a:latin typeface="华文楷体"/>
                <a:cs typeface="华文楷体"/>
              </a:rPr>
              <a:t>水</a:t>
            </a:r>
            <a:r>
              <a:rPr dirty="0" sz="1800" spc="-844">
                <a:solidFill>
                  <a:srgbClr val="333333"/>
                </a:solidFill>
                <a:latin typeface="华文楷体"/>
                <a:cs typeface="华文楷体"/>
              </a:rPr>
              <a:t>大</a:t>
            </a:r>
            <a:r>
              <a:rPr dirty="0" baseline="-16975" sz="2700" spc="-2115">
                <a:solidFill>
                  <a:srgbClr val="333333"/>
                </a:solidFill>
                <a:latin typeface="华文楷体"/>
                <a:cs typeface="华文楷体"/>
              </a:rPr>
              <a:t>：</a:t>
            </a:r>
            <a:r>
              <a:rPr dirty="0" baseline="-7716" sz="2700" spc="-2025">
                <a:solidFill>
                  <a:srgbClr val="333333"/>
                </a:solidFill>
                <a:latin typeface="华文楷体"/>
                <a:cs typeface="华文楷体"/>
              </a:rPr>
              <a:t>的</a:t>
            </a:r>
            <a:r>
              <a:rPr dirty="0" sz="1800" spc="-844">
                <a:solidFill>
                  <a:srgbClr val="333333"/>
                </a:solidFill>
                <a:latin typeface="华文楷体"/>
                <a:cs typeface="华文楷体"/>
              </a:rPr>
              <a:t>气</a:t>
            </a:r>
            <a:r>
              <a:rPr dirty="0" baseline="-16975" sz="2700" spc="-765">
                <a:solidFill>
                  <a:srgbClr val="333333"/>
                </a:solidFill>
                <a:latin typeface="Times New Roman"/>
                <a:cs typeface="Times New Roman"/>
              </a:rPr>
              <a:t>0</a:t>
            </a:r>
            <a:r>
              <a:rPr dirty="0" baseline="-7716" sz="2700" spc="-2025">
                <a:solidFill>
                  <a:srgbClr val="333333"/>
                </a:solidFill>
                <a:latin typeface="华文楷体"/>
                <a:cs typeface="华文楷体"/>
              </a:rPr>
              <a:t>混</a:t>
            </a:r>
            <a:r>
              <a:rPr dirty="0" sz="1800" spc="-1745">
                <a:solidFill>
                  <a:srgbClr val="333333"/>
                </a:solidFill>
                <a:latin typeface="华文楷体"/>
                <a:cs typeface="华文楷体"/>
              </a:rPr>
              <a:t>压</a:t>
            </a:r>
            <a:r>
              <a:rPr dirty="0" baseline="-16975" sz="2700" spc="-765">
                <a:solidFill>
                  <a:srgbClr val="333333"/>
                </a:solidFill>
                <a:latin typeface="宋体"/>
                <a:cs typeface="宋体"/>
              </a:rPr>
              <a:t>°</a:t>
            </a:r>
            <a:r>
              <a:rPr dirty="0" baseline="-7716" sz="2700" spc="-2025">
                <a:solidFill>
                  <a:srgbClr val="333333"/>
                </a:solidFill>
                <a:latin typeface="华文楷体"/>
                <a:cs typeface="华文楷体"/>
              </a:rPr>
              <a:t>合</a:t>
            </a:r>
            <a:r>
              <a:rPr dirty="0" sz="1800" spc="-1745">
                <a:solidFill>
                  <a:srgbClr val="333333"/>
                </a:solidFill>
                <a:latin typeface="华文楷体"/>
                <a:cs typeface="华文楷体"/>
              </a:rPr>
              <a:t>下</a:t>
            </a:r>
            <a:r>
              <a:rPr dirty="0" baseline="-16975" sz="2700" spc="-540">
                <a:solidFill>
                  <a:srgbClr val="333333"/>
                </a:solidFill>
                <a:latin typeface="Times New Roman"/>
                <a:cs typeface="Times New Roman"/>
              </a:rPr>
              <a:t>Re</a:t>
            </a:r>
            <a:r>
              <a:rPr dirty="0" baseline="-7716" sz="2700" spc="-2025">
                <a:solidFill>
                  <a:srgbClr val="333333"/>
                </a:solidFill>
                <a:latin typeface="华文楷体"/>
                <a:cs typeface="华文楷体"/>
              </a:rPr>
              <a:t>物</a:t>
            </a:r>
            <a:r>
              <a:rPr dirty="0" sz="1800" spc="-455">
                <a:solidFill>
                  <a:srgbClr val="333333"/>
                </a:solidFill>
                <a:latin typeface="华文楷体"/>
                <a:cs typeface="华文楷体"/>
              </a:rPr>
              <a:t>冰</a:t>
            </a:r>
            <a:r>
              <a:rPr dirty="0" baseline="-7716" sz="2700" spc="-2025">
                <a:solidFill>
                  <a:srgbClr val="333333"/>
                </a:solidFill>
                <a:latin typeface="华文楷体"/>
                <a:cs typeface="华文楷体"/>
              </a:rPr>
              <a:t>温</a:t>
            </a:r>
            <a:r>
              <a:rPr dirty="0" sz="1800" spc="-455">
                <a:solidFill>
                  <a:srgbClr val="333333"/>
                </a:solidFill>
                <a:latin typeface="华文楷体"/>
                <a:cs typeface="华文楷体"/>
              </a:rPr>
              <a:t>的</a:t>
            </a:r>
            <a:r>
              <a:rPr dirty="0" baseline="-7716" sz="2700" spc="-2025">
                <a:solidFill>
                  <a:srgbClr val="333333"/>
                </a:solidFill>
                <a:latin typeface="华文楷体"/>
                <a:cs typeface="华文楷体"/>
              </a:rPr>
              <a:t>度</a:t>
            </a:r>
            <a:r>
              <a:rPr dirty="0" sz="1800" spc="-455">
                <a:solidFill>
                  <a:srgbClr val="333333"/>
                </a:solidFill>
                <a:latin typeface="华文楷体"/>
                <a:cs typeface="华文楷体"/>
              </a:rPr>
              <a:t>熔</a:t>
            </a:r>
            <a:r>
              <a:rPr dirty="0" baseline="-7716" sz="2700" spc="-2025">
                <a:solidFill>
                  <a:srgbClr val="333333"/>
                </a:solidFill>
                <a:latin typeface="华文楷体"/>
                <a:cs typeface="华文楷体"/>
              </a:rPr>
              <a:t>：</a:t>
            </a:r>
            <a:r>
              <a:rPr dirty="0" sz="1800" spc="-455">
                <a:solidFill>
                  <a:srgbClr val="333333"/>
                </a:solidFill>
                <a:latin typeface="华文楷体"/>
                <a:cs typeface="华文楷体"/>
              </a:rPr>
              <a:t>点</a:t>
            </a:r>
            <a:r>
              <a:rPr dirty="0" baseline="-7716" sz="2700" spc="-555">
                <a:solidFill>
                  <a:srgbClr val="333333"/>
                </a:solidFill>
                <a:latin typeface="华文楷体"/>
                <a:cs typeface="华文楷体"/>
              </a:rPr>
              <a:t>0</a:t>
            </a:r>
            <a:r>
              <a:rPr dirty="0" sz="1800" spc="-370">
                <a:solidFill>
                  <a:srgbClr val="333333"/>
                </a:solidFill>
                <a:latin typeface="华文楷体"/>
                <a:cs typeface="华文楷体"/>
              </a:rPr>
              <a:t>：</a:t>
            </a:r>
            <a:r>
              <a:rPr dirty="0" baseline="-7716" sz="2700" spc="-555">
                <a:solidFill>
                  <a:srgbClr val="333333"/>
                </a:solidFill>
                <a:latin typeface="华文楷体"/>
                <a:cs typeface="华文楷体"/>
              </a:rPr>
              <a:t>℉</a:t>
            </a:r>
            <a:r>
              <a:rPr dirty="0" sz="1800" spc="-370">
                <a:solidFill>
                  <a:srgbClr val="333333"/>
                </a:solidFill>
                <a:latin typeface="Times New Roman"/>
                <a:cs typeface="Times New Roman"/>
              </a:rPr>
              <a:t>0</a:t>
            </a:r>
            <a:r>
              <a:rPr dirty="0" sz="1800" spc="-370">
                <a:solidFill>
                  <a:srgbClr val="333333"/>
                </a:solidFill>
                <a:latin typeface="宋体"/>
                <a:cs typeface="宋体"/>
              </a:rPr>
              <a:t>°</a:t>
            </a:r>
            <a:r>
              <a:rPr dirty="0" sz="1800" spc="-370">
                <a:solidFill>
                  <a:srgbClr val="333333"/>
                </a:solidFill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  <a:p>
            <a:pPr marL="347980" marR="5080" indent="-335915">
              <a:lnSpc>
                <a:spcPct val="148800"/>
              </a:lnSpc>
              <a:spcBef>
                <a:spcPts val="580"/>
              </a:spcBef>
            </a:pPr>
            <a:r>
              <a:rPr dirty="0" sz="1800">
                <a:latin typeface="华文楷体"/>
                <a:cs typeface="华文楷体"/>
              </a:rPr>
              <a:t>水</a:t>
            </a:r>
            <a:r>
              <a:rPr dirty="0" sz="1800">
                <a:latin typeface="华文楷体"/>
                <a:cs typeface="华文楷体"/>
              </a:rPr>
              <a:t> </a:t>
            </a:r>
            <a:r>
              <a:rPr dirty="0" baseline="9259" sz="2700" spc="-2025">
                <a:solidFill>
                  <a:srgbClr val="383838"/>
                </a:solidFill>
                <a:latin typeface="华文楷体"/>
                <a:cs typeface="华文楷体"/>
              </a:rPr>
              <a:t>的</a:t>
            </a:r>
            <a:r>
              <a:rPr dirty="0" baseline="16975" sz="2700" spc="-2235">
                <a:solidFill>
                  <a:srgbClr val="333333"/>
                </a:solidFill>
                <a:latin typeface="华文楷体"/>
                <a:cs typeface="华文楷体"/>
              </a:rPr>
              <a:t>水</a:t>
            </a:r>
            <a:r>
              <a:rPr dirty="0" sz="1800">
                <a:solidFill>
                  <a:srgbClr val="333333"/>
                </a:solidFill>
                <a:latin typeface="Arial"/>
                <a:cs typeface="Arial"/>
              </a:rPr>
              <a:t>• </a:t>
            </a:r>
            <a:r>
              <a:rPr dirty="0" baseline="9259" sz="2700" spc="-2025">
                <a:solidFill>
                  <a:srgbClr val="383838"/>
                </a:solidFill>
                <a:latin typeface="华文楷体"/>
                <a:cs typeface="华文楷体"/>
              </a:rPr>
              <a:t>沸</a:t>
            </a:r>
            <a:r>
              <a:rPr dirty="0" baseline="16975" sz="2700" spc="-1560">
                <a:solidFill>
                  <a:srgbClr val="333333"/>
                </a:solidFill>
                <a:latin typeface="华文楷体"/>
                <a:cs typeface="华文楷体"/>
              </a:rPr>
              <a:t>的</a:t>
            </a:r>
            <a:r>
              <a:rPr dirty="0" sz="1800" spc="-1220">
                <a:solidFill>
                  <a:srgbClr val="333333"/>
                </a:solidFill>
                <a:latin typeface="华文楷体"/>
                <a:cs typeface="华文楷体"/>
              </a:rPr>
              <a:t>标</a:t>
            </a:r>
            <a:r>
              <a:rPr dirty="0" baseline="9259" sz="2700" spc="-2025">
                <a:solidFill>
                  <a:srgbClr val="383838"/>
                </a:solidFill>
                <a:latin typeface="华文楷体"/>
                <a:cs typeface="华文楷体"/>
              </a:rPr>
              <a:t>点</a:t>
            </a:r>
            <a:r>
              <a:rPr dirty="0" baseline="16975" sz="2700" spc="-1560">
                <a:solidFill>
                  <a:srgbClr val="333333"/>
                </a:solidFill>
                <a:latin typeface="华文楷体"/>
                <a:cs typeface="华文楷体"/>
              </a:rPr>
              <a:t>沸</a:t>
            </a:r>
            <a:r>
              <a:rPr dirty="0" sz="1800" spc="-1220">
                <a:solidFill>
                  <a:srgbClr val="333333"/>
                </a:solidFill>
                <a:latin typeface="华文楷体"/>
                <a:cs typeface="华文楷体"/>
              </a:rPr>
              <a:t>准</a:t>
            </a:r>
            <a:r>
              <a:rPr dirty="0" baseline="9259" sz="2700" spc="-2025">
                <a:solidFill>
                  <a:srgbClr val="383838"/>
                </a:solidFill>
                <a:latin typeface="华文楷体"/>
                <a:cs typeface="华文楷体"/>
              </a:rPr>
              <a:t>：</a:t>
            </a:r>
            <a:r>
              <a:rPr dirty="0" baseline="16975" sz="2700" spc="-1560">
                <a:solidFill>
                  <a:srgbClr val="333333"/>
                </a:solidFill>
                <a:latin typeface="华文楷体"/>
                <a:cs typeface="华文楷体"/>
              </a:rPr>
              <a:t>点</a:t>
            </a:r>
            <a:r>
              <a:rPr dirty="0" sz="1800" spc="-1610">
                <a:solidFill>
                  <a:srgbClr val="333333"/>
                </a:solidFill>
                <a:latin typeface="华文楷体"/>
                <a:cs typeface="华文楷体"/>
              </a:rPr>
              <a:t>温</a:t>
            </a:r>
            <a:r>
              <a:rPr dirty="0" sz="1800" spc="-740">
                <a:solidFill>
                  <a:srgbClr val="333333"/>
                </a:solidFill>
                <a:latin typeface="Times New Roman"/>
                <a:cs typeface="Times New Roman"/>
              </a:rPr>
              <a:t>8</a:t>
            </a:r>
            <a:r>
              <a:rPr dirty="0" baseline="9259" sz="2700" spc="-1110">
                <a:solidFill>
                  <a:srgbClr val="333333"/>
                </a:solidFill>
                <a:latin typeface="华文楷体"/>
                <a:cs typeface="华文楷体"/>
              </a:rPr>
              <a:t>2</a:t>
            </a:r>
            <a:r>
              <a:rPr dirty="0" baseline="16975" sz="2700" spc="-1110">
                <a:solidFill>
                  <a:srgbClr val="333333"/>
                </a:solidFill>
                <a:latin typeface="华文楷体"/>
                <a:cs typeface="华文楷体"/>
              </a:rPr>
              <a:t>：</a:t>
            </a:r>
            <a:r>
              <a:rPr dirty="0" sz="1800" spc="-740">
                <a:solidFill>
                  <a:srgbClr val="333333"/>
                </a:solidFill>
                <a:latin typeface="Times New Roman"/>
                <a:cs typeface="Times New Roman"/>
              </a:rPr>
              <a:t>0</a:t>
            </a:r>
            <a:r>
              <a:rPr dirty="0" baseline="9259" sz="2700" spc="-1110">
                <a:solidFill>
                  <a:srgbClr val="333333"/>
                </a:solidFill>
                <a:latin typeface="华文楷体"/>
                <a:cs typeface="华文楷体"/>
              </a:rPr>
              <a:t>1</a:t>
            </a:r>
            <a:r>
              <a:rPr dirty="0" sz="1800" spc="-1610">
                <a:solidFill>
                  <a:srgbClr val="333333"/>
                </a:solidFill>
                <a:latin typeface="华文楷体"/>
                <a:cs typeface="华文楷体"/>
              </a:rPr>
              <a:t>标</a:t>
            </a:r>
            <a:r>
              <a:rPr dirty="0" sz="1800" spc="-440">
                <a:solidFill>
                  <a:srgbClr val="333333"/>
                </a:solidFill>
                <a:latin typeface="宋体"/>
                <a:cs typeface="宋体"/>
              </a:rPr>
              <a:t>°</a:t>
            </a:r>
            <a:r>
              <a:rPr dirty="0" baseline="9259" sz="2700" spc="-660">
                <a:solidFill>
                  <a:srgbClr val="333333"/>
                </a:solidFill>
                <a:latin typeface="华文楷体"/>
                <a:cs typeface="华文楷体"/>
              </a:rPr>
              <a:t>2</a:t>
            </a:r>
            <a:r>
              <a:rPr dirty="0" baseline="16975" sz="2700" spc="-660">
                <a:solidFill>
                  <a:srgbClr val="333333"/>
                </a:solidFill>
                <a:latin typeface="Times New Roman"/>
                <a:cs typeface="Times New Roman"/>
              </a:rPr>
              <a:t>1</a:t>
            </a:r>
            <a:r>
              <a:rPr dirty="0" baseline="9259" sz="2700" spc="-660">
                <a:solidFill>
                  <a:srgbClr val="333333"/>
                </a:solidFill>
                <a:latin typeface="华文楷体"/>
                <a:cs typeface="华文楷体"/>
              </a:rPr>
              <a:t>℉</a:t>
            </a:r>
            <a:r>
              <a:rPr dirty="0" sz="1800" spc="-440">
                <a:solidFill>
                  <a:srgbClr val="333333"/>
                </a:solidFill>
                <a:latin typeface="华文楷体"/>
                <a:cs typeface="华文楷体"/>
              </a:rPr>
              <a:t>，</a:t>
            </a:r>
            <a:r>
              <a:rPr dirty="0" baseline="16975" sz="2700" spc="-660">
                <a:solidFill>
                  <a:srgbClr val="333333"/>
                </a:solidFill>
                <a:latin typeface="Times New Roman"/>
                <a:cs typeface="Times New Roman"/>
              </a:rPr>
              <a:t>0</a:t>
            </a:r>
            <a:r>
              <a:rPr dirty="0" sz="1800" spc="-440">
                <a:solidFill>
                  <a:srgbClr val="333333"/>
                </a:solidFill>
                <a:latin typeface="Times New Roman"/>
                <a:cs typeface="Times New Roman"/>
              </a:rPr>
              <a:t>R</a:t>
            </a:r>
            <a:r>
              <a:rPr dirty="0" baseline="16975" sz="2700" spc="-660">
                <a:solidFill>
                  <a:srgbClr val="333333"/>
                </a:solidFill>
                <a:latin typeface="Times New Roman"/>
                <a:cs typeface="Times New Roman"/>
              </a:rPr>
              <a:t>0</a:t>
            </a:r>
            <a:r>
              <a:rPr dirty="0" sz="1800" spc="-440">
                <a:solidFill>
                  <a:srgbClr val="333333"/>
                </a:solidFill>
                <a:latin typeface="Times New Roman"/>
                <a:cs typeface="Times New Roman"/>
              </a:rPr>
              <a:t>e0</a:t>
            </a:r>
            <a:r>
              <a:rPr dirty="0" baseline="16975" sz="2700" spc="-660">
                <a:solidFill>
                  <a:srgbClr val="333333"/>
                </a:solidFill>
                <a:latin typeface="宋体"/>
                <a:cs typeface="宋体"/>
              </a:rPr>
              <a:t>°</a:t>
            </a:r>
            <a:r>
              <a:rPr dirty="0" sz="1800" spc="-440">
                <a:solidFill>
                  <a:srgbClr val="333333"/>
                </a:solidFill>
                <a:latin typeface="Times New Roman"/>
                <a:cs typeface="Times New Roman"/>
              </a:rPr>
              <a:t>K</a:t>
            </a:r>
            <a:r>
              <a:rPr dirty="0" baseline="16975" sz="2700" spc="-660">
                <a:solidFill>
                  <a:srgbClr val="333333"/>
                </a:solidFill>
                <a:latin typeface="Times New Roman"/>
                <a:cs typeface="Times New Roman"/>
              </a:rPr>
              <a:t>C</a:t>
            </a:r>
            <a:r>
              <a:rPr dirty="0" sz="1800" spc="-440">
                <a:solidFill>
                  <a:srgbClr val="333333"/>
                </a:solidFill>
                <a:latin typeface="Times New Roman"/>
                <a:cs typeface="Times New Roman"/>
              </a:rPr>
              <a:t>=-273.15</a:t>
            </a:r>
            <a:r>
              <a:rPr dirty="0" sz="1800" spc="-440">
                <a:solidFill>
                  <a:srgbClr val="333333"/>
                </a:solidFill>
                <a:latin typeface="华文楷体"/>
                <a:cs typeface="华文楷体"/>
              </a:rPr>
              <a:t>°</a:t>
            </a:r>
            <a:r>
              <a:rPr dirty="0" sz="1800" spc="-440">
                <a:solidFill>
                  <a:srgbClr val="333333"/>
                </a:solidFill>
                <a:latin typeface="Times New Roman"/>
                <a:cs typeface="Times New Roman"/>
              </a:rPr>
              <a:t>C  </a:t>
            </a:r>
            <a:r>
              <a:rPr dirty="0" baseline="16975" sz="2700" spc="-142">
                <a:latin typeface="Times New Roman"/>
                <a:cs typeface="Times New Roman"/>
              </a:rPr>
              <a:t>t</a:t>
            </a:r>
            <a:r>
              <a:rPr dirty="0" sz="1800" spc="-95">
                <a:solidFill>
                  <a:srgbClr val="333333"/>
                </a:solidFill>
                <a:latin typeface="Arial"/>
                <a:cs typeface="Arial"/>
              </a:rPr>
              <a:t>•</a:t>
            </a:r>
            <a:r>
              <a:rPr dirty="0" sz="1800" spc="-3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baseline="16975" sz="2700" spc="-585">
                <a:latin typeface="华文楷体"/>
                <a:cs typeface="华文楷体"/>
              </a:rPr>
              <a:t>＝</a:t>
            </a:r>
            <a:r>
              <a:rPr dirty="0" sz="1800" spc="-1415">
                <a:solidFill>
                  <a:srgbClr val="333333"/>
                </a:solidFill>
                <a:latin typeface="华文楷体"/>
                <a:cs typeface="华文楷体"/>
              </a:rPr>
              <a:t>国</a:t>
            </a:r>
            <a:r>
              <a:rPr dirty="0" baseline="16975" sz="2700" spc="-419">
                <a:latin typeface="Times New Roman"/>
                <a:cs typeface="Times New Roman"/>
              </a:rPr>
              <a:t>1.8</a:t>
            </a:r>
            <a:r>
              <a:rPr dirty="0" sz="1800" spc="-965">
                <a:solidFill>
                  <a:srgbClr val="333333"/>
                </a:solidFill>
                <a:latin typeface="华文楷体"/>
                <a:cs typeface="华文楷体"/>
              </a:rPr>
              <a:t>际</a:t>
            </a:r>
            <a:r>
              <a:rPr dirty="0" baseline="16975" sz="2700">
                <a:latin typeface="Times New Roman"/>
                <a:cs typeface="Times New Roman"/>
              </a:rPr>
              <a:t>t</a:t>
            </a:r>
            <a:r>
              <a:rPr dirty="0" baseline="16975" sz="2700" spc="-82">
                <a:latin typeface="Times New Roman"/>
                <a:cs typeface="Times New Roman"/>
              </a:rPr>
              <a:t> </a:t>
            </a:r>
            <a:r>
              <a:rPr dirty="0" sz="1800" spc="-1745">
                <a:solidFill>
                  <a:srgbClr val="333333"/>
                </a:solidFill>
                <a:latin typeface="华文楷体"/>
                <a:cs typeface="华文楷体"/>
              </a:rPr>
              <a:t>单</a:t>
            </a:r>
            <a:r>
              <a:rPr dirty="0" baseline="16975" sz="2700" spc="-89">
                <a:latin typeface="华文楷体"/>
                <a:cs typeface="华文楷体"/>
              </a:rPr>
              <a:t>＋</a:t>
            </a:r>
            <a:r>
              <a:rPr dirty="0" sz="1800" spc="-1745">
                <a:solidFill>
                  <a:srgbClr val="333333"/>
                </a:solidFill>
                <a:latin typeface="华文楷体"/>
                <a:cs typeface="华文楷体"/>
              </a:rPr>
              <a:t>位</a:t>
            </a:r>
            <a:r>
              <a:rPr dirty="0" baseline="16975" sz="2700" spc="-44">
                <a:latin typeface="Times New Roman"/>
                <a:cs typeface="Times New Roman"/>
              </a:rPr>
              <a:t>32</a:t>
            </a:r>
            <a:r>
              <a:rPr dirty="0" sz="1800" spc="-1745">
                <a:solidFill>
                  <a:srgbClr val="333333"/>
                </a:solidFill>
                <a:latin typeface="华文楷体"/>
                <a:cs typeface="华文楷体"/>
              </a:rPr>
              <a:t>制</a:t>
            </a:r>
            <a:r>
              <a:rPr dirty="0" baseline="16975" sz="2700" spc="150">
                <a:latin typeface="Times New Roman"/>
                <a:cs typeface="Times New Roman"/>
              </a:rPr>
              <a:t>℉</a:t>
            </a:r>
            <a:r>
              <a:rPr dirty="0" sz="1800">
                <a:solidFill>
                  <a:srgbClr val="333333"/>
                </a:solidFill>
                <a:latin typeface="华文楷体"/>
                <a:cs typeface="华文楷体"/>
              </a:rPr>
              <a:t>中的基本物理量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80050" y="3938904"/>
            <a:ext cx="1673225" cy="887730"/>
          </a:xfrm>
          <a:prstGeom prst="rect">
            <a:avLst/>
          </a:prstGeom>
        </p:spPr>
        <p:txBody>
          <a:bodyPr wrap="square" lIns="0" tIns="16954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33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spc="-5" b="1">
                <a:solidFill>
                  <a:srgbClr val="1717F9"/>
                </a:solidFill>
                <a:latin typeface="Times New Roman"/>
                <a:cs typeface="Times New Roman"/>
              </a:rPr>
              <a:t>T=t</a:t>
            </a:r>
            <a:r>
              <a:rPr dirty="0" baseline="-16908" sz="1725" spc="-7" b="1">
                <a:solidFill>
                  <a:srgbClr val="1717F9"/>
                </a:solidFill>
                <a:latin typeface="Times New Roman"/>
                <a:cs typeface="Times New Roman"/>
              </a:rPr>
              <a:t>c</a:t>
            </a:r>
            <a:r>
              <a:rPr dirty="0" sz="1800" spc="-5" b="1">
                <a:solidFill>
                  <a:srgbClr val="1717F9"/>
                </a:solidFill>
                <a:latin typeface="Times New Roman"/>
                <a:cs typeface="Times New Roman"/>
              </a:rPr>
              <a:t>+273.15K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23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spc="-5" b="1">
                <a:solidFill>
                  <a:srgbClr val="1717F9"/>
                </a:solidFill>
                <a:latin typeface="Times New Roman"/>
                <a:cs typeface="Times New Roman"/>
              </a:rPr>
              <a:t>∆T </a:t>
            </a:r>
            <a:r>
              <a:rPr dirty="0" sz="1800" b="1">
                <a:solidFill>
                  <a:srgbClr val="1717F9"/>
                </a:solidFill>
                <a:latin typeface="Times New Roman"/>
                <a:cs typeface="Times New Roman"/>
              </a:rPr>
              <a:t>=</a:t>
            </a:r>
            <a:r>
              <a:rPr dirty="0" sz="1800" spc="-55" b="1">
                <a:solidFill>
                  <a:srgbClr val="1717F9"/>
                </a:solidFill>
                <a:latin typeface="Times New Roman"/>
                <a:cs typeface="Times New Roman"/>
              </a:rPr>
              <a:t> </a:t>
            </a:r>
            <a:r>
              <a:rPr dirty="0" sz="1800" spc="-5" b="1">
                <a:solidFill>
                  <a:srgbClr val="1717F9"/>
                </a:solidFill>
                <a:latin typeface="Times New Roman"/>
                <a:cs typeface="Times New Roman"/>
              </a:rPr>
              <a:t>∆t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99632" y="1851660"/>
            <a:ext cx="1853184" cy="3666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736562" y="5631548"/>
            <a:ext cx="636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水</a:t>
            </a:r>
            <a:r>
              <a:rPr dirty="0" sz="2400" spc="-10" b="1">
                <a:latin typeface="宋体"/>
                <a:cs typeface="宋体"/>
              </a:rPr>
              <a:t>银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1998" y="5631827"/>
            <a:ext cx="636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酒</a:t>
            </a:r>
            <a:r>
              <a:rPr dirty="0" sz="2400" spc="-10" b="1">
                <a:latin typeface="宋体"/>
                <a:cs typeface="宋体"/>
              </a:rPr>
              <a:t>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0000" y="5631815"/>
            <a:ext cx="636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气</a:t>
            </a:r>
            <a:r>
              <a:rPr dirty="0" sz="2400" spc="-10" b="1">
                <a:latin typeface="宋体"/>
                <a:cs typeface="宋体"/>
              </a:rPr>
              <a:t>体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8995" y="1280160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2353" y="1274178"/>
            <a:ext cx="376555" cy="376555"/>
          </a:xfrm>
          <a:custGeom>
            <a:avLst/>
            <a:gdLst/>
            <a:ahLst/>
            <a:cxnLst/>
            <a:rect l="l" t="t" r="r" b="b"/>
            <a:pathLst>
              <a:path w="376555" h="376555">
                <a:moveTo>
                  <a:pt x="376123" y="376123"/>
                </a:moveTo>
                <a:lnTo>
                  <a:pt x="0" y="376123"/>
                </a:lnTo>
                <a:lnTo>
                  <a:pt x="0" y="0"/>
                </a:lnTo>
                <a:lnTo>
                  <a:pt x="376123" y="0"/>
                </a:lnTo>
                <a:lnTo>
                  <a:pt x="376123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363423"/>
                </a:lnTo>
                <a:lnTo>
                  <a:pt x="6350" y="363423"/>
                </a:lnTo>
                <a:lnTo>
                  <a:pt x="12700" y="369773"/>
                </a:lnTo>
                <a:lnTo>
                  <a:pt x="376123" y="369773"/>
                </a:lnTo>
                <a:lnTo>
                  <a:pt x="376123" y="376123"/>
                </a:lnTo>
                <a:close/>
              </a:path>
              <a:path w="376555" h="376555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376555" h="376555">
                <a:moveTo>
                  <a:pt x="363423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363423" y="6349"/>
                </a:lnTo>
                <a:lnTo>
                  <a:pt x="363423" y="12699"/>
                </a:lnTo>
                <a:close/>
              </a:path>
              <a:path w="376555" h="376555">
                <a:moveTo>
                  <a:pt x="363423" y="369773"/>
                </a:moveTo>
                <a:lnTo>
                  <a:pt x="363423" y="6349"/>
                </a:lnTo>
                <a:lnTo>
                  <a:pt x="369773" y="12699"/>
                </a:lnTo>
                <a:lnTo>
                  <a:pt x="376123" y="12699"/>
                </a:lnTo>
                <a:lnTo>
                  <a:pt x="376123" y="363423"/>
                </a:lnTo>
                <a:lnTo>
                  <a:pt x="369773" y="363423"/>
                </a:lnTo>
                <a:lnTo>
                  <a:pt x="363423" y="369773"/>
                </a:lnTo>
                <a:close/>
              </a:path>
              <a:path w="376555" h="376555">
                <a:moveTo>
                  <a:pt x="376123" y="12699"/>
                </a:moveTo>
                <a:lnTo>
                  <a:pt x="369773" y="12699"/>
                </a:lnTo>
                <a:lnTo>
                  <a:pt x="363423" y="6349"/>
                </a:lnTo>
                <a:lnTo>
                  <a:pt x="376123" y="6349"/>
                </a:lnTo>
                <a:lnTo>
                  <a:pt x="376123" y="12699"/>
                </a:lnTo>
                <a:close/>
              </a:path>
              <a:path w="376555" h="376555">
                <a:moveTo>
                  <a:pt x="12700" y="369773"/>
                </a:moveTo>
                <a:lnTo>
                  <a:pt x="6350" y="363423"/>
                </a:lnTo>
                <a:lnTo>
                  <a:pt x="12700" y="363423"/>
                </a:lnTo>
                <a:lnTo>
                  <a:pt x="12700" y="369773"/>
                </a:lnTo>
                <a:close/>
              </a:path>
              <a:path w="376555" h="376555">
                <a:moveTo>
                  <a:pt x="363423" y="369773"/>
                </a:moveTo>
                <a:lnTo>
                  <a:pt x="12700" y="369773"/>
                </a:lnTo>
                <a:lnTo>
                  <a:pt x="12700" y="363423"/>
                </a:lnTo>
                <a:lnTo>
                  <a:pt x="363423" y="363423"/>
                </a:lnTo>
                <a:lnTo>
                  <a:pt x="363423" y="369773"/>
                </a:lnTo>
                <a:close/>
              </a:path>
              <a:path w="376555" h="376555">
                <a:moveTo>
                  <a:pt x="376123" y="369773"/>
                </a:moveTo>
                <a:lnTo>
                  <a:pt x="363423" y="369773"/>
                </a:lnTo>
                <a:lnTo>
                  <a:pt x="369773" y="363423"/>
                </a:lnTo>
                <a:lnTo>
                  <a:pt x="376123" y="363423"/>
                </a:lnTo>
                <a:lnTo>
                  <a:pt x="376123" y="3697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8640" y="1504188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1655" y="1497609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80">
                <a:moveTo>
                  <a:pt x="258889" y="258889"/>
                </a:moveTo>
                <a:lnTo>
                  <a:pt x="0" y="258889"/>
                </a:lnTo>
                <a:lnTo>
                  <a:pt x="0" y="0"/>
                </a:lnTo>
                <a:lnTo>
                  <a:pt x="258889" y="0"/>
                </a:lnTo>
                <a:lnTo>
                  <a:pt x="258889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246189"/>
                </a:lnTo>
                <a:lnTo>
                  <a:pt x="6350" y="246189"/>
                </a:lnTo>
                <a:lnTo>
                  <a:pt x="12700" y="252539"/>
                </a:lnTo>
                <a:lnTo>
                  <a:pt x="258889" y="252539"/>
                </a:lnTo>
                <a:lnTo>
                  <a:pt x="258889" y="258889"/>
                </a:lnTo>
                <a:close/>
              </a:path>
              <a:path w="259079" h="25908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59079" h="259080">
                <a:moveTo>
                  <a:pt x="246189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46189" y="6349"/>
                </a:lnTo>
                <a:lnTo>
                  <a:pt x="246189" y="12699"/>
                </a:lnTo>
                <a:close/>
              </a:path>
              <a:path w="259079" h="259080">
                <a:moveTo>
                  <a:pt x="246189" y="252539"/>
                </a:moveTo>
                <a:lnTo>
                  <a:pt x="246189" y="6349"/>
                </a:lnTo>
                <a:lnTo>
                  <a:pt x="252539" y="12699"/>
                </a:lnTo>
                <a:lnTo>
                  <a:pt x="258889" y="12699"/>
                </a:lnTo>
                <a:lnTo>
                  <a:pt x="258889" y="246189"/>
                </a:lnTo>
                <a:lnTo>
                  <a:pt x="252539" y="246189"/>
                </a:lnTo>
                <a:lnTo>
                  <a:pt x="246189" y="252539"/>
                </a:lnTo>
                <a:close/>
              </a:path>
              <a:path w="259079" h="259080">
                <a:moveTo>
                  <a:pt x="258889" y="12699"/>
                </a:moveTo>
                <a:lnTo>
                  <a:pt x="252539" y="12699"/>
                </a:lnTo>
                <a:lnTo>
                  <a:pt x="246189" y="6349"/>
                </a:lnTo>
                <a:lnTo>
                  <a:pt x="258889" y="6349"/>
                </a:lnTo>
                <a:lnTo>
                  <a:pt x="258889" y="12699"/>
                </a:lnTo>
                <a:close/>
              </a:path>
              <a:path w="259079" h="259080">
                <a:moveTo>
                  <a:pt x="12700" y="252539"/>
                </a:moveTo>
                <a:lnTo>
                  <a:pt x="6350" y="246189"/>
                </a:lnTo>
                <a:lnTo>
                  <a:pt x="12700" y="246189"/>
                </a:lnTo>
                <a:lnTo>
                  <a:pt x="12700" y="252539"/>
                </a:lnTo>
                <a:close/>
              </a:path>
              <a:path w="259079" h="259080">
                <a:moveTo>
                  <a:pt x="246189" y="252539"/>
                </a:moveTo>
                <a:lnTo>
                  <a:pt x="12700" y="252539"/>
                </a:lnTo>
                <a:lnTo>
                  <a:pt x="12700" y="246189"/>
                </a:lnTo>
                <a:lnTo>
                  <a:pt x="246189" y="246189"/>
                </a:lnTo>
                <a:lnTo>
                  <a:pt x="246189" y="252539"/>
                </a:lnTo>
                <a:close/>
              </a:path>
              <a:path w="259079" h="259080">
                <a:moveTo>
                  <a:pt x="258889" y="252539"/>
                </a:moveTo>
                <a:lnTo>
                  <a:pt x="246189" y="252539"/>
                </a:lnTo>
                <a:lnTo>
                  <a:pt x="252539" y="246189"/>
                </a:lnTo>
                <a:lnTo>
                  <a:pt x="258889" y="246189"/>
                </a:lnTo>
                <a:lnTo>
                  <a:pt x="258889" y="25253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93317" y="1073670"/>
            <a:ext cx="55880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74665" algn="l"/>
              </a:tabLst>
            </a:pPr>
            <a:r>
              <a:rPr dirty="0" u="heavy" sz="3000">
                <a:uFill>
                  <a:solidFill>
                    <a:srgbClr val="C00000"/>
                  </a:solidFill>
                </a:uFill>
                <a:latin typeface="黑体"/>
                <a:cs typeface="黑体"/>
              </a:rPr>
              <a:t>温度计	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2148" y="1851660"/>
            <a:ext cx="2529840" cy="36835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23844" y="1851660"/>
            <a:ext cx="2606040" cy="36682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8995" y="1280160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42353" y="1274178"/>
            <a:ext cx="376555" cy="376555"/>
          </a:xfrm>
          <a:custGeom>
            <a:avLst/>
            <a:gdLst/>
            <a:ahLst/>
            <a:cxnLst/>
            <a:rect l="l" t="t" r="r" b="b"/>
            <a:pathLst>
              <a:path w="376555" h="376555">
                <a:moveTo>
                  <a:pt x="376123" y="376123"/>
                </a:moveTo>
                <a:lnTo>
                  <a:pt x="0" y="376123"/>
                </a:lnTo>
                <a:lnTo>
                  <a:pt x="0" y="0"/>
                </a:lnTo>
                <a:lnTo>
                  <a:pt x="376123" y="0"/>
                </a:lnTo>
                <a:lnTo>
                  <a:pt x="376123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363423"/>
                </a:lnTo>
                <a:lnTo>
                  <a:pt x="6350" y="363423"/>
                </a:lnTo>
                <a:lnTo>
                  <a:pt x="12700" y="369773"/>
                </a:lnTo>
                <a:lnTo>
                  <a:pt x="376123" y="369773"/>
                </a:lnTo>
                <a:lnTo>
                  <a:pt x="376123" y="376123"/>
                </a:lnTo>
                <a:close/>
              </a:path>
              <a:path w="376555" h="376555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376555" h="376555">
                <a:moveTo>
                  <a:pt x="363423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363423" y="6349"/>
                </a:lnTo>
                <a:lnTo>
                  <a:pt x="363423" y="12699"/>
                </a:lnTo>
                <a:close/>
              </a:path>
              <a:path w="376555" h="376555">
                <a:moveTo>
                  <a:pt x="363423" y="369773"/>
                </a:moveTo>
                <a:lnTo>
                  <a:pt x="363423" y="6349"/>
                </a:lnTo>
                <a:lnTo>
                  <a:pt x="369773" y="12699"/>
                </a:lnTo>
                <a:lnTo>
                  <a:pt x="376123" y="12699"/>
                </a:lnTo>
                <a:lnTo>
                  <a:pt x="376123" y="363423"/>
                </a:lnTo>
                <a:lnTo>
                  <a:pt x="369773" y="363423"/>
                </a:lnTo>
                <a:lnTo>
                  <a:pt x="363423" y="369773"/>
                </a:lnTo>
                <a:close/>
              </a:path>
              <a:path w="376555" h="376555">
                <a:moveTo>
                  <a:pt x="376123" y="12699"/>
                </a:moveTo>
                <a:lnTo>
                  <a:pt x="369773" y="12699"/>
                </a:lnTo>
                <a:lnTo>
                  <a:pt x="363423" y="6349"/>
                </a:lnTo>
                <a:lnTo>
                  <a:pt x="376123" y="6349"/>
                </a:lnTo>
                <a:lnTo>
                  <a:pt x="376123" y="12699"/>
                </a:lnTo>
                <a:close/>
              </a:path>
              <a:path w="376555" h="376555">
                <a:moveTo>
                  <a:pt x="12700" y="369773"/>
                </a:moveTo>
                <a:lnTo>
                  <a:pt x="6350" y="363423"/>
                </a:lnTo>
                <a:lnTo>
                  <a:pt x="12700" y="363423"/>
                </a:lnTo>
                <a:lnTo>
                  <a:pt x="12700" y="369773"/>
                </a:lnTo>
                <a:close/>
              </a:path>
              <a:path w="376555" h="376555">
                <a:moveTo>
                  <a:pt x="363423" y="369773"/>
                </a:moveTo>
                <a:lnTo>
                  <a:pt x="12700" y="369773"/>
                </a:lnTo>
                <a:lnTo>
                  <a:pt x="12700" y="363423"/>
                </a:lnTo>
                <a:lnTo>
                  <a:pt x="363423" y="363423"/>
                </a:lnTo>
                <a:lnTo>
                  <a:pt x="363423" y="369773"/>
                </a:lnTo>
                <a:close/>
              </a:path>
              <a:path w="376555" h="376555">
                <a:moveTo>
                  <a:pt x="376123" y="369773"/>
                </a:moveTo>
                <a:lnTo>
                  <a:pt x="363423" y="369773"/>
                </a:lnTo>
                <a:lnTo>
                  <a:pt x="369773" y="363423"/>
                </a:lnTo>
                <a:lnTo>
                  <a:pt x="376123" y="363423"/>
                </a:lnTo>
                <a:lnTo>
                  <a:pt x="376123" y="3697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8640" y="1504188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1655" y="1497609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80">
                <a:moveTo>
                  <a:pt x="258889" y="258889"/>
                </a:moveTo>
                <a:lnTo>
                  <a:pt x="0" y="258889"/>
                </a:lnTo>
                <a:lnTo>
                  <a:pt x="0" y="0"/>
                </a:lnTo>
                <a:lnTo>
                  <a:pt x="258889" y="0"/>
                </a:lnTo>
                <a:lnTo>
                  <a:pt x="258889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246189"/>
                </a:lnTo>
                <a:lnTo>
                  <a:pt x="6350" y="246189"/>
                </a:lnTo>
                <a:lnTo>
                  <a:pt x="12700" y="252539"/>
                </a:lnTo>
                <a:lnTo>
                  <a:pt x="258889" y="252539"/>
                </a:lnTo>
                <a:lnTo>
                  <a:pt x="258889" y="258889"/>
                </a:lnTo>
                <a:close/>
              </a:path>
              <a:path w="259079" h="25908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59079" h="259080">
                <a:moveTo>
                  <a:pt x="246189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46189" y="6349"/>
                </a:lnTo>
                <a:lnTo>
                  <a:pt x="246189" y="12699"/>
                </a:lnTo>
                <a:close/>
              </a:path>
              <a:path w="259079" h="259080">
                <a:moveTo>
                  <a:pt x="246189" y="252539"/>
                </a:moveTo>
                <a:lnTo>
                  <a:pt x="246189" y="6349"/>
                </a:lnTo>
                <a:lnTo>
                  <a:pt x="252539" y="12699"/>
                </a:lnTo>
                <a:lnTo>
                  <a:pt x="258889" y="12699"/>
                </a:lnTo>
                <a:lnTo>
                  <a:pt x="258889" y="246189"/>
                </a:lnTo>
                <a:lnTo>
                  <a:pt x="252539" y="246189"/>
                </a:lnTo>
                <a:lnTo>
                  <a:pt x="246189" y="252539"/>
                </a:lnTo>
                <a:close/>
              </a:path>
              <a:path w="259079" h="259080">
                <a:moveTo>
                  <a:pt x="258889" y="12699"/>
                </a:moveTo>
                <a:lnTo>
                  <a:pt x="252539" y="12699"/>
                </a:lnTo>
                <a:lnTo>
                  <a:pt x="246189" y="6349"/>
                </a:lnTo>
                <a:lnTo>
                  <a:pt x="258889" y="6349"/>
                </a:lnTo>
                <a:lnTo>
                  <a:pt x="258889" y="12699"/>
                </a:lnTo>
                <a:close/>
              </a:path>
              <a:path w="259079" h="259080">
                <a:moveTo>
                  <a:pt x="12700" y="252539"/>
                </a:moveTo>
                <a:lnTo>
                  <a:pt x="6350" y="246189"/>
                </a:lnTo>
                <a:lnTo>
                  <a:pt x="12700" y="246189"/>
                </a:lnTo>
                <a:lnTo>
                  <a:pt x="12700" y="252539"/>
                </a:lnTo>
                <a:close/>
              </a:path>
              <a:path w="259079" h="259080">
                <a:moveTo>
                  <a:pt x="246189" y="252539"/>
                </a:moveTo>
                <a:lnTo>
                  <a:pt x="12700" y="252539"/>
                </a:lnTo>
                <a:lnTo>
                  <a:pt x="12700" y="246189"/>
                </a:lnTo>
                <a:lnTo>
                  <a:pt x="246189" y="246189"/>
                </a:lnTo>
                <a:lnTo>
                  <a:pt x="246189" y="252539"/>
                </a:lnTo>
                <a:close/>
              </a:path>
              <a:path w="259079" h="259080">
                <a:moveTo>
                  <a:pt x="258889" y="252539"/>
                </a:moveTo>
                <a:lnTo>
                  <a:pt x="246189" y="252539"/>
                </a:lnTo>
                <a:lnTo>
                  <a:pt x="252539" y="246189"/>
                </a:lnTo>
                <a:lnTo>
                  <a:pt x="258889" y="246189"/>
                </a:lnTo>
                <a:lnTo>
                  <a:pt x="258889" y="25253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93317" y="1073670"/>
            <a:ext cx="55880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74665" algn="l"/>
              </a:tabLst>
            </a:pPr>
            <a:r>
              <a:rPr dirty="0" u="heavy" sz="3000">
                <a:uFill>
                  <a:solidFill>
                    <a:srgbClr val="C00000"/>
                  </a:solidFill>
                </a:uFill>
                <a:latin typeface="黑体"/>
                <a:cs typeface="黑体"/>
              </a:rPr>
              <a:t>温度计	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995" y="1956816"/>
            <a:ext cx="7414259" cy="4216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4725" y="1136650"/>
            <a:ext cx="193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latin typeface="黑体"/>
                <a:cs typeface="黑体"/>
              </a:rPr>
              <a:t>温度和温标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64108" y="2298192"/>
            <a:ext cx="1780539" cy="530860"/>
          </a:xfrm>
          <a:custGeom>
            <a:avLst/>
            <a:gdLst/>
            <a:ahLst/>
            <a:cxnLst/>
            <a:rect l="l" t="t" r="r" b="b"/>
            <a:pathLst>
              <a:path w="1780539" h="530860">
                <a:moveTo>
                  <a:pt x="0" y="0"/>
                </a:moveTo>
                <a:lnTo>
                  <a:pt x="1780031" y="0"/>
                </a:lnTo>
                <a:lnTo>
                  <a:pt x="1780031" y="530351"/>
                </a:lnTo>
                <a:lnTo>
                  <a:pt x="0" y="530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57250" y="2291714"/>
            <a:ext cx="1793875" cy="542925"/>
          </a:xfrm>
          <a:custGeom>
            <a:avLst/>
            <a:gdLst/>
            <a:ahLst/>
            <a:cxnLst/>
            <a:rect l="l" t="t" r="r" b="b"/>
            <a:pathLst>
              <a:path w="1793875" h="542925">
                <a:moveTo>
                  <a:pt x="1793875" y="542925"/>
                </a:moveTo>
                <a:lnTo>
                  <a:pt x="0" y="542925"/>
                </a:lnTo>
                <a:lnTo>
                  <a:pt x="0" y="0"/>
                </a:lnTo>
                <a:lnTo>
                  <a:pt x="1793875" y="0"/>
                </a:lnTo>
                <a:lnTo>
                  <a:pt x="179387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30225"/>
                </a:lnTo>
                <a:lnTo>
                  <a:pt x="6350" y="530225"/>
                </a:lnTo>
                <a:lnTo>
                  <a:pt x="12700" y="536575"/>
                </a:lnTo>
                <a:lnTo>
                  <a:pt x="1793875" y="536575"/>
                </a:lnTo>
                <a:lnTo>
                  <a:pt x="1793875" y="542925"/>
                </a:lnTo>
                <a:close/>
              </a:path>
              <a:path w="1793875" h="5429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793875" h="542925">
                <a:moveTo>
                  <a:pt x="178117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781175" y="6350"/>
                </a:lnTo>
                <a:lnTo>
                  <a:pt x="1781175" y="12700"/>
                </a:lnTo>
                <a:close/>
              </a:path>
              <a:path w="1793875" h="542925">
                <a:moveTo>
                  <a:pt x="1781175" y="536575"/>
                </a:moveTo>
                <a:lnTo>
                  <a:pt x="1781175" y="6350"/>
                </a:lnTo>
                <a:lnTo>
                  <a:pt x="1787525" y="12700"/>
                </a:lnTo>
                <a:lnTo>
                  <a:pt x="1793875" y="12700"/>
                </a:lnTo>
                <a:lnTo>
                  <a:pt x="1793875" y="530225"/>
                </a:lnTo>
                <a:lnTo>
                  <a:pt x="1787525" y="530225"/>
                </a:lnTo>
                <a:lnTo>
                  <a:pt x="1781175" y="536575"/>
                </a:lnTo>
                <a:close/>
              </a:path>
              <a:path w="1793875" h="542925">
                <a:moveTo>
                  <a:pt x="1793875" y="12700"/>
                </a:moveTo>
                <a:lnTo>
                  <a:pt x="1787525" y="12700"/>
                </a:lnTo>
                <a:lnTo>
                  <a:pt x="1781175" y="6350"/>
                </a:lnTo>
                <a:lnTo>
                  <a:pt x="1793875" y="6350"/>
                </a:lnTo>
                <a:lnTo>
                  <a:pt x="1793875" y="12700"/>
                </a:lnTo>
                <a:close/>
              </a:path>
              <a:path w="1793875" h="542925">
                <a:moveTo>
                  <a:pt x="12700" y="536575"/>
                </a:moveTo>
                <a:lnTo>
                  <a:pt x="6350" y="530225"/>
                </a:lnTo>
                <a:lnTo>
                  <a:pt x="12700" y="530225"/>
                </a:lnTo>
                <a:lnTo>
                  <a:pt x="12700" y="536575"/>
                </a:lnTo>
                <a:close/>
              </a:path>
              <a:path w="1793875" h="542925">
                <a:moveTo>
                  <a:pt x="1781175" y="536575"/>
                </a:moveTo>
                <a:lnTo>
                  <a:pt x="12700" y="536575"/>
                </a:lnTo>
                <a:lnTo>
                  <a:pt x="12700" y="530225"/>
                </a:lnTo>
                <a:lnTo>
                  <a:pt x="1781175" y="530225"/>
                </a:lnTo>
                <a:lnTo>
                  <a:pt x="1781175" y="536575"/>
                </a:lnTo>
                <a:close/>
              </a:path>
              <a:path w="1793875" h="542925">
                <a:moveTo>
                  <a:pt x="1793875" y="536575"/>
                </a:moveTo>
                <a:lnTo>
                  <a:pt x="1781175" y="536575"/>
                </a:lnTo>
                <a:lnTo>
                  <a:pt x="1787525" y="530225"/>
                </a:lnTo>
                <a:lnTo>
                  <a:pt x="1793875" y="530225"/>
                </a:lnTo>
                <a:lnTo>
                  <a:pt x="1793875" y="536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64108" y="2289810"/>
            <a:ext cx="178053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一个系</a:t>
            </a:r>
            <a:r>
              <a:rPr dirty="0" sz="2800" spc="-5">
                <a:latin typeface="华文楷体"/>
                <a:cs typeface="华文楷体"/>
              </a:rPr>
              <a:t>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88869" y="2528392"/>
            <a:ext cx="2181860" cy="107950"/>
          </a:xfrm>
          <a:custGeom>
            <a:avLst/>
            <a:gdLst/>
            <a:ahLst/>
            <a:cxnLst/>
            <a:rect l="l" t="t" r="r" b="b"/>
            <a:pathLst>
              <a:path w="2181860" h="107950">
                <a:moveTo>
                  <a:pt x="2127087" y="44245"/>
                </a:moveTo>
                <a:lnTo>
                  <a:pt x="2081199" y="17767"/>
                </a:lnTo>
                <a:lnTo>
                  <a:pt x="2076475" y="10274"/>
                </a:lnTo>
                <a:lnTo>
                  <a:pt x="2076564" y="7988"/>
                </a:lnTo>
                <a:lnTo>
                  <a:pt x="2086343" y="0"/>
                </a:lnTo>
                <a:lnTo>
                  <a:pt x="2088616" y="368"/>
                </a:lnTo>
                <a:lnTo>
                  <a:pt x="2090724" y="1257"/>
                </a:lnTo>
                <a:lnTo>
                  <a:pt x="2164926" y="44081"/>
                </a:lnTo>
                <a:lnTo>
                  <a:pt x="2127087" y="44245"/>
                </a:lnTo>
                <a:close/>
              </a:path>
              <a:path w="2181860" h="107950">
                <a:moveTo>
                  <a:pt x="2143468" y="53698"/>
                </a:moveTo>
                <a:lnTo>
                  <a:pt x="2127087" y="44245"/>
                </a:lnTo>
                <a:lnTo>
                  <a:pt x="2162327" y="44081"/>
                </a:lnTo>
                <a:lnTo>
                  <a:pt x="2162333" y="45402"/>
                </a:lnTo>
                <a:lnTo>
                  <a:pt x="2157539" y="45402"/>
                </a:lnTo>
                <a:lnTo>
                  <a:pt x="2143468" y="53698"/>
                </a:lnTo>
                <a:close/>
              </a:path>
              <a:path w="2181860" h="107950">
                <a:moveTo>
                  <a:pt x="2086851" y="107924"/>
                </a:moveTo>
                <a:lnTo>
                  <a:pt x="2076881" y="97726"/>
                </a:lnTo>
                <a:lnTo>
                  <a:pt x="2077313" y="95478"/>
                </a:lnTo>
                <a:lnTo>
                  <a:pt x="2127189" y="63295"/>
                </a:lnTo>
                <a:lnTo>
                  <a:pt x="2162416" y="63131"/>
                </a:lnTo>
                <a:lnTo>
                  <a:pt x="2162327" y="44081"/>
                </a:lnTo>
                <a:lnTo>
                  <a:pt x="2164926" y="44081"/>
                </a:lnTo>
                <a:lnTo>
                  <a:pt x="2181275" y="53517"/>
                </a:lnTo>
                <a:lnTo>
                  <a:pt x="2091220" y="106616"/>
                </a:lnTo>
                <a:lnTo>
                  <a:pt x="2089111" y="107530"/>
                </a:lnTo>
                <a:lnTo>
                  <a:pt x="2086851" y="107924"/>
                </a:lnTo>
                <a:close/>
              </a:path>
              <a:path w="2181860" h="107950">
                <a:moveTo>
                  <a:pt x="88" y="73202"/>
                </a:moveTo>
                <a:lnTo>
                  <a:pt x="0" y="54152"/>
                </a:lnTo>
                <a:lnTo>
                  <a:pt x="2127087" y="44245"/>
                </a:lnTo>
                <a:lnTo>
                  <a:pt x="2143468" y="53698"/>
                </a:lnTo>
                <a:lnTo>
                  <a:pt x="2127189" y="63295"/>
                </a:lnTo>
                <a:lnTo>
                  <a:pt x="88" y="73202"/>
                </a:lnTo>
                <a:close/>
              </a:path>
              <a:path w="2181860" h="107950">
                <a:moveTo>
                  <a:pt x="2157615" y="61861"/>
                </a:moveTo>
                <a:lnTo>
                  <a:pt x="2143468" y="53698"/>
                </a:lnTo>
                <a:lnTo>
                  <a:pt x="2157539" y="45402"/>
                </a:lnTo>
                <a:lnTo>
                  <a:pt x="2157615" y="61861"/>
                </a:lnTo>
                <a:close/>
              </a:path>
              <a:path w="2181860" h="107950">
                <a:moveTo>
                  <a:pt x="2162410" y="61861"/>
                </a:moveTo>
                <a:lnTo>
                  <a:pt x="2157615" y="61861"/>
                </a:lnTo>
                <a:lnTo>
                  <a:pt x="2157539" y="45402"/>
                </a:lnTo>
                <a:lnTo>
                  <a:pt x="2162333" y="45402"/>
                </a:lnTo>
                <a:lnTo>
                  <a:pt x="2162410" y="61861"/>
                </a:lnTo>
                <a:close/>
              </a:path>
              <a:path w="2181860" h="107950">
                <a:moveTo>
                  <a:pt x="2127189" y="63295"/>
                </a:moveTo>
                <a:lnTo>
                  <a:pt x="2143468" y="53698"/>
                </a:lnTo>
                <a:lnTo>
                  <a:pt x="2157615" y="61861"/>
                </a:lnTo>
                <a:lnTo>
                  <a:pt x="2162410" y="61861"/>
                </a:lnTo>
                <a:lnTo>
                  <a:pt x="2162416" y="63131"/>
                </a:lnTo>
                <a:lnTo>
                  <a:pt x="2127189" y="63295"/>
                </a:lnTo>
                <a:close/>
              </a:path>
            </a:pathLst>
          </a:custGeom>
          <a:solidFill>
            <a:srgbClr val="1717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69260" y="2094865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717F9"/>
                </a:solidFill>
                <a:latin typeface="华文楷体"/>
                <a:cs typeface="华文楷体"/>
              </a:rPr>
              <a:t>状态参量不变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14544" y="2298192"/>
            <a:ext cx="1376680" cy="530860"/>
          </a:xfrm>
          <a:custGeom>
            <a:avLst/>
            <a:gdLst/>
            <a:ahLst/>
            <a:cxnLst/>
            <a:rect l="l" t="t" r="r" b="b"/>
            <a:pathLst>
              <a:path w="1376679" h="530860">
                <a:moveTo>
                  <a:pt x="0" y="0"/>
                </a:moveTo>
                <a:lnTo>
                  <a:pt x="1376172" y="0"/>
                </a:lnTo>
                <a:lnTo>
                  <a:pt x="1376172" y="530351"/>
                </a:lnTo>
                <a:lnTo>
                  <a:pt x="0" y="530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07940" y="2291714"/>
            <a:ext cx="1389380" cy="542925"/>
          </a:xfrm>
          <a:custGeom>
            <a:avLst/>
            <a:gdLst/>
            <a:ahLst/>
            <a:cxnLst/>
            <a:rect l="l" t="t" r="r" b="b"/>
            <a:pathLst>
              <a:path w="1389379" h="542925">
                <a:moveTo>
                  <a:pt x="1389380" y="542925"/>
                </a:moveTo>
                <a:lnTo>
                  <a:pt x="0" y="542925"/>
                </a:lnTo>
                <a:lnTo>
                  <a:pt x="0" y="0"/>
                </a:lnTo>
                <a:lnTo>
                  <a:pt x="1389380" y="0"/>
                </a:lnTo>
                <a:lnTo>
                  <a:pt x="138938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30225"/>
                </a:lnTo>
                <a:lnTo>
                  <a:pt x="6350" y="530225"/>
                </a:lnTo>
                <a:lnTo>
                  <a:pt x="12700" y="536575"/>
                </a:lnTo>
                <a:lnTo>
                  <a:pt x="1389380" y="536575"/>
                </a:lnTo>
                <a:lnTo>
                  <a:pt x="1389380" y="542925"/>
                </a:lnTo>
                <a:close/>
              </a:path>
              <a:path w="1389379" h="5429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389379" h="542925">
                <a:moveTo>
                  <a:pt x="137668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376680" y="6350"/>
                </a:lnTo>
                <a:lnTo>
                  <a:pt x="1376680" y="12700"/>
                </a:lnTo>
                <a:close/>
              </a:path>
              <a:path w="1389379" h="542925">
                <a:moveTo>
                  <a:pt x="1376680" y="536575"/>
                </a:moveTo>
                <a:lnTo>
                  <a:pt x="1376680" y="6350"/>
                </a:lnTo>
                <a:lnTo>
                  <a:pt x="1383030" y="12700"/>
                </a:lnTo>
                <a:lnTo>
                  <a:pt x="1389380" y="12700"/>
                </a:lnTo>
                <a:lnTo>
                  <a:pt x="1389380" y="530225"/>
                </a:lnTo>
                <a:lnTo>
                  <a:pt x="1383030" y="530225"/>
                </a:lnTo>
                <a:lnTo>
                  <a:pt x="1376680" y="536575"/>
                </a:lnTo>
                <a:close/>
              </a:path>
              <a:path w="1389379" h="542925">
                <a:moveTo>
                  <a:pt x="1389380" y="12700"/>
                </a:moveTo>
                <a:lnTo>
                  <a:pt x="1383030" y="12700"/>
                </a:lnTo>
                <a:lnTo>
                  <a:pt x="1376680" y="6350"/>
                </a:lnTo>
                <a:lnTo>
                  <a:pt x="1389380" y="6350"/>
                </a:lnTo>
                <a:lnTo>
                  <a:pt x="1389380" y="12700"/>
                </a:lnTo>
                <a:close/>
              </a:path>
              <a:path w="1389379" h="542925">
                <a:moveTo>
                  <a:pt x="12700" y="536575"/>
                </a:moveTo>
                <a:lnTo>
                  <a:pt x="6350" y="530225"/>
                </a:lnTo>
                <a:lnTo>
                  <a:pt x="12700" y="530225"/>
                </a:lnTo>
                <a:lnTo>
                  <a:pt x="12700" y="536575"/>
                </a:lnTo>
                <a:close/>
              </a:path>
              <a:path w="1389379" h="542925">
                <a:moveTo>
                  <a:pt x="1376680" y="536575"/>
                </a:moveTo>
                <a:lnTo>
                  <a:pt x="12700" y="536575"/>
                </a:lnTo>
                <a:lnTo>
                  <a:pt x="12700" y="530225"/>
                </a:lnTo>
                <a:lnTo>
                  <a:pt x="1376680" y="530225"/>
                </a:lnTo>
                <a:lnTo>
                  <a:pt x="1376680" y="536575"/>
                </a:lnTo>
                <a:close/>
              </a:path>
              <a:path w="1389379" h="542925">
                <a:moveTo>
                  <a:pt x="1389380" y="536575"/>
                </a:moveTo>
                <a:lnTo>
                  <a:pt x="1376680" y="536575"/>
                </a:lnTo>
                <a:lnTo>
                  <a:pt x="1383030" y="530225"/>
                </a:lnTo>
                <a:lnTo>
                  <a:pt x="1389380" y="530225"/>
                </a:lnTo>
                <a:lnTo>
                  <a:pt x="1389380" y="536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114544" y="2289810"/>
            <a:ext cx="13766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平衡</a:t>
            </a:r>
            <a:r>
              <a:rPr dirty="0" sz="2800" spc="-5">
                <a:latin typeface="华文楷体"/>
                <a:cs typeface="华文楷体"/>
              </a:rPr>
              <a:t>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64108" y="3154679"/>
            <a:ext cx="1780539" cy="530860"/>
          </a:xfrm>
          <a:custGeom>
            <a:avLst/>
            <a:gdLst/>
            <a:ahLst/>
            <a:cxnLst/>
            <a:rect l="l" t="t" r="r" b="b"/>
            <a:pathLst>
              <a:path w="1780539" h="530860">
                <a:moveTo>
                  <a:pt x="0" y="0"/>
                </a:moveTo>
                <a:lnTo>
                  <a:pt x="1780031" y="0"/>
                </a:lnTo>
                <a:lnTo>
                  <a:pt x="1780031" y="530352"/>
                </a:lnTo>
                <a:lnTo>
                  <a:pt x="0" y="5303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57250" y="3148964"/>
            <a:ext cx="1793875" cy="542925"/>
          </a:xfrm>
          <a:custGeom>
            <a:avLst/>
            <a:gdLst/>
            <a:ahLst/>
            <a:cxnLst/>
            <a:rect l="l" t="t" r="r" b="b"/>
            <a:pathLst>
              <a:path w="1793875" h="542925">
                <a:moveTo>
                  <a:pt x="1793875" y="542925"/>
                </a:moveTo>
                <a:lnTo>
                  <a:pt x="0" y="542925"/>
                </a:lnTo>
                <a:lnTo>
                  <a:pt x="0" y="0"/>
                </a:lnTo>
                <a:lnTo>
                  <a:pt x="1793875" y="0"/>
                </a:lnTo>
                <a:lnTo>
                  <a:pt x="179387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30225"/>
                </a:lnTo>
                <a:lnTo>
                  <a:pt x="6350" y="530225"/>
                </a:lnTo>
                <a:lnTo>
                  <a:pt x="12700" y="536575"/>
                </a:lnTo>
                <a:lnTo>
                  <a:pt x="1793875" y="536575"/>
                </a:lnTo>
                <a:lnTo>
                  <a:pt x="1793875" y="542925"/>
                </a:lnTo>
                <a:close/>
              </a:path>
              <a:path w="1793875" h="5429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793875" h="542925">
                <a:moveTo>
                  <a:pt x="178117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781175" y="6350"/>
                </a:lnTo>
                <a:lnTo>
                  <a:pt x="1781175" y="12700"/>
                </a:lnTo>
                <a:close/>
              </a:path>
              <a:path w="1793875" h="542925">
                <a:moveTo>
                  <a:pt x="1781175" y="536575"/>
                </a:moveTo>
                <a:lnTo>
                  <a:pt x="1781175" y="6350"/>
                </a:lnTo>
                <a:lnTo>
                  <a:pt x="1787525" y="12700"/>
                </a:lnTo>
                <a:lnTo>
                  <a:pt x="1793875" y="12700"/>
                </a:lnTo>
                <a:lnTo>
                  <a:pt x="1793875" y="530225"/>
                </a:lnTo>
                <a:lnTo>
                  <a:pt x="1787525" y="530225"/>
                </a:lnTo>
                <a:lnTo>
                  <a:pt x="1781175" y="536575"/>
                </a:lnTo>
                <a:close/>
              </a:path>
              <a:path w="1793875" h="542925">
                <a:moveTo>
                  <a:pt x="1793875" y="12700"/>
                </a:moveTo>
                <a:lnTo>
                  <a:pt x="1787525" y="12700"/>
                </a:lnTo>
                <a:lnTo>
                  <a:pt x="1781175" y="6350"/>
                </a:lnTo>
                <a:lnTo>
                  <a:pt x="1793875" y="6350"/>
                </a:lnTo>
                <a:lnTo>
                  <a:pt x="1793875" y="12700"/>
                </a:lnTo>
                <a:close/>
              </a:path>
              <a:path w="1793875" h="542925">
                <a:moveTo>
                  <a:pt x="12700" y="536575"/>
                </a:moveTo>
                <a:lnTo>
                  <a:pt x="6350" y="530225"/>
                </a:lnTo>
                <a:lnTo>
                  <a:pt x="12700" y="530225"/>
                </a:lnTo>
                <a:lnTo>
                  <a:pt x="12700" y="536575"/>
                </a:lnTo>
                <a:close/>
              </a:path>
              <a:path w="1793875" h="542925">
                <a:moveTo>
                  <a:pt x="1781175" y="536575"/>
                </a:moveTo>
                <a:lnTo>
                  <a:pt x="12700" y="536575"/>
                </a:lnTo>
                <a:lnTo>
                  <a:pt x="12700" y="530225"/>
                </a:lnTo>
                <a:lnTo>
                  <a:pt x="1781175" y="530225"/>
                </a:lnTo>
                <a:lnTo>
                  <a:pt x="1781175" y="536575"/>
                </a:lnTo>
                <a:close/>
              </a:path>
              <a:path w="1793875" h="542925">
                <a:moveTo>
                  <a:pt x="1793875" y="536575"/>
                </a:moveTo>
                <a:lnTo>
                  <a:pt x="1781175" y="536575"/>
                </a:lnTo>
                <a:lnTo>
                  <a:pt x="1787525" y="530225"/>
                </a:lnTo>
                <a:lnTo>
                  <a:pt x="1793875" y="530225"/>
                </a:lnTo>
                <a:lnTo>
                  <a:pt x="1793875" y="536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64108" y="3147060"/>
            <a:ext cx="178053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两个系</a:t>
            </a:r>
            <a:r>
              <a:rPr dirty="0" sz="2800" spc="-5">
                <a:latin typeface="华文楷体"/>
                <a:cs typeface="华文楷体"/>
              </a:rPr>
              <a:t>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88869" y="3385642"/>
            <a:ext cx="2181860" cy="107950"/>
          </a:xfrm>
          <a:custGeom>
            <a:avLst/>
            <a:gdLst/>
            <a:ahLst/>
            <a:cxnLst/>
            <a:rect l="l" t="t" r="r" b="b"/>
            <a:pathLst>
              <a:path w="2181860" h="107950">
                <a:moveTo>
                  <a:pt x="2127109" y="44245"/>
                </a:moveTo>
                <a:lnTo>
                  <a:pt x="2081199" y="17754"/>
                </a:lnTo>
                <a:lnTo>
                  <a:pt x="2076475" y="10274"/>
                </a:lnTo>
                <a:lnTo>
                  <a:pt x="2076564" y="7988"/>
                </a:lnTo>
                <a:lnTo>
                  <a:pt x="2086343" y="0"/>
                </a:lnTo>
                <a:lnTo>
                  <a:pt x="2088616" y="355"/>
                </a:lnTo>
                <a:lnTo>
                  <a:pt x="2090724" y="1257"/>
                </a:lnTo>
                <a:lnTo>
                  <a:pt x="2164926" y="44081"/>
                </a:lnTo>
                <a:lnTo>
                  <a:pt x="2127109" y="44245"/>
                </a:lnTo>
                <a:close/>
              </a:path>
              <a:path w="2181860" h="107950">
                <a:moveTo>
                  <a:pt x="2143479" y="53691"/>
                </a:moveTo>
                <a:lnTo>
                  <a:pt x="2127109" y="44245"/>
                </a:lnTo>
                <a:lnTo>
                  <a:pt x="2162327" y="44081"/>
                </a:lnTo>
                <a:lnTo>
                  <a:pt x="2162333" y="45402"/>
                </a:lnTo>
                <a:lnTo>
                  <a:pt x="2157539" y="45402"/>
                </a:lnTo>
                <a:lnTo>
                  <a:pt x="2143479" y="53691"/>
                </a:lnTo>
                <a:close/>
              </a:path>
              <a:path w="2181860" h="107950">
                <a:moveTo>
                  <a:pt x="2086851" y="107924"/>
                </a:moveTo>
                <a:lnTo>
                  <a:pt x="2076881" y="97726"/>
                </a:lnTo>
                <a:lnTo>
                  <a:pt x="2077313" y="95478"/>
                </a:lnTo>
                <a:lnTo>
                  <a:pt x="2127189" y="63295"/>
                </a:lnTo>
                <a:lnTo>
                  <a:pt x="2162416" y="63131"/>
                </a:lnTo>
                <a:lnTo>
                  <a:pt x="2162327" y="44081"/>
                </a:lnTo>
                <a:lnTo>
                  <a:pt x="2164926" y="44081"/>
                </a:lnTo>
                <a:lnTo>
                  <a:pt x="2181275" y="53517"/>
                </a:lnTo>
                <a:lnTo>
                  <a:pt x="2091220" y="106616"/>
                </a:lnTo>
                <a:lnTo>
                  <a:pt x="2089111" y="107530"/>
                </a:lnTo>
                <a:lnTo>
                  <a:pt x="2086851" y="107924"/>
                </a:lnTo>
                <a:close/>
              </a:path>
              <a:path w="2181860" h="107950">
                <a:moveTo>
                  <a:pt x="88" y="73202"/>
                </a:moveTo>
                <a:lnTo>
                  <a:pt x="0" y="54152"/>
                </a:lnTo>
                <a:lnTo>
                  <a:pt x="2127109" y="44245"/>
                </a:lnTo>
                <a:lnTo>
                  <a:pt x="2143479" y="53691"/>
                </a:lnTo>
                <a:lnTo>
                  <a:pt x="2127189" y="63295"/>
                </a:lnTo>
                <a:lnTo>
                  <a:pt x="88" y="73202"/>
                </a:lnTo>
                <a:close/>
              </a:path>
              <a:path w="2181860" h="107950">
                <a:moveTo>
                  <a:pt x="2157615" y="61849"/>
                </a:moveTo>
                <a:lnTo>
                  <a:pt x="2143479" y="53691"/>
                </a:lnTo>
                <a:lnTo>
                  <a:pt x="2157539" y="45402"/>
                </a:lnTo>
                <a:lnTo>
                  <a:pt x="2157615" y="61849"/>
                </a:lnTo>
                <a:close/>
              </a:path>
              <a:path w="2181860" h="107950">
                <a:moveTo>
                  <a:pt x="2162410" y="61849"/>
                </a:moveTo>
                <a:lnTo>
                  <a:pt x="2157615" y="61849"/>
                </a:lnTo>
                <a:lnTo>
                  <a:pt x="2157539" y="45402"/>
                </a:lnTo>
                <a:lnTo>
                  <a:pt x="2162333" y="45402"/>
                </a:lnTo>
                <a:lnTo>
                  <a:pt x="2162410" y="61849"/>
                </a:lnTo>
                <a:close/>
              </a:path>
              <a:path w="2181860" h="107950">
                <a:moveTo>
                  <a:pt x="2127189" y="63295"/>
                </a:moveTo>
                <a:lnTo>
                  <a:pt x="2143479" y="53691"/>
                </a:lnTo>
                <a:lnTo>
                  <a:pt x="2157615" y="61849"/>
                </a:lnTo>
                <a:lnTo>
                  <a:pt x="2162410" y="61849"/>
                </a:lnTo>
                <a:lnTo>
                  <a:pt x="2162416" y="63131"/>
                </a:lnTo>
                <a:lnTo>
                  <a:pt x="2127189" y="63295"/>
                </a:lnTo>
                <a:close/>
              </a:path>
            </a:pathLst>
          </a:custGeom>
          <a:solidFill>
            <a:srgbClr val="1717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293109" y="2952115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717F9"/>
                </a:solidFill>
                <a:latin typeface="华文楷体"/>
                <a:cs typeface="华文楷体"/>
              </a:rPr>
              <a:t>温度相同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14544" y="3154679"/>
            <a:ext cx="1376680" cy="530860"/>
          </a:xfrm>
          <a:custGeom>
            <a:avLst/>
            <a:gdLst/>
            <a:ahLst/>
            <a:cxnLst/>
            <a:rect l="l" t="t" r="r" b="b"/>
            <a:pathLst>
              <a:path w="1376679" h="530860">
                <a:moveTo>
                  <a:pt x="0" y="0"/>
                </a:moveTo>
                <a:lnTo>
                  <a:pt x="1376172" y="0"/>
                </a:lnTo>
                <a:lnTo>
                  <a:pt x="1376172" y="530352"/>
                </a:lnTo>
                <a:lnTo>
                  <a:pt x="0" y="5303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07940" y="3148964"/>
            <a:ext cx="1389380" cy="542925"/>
          </a:xfrm>
          <a:custGeom>
            <a:avLst/>
            <a:gdLst/>
            <a:ahLst/>
            <a:cxnLst/>
            <a:rect l="l" t="t" r="r" b="b"/>
            <a:pathLst>
              <a:path w="1389379" h="542925">
                <a:moveTo>
                  <a:pt x="1389380" y="542925"/>
                </a:moveTo>
                <a:lnTo>
                  <a:pt x="0" y="542925"/>
                </a:lnTo>
                <a:lnTo>
                  <a:pt x="0" y="0"/>
                </a:lnTo>
                <a:lnTo>
                  <a:pt x="1389380" y="0"/>
                </a:lnTo>
                <a:lnTo>
                  <a:pt x="138938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30225"/>
                </a:lnTo>
                <a:lnTo>
                  <a:pt x="6350" y="530225"/>
                </a:lnTo>
                <a:lnTo>
                  <a:pt x="12700" y="536575"/>
                </a:lnTo>
                <a:lnTo>
                  <a:pt x="1389380" y="536575"/>
                </a:lnTo>
                <a:lnTo>
                  <a:pt x="1389380" y="542925"/>
                </a:lnTo>
                <a:close/>
              </a:path>
              <a:path w="1389379" h="5429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389379" h="542925">
                <a:moveTo>
                  <a:pt x="137668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376680" y="6350"/>
                </a:lnTo>
                <a:lnTo>
                  <a:pt x="1376680" y="12700"/>
                </a:lnTo>
                <a:close/>
              </a:path>
              <a:path w="1389379" h="542925">
                <a:moveTo>
                  <a:pt x="1376680" y="536575"/>
                </a:moveTo>
                <a:lnTo>
                  <a:pt x="1376680" y="6350"/>
                </a:lnTo>
                <a:lnTo>
                  <a:pt x="1383030" y="12700"/>
                </a:lnTo>
                <a:lnTo>
                  <a:pt x="1389380" y="12700"/>
                </a:lnTo>
                <a:lnTo>
                  <a:pt x="1389380" y="530225"/>
                </a:lnTo>
                <a:lnTo>
                  <a:pt x="1383030" y="530225"/>
                </a:lnTo>
                <a:lnTo>
                  <a:pt x="1376680" y="536575"/>
                </a:lnTo>
                <a:close/>
              </a:path>
              <a:path w="1389379" h="542925">
                <a:moveTo>
                  <a:pt x="1389380" y="12700"/>
                </a:moveTo>
                <a:lnTo>
                  <a:pt x="1383030" y="12700"/>
                </a:lnTo>
                <a:lnTo>
                  <a:pt x="1376680" y="6350"/>
                </a:lnTo>
                <a:lnTo>
                  <a:pt x="1389380" y="6350"/>
                </a:lnTo>
                <a:lnTo>
                  <a:pt x="1389380" y="12700"/>
                </a:lnTo>
                <a:close/>
              </a:path>
              <a:path w="1389379" h="542925">
                <a:moveTo>
                  <a:pt x="12700" y="536575"/>
                </a:moveTo>
                <a:lnTo>
                  <a:pt x="6350" y="530225"/>
                </a:lnTo>
                <a:lnTo>
                  <a:pt x="12700" y="530225"/>
                </a:lnTo>
                <a:lnTo>
                  <a:pt x="12700" y="536575"/>
                </a:lnTo>
                <a:close/>
              </a:path>
              <a:path w="1389379" h="542925">
                <a:moveTo>
                  <a:pt x="1376680" y="536575"/>
                </a:moveTo>
                <a:lnTo>
                  <a:pt x="12700" y="536575"/>
                </a:lnTo>
                <a:lnTo>
                  <a:pt x="12700" y="530225"/>
                </a:lnTo>
                <a:lnTo>
                  <a:pt x="1376680" y="530225"/>
                </a:lnTo>
                <a:lnTo>
                  <a:pt x="1376680" y="536575"/>
                </a:lnTo>
                <a:close/>
              </a:path>
              <a:path w="1389379" h="542925">
                <a:moveTo>
                  <a:pt x="1389380" y="536575"/>
                </a:moveTo>
                <a:lnTo>
                  <a:pt x="1376680" y="536575"/>
                </a:lnTo>
                <a:lnTo>
                  <a:pt x="1383030" y="530225"/>
                </a:lnTo>
                <a:lnTo>
                  <a:pt x="1389380" y="530225"/>
                </a:lnTo>
                <a:lnTo>
                  <a:pt x="1389380" y="536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114544" y="3147060"/>
            <a:ext cx="13766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热平</a:t>
            </a:r>
            <a:r>
              <a:rPr dirty="0" sz="2800" spc="-5">
                <a:latin typeface="华文楷体"/>
                <a:cs typeface="华文楷体"/>
              </a:rPr>
              <a:t>衡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64108" y="4012691"/>
            <a:ext cx="1780539" cy="530860"/>
          </a:xfrm>
          <a:custGeom>
            <a:avLst/>
            <a:gdLst/>
            <a:ahLst/>
            <a:cxnLst/>
            <a:rect l="l" t="t" r="r" b="b"/>
            <a:pathLst>
              <a:path w="1780539" h="530860">
                <a:moveTo>
                  <a:pt x="0" y="0"/>
                </a:moveTo>
                <a:lnTo>
                  <a:pt x="1780031" y="0"/>
                </a:lnTo>
                <a:lnTo>
                  <a:pt x="1780031" y="530351"/>
                </a:lnTo>
                <a:lnTo>
                  <a:pt x="0" y="530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57250" y="4006215"/>
            <a:ext cx="1793875" cy="542925"/>
          </a:xfrm>
          <a:custGeom>
            <a:avLst/>
            <a:gdLst/>
            <a:ahLst/>
            <a:cxnLst/>
            <a:rect l="l" t="t" r="r" b="b"/>
            <a:pathLst>
              <a:path w="1793875" h="542925">
                <a:moveTo>
                  <a:pt x="1793875" y="542925"/>
                </a:moveTo>
                <a:lnTo>
                  <a:pt x="0" y="542925"/>
                </a:lnTo>
                <a:lnTo>
                  <a:pt x="0" y="0"/>
                </a:lnTo>
                <a:lnTo>
                  <a:pt x="1793875" y="0"/>
                </a:lnTo>
                <a:lnTo>
                  <a:pt x="179387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30225"/>
                </a:lnTo>
                <a:lnTo>
                  <a:pt x="6350" y="530225"/>
                </a:lnTo>
                <a:lnTo>
                  <a:pt x="12700" y="536575"/>
                </a:lnTo>
                <a:lnTo>
                  <a:pt x="1793875" y="536575"/>
                </a:lnTo>
                <a:lnTo>
                  <a:pt x="1793875" y="542925"/>
                </a:lnTo>
                <a:close/>
              </a:path>
              <a:path w="1793875" h="5429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793875" h="542925">
                <a:moveTo>
                  <a:pt x="178117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781175" y="6350"/>
                </a:lnTo>
                <a:lnTo>
                  <a:pt x="1781175" y="12700"/>
                </a:lnTo>
                <a:close/>
              </a:path>
              <a:path w="1793875" h="542925">
                <a:moveTo>
                  <a:pt x="1781175" y="536575"/>
                </a:moveTo>
                <a:lnTo>
                  <a:pt x="1781175" y="6350"/>
                </a:lnTo>
                <a:lnTo>
                  <a:pt x="1787525" y="12700"/>
                </a:lnTo>
                <a:lnTo>
                  <a:pt x="1793875" y="12700"/>
                </a:lnTo>
                <a:lnTo>
                  <a:pt x="1793875" y="530225"/>
                </a:lnTo>
                <a:lnTo>
                  <a:pt x="1787525" y="530225"/>
                </a:lnTo>
                <a:lnTo>
                  <a:pt x="1781175" y="536575"/>
                </a:lnTo>
                <a:close/>
              </a:path>
              <a:path w="1793875" h="542925">
                <a:moveTo>
                  <a:pt x="1793875" y="12700"/>
                </a:moveTo>
                <a:lnTo>
                  <a:pt x="1787525" y="12700"/>
                </a:lnTo>
                <a:lnTo>
                  <a:pt x="1781175" y="6350"/>
                </a:lnTo>
                <a:lnTo>
                  <a:pt x="1793875" y="6350"/>
                </a:lnTo>
                <a:lnTo>
                  <a:pt x="1793875" y="12700"/>
                </a:lnTo>
                <a:close/>
              </a:path>
              <a:path w="1793875" h="542925">
                <a:moveTo>
                  <a:pt x="12700" y="536575"/>
                </a:moveTo>
                <a:lnTo>
                  <a:pt x="6350" y="530225"/>
                </a:lnTo>
                <a:lnTo>
                  <a:pt x="12700" y="530225"/>
                </a:lnTo>
                <a:lnTo>
                  <a:pt x="12700" y="536575"/>
                </a:lnTo>
                <a:close/>
              </a:path>
              <a:path w="1793875" h="542925">
                <a:moveTo>
                  <a:pt x="1781175" y="536575"/>
                </a:moveTo>
                <a:lnTo>
                  <a:pt x="12700" y="536575"/>
                </a:lnTo>
                <a:lnTo>
                  <a:pt x="12700" y="530225"/>
                </a:lnTo>
                <a:lnTo>
                  <a:pt x="1781175" y="530225"/>
                </a:lnTo>
                <a:lnTo>
                  <a:pt x="1781175" y="536575"/>
                </a:lnTo>
                <a:close/>
              </a:path>
              <a:path w="1793875" h="542925">
                <a:moveTo>
                  <a:pt x="1793875" y="536575"/>
                </a:moveTo>
                <a:lnTo>
                  <a:pt x="1781175" y="536575"/>
                </a:lnTo>
                <a:lnTo>
                  <a:pt x="1787525" y="530225"/>
                </a:lnTo>
                <a:lnTo>
                  <a:pt x="1793875" y="530225"/>
                </a:lnTo>
                <a:lnTo>
                  <a:pt x="1793875" y="536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64108" y="4004309"/>
            <a:ext cx="178053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多个系</a:t>
            </a:r>
            <a:r>
              <a:rPr dirty="0" sz="2800" spc="-5">
                <a:latin typeface="华文楷体"/>
                <a:cs typeface="华文楷体"/>
              </a:rPr>
              <a:t>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788869" y="4242892"/>
            <a:ext cx="2181860" cy="107950"/>
          </a:xfrm>
          <a:custGeom>
            <a:avLst/>
            <a:gdLst/>
            <a:ahLst/>
            <a:cxnLst/>
            <a:rect l="l" t="t" r="r" b="b"/>
            <a:pathLst>
              <a:path w="2181860" h="107950">
                <a:moveTo>
                  <a:pt x="2127109" y="44245"/>
                </a:moveTo>
                <a:lnTo>
                  <a:pt x="2081199" y="17754"/>
                </a:lnTo>
                <a:lnTo>
                  <a:pt x="2076475" y="10274"/>
                </a:lnTo>
                <a:lnTo>
                  <a:pt x="2076564" y="7988"/>
                </a:lnTo>
                <a:lnTo>
                  <a:pt x="2086343" y="0"/>
                </a:lnTo>
                <a:lnTo>
                  <a:pt x="2088616" y="355"/>
                </a:lnTo>
                <a:lnTo>
                  <a:pt x="2090724" y="1257"/>
                </a:lnTo>
                <a:lnTo>
                  <a:pt x="2164926" y="44081"/>
                </a:lnTo>
                <a:lnTo>
                  <a:pt x="2127109" y="44245"/>
                </a:lnTo>
                <a:close/>
              </a:path>
              <a:path w="2181860" h="107950">
                <a:moveTo>
                  <a:pt x="2143479" y="53691"/>
                </a:moveTo>
                <a:lnTo>
                  <a:pt x="2127109" y="44245"/>
                </a:lnTo>
                <a:lnTo>
                  <a:pt x="2162327" y="44081"/>
                </a:lnTo>
                <a:lnTo>
                  <a:pt x="2162333" y="45402"/>
                </a:lnTo>
                <a:lnTo>
                  <a:pt x="2157539" y="45402"/>
                </a:lnTo>
                <a:lnTo>
                  <a:pt x="2143479" y="53691"/>
                </a:lnTo>
                <a:close/>
              </a:path>
              <a:path w="2181860" h="107950">
                <a:moveTo>
                  <a:pt x="2086851" y="107924"/>
                </a:moveTo>
                <a:lnTo>
                  <a:pt x="2076881" y="97726"/>
                </a:lnTo>
                <a:lnTo>
                  <a:pt x="2077313" y="95478"/>
                </a:lnTo>
                <a:lnTo>
                  <a:pt x="2127189" y="63295"/>
                </a:lnTo>
                <a:lnTo>
                  <a:pt x="2162416" y="63131"/>
                </a:lnTo>
                <a:lnTo>
                  <a:pt x="2162327" y="44081"/>
                </a:lnTo>
                <a:lnTo>
                  <a:pt x="2164926" y="44081"/>
                </a:lnTo>
                <a:lnTo>
                  <a:pt x="2181275" y="53517"/>
                </a:lnTo>
                <a:lnTo>
                  <a:pt x="2091220" y="106616"/>
                </a:lnTo>
                <a:lnTo>
                  <a:pt x="2089111" y="107530"/>
                </a:lnTo>
                <a:lnTo>
                  <a:pt x="2086851" y="107924"/>
                </a:lnTo>
                <a:close/>
              </a:path>
              <a:path w="2181860" h="107950">
                <a:moveTo>
                  <a:pt x="88" y="73202"/>
                </a:moveTo>
                <a:lnTo>
                  <a:pt x="0" y="54152"/>
                </a:lnTo>
                <a:lnTo>
                  <a:pt x="2127109" y="44245"/>
                </a:lnTo>
                <a:lnTo>
                  <a:pt x="2143479" y="53691"/>
                </a:lnTo>
                <a:lnTo>
                  <a:pt x="2127189" y="63295"/>
                </a:lnTo>
                <a:lnTo>
                  <a:pt x="88" y="73202"/>
                </a:lnTo>
                <a:close/>
              </a:path>
              <a:path w="2181860" h="107950">
                <a:moveTo>
                  <a:pt x="2157615" y="61849"/>
                </a:moveTo>
                <a:lnTo>
                  <a:pt x="2143479" y="53691"/>
                </a:lnTo>
                <a:lnTo>
                  <a:pt x="2157539" y="45402"/>
                </a:lnTo>
                <a:lnTo>
                  <a:pt x="2157615" y="61849"/>
                </a:lnTo>
                <a:close/>
              </a:path>
              <a:path w="2181860" h="107950">
                <a:moveTo>
                  <a:pt x="2162410" y="61849"/>
                </a:moveTo>
                <a:lnTo>
                  <a:pt x="2157615" y="61849"/>
                </a:lnTo>
                <a:lnTo>
                  <a:pt x="2157539" y="45402"/>
                </a:lnTo>
                <a:lnTo>
                  <a:pt x="2162333" y="45402"/>
                </a:lnTo>
                <a:lnTo>
                  <a:pt x="2162410" y="61849"/>
                </a:lnTo>
                <a:close/>
              </a:path>
              <a:path w="2181860" h="107950">
                <a:moveTo>
                  <a:pt x="2127189" y="63295"/>
                </a:moveTo>
                <a:lnTo>
                  <a:pt x="2143479" y="53691"/>
                </a:lnTo>
                <a:lnTo>
                  <a:pt x="2157615" y="61849"/>
                </a:lnTo>
                <a:lnTo>
                  <a:pt x="2162410" y="61849"/>
                </a:lnTo>
                <a:lnTo>
                  <a:pt x="2162416" y="63131"/>
                </a:lnTo>
                <a:lnTo>
                  <a:pt x="2127189" y="63295"/>
                </a:lnTo>
                <a:close/>
              </a:path>
            </a:pathLst>
          </a:custGeom>
          <a:solidFill>
            <a:srgbClr val="1717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235960" y="3809365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717F9"/>
                </a:solidFill>
                <a:latin typeface="华文楷体"/>
                <a:cs typeface="华文楷体"/>
              </a:rPr>
              <a:t>热平衡定律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14544" y="4012691"/>
            <a:ext cx="2024380" cy="520065"/>
          </a:xfrm>
          <a:custGeom>
            <a:avLst/>
            <a:gdLst/>
            <a:ahLst/>
            <a:cxnLst/>
            <a:rect l="l" t="t" r="r" b="b"/>
            <a:pathLst>
              <a:path w="2024379" h="520064">
                <a:moveTo>
                  <a:pt x="0" y="0"/>
                </a:moveTo>
                <a:lnTo>
                  <a:pt x="2023872" y="0"/>
                </a:lnTo>
                <a:lnTo>
                  <a:pt x="2023872" y="519684"/>
                </a:lnTo>
                <a:lnTo>
                  <a:pt x="0" y="5196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107940" y="4006215"/>
            <a:ext cx="2037080" cy="532765"/>
          </a:xfrm>
          <a:custGeom>
            <a:avLst/>
            <a:gdLst/>
            <a:ahLst/>
            <a:cxnLst/>
            <a:rect l="l" t="t" r="r" b="b"/>
            <a:pathLst>
              <a:path w="2037079" h="532764">
                <a:moveTo>
                  <a:pt x="2037080" y="532764"/>
                </a:moveTo>
                <a:lnTo>
                  <a:pt x="0" y="532764"/>
                </a:lnTo>
                <a:lnTo>
                  <a:pt x="0" y="0"/>
                </a:lnTo>
                <a:lnTo>
                  <a:pt x="2037080" y="0"/>
                </a:lnTo>
                <a:lnTo>
                  <a:pt x="203708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20064"/>
                </a:lnTo>
                <a:lnTo>
                  <a:pt x="6350" y="520064"/>
                </a:lnTo>
                <a:lnTo>
                  <a:pt x="12700" y="526414"/>
                </a:lnTo>
                <a:lnTo>
                  <a:pt x="2037080" y="526414"/>
                </a:lnTo>
                <a:lnTo>
                  <a:pt x="2037080" y="532764"/>
                </a:lnTo>
                <a:close/>
              </a:path>
              <a:path w="2037079" h="53276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037079" h="532764">
                <a:moveTo>
                  <a:pt x="202438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024380" y="6350"/>
                </a:lnTo>
                <a:lnTo>
                  <a:pt x="2024380" y="12700"/>
                </a:lnTo>
                <a:close/>
              </a:path>
              <a:path w="2037079" h="532764">
                <a:moveTo>
                  <a:pt x="2024380" y="526414"/>
                </a:moveTo>
                <a:lnTo>
                  <a:pt x="2024380" y="6350"/>
                </a:lnTo>
                <a:lnTo>
                  <a:pt x="2030730" y="12700"/>
                </a:lnTo>
                <a:lnTo>
                  <a:pt x="2037080" y="12700"/>
                </a:lnTo>
                <a:lnTo>
                  <a:pt x="2037080" y="520064"/>
                </a:lnTo>
                <a:lnTo>
                  <a:pt x="2030730" y="520064"/>
                </a:lnTo>
                <a:lnTo>
                  <a:pt x="2024380" y="526414"/>
                </a:lnTo>
                <a:close/>
              </a:path>
              <a:path w="2037079" h="532764">
                <a:moveTo>
                  <a:pt x="2037080" y="12700"/>
                </a:moveTo>
                <a:lnTo>
                  <a:pt x="2030730" y="12700"/>
                </a:lnTo>
                <a:lnTo>
                  <a:pt x="2024380" y="6350"/>
                </a:lnTo>
                <a:lnTo>
                  <a:pt x="2037080" y="6350"/>
                </a:lnTo>
                <a:lnTo>
                  <a:pt x="2037080" y="12700"/>
                </a:lnTo>
                <a:close/>
              </a:path>
              <a:path w="2037079" h="532764">
                <a:moveTo>
                  <a:pt x="12700" y="526414"/>
                </a:moveTo>
                <a:lnTo>
                  <a:pt x="6350" y="520064"/>
                </a:lnTo>
                <a:lnTo>
                  <a:pt x="12700" y="520064"/>
                </a:lnTo>
                <a:lnTo>
                  <a:pt x="12700" y="526414"/>
                </a:lnTo>
                <a:close/>
              </a:path>
              <a:path w="2037079" h="532764">
                <a:moveTo>
                  <a:pt x="2024380" y="526414"/>
                </a:moveTo>
                <a:lnTo>
                  <a:pt x="12700" y="526414"/>
                </a:lnTo>
                <a:lnTo>
                  <a:pt x="12700" y="520064"/>
                </a:lnTo>
                <a:lnTo>
                  <a:pt x="2024380" y="520064"/>
                </a:lnTo>
                <a:lnTo>
                  <a:pt x="2024380" y="526414"/>
                </a:lnTo>
                <a:close/>
              </a:path>
              <a:path w="2037079" h="532764">
                <a:moveTo>
                  <a:pt x="2037080" y="526414"/>
                </a:moveTo>
                <a:lnTo>
                  <a:pt x="2024380" y="526414"/>
                </a:lnTo>
                <a:lnTo>
                  <a:pt x="2030730" y="520064"/>
                </a:lnTo>
                <a:lnTo>
                  <a:pt x="2037080" y="520064"/>
                </a:lnTo>
                <a:lnTo>
                  <a:pt x="2037080" y="52641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114544" y="4004309"/>
            <a:ext cx="20243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互为热平</a:t>
            </a:r>
            <a:r>
              <a:rPr dirty="0" sz="2800" spc="-5">
                <a:latin typeface="华文楷体"/>
                <a:cs typeface="华文楷体"/>
              </a:rPr>
              <a:t>衡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83119" y="2824479"/>
            <a:ext cx="222923" cy="11233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505700" y="2639059"/>
            <a:ext cx="2700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温标</a:t>
            </a:r>
            <a:r>
              <a:rPr dirty="0" sz="2400" spc="-5">
                <a:latin typeface="华文楷体"/>
                <a:cs typeface="华文楷体"/>
              </a:rPr>
              <a:t>：</a:t>
            </a:r>
            <a:r>
              <a:rPr dirty="0" sz="2400" spc="-5">
                <a:latin typeface="Times New Roman"/>
                <a:cs typeface="Times New Roman"/>
              </a:rPr>
              <a:t>T=t</a:t>
            </a:r>
            <a:r>
              <a:rPr dirty="0" baseline="-17921" sz="2325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+273.15K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24750" y="3761740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温度计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2025-04-20T14:03:52Z</dcterms:created>
  <dcterms:modified xsi:type="dcterms:W3CDTF">2025-04-20T14:03:52Z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2024-03-01T00:00:00Z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