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840" y="-32156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048578" y="2152446"/>
            <a:ext cx="3487420" cy="2771775"/>
          </a:xfrm>
          <a:custGeom>
            <a:avLst/>
            <a:gdLst/>
            <a:ahLst/>
            <a:cxnLst/>
            <a:rect l="l" t="t" r="r" b="b"/>
            <a:pathLst>
              <a:path w="3487420" h="2771775">
                <a:moveTo>
                  <a:pt x="14287" y="2757487"/>
                </a:moveTo>
                <a:lnTo>
                  <a:pt x="0" y="2757487"/>
                </a:lnTo>
                <a:lnTo>
                  <a:pt x="0" y="2671762"/>
                </a:lnTo>
                <a:lnTo>
                  <a:pt x="28575" y="2671762"/>
                </a:lnTo>
                <a:lnTo>
                  <a:pt x="28575" y="2743199"/>
                </a:lnTo>
                <a:lnTo>
                  <a:pt x="14287" y="2743199"/>
                </a:lnTo>
                <a:lnTo>
                  <a:pt x="14287" y="2757487"/>
                </a:lnTo>
                <a:close/>
              </a:path>
              <a:path w="3487420" h="2771775">
                <a:moveTo>
                  <a:pt x="73926" y="2771774"/>
                </a:moveTo>
                <a:lnTo>
                  <a:pt x="14287" y="2771774"/>
                </a:lnTo>
                <a:lnTo>
                  <a:pt x="14287" y="2743199"/>
                </a:lnTo>
                <a:lnTo>
                  <a:pt x="28575" y="2743199"/>
                </a:lnTo>
                <a:lnTo>
                  <a:pt x="28575" y="2757487"/>
                </a:lnTo>
                <a:lnTo>
                  <a:pt x="73926" y="2757487"/>
                </a:lnTo>
                <a:lnTo>
                  <a:pt x="73926" y="2771774"/>
                </a:lnTo>
                <a:close/>
              </a:path>
              <a:path w="3487420" h="2771775">
                <a:moveTo>
                  <a:pt x="73926" y="2757487"/>
                </a:moveTo>
                <a:lnTo>
                  <a:pt x="28575" y="2757487"/>
                </a:lnTo>
                <a:lnTo>
                  <a:pt x="28575" y="2743199"/>
                </a:lnTo>
                <a:lnTo>
                  <a:pt x="73926" y="2743199"/>
                </a:lnTo>
                <a:lnTo>
                  <a:pt x="73926" y="2757487"/>
                </a:lnTo>
                <a:close/>
              </a:path>
              <a:path w="3487420" h="2771775">
                <a:moveTo>
                  <a:pt x="28575" y="2643187"/>
                </a:moveTo>
                <a:lnTo>
                  <a:pt x="0" y="2643187"/>
                </a:lnTo>
                <a:lnTo>
                  <a:pt x="0" y="2557462"/>
                </a:lnTo>
                <a:lnTo>
                  <a:pt x="28575" y="2557462"/>
                </a:lnTo>
                <a:lnTo>
                  <a:pt x="28575" y="2643187"/>
                </a:lnTo>
                <a:close/>
              </a:path>
              <a:path w="3487420" h="2771775">
                <a:moveTo>
                  <a:pt x="28575" y="2528887"/>
                </a:moveTo>
                <a:lnTo>
                  <a:pt x="0" y="2528887"/>
                </a:lnTo>
                <a:lnTo>
                  <a:pt x="0" y="2443162"/>
                </a:lnTo>
                <a:lnTo>
                  <a:pt x="28575" y="2443162"/>
                </a:lnTo>
                <a:lnTo>
                  <a:pt x="28575" y="2528887"/>
                </a:lnTo>
                <a:close/>
              </a:path>
              <a:path w="3487420" h="2771775">
                <a:moveTo>
                  <a:pt x="28575" y="2414587"/>
                </a:moveTo>
                <a:lnTo>
                  <a:pt x="0" y="2414587"/>
                </a:lnTo>
                <a:lnTo>
                  <a:pt x="0" y="2328862"/>
                </a:lnTo>
                <a:lnTo>
                  <a:pt x="28575" y="2328862"/>
                </a:lnTo>
                <a:lnTo>
                  <a:pt x="28575" y="2414587"/>
                </a:lnTo>
                <a:close/>
              </a:path>
              <a:path w="3487420" h="2771775">
                <a:moveTo>
                  <a:pt x="28575" y="2300287"/>
                </a:moveTo>
                <a:lnTo>
                  <a:pt x="0" y="2300287"/>
                </a:lnTo>
                <a:lnTo>
                  <a:pt x="0" y="2214562"/>
                </a:lnTo>
                <a:lnTo>
                  <a:pt x="28575" y="2214562"/>
                </a:lnTo>
                <a:lnTo>
                  <a:pt x="28575" y="2300287"/>
                </a:lnTo>
                <a:close/>
              </a:path>
              <a:path w="3487420" h="2771775">
                <a:moveTo>
                  <a:pt x="28575" y="2185987"/>
                </a:moveTo>
                <a:lnTo>
                  <a:pt x="0" y="2185987"/>
                </a:lnTo>
                <a:lnTo>
                  <a:pt x="0" y="2100262"/>
                </a:lnTo>
                <a:lnTo>
                  <a:pt x="28575" y="2100262"/>
                </a:lnTo>
                <a:lnTo>
                  <a:pt x="28575" y="2185987"/>
                </a:lnTo>
                <a:close/>
              </a:path>
              <a:path w="3487420" h="2771775">
                <a:moveTo>
                  <a:pt x="28575" y="2071687"/>
                </a:moveTo>
                <a:lnTo>
                  <a:pt x="0" y="2071687"/>
                </a:lnTo>
                <a:lnTo>
                  <a:pt x="0" y="1985962"/>
                </a:lnTo>
                <a:lnTo>
                  <a:pt x="28575" y="1985962"/>
                </a:lnTo>
                <a:lnTo>
                  <a:pt x="28575" y="2071687"/>
                </a:lnTo>
                <a:close/>
              </a:path>
              <a:path w="3487420" h="2771775">
                <a:moveTo>
                  <a:pt x="28575" y="1957387"/>
                </a:moveTo>
                <a:lnTo>
                  <a:pt x="0" y="1957387"/>
                </a:lnTo>
                <a:lnTo>
                  <a:pt x="0" y="1871662"/>
                </a:lnTo>
                <a:lnTo>
                  <a:pt x="28575" y="1871662"/>
                </a:lnTo>
                <a:lnTo>
                  <a:pt x="28575" y="1957387"/>
                </a:lnTo>
                <a:close/>
              </a:path>
              <a:path w="3487420" h="2771775">
                <a:moveTo>
                  <a:pt x="28575" y="1843087"/>
                </a:moveTo>
                <a:lnTo>
                  <a:pt x="0" y="1843087"/>
                </a:lnTo>
                <a:lnTo>
                  <a:pt x="0" y="1757362"/>
                </a:lnTo>
                <a:lnTo>
                  <a:pt x="28575" y="1757362"/>
                </a:lnTo>
                <a:lnTo>
                  <a:pt x="28575" y="1843087"/>
                </a:lnTo>
                <a:close/>
              </a:path>
              <a:path w="3487420" h="2771775">
                <a:moveTo>
                  <a:pt x="28575" y="1728787"/>
                </a:moveTo>
                <a:lnTo>
                  <a:pt x="0" y="1728787"/>
                </a:lnTo>
                <a:lnTo>
                  <a:pt x="0" y="1643062"/>
                </a:lnTo>
                <a:lnTo>
                  <a:pt x="28575" y="1643062"/>
                </a:lnTo>
                <a:lnTo>
                  <a:pt x="28575" y="1728787"/>
                </a:lnTo>
                <a:close/>
              </a:path>
              <a:path w="3487420" h="2771775">
                <a:moveTo>
                  <a:pt x="28575" y="1614487"/>
                </a:moveTo>
                <a:lnTo>
                  <a:pt x="0" y="1614487"/>
                </a:lnTo>
                <a:lnTo>
                  <a:pt x="0" y="1528762"/>
                </a:lnTo>
                <a:lnTo>
                  <a:pt x="28575" y="1528762"/>
                </a:lnTo>
                <a:lnTo>
                  <a:pt x="28575" y="1614487"/>
                </a:lnTo>
                <a:close/>
              </a:path>
              <a:path w="3487420" h="2771775">
                <a:moveTo>
                  <a:pt x="28575" y="1500187"/>
                </a:moveTo>
                <a:lnTo>
                  <a:pt x="0" y="1500187"/>
                </a:lnTo>
                <a:lnTo>
                  <a:pt x="0" y="1414462"/>
                </a:lnTo>
                <a:lnTo>
                  <a:pt x="28575" y="1414462"/>
                </a:lnTo>
                <a:lnTo>
                  <a:pt x="28575" y="1500187"/>
                </a:lnTo>
                <a:close/>
              </a:path>
              <a:path w="3487420" h="2771775">
                <a:moveTo>
                  <a:pt x="28575" y="1385887"/>
                </a:moveTo>
                <a:lnTo>
                  <a:pt x="0" y="1385887"/>
                </a:lnTo>
                <a:lnTo>
                  <a:pt x="0" y="1300162"/>
                </a:lnTo>
                <a:lnTo>
                  <a:pt x="28575" y="1300162"/>
                </a:lnTo>
                <a:lnTo>
                  <a:pt x="28575" y="1385887"/>
                </a:lnTo>
                <a:close/>
              </a:path>
              <a:path w="3487420" h="2771775">
                <a:moveTo>
                  <a:pt x="28575" y="1271587"/>
                </a:moveTo>
                <a:lnTo>
                  <a:pt x="0" y="1271587"/>
                </a:lnTo>
                <a:lnTo>
                  <a:pt x="0" y="1185862"/>
                </a:lnTo>
                <a:lnTo>
                  <a:pt x="28575" y="1185862"/>
                </a:lnTo>
                <a:lnTo>
                  <a:pt x="28575" y="1271587"/>
                </a:lnTo>
                <a:close/>
              </a:path>
              <a:path w="3487420" h="2771775">
                <a:moveTo>
                  <a:pt x="28575" y="1157287"/>
                </a:moveTo>
                <a:lnTo>
                  <a:pt x="0" y="1157287"/>
                </a:lnTo>
                <a:lnTo>
                  <a:pt x="0" y="1071562"/>
                </a:lnTo>
                <a:lnTo>
                  <a:pt x="28575" y="1071562"/>
                </a:lnTo>
                <a:lnTo>
                  <a:pt x="28575" y="1157287"/>
                </a:lnTo>
                <a:close/>
              </a:path>
              <a:path w="3487420" h="2771775">
                <a:moveTo>
                  <a:pt x="28575" y="1042987"/>
                </a:moveTo>
                <a:lnTo>
                  <a:pt x="0" y="1042987"/>
                </a:lnTo>
                <a:lnTo>
                  <a:pt x="0" y="957262"/>
                </a:lnTo>
                <a:lnTo>
                  <a:pt x="28575" y="957262"/>
                </a:lnTo>
                <a:lnTo>
                  <a:pt x="28575" y="1042987"/>
                </a:lnTo>
                <a:close/>
              </a:path>
              <a:path w="3487420" h="2771775">
                <a:moveTo>
                  <a:pt x="28575" y="928687"/>
                </a:moveTo>
                <a:lnTo>
                  <a:pt x="0" y="928687"/>
                </a:lnTo>
                <a:lnTo>
                  <a:pt x="0" y="842962"/>
                </a:lnTo>
                <a:lnTo>
                  <a:pt x="28575" y="842962"/>
                </a:lnTo>
                <a:lnTo>
                  <a:pt x="28575" y="928687"/>
                </a:lnTo>
                <a:close/>
              </a:path>
              <a:path w="3487420" h="2771775">
                <a:moveTo>
                  <a:pt x="28575" y="814387"/>
                </a:moveTo>
                <a:lnTo>
                  <a:pt x="0" y="814387"/>
                </a:lnTo>
                <a:lnTo>
                  <a:pt x="0" y="728662"/>
                </a:lnTo>
                <a:lnTo>
                  <a:pt x="28575" y="728662"/>
                </a:lnTo>
                <a:lnTo>
                  <a:pt x="28575" y="814387"/>
                </a:lnTo>
                <a:close/>
              </a:path>
              <a:path w="3487420" h="2771775">
                <a:moveTo>
                  <a:pt x="28575" y="700087"/>
                </a:moveTo>
                <a:lnTo>
                  <a:pt x="0" y="700087"/>
                </a:lnTo>
                <a:lnTo>
                  <a:pt x="0" y="614362"/>
                </a:lnTo>
                <a:lnTo>
                  <a:pt x="28575" y="614362"/>
                </a:lnTo>
                <a:lnTo>
                  <a:pt x="28575" y="700087"/>
                </a:lnTo>
                <a:close/>
              </a:path>
              <a:path w="3487420" h="2771775">
                <a:moveTo>
                  <a:pt x="28575" y="585787"/>
                </a:moveTo>
                <a:lnTo>
                  <a:pt x="0" y="585787"/>
                </a:lnTo>
                <a:lnTo>
                  <a:pt x="0" y="500062"/>
                </a:lnTo>
                <a:lnTo>
                  <a:pt x="28575" y="500062"/>
                </a:lnTo>
                <a:lnTo>
                  <a:pt x="28575" y="585787"/>
                </a:lnTo>
                <a:close/>
              </a:path>
              <a:path w="3487420" h="2771775">
                <a:moveTo>
                  <a:pt x="28575" y="471487"/>
                </a:moveTo>
                <a:lnTo>
                  <a:pt x="0" y="471487"/>
                </a:lnTo>
                <a:lnTo>
                  <a:pt x="0" y="385762"/>
                </a:lnTo>
                <a:lnTo>
                  <a:pt x="28575" y="385762"/>
                </a:lnTo>
                <a:lnTo>
                  <a:pt x="28575" y="471487"/>
                </a:lnTo>
                <a:close/>
              </a:path>
              <a:path w="3487420" h="2771775">
                <a:moveTo>
                  <a:pt x="28575" y="357187"/>
                </a:moveTo>
                <a:lnTo>
                  <a:pt x="0" y="357187"/>
                </a:lnTo>
                <a:lnTo>
                  <a:pt x="0" y="271462"/>
                </a:lnTo>
                <a:lnTo>
                  <a:pt x="28575" y="271462"/>
                </a:lnTo>
                <a:lnTo>
                  <a:pt x="28575" y="357187"/>
                </a:lnTo>
                <a:close/>
              </a:path>
              <a:path w="3487420" h="2771775">
                <a:moveTo>
                  <a:pt x="28575" y="242887"/>
                </a:moveTo>
                <a:lnTo>
                  <a:pt x="0" y="242887"/>
                </a:lnTo>
                <a:lnTo>
                  <a:pt x="0" y="157162"/>
                </a:lnTo>
                <a:lnTo>
                  <a:pt x="28575" y="157162"/>
                </a:lnTo>
                <a:lnTo>
                  <a:pt x="28575" y="242887"/>
                </a:lnTo>
                <a:close/>
              </a:path>
              <a:path w="3487420" h="2771775">
                <a:moveTo>
                  <a:pt x="28575" y="128587"/>
                </a:moveTo>
                <a:lnTo>
                  <a:pt x="0" y="128587"/>
                </a:lnTo>
                <a:lnTo>
                  <a:pt x="0" y="42862"/>
                </a:lnTo>
                <a:lnTo>
                  <a:pt x="28575" y="42862"/>
                </a:lnTo>
                <a:lnTo>
                  <a:pt x="28575" y="128587"/>
                </a:lnTo>
                <a:close/>
              </a:path>
              <a:path w="3487420" h="2771775">
                <a:moveTo>
                  <a:pt x="100012" y="28574"/>
                </a:moveTo>
                <a:lnTo>
                  <a:pt x="14287" y="28574"/>
                </a:lnTo>
                <a:lnTo>
                  <a:pt x="14287" y="0"/>
                </a:lnTo>
                <a:lnTo>
                  <a:pt x="100012" y="0"/>
                </a:lnTo>
                <a:lnTo>
                  <a:pt x="100012" y="28574"/>
                </a:lnTo>
                <a:close/>
              </a:path>
              <a:path w="3487420" h="2771775">
                <a:moveTo>
                  <a:pt x="214312" y="28574"/>
                </a:moveTo>
                <a:lnTo>
                  <a:pt x="128587" y="28574"/>
                </a:lnTo>
                <a:lnTo>
                  <a:pt x="128587" y="0"/>
                </a:lnTo>
                <a:lnTo>
                  <a:pt x="214312" y="0"/>
                </a:lnTo>
                <a:lnTo>
                  <a:pt x="214312" y="28574"/>
                </a:lnTo>
                <a:close/>
              </a:path>
              <a:path w="3487420" h="2771775">
                <a:moveTo>
                  <a:pt x="328612" y="28574"/>
                </a:moveTo>
                <a:lnTo>
                  <a:pt x="242887" y="28574"/>
                </a:lnTo>
                <a:lnTo>
                  <a:pt x="242887" y="0"/>
                </a:lnTo>
                <a:lnTo>
                  <a:pt x="328612" y="0"/>
                </a:lnTo>
                <a:lnTo>
                  <a:pt x="328612" y="28574"/>
                </a:lnTo>
                <a:close/>
              </a:path>
              <a:path w="3487420" h="2771775">
                <a:moveTo>
                  <a:pt x="442912" y="28574"/>
                </a:moveTo>
                <a:lnTo>
                  <a:pt x="357187" y="28574"/>
                </a:lnTo>
                <a:lnTo>
                  <a:pt x="357187" y="0"/>
                </a:lnTo>
                <a:lnTo>
                  <a:pt x="442912" y="0"/>
                </a:lnTo>
                <a:lnTo>
                  <a:pt x="442912" y="28574"/>
                </a:lnTo>
                <a:close/>
              </a:path>
              <a:path w="3487420" h="2771775">
                <a:moveTo>
                  <a:pt x="557212" y="28574"/>
                </a:moveTo>
                <a:lnTo>
                  <a:pt x="471487" y="28574"/>
                </a:lnTo>
                <a:lnTo>
                  <a:pt x="471487" y="0"/>
                </a:lnTo>
                <a:lnTo>
                  <a:pt x="557212" y="0"/>
                </a:lnTo>
                <a:lnTo>
                  <a:pt x="557212" y="28574"/>
                </a:lnTo>
                <a:close/>
              </a:path>
              <a:path w="3487420" h="2771775">
                <a:moveTo>
                  <a:pt x="671512" y="28574"/>
                </a:moveTo>
                <a:lnTo>
                  <a:pt x="585787" y="28574"/>
                </a:lnTo>
                <a:lnTo>
                  <a:pt x="585787" y="0"/>
                </a:lnTo>
                <a:lnTo>
                  <a:pt x="671512" y="0"/>
                </a:lnTo>
                <a:lnTo>
                  <a:pt x="671512" y="28574"/>
                </a:lnTo>
                <a:close/>
              </a:path>
              <a:path w="3487420" h="2771775">
                <a:moveTo>
                  <a:pt x="785812" y="28574"/>
                </a:moveTo>
                <a:lnTo>
                  <a:pt x="700087" y="28574"/>
                </a:lnTo>
                <a:lnTo>
                  <a:pt x="700087" y="0"/>
                </a:lnTo>
                <a:lnTo>
                  <a:pt x="785812" y="0"/>
                </a:lnTo>
                <a:lnTo>
                  <a:pt x="785812" y="28574"/>
                </a:lnTo>
                <a:close/>
              </a:path>
              <a:path w="3487420" h="2771775">
                <a:moveTo>
                  <a:pt x="900112" y="28574"/>
                </a:moveTo>
                <a:lnTo>
                  <a:pt x="814387" y="28574"/>
                </a:lnTo>
                <a:lnTo>
                  <a:pt x="814387" y="0"/>
                </a:lnTo>
                <a:lnTo>
                  <a:pt x="900112" y="0"/>
                </a:lnTo>
                <a:lnTo>
                  <a:pt x="900112" y="28574"/>
                </a:lnTo>
                <a:close/>
              </a:path>
              <a:path w="3487420" h="2771775">
                <a:moveTo>
                  <a:pt x="1014412" y="28574"/>
                </a:moveTo>
                <a:lnTo>
                  <a:pt x="928687" y="28574"/>
                </a:lnTo>
                <a:lnTo>
                  <a:pt x="928687" y="0"/>
                </a:lnTo>
                <a:lnTo>
                  <a:pt x="1014412" y="0"/>
                </a:lnTo>
                <a:lnTo>
                  <a:pt x="1014412" y="28574"/>
                </a:lnTo>
                <a:close/>
              </a:path>
              <a:path w="3487420" h="2771775">
                <a:moveTo>
                  <a:pt x="1128712" y="28574"/>
                </a:moveTo>
                <a:lnTo>
                  <a:pt x="1042987" y="28574"/>
                </a:lnTo>
                <a:lnTo>
                  <a:pt x="1042987" y="0"/>
                </a:lnTo>
                <a:lnTo>
                  <a:pt x="1128712" y="0"/>
                </a:lnTo>
                <a:lnTo>
                  <a:pt x="1128712" y="28574"/>
                </a:lnTo>
                <a:close/>
              </a:path>
              <a:path w="3487420" h="2771775">
                <a:moveTo>
                  <a:pt x="1243012" y="28574"/>
                </a:moveTo>
                <a:lnTo>
                  <a:pt x="1157287" y="28574"/>
                </a:lnTo>
                <a:lnTo>
                  <a:pt x="1157287" y="0"/>
                </a:lnTo>
                <a:lnTo>
                  <a:pt x="1243012" y="0"/>
                </a:lnTo>
                <a:lnTo>
                  <a:pt x="1243012" y="28574"/>
                </a:lnTo>
                <a:close/>
              </a:path>
              <a:path w="3487420" h="2771775">
                <a:moveTo>
                  <a:pt x="1357312" y="28574"/>
                </a:moveTo>
                <a:lnTo>
                  <a:pt x="1271587" y="28574"/>
                </a:lnTo>
                <a:lnTo>
                  <a:pt x="1271587" y="0"/>
                </a:lnTo>
                <a:lnTo>
                  <a:pt x="1357312" y="0"/>
                </a:lnTo>
                <a:lnTo>
                  <a:pt x="1357312" y="28574"/>
                </a:lnTo>
                <a:close/>
              </a:path>
              <a:path w="3487420" h="2771775">
                <a:moveTo>
                  <a:pt x="1471612" y="28574"/>
                </a:moveTo>
                <a:lnTo>
                  <a:pt x="1385887" y="28574"/>
                </a:lnTo>
                <a:lnTo>
                  <a:pt x="1385887" y="0"/>
                </a:lnTo>
                <a:lnTo>
                  <a:pt x="1471612" y="0"/>
                </a:lnTo>
                <a:lnTo>
                  <a:pt x="1471612" y="28574"/>
                </a:lnTo>
                <a:close/>
              </a:path>
              <a:path w="3487420" h="2771775">
                <a:moveTo>
                  <a:pt x="1585912" y="28574"/>
                </a:moveTo>
                <a:lnTo>
                  <a:pt x="1500187" y="28574"/>
                </a:lnTo>
                <a:lnTo>
                  <a:pt x="1500187" y="0"/>
                </a:lnTo>
                <a:lnTo>
                  <a:pt x="1585912" y="0"/>
                </a:lnTo>
                <a:lnTo>
                  <a:pt x="1585912" y="28574"/>
                </a:lnTo>
                <a:close/>
              </a:path>
              <a:path w="3487420" h="2771775">
                <a:moveTo>
                  <a:pt x="1700212" y="28574"/>
                </a:moveTo>
                <a:lnTo>
                  <a:pt x="1614487" y="28574"/>
                </a:lnTo>
                <a:lnTo>
                  <a:pt x="1614487" y="0"/>
                </a:lnTo>
                <a:lnTo>
                  <a:pt x="1700212" y="0"/>
                </a:lnTo>
                <a:lnTo>
                  <a:pt x="1700212" y="28574"/>
                </a:lnTo>
                <a:close/>
              </a:path>
              <a:path w="3487420" h="2771775">
                <a:moveTo>
                  <a:pt x="1814512" y="28574"/>
                </a:moveTo>
                <a:lnTo>
                  <a:pt x="1728787" y="28574"/>
                </a:lnTo>
                <a:lnTo>
                  <a:pt x="1728787" y="0"/>
                </a:lnTo>
                <a:lnTo>
                  <a:pt x="1814512" y="0"/>
                </a:lnTo>
                <a:lnTo>
                  <a:pt x="1814512" y="28574"/>
                </a:lnTo>
                <a:close/>
              </a:path>
              <a:path w="3487420" h="2771775">
                <a:moveTo>
                  <a:pt x="1928812" y="28574"/>
                </a:moveTo>
                <a:lnTo>
                  <a:pt x="1843087" y="28574"/>
                </a:lnTo>
                <a:lnTo>
                  <a:pt x="1843087" y="0"/>
                </a:lnTo>
                <a:lnTo>
                  <a:pt x="1928812" y="0"/>
                </a:lnTo>
                <a:lnTo>
                  <a:pt x="1928812" y="28574"/>
                </a:lnTo>
                <a:close/>
              </a:path>
              <a:path w="3487420" h="2771775">
                <a:moveTo>
                  <a:pt x="2043112" y="28574"/>
                </a:moveTo>
                <a:lnTo>
                  <a:pt x="1957387" y="28574"/>
                </a:lnTo>
                <a:lnTo>
                  <a:pt x="1957387" y="0"/>
                </a:lnTo>
                <a:lnTo>
                  <a:pt x="2043112" y="0"/>
                </a:lnTo>
                <a:lnTo>
                  <a:pt x="2043112" y="28574"/>
                </a:lnTo>
                <a:close/>
              </a:path>
              <a:path w="3487420" h="2771775">
                <a:moveTo>
                  <a:pt x="2157412" y="28574"/>
                </a:moveTo>
                <a:lnTo>
                  <a:pt x="2071687" y="28574"/>
                </a:lnTo>
                <a:lnTo>
                  <a:pt x="2071687" y="0"/>
                </a:lnTo>
                <a:lnTo>
                  <a:pt x="2157412" y="0"/>
                </a:lnTo>
                <a:lnTo>
                  <a:pt x="2157412" y="28574"/>
                </a:lnTo>
                <a:close/>
              </a:path>
              <a:path w="3487420" h="2771775">
                <a:moveTo>
                  <a:pt x="2271712" y="28574"/>
                </a:moveTo>
                <a:lnTo>
                  <a:pt x="2185987" y="28574"/>
                </a:lnTo>
                <a:lnTo>
                  <a:pt x="2185987" y="0"/>
                </a:lnTo>
                <a:lnTo>
                  <a:pt x="2271712" y="0"/>
                </a:lnTo>
                <a:lnTo>
                  <a:pt x="2271712" y="28574"/>
                </a:lnTo>
                <a:close/>
              </a:path>
              <a:path w="3487420" h="2771775">
                <a:moveTo>
                  <a:pt x="2386012" y="28574"/>
                </a:moveTo>
                <a:lnTo>
                  <a:pt x="2300287" y="28574"/>
                </a:lnTo>
                <a:lnTo>
                  <a:pt x="2300287" y="0"/>
                </a:lnTo>
                <a:lnTo>
                  <a:pt x="2386012" y="0"/>
                </a:lnTo>
                <a:lnTo>
                  <a:pt x="2386012" y="28574"/>
                </a:lnTo>
                <a:close/>
              </a:path>
              <a:path w="3487420" h="2771775">
                <a:moveTo>
                  <a:pt x="2500312" y="28574"/>
                </a:moveTo>
                <a:lnTo>
                  <a:pt x="2414587" y="28574"/>
                </a:lnTo>
                <a:lnTo>
                  <a:pt x="2414587" y="0"/>
                </a:lnTo>
                <a:lnTo>
                  <a:pt x="2500312" y="0"/>
                </a:lnTo>
                <a:lnTo>
                  <a:pt x="2500312" y="28574"/>
                </a:lnTo>
                <a:close/>
              </a:path>
              <a:path w="3487420" h="2771775">
                <a:moveTo>
                  <a:pt x="2614612" y="28574"/>
                </a:moveTo>
                <a:lnTo>
                  <a:pt x="2528887" y="28574"/>
                </a:lnTo>
                <a:lnTo>
                  <a:pt x="2528887" y="0"/>
                </a:lnTo>
                <a:lnTo>
                  <a:pt x="2614612" y="0"/>
                </a:lnTo>
                <a:lnTo>
                  <a:pt x="2614612" y="28574"/>
                </a:lnTo>
                <a:close/>
              </a:path>
              <a:path w="3487420" h="2771775">
                <a:moveTo>
                  <a:pt x="2728912" y="28574"/>
                </a:moveTo>
                <a:lnTo>
                  <a:pt x="2643187" y="28574"/>
                </a:lnTo>
                <a:lnTo>
                  <a:pt x="2643187" y="0"/>
                </a:lnTo>
                <a:lnTo>
                  <a:pt x="2728912" y="0"/>
                </a:lnTo>
                <a:lnTo>
                  <a:pt x="2728912" y="28574"/>
                </a:lnTo>
                <a:close/>
              </a:path>
              <a:path w="3487420" h="2771775">
                <a:moveTo>
                  <a:pt x="2843212" y="28574"/>
                </a:moveTo>
                <a:lnTo>
                  <a:pt x="2757487" y="28574"/>
                </a:lnTo>
                <a:lnTo>
                  <a:pt x="2757487" y="0"/>
                </a:lnTo>
                <a:lnTo>
                  <a:pt x="2843212" y="0"/>
                </a:lnTo>
                <a:lnTo>
                  <a:pt x="2843212" y="28574"/>
                </a:lnTo>
                <a:close/>
              </a:path>
              <a:path w="3487420" h="2771775">
                <a:moveTo>
                  <a:pt x="2957512" y="28574"/>
                </a:moveTo>
                <a:lnTo>
                  <a:pt x="2871787" y="28574"/>
                </a:lnTo>
                <a:lnTo>
                  <a:pt x="2871787" y="0"/>
                </a:lnTo>
                <a:lnTo>
                  <a:pt x="2957512" y="0"/>
                </a:lnTo>
                <a:lnTo>
                  <a:pt x="2957512" y="28574"/>
                </a:lnTo>
                <a:close/>
              </a:path>
              <a:path w="3487420" h="2771775">
                <a:moveTo>
                  <a:pt x="3071812" y="28574"/>
                </a:moveTo>
                <a:lnTo>
                  <a:pt x="2986087" y="28574"/>
                </a:lnTo>
                <a:lnTo>
                  <a:pt x="2986087" y="0"/>
                </a:lnTo>
                <a:lnTo>
                  <a:pt x="3071812" y="0"/>
                </a:lnTo>
                <a:lnTo>
                  <a:pt x="3071812" y="28574"/>
                </a:lnTo>
                <a:close/>
              </a:path>
              <a:path w="3487420" h="2771775">
                <a:moveTo>
                  <a:pt x="3186112" y="28574"/>
                </a:moveTo>
                <a:lnTo>
                  <a:pt x="3100387" y="28574"/>
                </a:lnTo>
                <a:lnTo>
                  <a:pt x="3100387" y="0"/>
                </a:lnTo>
                <a:lnTo>
                  <a:pt x="3186112" y="0"/>
                </a:lnTo>
                <a:lnTo>
                  <a:pt x="3186112" y="28574"/>
                </a:lnTo>
                <a:close/>
              </a:path>
              <a:path w="3487420" h="2771775">
                <a:moveTo>
                  <a:pt x="3300412" y="28574"/>
                </a:moveTo>
                <a:lnTo>
                  <a:pt x="3214687" y="28574"/>
                </a:lnTo>
                <a:lnTo>
                  <a:pt x="3214687" y="0"/>
                </a:lnTo>
                <a:lnTo>
                  <a:pt x="3300412" y="0"/>
                </a:lnTo>
                <a:lnTo>
                  <a:pt x="3300412" y="28574"/>
                </a:lnTo>
                <a:close/>
              </a:path>
              <a:path w="3487420" h="2771775">
                <a:moveTo>
                  <a:pt x="3414712" y="28574"/>
                </a:moveTo>
                <a:lnTo>
                  <a:pt x="3328987" y="28574"/>
                </a:lnTo>
                <a:lnTo>
                  <a:pt x="3328987" y="0"/>
                </a:lnTo>
                <a:lnTo>
                  <a:pt x="3414712" y="0"/>
                </a:lnTo>
                <a:lnTo>
                  <a:pt x="3414712" y="28574"/>
                </a:lnTo>
                <a:close/>
              </a:path>
              <a:path w="3487420" h="2771775">
                <a:moveTo>
                  <a:pt x="3458819" y="28574"/>
                </a:moveTo>
                <a:lnTo>
                  <a:pt x="3443287" y="28574"/>
                </a:lnTo>
                <a:lnTo>
                  <a:pt x="3443287" y="0"/>
                </a:lnTo>
                <a:lnTo>
                  <a:pt x="3487394" y="0"/>
                </a:lnTo>
                <a:lnTo>
                  <a:pt x="3487394" y="14287"/>
                </a:lnTo>
                <a:lnTo>
                  <a:pt x="3458819" y="14287"/>
                </a:lnTo>
                <a:lnTo>
                  <a:pt x="3458819" y="28574"/>
                </a:lnTo>
                <a:close/>
              </a:path>
              <a:path w="3487420" h="2771775">
                <a:moveTo>
                  <a:pt x="3487394" y="70192"/>
                </a:moveTo>
                <a:lnTo>
                  <a:pt x="3458819" y="70192"/>
                </a:lnTo>
                <a:lnTo>
                  <a:pt x="3458819" y="14287"/>
                </a:lnTo>
                <a:lnTo>
                  <a:pt x="3473107" y="28574"/>
                </a:lnTo>
                <a:lnTo>
                  <a:pt x="3487394" y="28574"/>
                </a:lnTo>
                <a:lnTo>
                  <a:pt x="3487394" y="70192"/>
                </a:lnTo>
                <a:close/>
              </a:path>
              <a:path w="3487420" h="2771775">
                <a:moveTo>
                  <a:pt x="3487394" y="28574"/>
                </a:moveTo>
                <a:lnTo>
                  <a:pt x="3473107" y="28574"/>
                </a:lnTo>
                <a:lnTo>
                  <a:pt x="3458819" y="14287"/>
                </a:lnTo>
                <a:lnTo>
                  <a:pt x="3487394" y="14287"/>
                </a:lnTo>
                <a:lnTo>
                  <a:pt x="3487394" y="28574"/>
                </a:lnTo>
                <a:close/>
              </a:path>
              <a:path w="3487420" h="2771775">
                <a:moveTo>
                  <a:pt x="3487394" y="184492"/>
                </a:moveTo>
                <a:lnTo>
                  <a:pt x="3458819" y="184492"/>
                </a:lnTo>
                <a:lnTo>
                  <a:pt x="3458819" y="98767"/>
                </a:lnTo>
                <a:lnTo>
                  <a:pt x="3487394" y="98767"/>
                </a:lnTo>
                <a:lnTo>
                  <a:pt x="3487394" y="184492"/>
                </a:lnTo>
                <a:close/>
              </a:path>
              <a:path w="3487420" h="2771775">
                <a:moveTo>
                  <a:pt x="3487394" y="298792"/>
                </a:moveTo>
                <a:lnTo>
                  <a:pt x="3458819" y="298792"/>
                </a:lnTo>
                <a:lnTo>
                  <a:pt x="3458819" y="213067"/>
                </a:lnTo>
                <a:lnTo>
                  <a:pt x="3487394" y="213067"/>
                </a:lnTo>
                <a:lnTo>
                  <a:pt x="3487394" y="298792"/>
                </a:lnTo>
                <a:close/>
              </a:path>
              <a:path w="3487420" h="2771775">
                <a:moveTo>
                  <a:pt x="3487394" y="413092"/>
                </a:moveTo>
                <a:lnTo>
                  <a:pt x="3458819" y="413092"/>
                </a:lnTo>
                <a:lnTo>
                  <a:pt x="3458819" y="327367"/>
                </a:lnTo>
                <a:lnTo>
                  <a:pt x="3487394" y="327367"/>
                </a:lnTo>
                <a:lnTo>
                  <a:pt x="3487394" y="413092"/>
                </a:lnTo>
                <a:close/>
              </a:path>
              <a:path w="3487420" h="2771775">
                <a:moveTo>
                  <a:pt x="3487394" y="527392"/>
                </a:moveTo>
                <a:lnTo>
                  <a:pt x="3458819" y="527392"/>
                </a:lnTo>
                <a:lnTo>
                  <a:pt x="3458819" y="441667"/>
                </a:lnTo>
                <a:lnTo>
                  <a:pt x="3487394" y="441667"/>
                </a:lnTo>
                <a:lnTo>
                  <a:pt x="3487394" y="527392"/>
                </a:lnTo>
                <a:close/>
              </a:path>
              <a:path w="3487420" h="2771775">
                <a:moveTo>
                  <a:pt x="3487394" y="641692"/>
                </a:moveTo>
                <a:lnTo>
                  <a:pt x="3458819" y="641692"/>
                </a:lnTo>
                <a:lnTo>
                  <a:pt x="3458819" y="555967"/>
                </a:lnTo>
                <a:lnTo>
                  <a:pt x="3487394" y="555967"/>
                </a:lnTo>
                <a:lnTo>
                  <a:pt x="3487394" y="641692"/>
                </a:lnTo>
                <a:close/>
              </a:path>
              <a:path w="3487420" h="2771775">
                <a:moveTo>
                  <a:pt x="3487394" y="755992"/>
                </a:moveTo>
                <a:lnTo>
                  <a:pt x="3458819" y="755992"/>
                </a:lnTo>
                <a:lnTo>
                  <a:pt x="3458819" y="670267"/>
                </a:lnTo>
                <a:lnTo>
                  <a:pt x="3487394" y="670267"/>
                </a:lnTo>
                <a:lnTo>
                  <a:pt x="3487394" y="755992"/>
                </a:lnTo>
                <a:close/>
              </a:path>
              <a:path w="3487420" h="2771775">
                <a:moveTo>
                  <a:pt x="3487394" y="870292"/>
                </a:moveTo>
                <a:lnTo>
                  <a:pt x="3458819" y="870292"/>
                </a:lnTo>
                <a:lnTo>
                  <a:pt x="3458819" y="784567"/>
                </a:lnTo>
                <a:lnTo>
                  <a:pt x="3487394" y="784567"/>
                </a:lnTo>
                <a:lnTo>
                  <a:pt x="3487394" y="870292"/>
                </a:lnTo>
                <a:close/>
              </a:path>
              <a:path w="3487420" h="2771775">
                <a:moveTo>
                  <a:pt x="3487394" y="984592"/>
                </a:moveTo>
                <a:lnTo>
                  <a:pt x="3458819" y="984592"/>
                </a:lnTo>
                <a:lnTo>
                  <a:pt x="3458819" y="898867"/>
                </a:lnTo>
                <a:lnTo>
                  <a:pt x="3487394" y="898867"/>
                </a:lnTo>
                <a:lnTo>
                  <a:pt x="3487394" y="984592"/>
                </a:lnTo>
                <a:close/>
              </a:path>
              <a:path w="3487420" h="2771775">
                <a:moveTo>
                  <a:pt x="3487394" y="1098892"/>
                </a:moveTo>
                <a:lnTo>
                  <a:pt x="3458819" y="1098892"/>
                </a:lnTo>
                <a:lnTo>
                  <a:pt x="3458819" y="1013167"/>
                </a:lnTo>
                <a:lnTo>
                  <a:pt x="3487394" y="1013167"/>
                </a:lnTo>
                <a:lnTo>
                  <a:pt x="3487394" y="1098892"/>
                </a:lnTo>
                <a:close/>
              </a:path>
              <a:path w="3487420" h="2771775">
                <a:moveTo>
                  <a:pt x="3487394" y="1213192"/>
                </a:moveTo>
                <a:lnTo>
                  <a:pt x="3458819" y="1213192"/>
                </a:lnTo>
                <a:lnTo>
                  <a:pt x="3458819" y="1127467"/>
                </a:lnTo>
                <a:lnTo>
                  <a:pt x="3487394" y="1127467"/>
                </a:lnTo>
                <a:lnTo>
                  <a:pt x="3487394" y="1213192"/>
                </a:lnTo>
                <a:close/>
              </a:path>
              <a:path w="3487420" h="2771775">
                <a:moveTo>
                  <a:pt x="3487394" y="1327492"/>
                </a:moveTo>
                <a:lnTo>
                  <a:pt x="3458819" y="1327492"/>
                </a:lnTo>
                <a:lnTo>
                  <a:pt x="3458819" y="1241767"/>
                </a:lnTo>
                <a:lnTo>
                  <a:pt x="3487394" y="1241767"/>
                </a:lnTo>
                <a:lnTo>
                  <a:pt x="3487394" y="1327492"/>
                </a:lnTo>
                <a:close/>
              </a:path>
              <a:path w="3487420" h="2771775">
                <a:moveTo>
                  <a:pt x="3487394" y="1441792"/>
                </a:moveTo>
                <a:lnTo>
                  <a:pt x="3458819" y="1441792"/>
                </a:lnTo>
                <a:lnTo>
                  <a:pt x="3458819" y="1356067"/>
                </a:lnTo>
                <a:lnTo>
                  <a:pt x="3487394" y="1356067"/>
                </a:lnTo>
                <a:lnTo>
                  <a:pt x="3487394" y="1441792"/>
                </a:lnTo>
                <a:close/>
              </a:path>
              <a:path w="3487420" h="2771775">
                <a:moveTo>
                  <a:pt x="3487394" y="1556092"/>
                </a:moveTo>
                <a:lnTo>
                  <a:pt x="3458819" y="1556092"/>
                </a:lnTo>
                <a:lnTo>
                  <a:pt x="3458819" y="1470367"/>
                </a:lnTo>
                <a:lnTo>
                  <a:pt x="3487394" y="1470367"/>
                </a:lnTo>
                <a:lnTo>
                  <a:pt x="3487394" y="1556092"/>
                </a:lnTo>
                <a:close/>
              </a:path>
              <a:path w="3487420" h="2771775">
                <a:moveTo>
                  <a:pt x="3487394" y="1670392"/>
                </a:moveTo>
                <a:lnTo>
                  <a:pt x="3458819" y="1670392"/>
                </a:lnTo>
                <a:lnTo>
                  <a:pt x="3458819" y="1584667"/>
                </a:lnTo>
                <a:lnTo>
                  <a:pt x="3487394" y="1584667"/>
                </a:lnTo>
                <a:lnTo>
                  <a:pt x="3487394" y="1670392"/>
                </a:lnTo>
                <a:close/>
              </a:path>
              <a:path w="3487420" h="2771775">
                <a:moveTo>
                  <a:pt x="3487394" y="1784692"/>
                </a:moveTo>
                <a:lnTo>
                  <a:pt x="3458819" y="1784692"/>
                </a:lnTo>
                <a:lnTo>
                  <a:pt x="3458819" y="1698967"/>
                </a:lnTo>
                <a:lnTo>
                  <a:pt x="3487394" y="1698967"/>
                </a:lnTo>
                <a:lnTo>
                  <a:pt x="3487394" y="1784692"/>
                </a:lnTo>
                <a:close/>
              </a:path>
              <a:path w="3487420" h="2771775">
                <a:moveTo>
                  <a:pt x="3487394" y="1898992"/>
                </a:moveTo>
                <a:lnTo>
                  <a:pt x="3458819" y="1898992"/>
                </a:lnTo>
                <a:lnTo>
                  <a:pt x="3458819" y="1813267"/>
                </a:lnTo>
                <a:lnTo>
                  <a:pt x="3487394" y="1813267"/>
                </a:lnTo>
                <a:lnTo>
                  <a:pt x="3487394" y="1898992"/>
                </a:lnTo>
                <a:close/>
              </a:path>
              <a:path w="3487420" h="2771775">
                <a:moveTo>
                  <a:pt x="3487394" y="2013292"/>
                </a:moveTo>
                <a:lnTo>
                  <a:pt x="3458819" y="2013292"/>
                </a:lnTo>
                <a:lnTo>
                  <a:pt x="3458819" y="1927567"/>
                </a:lnTo>
                <a:lnTo>
                  <a:pt x="3487394" y="1927567"/>
                </a:lnTo>
                <a:lnTo>
                  <a:pt x="3487394" y="2013292"/>
                </a:lnTo>
                <a:close/>
              </a:path>
              <a:path w="3487420" h="2771775">
                <a:moveTo>
                  <a:pt x="3487394" y="2127592"/>
                </a:moveTo>
                <a:lnTo>
                  <a:pt x="3458819" y="2127592"/>
                </a:lnTo>
                <a:lnTo>
                  <a:pt x="3458819" y="2041867"/>
                </a:lnTo>
                <a:lnTo>
                  <a:pt x="3487394" y="2041867"/>
                </a:lnTo>
                <a:lnTo>
                  <a:pt x="3487394" y="2127592"/>
                </a:lnTo>
                <a:close/>
              </a:path>
              <a:path w="3487420" h="2771775">
                <a:moveTo>
                  <a:pt x="3487394" y="2241892"/>
                </a:moveTo>
                <a:lnTo>
                  <a:pt x="3458819" y="2241892"/>
                </a:lnTo>
                <a:lnTo>
                  <a:pt x="3458819" y="2156167"/>
                </a:lnTo>
                <a:lnTo>
                  <a:pt x="3487394" y="2156167"/>
                </a:lnTo>
                <a:lnTo>
                  <a:pt x="3487394" y="2241892"/>
                </a:lnTo>
                <a:close/>
              </a:path>
              <a:path w="3487420" h="2771775">
                <a:moveTo>
                  <a:pt x="3487394" y="2356192"/>
                </a:moveTo>
                <a:lnTo>
                  <a:pt x="3458819" y="2356192"/>
                </a:lnTo>
                <a:lnTo>
                  <a:pt x="3458819" y="2270467"/>
                </a:lnTo>
                <a:lnTo>
                  <a:pt x="3487394" y="2270467"/>
                </a:lnTo>
                <a:lnTo>
                  <a:pt x="3487394" y="2356192"/>
                </a:lnTo>
                <a:close/>
              </a:path>
              <a:path w="3487420" h="2771775">
                <a:moveTo>
                  <a:pt x="3487394" y="2470492"/>
                </a:moveTo>
                <a:lnTo>
                  <a:pt x="3458819" y="2470492"/>
                </a:lnTo>
                <a:lnTo>
                  <a:pt x="3458819" y="2384767"/>
                </a:lnTo>
                <a:lnTo>
                  <a:pt x="3487394" y="2384767"/>
                </a:lnTo>
                <a:lnTo>
                  <a:pt x="3487394" y="2470492"/>
                </a:lnTo>
                <a:close/>
              </a:path>
              <a:path w="3487420" h="2771775">
                <a:moveTo>
                  <a:pt x="3487394" y="2584792"/>
                </a:moveTo>
                <a:lnTo>
                  <a:pt x="3458819" y="2584792"/>
                </a:lnTo>
                <a:lnTo>
                  <a:pt x="3458819" y="2499067"/>
                </a:lnTo>
                <a:lnTo>
                  <a:pt x="3487394" y="2499067"/>
                </a:lnTo>
                <a:lnTo>
                  <a:pt x="3487394" y="2584792"/>
                </a:lnTo>
                <a:close/>
              </a:path>
              <a:path w="3487420" h="2771775">
                <a:moveTo>
                  <a:pt x="3487394" y="2699092"/>
                </a:moveTo>
                <a:lnTo>
                  <a:pt x="3458819" y="2699092"/>
                </a:lnTo>
                <a:lnTo>
                  <a:pt x="3458819" y="2613367"/>
                </a:lnTo>
                <a:lnTo>
                  <a:pt x="3487394" y="2613367"/>
                </a:lnTo>
                <a:lnTo>
                  <a:pt x="3487394" y="2699092"/>
                </a:lnTo>
                <a:close/>
              </a:path>
              <a:path w="3487420" h="2771775">
                <a:moveTo>
                  <a:pt x="3458819" y="2757487"/>
                </a:moveTo>
                <a:lnTo>
                  <a:pt x="3458819" y="2727667"/>
                </a:lnTo>
                <a:lnTo>
                  <a:pt x="3487394" y="2727667"/>
                </a:lnTo>
                <a:lnTo>
                  <a:pt x="3487394" y="2743199"/>
                </a:lnTo>
                <a:lnTo>
                  <a:pt x="3473107" y="2743199"/>
                </a:lnTo>
                <a:lnTo>
                  <a:pt x="3458819" y="2757487"/>
                </a:lnTo>
                <a:close/>
              </a:path>
              <a:path w="3487420" h="2771775">
                <a:moveTo>
                  <a:pt x="3487394" y="2771774"/>
                </a:moveTo>
                <a:lnTo>
                  <a:pt x="3417201" y="2771774"/>
                </a:lnTo>
                <a:lnTo>
                  <a:pt x="3417201" y="2743199"/>
                </a:lnTo>
                <a:lnTo>
                  <a:pt x="3458819" y="2743199"/>
                </a:lnTo>
                <a:lnTo>
                  <a:pt x="3458819" y="2757487"/>
                </a:lnTo>
                <a:lnTo>
                  <a:pt x="3487394" y="2757487"/>
                </a:lnTo>
                <a:lnTo>
                  <a:pt x="3487394" y="2771774"/>
                </a:lnTo>
                <a:close/>
              </a:path>
              <a:path w="3487420" h="2771775">
                <a:moveTo>
                  <a:pt x="3487394" y="2757487"/>
                </a:moveTo>
                <a:lnTo>
                  <a:pt x="3458819" y="2757487"/>
                </a:lnTo>
                <a:lnTo>
                  <a:pt x="3473107" y="2743199"/>
                </a:lnTo>
                <a:lnTo>
                  <a:pt x="3487394" y="2743199"/>
                </a:lnTo>
                <a:lnTo>
                  <a:pt x="3487394" y="2757487"/>
                </a:lnTo>
                <a:close/>
              </a:path>
              <a:path w="3487420" h="2771775">
                <a:moveTo>
                  <a:pt x="3388626" y="2771774"/>
                </a:moveTo>
                <a:lnTo>
                  <a:pt x="3302901" y="2771774"/>
                </a:lnTo>
                <a:lnTo>
                  <a:pt x="3302901" y="2743199"/>
                </a:lnTo>
                <a:lnTo>
                  <a:pt x="3388626" y="2743199"/>
                </a:lnTo>
                <a:lnTo>
                  <a:pt x="3388626" y="2771774"/>
                </a:lnTo>
                <a:close/>
              </a:path>
              <a:path w="3487420" h="2771775">
                <a:moveTo>
                  <a:pt x="3274326" y="2771774"/>
                </a:moveTo>
                <a:lnTo>
                  <a:pt x="3188601" y="2771774"/>
                </a:lnTo>
                <a:lnTo>
                  <a:pt x="3188601" y="2743199"/>
                </a:lnTo>
                <a:lnTo>
                  <a:pt x="3274326" y="2743199"/>
                </a:lnTo>
                <a:lnTo>
                  <a:pt x="3274326" y="2771774"/>
                </a:lnTo>
                <a:close/>
              </a:path>
              <a:path w="3487420" h="2771775">
                <a:moveTo>
                  <a:pt x="3160026" y="2771774"/>
                </a:moveTo>
                <a:lnTo>
                  <a:pt x="3074301" y="2771774"/>
                </a:lnTo>
                <a:lnTo>
                  <a:pt x="3074301" y="2743199"/>
                </a:lnTo>
                <a:lnTo>
                  <a:pt x="3160026" y="2743199"/>
                </a:lnTo>
                <a:lnTo>
                  <a:pt x="3160026" y="2771774"/>
                </a:lnTo>
                <a:close/>
              </a:path>
              <a:path w="3487420" h="2771775">
                <a:moveTo>
                  <a:pt x="3045726" y="2771774"/>
                </a:moveTo>
                <a:lnTo>
                  <a:pt x="2960001" y="2771774"/>
                </a:lnTo>
                <a:lnTo>
                  <a:pt x="2960001" y="2743199"/>
                </a:lnTo>
                <a:lnTo>
                  <a:pt x="3045726" y="2743199"/>
                </a:lnTo>
                <a:lnTo>
                  <a:pt x="3045726" y="2771774"/>
                </a:lnTo>
                <a:close/>
              </a:path>
              <a:path w="3487420" h="2771775">
                <a:moveTo>
                  <a:pt x="2931426" y="2771774"/>
                </a:moveTo>
                <a:lnTo>
                  <a:pt x="2845701" y="2771774"/>
                </a:lnTo>
                <a:lnTo>
                  <a:pt x="2845701" y="2743199"/>
                </a:lnTo>
                <a:lnTo>
                  <a:pt x="2931426" y="2743199"/>
                </a:lnTo>
                <a:lnTo>
                  <a:pt x="2931426" y="2771774"/>
                </a:lnTo>
                <a:close/>
              </a:path>
              <a:path w="3487420" h="2771775">
                <a:moveTo>
                  <a:pt x="2817126" y="2771774"/>
                </a:moveTo>
                <a:lnTo>
                  <a:pt x="2731401" y="2771774"/>
                </a:lnTo>
                <a:lnTo>
                  <a:pt x="2731401" y="2743199"/>
                </a:lnTo>
                <a:lnTo>
                  <a:pt x="2817126" y="2743199"/>
                </a:lnTo>
                <a:lnTo>
                  <a:pt x="2817126" y="2771774"/>
                </a:lnTo>
                <a:close/>
              </a:path>
              <a:path w="3487420" h="2771775">
                <a:moveTo>
                  <a:pt x="2702826" y="2771774"/>
                </a:moveTo>
                <a:lnTo>
                  <a:pt x="2617101" y="2771774"/>
                </a:lnTo>
                <a:lnTo>
                  <a:pt x="2617101" y="2743199"/>
                </a:lnTo>
                <a:lnTo>
                  <a:pt x="2702826" y="2743199"/>
                </a:lnTo>
                <a:lnTo>
                  <a:pt x="2702826" y="2771774"/>
                </a:lnTo>
                <a:close/>
              </a:path>
              <a:path w="3487420" h="2771775">
                <a:moveTo>
                  <a:pt x="2588526" y="2771774"/>
                </a:moveTo>
                <a:lnTo>
                  <a:pt x="2502801" y="2771774"/>
                </a:lnTo>
                <a:lnTo>
                  <a:pt x="2502801" y="2743199"/>
                </a:lnTo>
                <a:lnTo>
                  <a:pt x="2588526" y="2743199"/>
                </a:lnTo>
                <a:lnTo>
                  <a:pt x="2588526" y="2771774"/>
                </a:lnTo>
                <a:close/>
              </a:path>
              <a:path w="3487420" h="2771775">
                <a:moveTo>
                  <a:pt x="2474226" y="2771774"/>
                </a:moveTo>
                <a:lnTo>
                  <a:pt x="2388501" y="2771774"/>
                </a:lnTo>
                <a:lnTo>
                  <a:pt x="2388501" y="2743199"/>
                </a:lnTo>
                <a:lnTo>
                  <a:pt x="2474226" y="2743199"/>
                </a:lnTo>
                <a:lnTo>
                  <a:pt x="2474226" y="2771774"/>
                </a:lnTo>
                <a:close/>
              </a:path>
              <a:path w="3487420" h="2771775">
                <a:moveTo>
                  <a:pt x="2359926" y="2771774"/>
                </a:moveTo>
                <a:lnTo>
                  <a:pt x="2274201" y="2771774"/>
                </a:lnTo>
                <a:lnTo>
                  <a:pt x="2274201" y="2743199"/>
                </a:lnTo>
                <a:lnTo>
                  <a:pt x="2359926" y="2743199"/>
                </a:lnTo>
                <a:lnTo>
                  <a:pt x="2359926" y="2771774"/>
                </a:lnTo>
                <a:close/>
              </a:path>
              <a:path w="3487420" h="2771775">
                <a:moveTo>
                  <a:pt x="2245626" y="2771774"/>
                </a:moveTo>
                <a:lnTo>
                  <a:pt x="2159901" y="2771774"/>
                </a:lnTo>
                <a:lnTo>
                  <a:pt x="2159901" y="2743199"/>
                </a:lnTo>
                <a:lnTo>
                  <a:pt x="2245626" y="2743199"/>
                </a:lnTo>
                <a:lnTo>
                  <a:pt x="2245626" y="2771774"/>
                </a:lnTo>
                <a:close/>
              </a:path>
              <a:path w="3487420" h="2771775">
                <a:moveTo>
                  <a:pt x="2131326" y="2771774"/>
                </a:moveTo>
                <a:lnTo>
                  <a:pt x="2045601" y="2771774"/>
                </a:lnTo>
                <a:lnTo>
                  <a:pt x="2045601" y="2743199"/>
                </a:lnTo>
                <a:lnTo>
                  <a:pt x="2131326" y="2743199"/>
                </a:lnTo>
                <a:lnTo>
                  <a:pt x="2131326" y="2771774"/>
                </a:lnTo>
                <a:close/>
              </a:path>
              <a:path w="3487420" h="2771775">
                <a:moveTo>
                  <a:pt x="2017026" y="2771774"/>
                </a:moveTo>
                <a:lnTo>
                  <a:pt x="1931301" y="2771774"/>
                </a:lnTo>
                <a:lnTo>
                  <a:pt x="1931301" y="2743199"/>
                </a:lnTo>
                <a:lnTo>
                  <a:pt x="2017026" y="2743199"/>
                </a:lnTo>
                <a:lnTo>
                  <a:pt x="2017026" y="2771774"/>
                </a:lnTo>
                <a:close/>
              </a:path>
              <a:path w="3487420" h="2771775">
                <a:moveTo>
                  <a:pt x="1902726" y="2771774"/>
                </a:moveTo>
                <a:lnTo>
                  <a:pt x="1817001" y="2771774"/>
                </a:lnTo>
                <a:lnTo>
                  <a:pt x="1817001" y="2743199"/>
                </a:lnTo>
                <a:lnTo>
                  <a:pt x="1902726" y="2743199"/>
                </a:lnTo>
                <a:lnTo>
                  <a:pt x="1902726" y="2771774"/>
                </a:lnTo>
                <a:close/>
              </a:path>
              <a:path w="3487420" h="2771775">
                <a:moveTo>
                  <a:pt x="1788426" y="2771774"/>
                </a:moveTo>
                <a:lnTo>
                  <a:pt x="1702701" y="2771774"/>
                </a:lnTo>
                <a:lnTo>
                  <a:pt x="1702701" y="2743199"/>
                </a:lnTo>
                <a:lnTo>
                  <a:pt x="1788426" y="2743199"/>
                </a:lnTo>
                <a:lnTo>
                  <a:pt x="1788426" y="2771774"/>
                </a:lnTo>
                <a:close/>
              </a:path>
              <a:path w="3487420" h="2771775">
                <a:moveTo>
                  <a:pt x="1674126" y="2771774"/>
                </a:moveTo>
                <a:lnTo>
                  <a:pt x="1588401" y="2771774"/>
                </a:lnTo>
                <a:lnTo>
                  <a:pt x="1588401" y="2743199"/>
                </a:lnTo>
                <a:lnTo>
                  <a:pt x="1674126" y="2743199"/>
                </a:lnTo>
                <a:lnTo>
                  <a:pt x="1674126" y="2771774"/>
                </a:lnTo>
                <a:close/>
              </a:path>
              <a:path w="3487420" h="2771775">
                <a:moveTo>
                  <a:pt x="1559826" y="2771774"/>
                </a:moveTo>
                <a:lnTo>
                  <a:pt x="1474101" y="2771774"/>
                </a:lnTo>
                <a:lnTo>
                  <a:pt x="1474101" y="2743199"/>
                </a:lnTo>
                <a:lnTo>
                  <a:pt x="1559826" y="2743199"/>
                </a:lnTo>
                <a:lnTo>
                  <a:pt x="1559826" y="2771774"/>
                </a:lnTo>
                <a:close/>
              </a:path>
              <a:path w="3487420" h="2771775">
                <a:moveTo>
                  <a:pt x="1445526" y="2771774"/>
                </a:moveTo>
                <a:lnTo>
                  <a:pt x="1359801" y="2771774"/>
                </a:lnTo>
                <a:lnTo>
                  <a:pt x="1359801" y="2743199"/>
                </a:lnTo>
                <a:lnTo>
                  <a:pt x="1445526" y="2743199"/>
                </a:lnTo>
                <a:lnTo>
                  <a:pt x="1445526" y="2771774"/>
                </a:lnTo>
                <a:close/>
              </a:path>
              <a:path w="3487420" h="2771775">
                <a:moveTo>
                  <a:pt x="1331226" y="2771774"/>
                </a:moveTo>
                <a:lnTo>
                  <a:pt x="1245501" y="2771774"/>
                </a:lnTo>
                <a:lnTo>
                  <a:pt x="1245501" y="2743199"/>
                </a:lnTo>
                <a:lnTo>
                  <a:pt x="1331226" y="2743199"/>
                </a:lnTo>
                <a:lnTo>
                  <a:pt x="1331226" y="2771774"/>
                </a:lnTo>
                <a:close/>
              </a:path>
              <a:path w="3487420" h="2771775">
                <a:moveTo>
                  <a:pt x="1216926" y="2771774"/>
                </a:moveTo>
                <a:lnTo>
                  <a:pt x="1131201" y="2771774"/>
                </a:lnTo>
                <a:lnTo>
                  <a:pt x="1131201" y="2743199"/>
                </a:lnTo>
                <a:lnTo>
                  <a:pt x="1216926" y="2743199"/>
                </a:lnTo>
                <a:lnTo>
                  <a:pt x="1216926" y="2771774"/>
                </a:lnTo>
                <a:close/>
              </a:path>
              <a:path w="3487420" h="2771775">
                <a:moveTo>
                  <a:pt x="1102626" y="2771774"/>
                </a:moveTo>
                <a:lnTo>
                  <a:pt x="1016901" y="2771774"/>
                </a:lnTo>
                <a:lnTo>
                  <a:pt x="1016901" y="2743199"/>
                </a:lnTo>
                <a:lnTo>
                  <a:pt x="1102626" y="2743199"/>
                </a:lnTo>
                <a:lnTo>
                  <a:pt x="1102626" y="2771774"/>
                </a:lnTo>
                <a:close/>
              </a:path>
              <a:path w="3487420" h="2771775">
                <a:moveTo>
                  <a:pt x="988326" y="2771774"/>
                </a:moveTo>
                <a:lnTo>
                  <a:pt x="902601" y="2771774"/>
                </a:lnTo>
                <a:lnTo>
                  <a:pt x="902601" y="2743199"/>
                </a:lnTo>
                <a:lnTo>
                  <a:pt x="988326" y="2743199"/>
                </a:lnTo>
                <a:lnTo>
                  <a:pt x="988326" y="2771774"/>
                </a:lnTo>
                <a:close/>
              </a:path>
              <a:path w="3487420" h="2771775">
                <a:moveTo>
                  <a:pt x="874026" y="2771774"/>
                </a:moveTo>
                <a:lnTo>
                  <a:pt x="788301" y="2771774"/>
                </a:lnTo>
                <a:lnTo>
                  <a:pt x="788301" y="2743199"/>
                </a:lnTo>
                <a:lnTo>
                  <a:pt x="874026" y="2743199"/>
                </a:lnTo>
                <a:lnTo>
                  <a:pt x="874026" y="2771774"/>
                </a:lnTo>
                <a:close/>
              </a:path>
              <a:path w="3487420" h="2771775">
                <a:moveTo>
                  <a:pt x="759726" y="2771774"/>
                </a:moveTo>
                <a:lnTo>
                  <a:pt x="674001" y="2771774"/>
                </a:lnTo>
                <a:lnTo>
                  <a:pt x="674001" y="2743199"/>
                </a:lnTo>
                <a:lnTo>
                  <a:pt x="759726" y="2743199"/>
                </a:lnTo>
                <a:lnTo>
                  <a:pt x="759726" y="2771774"/>
                </a:lnTo>
                <a:close/>
              </a:path>
              <a:path w="3487420" h="2771775">
                <a:moveTo>
                  <a:pt x="645426" y="2771774"/>
                </a:moveTo>
                <a:lnTo>
                  <a:pt x="559701" y="2771774"/>
                </a:lnTo>
                <a:lnTo>
                  <a:pt x="559701" y="2743199"/>
                </a:lnTo>
                <a:lnTo>
                  <a:pt x="645426" y="2743199"/>
                </a:lnTo>
                <a:lnTo>
                  <a:pt x="645426" y="2771774"/>
                </a:lnTo>
                <a:close/>
              </a:path>
              <a:path w="3487420" h="2771775">
                <a:moveTo>
                  <a:pt x="531126" y="2771774"/>
                </a:moveTo>
                <a:lnTo>
                  <a:pt x="445401" y="2771774"/>
                </a:lnTo>
                <a:lnTo>
                  <a:pt x="445401" y="2743199"/>
                </a:lnTo>
                <a:lnTo>
                  <a:pt x="531126" y="2743199"/>
                </a:lnTo>
                <a:lnTo>
                  <a:pt x="531126" y="2771774"/>
                </a:lnTo>
                <a:close/>
              </a:path>
              <a:path w="3487420" h="2771775">
                <a:moveTo>
                  <a:pt x="416826" y="2771774"/>
                </a:moveTo>
                <a:lnTo>
                  <a:pt x="331101" y="2771774"/>
                </a:lnTo>
                <a:lnTo>
                  <a:pt x="331101" y="2743199"/>
                </a:lnTo>
                <a:lnTo>
                  <a:pt x="416826" y="2743199"/>
                </a:lnTo>
                <a:lnTo>
                  <a:pt x="416826" y="2771774"/>
                </a:lnTo>
                <a:close/>
              </a:path>
              <a:path w="3487420" h="2771775">
                <a:moveTo>
                  <a:pt x="302526" y="2771774"/>
                </a:moveTo>
                <a:lnTo>
                  <a:pt x="216801" y="2771774"/>
                </a:lnTo>
                <a:lnTo>
                  <a:pt x="216801" y="2743199"/>
                </a:lnTo>
                <a:lnTo>
                  <a:pt x="302526" y="2743199"/>
                </a:lnTo>
                <a:lnTo>
                  <a:pt x="302526" y="2771774"/>
                </a:lnTo>
                <a:close/>
              </a:path>
              <a:path w="3487420" h="2771775">
                <a:moveTo>
                  <a:pt x="188226" y="2771774"/>
                </a:moveTo>
                <a:lnTo>
                  <a:pt x="102501" y="2771774"/>
                </a:lnTo>
                <a:lnTo>
                  <a:pt x="102501" y="2743199"/>
                </a:lnTo>
                <a:lnTo>
                  <a:pt x="188226" y="2743199"/>
                </a:lnTo>
                <a:lnTo>
                  <a:pt x="188226" y="2771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721906" y="2143721"/>
            <a:ext cx="4620260" cy="2701290"/>
          </a:xfrm>
          <a:custGeom>
            <a:avLst/>
            <a:gdLst/>
            <a:ahLst/>
            <a:cxnLst/>
            <a:rect l="l" t="t" r="r" b="b"/>
            <a:pathLst>
              <a:path w="4620260" h="2701290">
                <a:moveTo>
                  <a:pt x="14287" y="2686697"/>
                </a:moveTo>
                <a:lnTo>
                  <a:pt x="0" y="2686697"/>
                </a:lnTo>
                <a:lnTo>
                  <a:pt x="0" y="2600972"/>
                </a:lnTo>
                <a:lnTo>
                  <a:pt x="28575" y="2600972"/>
                </a:lnTo>
                <a:lnTo>
                  <a:pt x="28575" y="2672410"/>
                </a:lnTo>
                <a:lnTo>
                  <a:pt x="14287" y="2672410"/>
                </a:lnTo>
                <a:lnTo>
                  <a:pt x="14287" y="2686697"/>
                </a:lnTo>
                <a:close/>
              </a:path>
              <a:path w="4620260" h="2701290">
                <a:moveTo>
                  <a:pt x="25361" y="2700985"/>
                </a:moveTo>
                <a:lnTo>
                  <a:pt x="14287" y="2700985"/>
                </a:lnTo>
                <a:lnTo>
                  <a:pt x="14287" y="2672410"/>
                </a:lnTo>
                <a:lnTo>
                  <a:pt x="25361" y="2672410"/>
                </a:lnTo>
                <a:lnTo>
                  <a:pt x="25361" y="2700985"/>
                </a:lnTo>
                <a:close/>
              </a:path>
              <a:path w="4620260" h="2701290">
                <a:moveTo>
                  <a:pt x="28575" y="2686697"/>
                </a:moveTo>
                <a:lnTo>
                  <a:pt x="25361" y="2686697"/>
                </a:lnTo>
                <a:lnTo>
                  <a:pt x="25361" y="2672410"/>
                </a:lnTo>
                <a:lnTo>
                  <a:pt x="28575" y="2672410"/>
                </a:lnTo>
                <a:lnTo>
                  <a:pt x="28575" y="2686697"/>
                </a:lnTo>
                <a:close/>
              </a:path>
              <a:path w="4620260" h="2701290">
                <a:moveTo>
                  <a:pt x="28575" y="2572397"/>
                </a:moveTo>
                <a:lnTo>
                  <a:pt x="0" y="2572397"/>
                </a:lnTo>
                <a:lnTo>
                  <a:pt x="0" y="2486672"/>
                </a:lnTo>
                <a:lnTo>
                  <a:pt x="28575" y="2486672"/>
                </a:lnTo>
                <a:lnTo>
                  <a:pt x="28575" y="2572397"/>
                </a:lnTo>
                <a:close/>
              </a:path>
              <a:path w="4620260" h="2701290">
                <a:moveTo>
                  <a:pt x="28575" y="2458097"/>
                </a:moveTo>
                <a:lnTo>
                  <a:pt x="0" y="2458097"/>
                </a:lnTo>
                <a:lnTo>
                  <a:pt x="0" y="2372372"/>
                </a:lnTo>
                <a:lnTo>
                  <a:pt x="28575" y="2372372"/>
                </a:lnTo>
                <a:lnTo>
                  <a:pt x="28575" y="2458097"/>
                </a:lnTo>
                <a:close/>
              </a:path>
              <a:path w="4620260" h="2701290">
                <a:moveTo>
                  <a:pt x="28575" y="2343797"/>
                </a:moveTo>
                <a:lnTo>
                  <a:pt x="0" y="2343797"/>
                </a:lnTo>
                <a:lnTo>
                  <a:pt x="0" y="2258072"/>
                </a:lnTo>
                <a:lnTo>
                  <a:pt x="28575" y="2258072"/>
                </a:lnTo>
                <a:lnTo>
                  <a:pt x="28575" y="2343797"/>
                </a:lnTo>
                <a:close/>
              </a:path>
              <a:path w="4620260" h="2701290">
                <a:moveTo>
                  <a:pt x="28575" y="2229497"/>
                </a:moveTo>
                <a:lnTo>
                  <a:pt x="0" y="2229497"/>
                </a:lnTo>
                <a:lnTo>
                  <a:pt x="0" y="2143772"/>
                </a:lnTo>
                <a:lnTo>
                  <a:pt x="28575" y="2143772"/>
                </a:lnTo>
                <a:lnTo>
                  <a:pt x="28575" y="2229497"/>
                </a:lnTo>
                <a:close/>
              </a:path>
              <a:path w="4620260" h="2701290">
                <a:moveTo>
                  <a:pt x="28575" y="2115197"/>
                </a:moveTo>
                <a:lnTo>
                  <a:pt x="0" y="2115197"/>
                </a:lnTo>
                <a:lnTo>
                  <a:pt x="0" y="2029472"/>
                </a:lnTo>
                <a:lnTo>
                  <a:pt x="28575" y="2029472"/>
                </a:lnTo>
                <a:lnTo>
                  <a:pt x="28575" y="2115197"/>
                </a:lnTo>
                <a:close/>
              </a:path>
              <a:path w="4620260" h="2701290">
                <a:moveTo>
                  <a:pt x="28575" y="2000897"/>
                </a:moveTo>
                <a:lnTo>
                  <a:pt x="0" y="2000897"/>
                </a:lnTo>
                <a:lnTo>
                  <a:pt x="0" y="1915172"/>
                </a:lnTo>
                <a:lnTo>
                  <a:pt x="28575" y="1915172"/>
                </a:lnTo>
                <a:lnTo>
                  <a:pt x="28575" y="2000897"/>
                </a:lnTo>
                <a:close/>
              </a:path>
              <a:path w="4620260" h="2701290">
                <a:moveTo>
                  <a:pt x="28575" y="1886597"/>
                </a:moveTo>
                <a:lnTo>
                  <a:pt x="0" y="1886597"/>
                </a:lnTo>
                <a:lnTo>
                  <a:pt x="0" y="1800872"/>
                </a:lnTo>
                <a:lnTo>
                  <a:pt x="28575" y="1800872"/>
                </a:lnTo>
                <a:lnTo>
                  <a:pt x="28575" y="1886597"/>
                </a:lnTo>
                <a:close/>
              </a:path>
              <a:path w="4620260" h="2701290">
                <a:moveTo>
                  <a:pt x="28575" y="1772297"/>
                </a:moveTo>
                <a:lnTo>
                  <a:pt x="0" y="1772297"/>
                </a:lnTo>
                <a:lnTo>
                  <a:pt x="0" y="1686572"/>
                </a:lnTo>
                <a:lnTo>
                  <a:pt x="28575" y="1686572"/>
                </a:lnTo>
                <a:lnTo>
                  <a:pt x="28575" y="1772297"/>
                </a:lnTo>
                <a:close/>
              </a:path>
              <a:path w="4620260" h="2701290">
                <a:moveTo>
                  <a:pt x="28575" y="1657997"/>
                </a:moveTo>
                <a:lnTo>
                  <a:pt x="0" y="1657997"/>
                </a:lnTo>
                <a:lnTo>
                  <a:pt x="0" y="1572272"/>
                </a:lnTo>
                <a:lnTo>
                  <a:pt x="28575" y="1572272"/>
                </a:lnTo>
                <a:lnTo>
                  <a:pt x="28575" y="1657997"/>
                </a:lnTo>
                <a:close/>
              </a:path>
              <a:path w="4620260" h="2701290">
                <a:moveTo>
                  <a:pt x="28575" y="1543697"/>
                </a:moveTo>
                <a:lnTo>
                  <a:pt x="0" y="1543697"/>
                </a:lnTo>
                <a:lnTo>
                  <a:pt x="0" y="1457972"/>
                </a:lnTo>
                <a:lnTo>
                  <a:pt x="28575" y="1457972"/>
                </a:lnTo>
                <a:lnTo>
                  <a:pt x="28575" y="1543697"/>
                </a:lnTo>
                <a:close/>
              </a:path>
              <a:path w="4620260" h="2701290">
                <a:moveTo>
                  <a:pt x="28575" y="1429397"/>
                </a:moveTo>
                <a:lnTo>
                  <a:pt x="0" y="1429397"/>
                </a:lnTo>
                <a:lnTo>
                  <a:pt x="0" y="1343672"/>
                </a:lnTo>
                <a:lnTo>
                  <a:pt x="28575" y="1343672"/>
                </a:lnTo>
                <a:lnTo>
                  <a:pt x="28575" y="1429397"/>
                </a:lnTo>
                <a:close/>
              </a:path>
              <a:path w="4620260" h="2701290">
                <a:moveTo>
                  <a:pt x="28575" y="1315097"/>
                </a:moveTo>
                <a:lnTo>
                  <a:pt x="0" y="1315097"/>
                </a:lnTo>
                <a:lnTo>
                  <a:pt x="0" y="1229372"/>
                </a:lnTo>
                <a:lnTo>
                  <a:pt x="28575" y="1229372"/>
                </a:lnTo>
                <a:lnTo>
                  <a:pt x="28575" y="1315097"/>
                </a:lnTo>
                <a:close/>
              </a:path>
              <a:path w="4620260" h="2701290">
                <a:moveTo>
                  <a:pt x="28575" y="1200797"/>
                </a:moveTo>
                <a:lnTo>
                  <a:pt x="0" y="1200797"/>
                </a:lnTo>
                <a:lnTo>
                  <a:pt x="0" y="1115072"/>
                </a:lnTo>
                <a:lnTo>
                  <a:pt x="28575" y="1115072"/>
                </a:lnTo>
                <a:lnTo>
                  <a:pt x="28575" y="1200797"/>
                </a:lnTo>
                <a:close/>
              </a:path>
              <a:path w="4620260" h="2701290">
                <a:moveTo>
                  <a:pt x="28575" y="1086497"/>
                </a:moveTo>
                <a:lnTo>
                  <a:pt x="0" y="1086497"/>
                </a:lnTo>
                <a:lnTo>
                  <a:pt x="0" y="1000772"/>
                </a:lnTo>
                <a:lnTo>
                  <a:pt x="28575" y="1000772"/>
                </a:lnTo>
                <a:lnTo>
                  <a:pt x="28575" y="1086497"/>
                </a:lnTo>
                <a:close/>
              </a:path>
              <a:path w="4620260" h="2701290">
                <a:moveTo>
                  <a:pt x="28575" y="972197"/>
                </a:moveTo>
                <a:lnTo>
                  <a:pt x="0" y="972197"/>
                </a:lnTo>
                <a:lnTo>
                  <a:pt x="0" y="886472"/>
                </a:lnTo>
                <a:lnTo>
                  <a:pt x="28575" y="886472"/>
                </a:lnTo>
                <a:lnTo>
                  <a:pt x="28575" y="972197"/>
                </a:lnTo>
                <a:close/>
              </a:path>
              <a:path w="4620260" h="2701290">
                <a:moveTo>
                  <a:pt x="28575" y="857897"/>
                </a:moveTo>
                <a:lnTo>
                  <a:pt x="0" y="857897"/>
                </a:lnTo>
                <a:lnTo>
                  <a:pt x="0" y="772172"/>
                </a:lnTo>
                <a:lnTo>
                  <a:pt x="28575" y="772172"/>
                </a:lnTo>
                <a:lnTo>
                  <a:pt x="28575" y="857897"/>
                </a:lnTo>
                <a:close/>
              </a:path>
              <a:path w="4620260" h="2701290">
                <a:moveTo>
                  <a:pt x="28575" y="743597"/>
                </a:moveTo>
                <a:lnTo>
                  <a:pt x="0" y="743597"/>
                </a:lnTo>
                <a:lnTo>
                  <a:pt x="0" y="657872"/>
                </a:lnTo>
                <a:lnTo>
                  <a:pt x="28575" y="657872"/>
                </a:lnTo>
                <a:lnTo>
                  <a:pt x="28575" y="743597"/>
                </a:lnTo>
                <a:close/>
              </a:path>
              <a:path w="4620260" h="2701290">
                <a:moveTo>
                  <a:pt x="28575" y="629297"/>
                </a:moveTo>
                <a:lnTo>
                  <a:pt x="0" y="629297"/>
                </a:lnTo>
                <a:lnTo>
                  <a:pt x="0" y="543572"/>
                </a:lnTo>
                <a:lnTo>
                  <a:pt x="28575" y="543572"/>
                </a:lnTo>
                <a:lnTo>
                  <a:pt x="28575" y="629297"/>
                </a:lnTo>
                <a:close/>
              </a:path>
              <a:path w="4620260" h="2701290">
                <a:moveTo>
                  <a:pt x="28575" y="514997"/>
                </a:moveTo>
                <a:lnTo>
                  <a:pt x="0" y="514997"/>
                </a:lnTo>
                <a:lnTo>
                  <a:pt x="0" y="429272"/>
                </a:lnTo>
                <a:lnTo>
                  <a:pt x="28575" y="429272"/>
                </a:lnTo>
                <a:lnTo>
                  <a:pt x="28575" y="514997"/>
                </a:lnTo>
                <a:close/>
              </a:path>
              <a:path w="4620260" h="2701290">
                <a:moveTo>
                  <a:pt x="28575" y="400697"/>
                </a:moveTo>
                <a:lnTo>
                  <a:pt x="0" y="400697"/>
                </a:lnTo>
                <a:lnTo>
                  <a:pt x="0" y="314972"/>
                </a:lnTo>
                <a:lnTo>
                  <a:pt x="28575" y="314972"/>
                </a:lnTo>
                <a:lnTo>
                  <a:pt x="28575" y="400697"/>
                </a:lnTo>
                <a:close/>
              </a:path>
              <a:path w="4620260" h="2701290">
                <a:moveTo>
                  <a:pt x="28575" y="286397"/>
                </a:moveTo>
                <a:lnTo>
                  <a:pt x="0" y="286397"/>
                </a:lnTo>
                <a:lnTo>
                  <a:pt x="0" y="200672"/>
                </a:lnTo>
                <a:lnTo>
                  <a:pt x="28575" y="200672"/>
                </a:lnTo>
                <a:lnTo>
                  <a:pt x="28575" y="286397"/>
                </a:lnTo>
                <a:close/>
              </a:path>
              <a:path w="4620260" h="2701290">
                <a:moveTo>
                  <a:pt x="28575" y="172097"/>
                </a:moveTo>
                <a:lnTo>
                  <a:pt x="0" y="172097"/>
                </a:lnTo>
                <a:lnTo>
                  <a:pt x="0" y="86372"/>
                </a:lnTo>
                <a:lnTo>
                  <a:pt x="28575" y="86372"/>
                </a:lnTo>
                <a:lnTo>
                  <a:pt x="28575" y="172097"/>
                </a:lnTo>
                <a:close/>
              </a:path>
              <a:path w="4620260" h="2701290">
                <a:moveTo>
                  <a:pt x="28575" y="57797"/>
                </a:moveTo>
                <a:lnTo>
                  <a:pt x="0" y="57797"/>
                </a:lnTo>
                <a:lnTo>
                  <a:pt x="0" y="0"/>
                </a:lnTo>
                <a:lnTo>
                  <a:pt x="56502" y="0"/>
                </a:lnTo>
                <a:lnTo>
                  <a:pt x="56502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57797"/>
                </a:lnTo>
                <a:close/>
              </a:path>
              <a:path w="4620260" h="2701290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20260" h="2701290">
                <a:moveTo>
                  <a:pt x="56502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56502" y="14287"/>
                </a:lnTo>
                <a:lnTo>
                  <a:pt x="56502" y="28574"/>
                </a:lnTo>
                <a:close/>
              </a:path>
              <a:path w="4620260" h="2701290">
                <a:moveTo>
                  <a:pt x="170802" y="28574"/>
                </a:moveTo>
                <a:lnTo>
                  <a:pt x="85077" y="28574"/>
                </a:lnTo>
                <a:lnTo>
                  <a:pt x="85077" y="0"/>
                </a:lnTo>
                <a:lnTo>
                  <a:pt x="170802" y="0"/>
                </a:lnTo>
                <a:lnTo>
                  <a:pt x="170802" y="28574"/>
                </a:lnTo>
                <a:close/>
              </a:path>
              <a:path w="4620260" h="2701290">
                <a:moveTo>
                  <a:pt x="285102" y="28574"/>
                </a:moveTo>
                <a:lnTo>
                  <a:pt x="199377" y="28574"/>
                </a:lnTo>
                <a:lnTo>
                  <a:pt x="199377" y="0"/>
                </a:lnTo>
                <a:lnTo>
                  <a:pt x="285102" y="0"/>
                </a:lnTo>
                <a:lnTo>
                  <a:pt x="285102" y="28574"/>
                </a:lnTo>
                <a:close/>
              </a:path>
              <a:path w="4620260" h="2701290">
                <a:moveTo>
                  <a:pt x="399402" y="28574"/>
                </a:moveTo>
                <a:lnTo>
                  <a:pt x="313677" y="28574"/>
                </a:lnTo>
                <a:lnTo>
                  <a:pt x="313677" y="0"/>
                </a:lnTo>
                <a:lnTo>
                  <a:pt x="399402" y="0"/>
                </a:lnTo>
                <a:lnTo>
                  <a:pt x="399402" y="28574"/>
                </a:lnTo>
                <a:close/>
              </a:path>
              <a:path w="4620260" h="2701290">
                <a:moveTo>
                  <a:pt x="513702" y="28574"/>
                </a:moveTo>
                <a:lnTo>
                  <a:pt x="427977" y="28574"/>
                </a:lnTo>
                <a:lnTo>
                  <a:pt x="427977" y="0"/>
                </a:lnTo>
                <a:lnTo>
                  <a:pt x="513702" y="0"/>
                </a:lnTo>
                <a:lnTo>
                  <a:pt x="513702" y="28574"/>
                </a:lnTo>
                <a:close/>
              </a:path>
              <a:path w="4620260" h="2701290">
                <a:moveTo>
                  <a:pt x="628002" y="28574"/>
                </a:moveTo>
                <a:lnTo>
                  <a:pt x="542277" y="28574"/>
                </a:lnTo>
                <a:lnTo>
                  <a:pt x="542277" y="0"/>
                </a:lnTo>
                <a:lnTo>
                  <a:pt x="628002" y="0"/>
                </a:lnTo>
                <a:lnTo>
                  <a:pt x="628002" y="28574"/>
                </a:lnTo>
                <a:close/>
              </a:path>
              <a:path w="4620260" h="2701290">
                <a:moveTo>
                  <a:pt x="742302" y="28574"/>
                </a:moveTo>
                <a:lnTo>
                  <a:pt x="656577" y="28574"/>
                </a:lnTo>
                <a:lnTo>
                  <a:pt x="656577" y="0"/>
                </a:lnTo>
                <a:lnTo>
                  <a:pt x="742302" y="0"/>
                </a:lnTo>
                <a:lnTo>
                  <a:pt x="742302" y="28574"/>
                </a:lnTo>
                <a:close/>
              </a:path>
              <a:path w="4620260" h="2701290">
                <a:moveTo>
                  <a:pt x="856602" y="28574"/>
                </a:moveTo>
                <a:lnTo>
                  <a:pt x="770877" y="28574"/>
                </a:lnTo>
                <a:lnTo>
                  <a:pt x="770877" y="0"/>
                </a:lnTo>
                <a:lnTo>
                  <a:pt x="856602" y="0"/>
                </a:lnTo>
                <a:lnTo>
                  <a:pt x="856602" y="28574"/>
                </a:lnTo>
                <a:close/>
              </a:path>
              <a:path w="4620260" h="2701290">
                <a:moveTo>
                  <a:pt x="970902" y="28574"/>
                </a:moveTo>
                <a:lnTo>
                  <a:pt x="885177" y="28574"/>
                </a:lnTo>
                <a:lnTo>
                  <a:pt x="885177" y="0"/>
                </a:lnTo>
                <a:lnTo>
                  <a:pt x="970902" y="0"/>
                </a:lnTo>
                <a:lnTo>
                  <a:pt x="970902" y="28574"/>
                </a:lnTo>
                <a:close/>
              </a:path>
              <a:path w="4620260" h="2701290">
                <a:moveTo>
                  <a:pt x="1085202" y="28574"/>
                </a:moveTo>
                <a:lnTo>
                  <a:pt x="999477" y="28574"/>
                </a:lnTo>
                <a:lnTo>
                  <a:pt x="999477" y="0"/>
                </a:lnTo>
                <a:lnTo>
                  <a:pt x="1085202" y="0"/>
                </a:lnTo>
                <a:lnTo>
                  <a:pt x="1085202" y="28574"/>
                </a:lnTo>
                <a:close/>
              </a:path>
              <a:path w="4620260" h="2701290">
                <a:moveTo>
                  <a:pt x="1199502" y="28574"/>
                </a:moveTo>
                <a:lnTo>
                  <a:pt x="1113777" y="28574"/>
                </a:lnTo>
                <a:lnTo>
                  <a:pt x="1113777" y="0"/>
                </a:lnTo>
                <a:lnTo>
                  <a:pt x="1199502" y="0"/>
                </a:lnTo>
                <a:lnTo>
                  <a:pt x="1199502" y="28574"/>
                </a:lnTo>
                <a:close/>
              </a:path>
              <a:path w="4620260" h="2701290">
                <a:moveTo>
                  <a:pt x="1313802" y="28574"/>
                </a:moveTo>
                <a:lnTo>
                  <a:pt x="1228077" y="28574"/>
                </a:lnTo>
                <a:lnTo>
                  <a:pt x="1228077" y="0"/>
                </a:lnTo>
                <a:lnTo>
                  <a:pt x="1313802" y="0"/>
                </a:lnTo>
                <a:lnTo>
                  <a:pt x="1313802" y="28574"/>
                </a:lnTo>
                <a:close/>
              </a:path>
              <a:path w="4620260" h="2701290">
                <a:moveTo>
                  <a:pt x="1428102" y="28574"/>
                </a:moveTo>
                <a:lnTo>
                  <a:pt x="1342377" y="28574"/>
                </a:lnTo>
                <a:lnTo>
                  <a:pt x="1342377" y="0"/>
                </a:lnTo>
                <a:lnTo>
                  <a:pt x="1428102" y="0"/>
                </a:lnTo>
                <a:lnTo>
                  <a:pt x="1428102" y="28574"/>
                </a:lnTo>
                <a:close/>
              </a:path>
              <a:path w="4620260" h="2701290">
                <a:moveTo>
                  <a:pt x="1542402" y="28574"/>
                </a:moveTo>
                <a:lnTo>
                  <a:pt x="1456677" y="28574"/>
                </a:lnTo>
                <a:lnTo>
                  <a:pt x="1456677" y="0"/>
                </a:lnTo>
                <a:lnTo>
                  <a:pt x="1542402" y="0"/>
                </a:lnTo>
                <a:lnTo>
                  <a:pt x="1542402" y="28574"/>
                </a:lnTo>
                <a:close/>
              </a:path>
              <a:path w="4620260" h="2701290">
                <a:moveTo>
                  <a:pt x="1656702" y="28574"/>
                </a:moveTo>
                <a:lnTo>
                  <a:pt x="1570977" y="28574"/>
                </a:lnTo>
                <a:lnTo>
                  <a:pt x="1570977" y="0"/>
                </a:lnTo>
                <a:lnTo>
                  <a:pt x="1656702" y="0"/>
                </a:lnTo>
                <a:lnTo>
                  <a:pt x="1656702" y="28574"/>
                </a:lnTo>
                <a:close/>
              </a:path>
              <a:path w="4620260" h="2701290">
                <a:moveTo>
                  <a:pt x="1771002" y="28574"/>
                </a:moveTo>
                <a:lnTo>
                  <a:pt x="1685277" y="28574"/>
                </a:lnTo>
                <a:lnTo>
                  <a:pt x="1685277" y="0"/>
                </a:lnTo>
                <a:lnTo>
                  <a:pt x="1771002" y="0"/>
                </a:lnTo>
                <a:lnTo>
                  <a:pt x="1771002" y="28574"/>
                </a:lnTo>
                <a:close/>
              </a:path>
              <a:path w="4620260" h="2701290">
                <a:moveTo>
                  <a:pt x="1885302" y="28574"/>
                </a:moveTo>
                <a:lnTo>
                  <a:pt x="1799577" y="28574"/>
                </a:lnTo>
                <a:lnTo>
                  <a:pt x="1799577" y="0"/>
                </a:lnTo>
                <a:lnTo>
                  <a:pt x="1885302" y="0"/>
                </a:lnTo>
                <a:lnTo>
                  <a:pt x="1885302" y="28574"/>
                </a:lnTo>
                <a:close/>
              </a:path>
              <a:path w="4620260" h="2701290">
                <a:moveTo>
                  <a:pt x="1999602" y="28574"/>
                </a:moveTo>
                <a:lnTo>
                  <a:pt x="1913877" y="28574"/>
                </a:lnTo>
                <a:lnTo>
                  <a:pt x="1913877" y="0"/>
                </a:lnTo>
                <a:lnTo>
                  <a:pt x="1999602" y="0"/>
                </a:lnTo>
                <a:lnTo>
                  <a:pt x="1999602" y="28574"/>
                </a:lnTo>
                <a:close/>
              </a:path>
              <a:path w="4620260" h="2701290">
                <a:moveTo>
                  <a:pt x="2113902" y="28574"/>
                </a:moveTo>
                <a:lnTo>
                  <a:pt x="2028177" y="28574"/>
                </a:lnTo>
                <a:lnTo>
                  <a:pt x="2028177" y="0"/>
                </a:lnTo>
                <a:lnTo>
                  <a:pt x="2113902" y="0"/>
                </a:lnTo>
                <a:lnTo>
                  <a:pt x="2113902" y="28574"/>
                </a:lnTo>
                <a:close/>
              </a:path>
              <a:path w="4620260" h="2701290">
                <a:moveTo>
                  <a:pt x="2228202" y="28574"/>
                </a:moveTo>
                <a:lnTo>
                  <a:pt x="2142477" y="28574"/>
                </a:lnTo>
                <a:lnTo>
                  <a:pt x="2142477" y="0"/>
                </a:lnTo>
                <a:lnTo>
                  <a:pt x="2228202" y="0"/>
                </a:lnTo>
                <a:lnTo>
                  <a:pt x="2228202" y="28574"/>
                </a:lnTo>
                <a:close/>
              </a:path>
              <a:path w="4620260" h="2701290">
                <a:moveTo>
                  <a:pt x="2342502" y="28574"/>
                </a:moveTo>
                <a:lnTo>
                  <a:pt x="2256777" y="28574"/>
                </a:lnTo>
                <a:lnTo>
                  <a:pt x="2256777" y="0"/>
                </a:lnTo>
                <a:lnTo>
                  <a:pt x="2342502" y="0"/>
                </a:lnTo>
                <a:lnTo>
                  <a:pt x="2342502" y="28574"/>
                </a:lnTo>
                <a:close/>
              </a:path>
              <a:path w="4620260" h="2701290">
                <a:moveTo>
                  <a:pt x="2456802" y="28574"/>
                </a:moveTo>
                <a:lnTo>
                  <a:pt x="2371077" y="28574"/>
                </a:lnTo>
                <a:lnTo>
                  <a:pt x="2371077" y="0"/>
                </a:lnTo>
                <a:lnTo>
                  <a:pt x="2456802" y="0"/>
                </a:lnTo>
                <a:lnTo>
                  <a:pt x="2456802" y="28574"/>
                </a:lnTo>
                <a:close/>
              </a:path>
              <a:path w="4620260" h="2701290">
                <a:moveTo>
                  <a:pt x="2571102" y="28574"/>
                </a:moveTo>
                <a:lnTo>
                  <a:pt x="2485377" y="28574"/>
                </a:lnTo>
                <a:lnTo>
                  <a:pt x="2485377" y="0"/>
                </a:lnTo>
                <a:lnTo>
                  <a:pt x="2571102" y="0"/>
                </a:lnTo>
                <a:lnTo>
                  <a:pt x="2571102" y="28574"/>
                </a:lnTo>
                <a:close/>
              </a:path>
              <a:path w="4620260" h="2701290">
                <a:moveTo>
                  <a:pt x="2685402" y="28574"/>
                </a:moveTo>
                <a:lnTo>
                  <a:pt x="2599677" y="28574"/>
                </a:lnTo>
                <a:lnTo>
                  <a:pt x="2599677" y="0"/>
                </a:lnTo>
                <a:lnTo>
                  <a:pt x="2685402" y="0"/>
                </a:lnTo>
                <a:lnTo>
                  <a:pt x="2685402" y="28574"/>
                </a:lnTo>
                <a:close/>
              </a:path>
              <a:path w="4620260" h="2701290">
                <a:moveTo>
                  <a:pt x="2799702" y="28574"/>
                </a:moveTo>
                <a:lnTo>
                  <a:pt x="2713977" y="28574"/>
                </a:lnTo>
                <a:lnTo>
                  <a:pt x="2713977" y="0"/>
                </a:lnTo>
                <a:lnTo>
                  <a:pt x="2799702" y="0"/>
                </a:lnTo>
                <a:lnTo>
                  <a:pt x="2799702" y="28574"/>
                </a:lnTo>
                <a:close/>
              </a:path>
              <a:path w="4620260" h="2701290">
                <a:moveTo>
                  <a:pt x="2914002" y="28574"/>
                </a:moveTo>
                <a:lnTo>
                  <a:pt x="2828277" y="28574"/>
                </a:lnTo>
                <a:lnTo>
                  <a:pt x="2828277" y="0"/>
                </a:lnTo>
                <a:lnTo>
                  <a:pt x="2914002" y="0"/>
                </a:lnTo>
                <a:lnTo>
                  <a:pt x="2914002" y="28574"/>
                </a:lnTo>
                <a:close/>
              </a:path>
              <a:path w="4620260" h="2701290">
                <a:moveTo>
                  <a:pt x="3028302" y="28574"/>
                </a:moveTo>
                <a:lnTo>
                  <a:pt x="2942577" y="28574"/>
                </a:lnTo>
                <a:lnTo>
                  <a:pt x="2942577" y="0"/>
                </a:lnTo>
                <a:lnTo>
                  <a:pt x="3028302" y="0"/>
                </a:lnTo>
                <a:lnTo>
                  <a:pt x="3028302" y="28574"/>
                </a:lnTo>
                <a:close/>
              </a:path>
              <a:path w="4620260" h="2701290">
                <a:moveTo>
                  <a:pt x="3142602" y="28574"/>
                </a:moveTo>
                <a:lnTo>
                  <a:pt x="3056877" y="28574"/>
                </a:lnTo>
                <a:lnTo>
                  <a:pt x="3056877" y="0"/>
                </a:lnTo>
                <a:lnTo>
                  <a:pt x="3142602" y="0"/>
                </a:lnTo>
                <a:lnTo>
                  <a:pt x="3142602" y="28574"/>
                </a:lnTo>
                <a:close/>
              </a:path>
              <a:path w="4620260" h="2701290">
                <a:moveTo>
                  <a:pt x="3256902" y="28574"/>
                </a:moveTo>
                <a:lnTo>
                  <a:pt x="3171177" y="28574"/>
                </a:lnTo>
                <a:lnTo>
                  <a:pt x="3171177" y="0"/>
                </a:lnTo>
                <a:lnTo>
                  <a:pt x="3256902" y="0"/>
                </a:lnTo>
                <a:lnTo>
                  <a:pt x="3256902" y="28574"/>
                </a:lnTo>
                <a:close/>
              </a:path>
              <a:path w="4620260" h="2701290">
                <a:moveTo>
                  <a:pt x="3371202" y="28574"/>
                </a:moveTo>
                <a:lnTo>
                  <a:pt x="3285477" y="28574"/>
                </a:lnTo>
                <a:lnTo>
                  <a:pt x="3285477" y="0"/>
                </a:lnTo>
                <a:lnTo>
                  <a:pt x="3371202" y="0"/>
                </a:lnTo>
                <a:lnTo>
                  <a:pt x="3371202" y="28574"/>
                </a:lnTo>
                <a:close/>
              </a:path>
              <a:path w="4620260" h="2701290">
                <a:moveTo>
                  <a:pt x="3485502" y="28574"/>
                </a:moveTo>
                <a:lnTo>
                  <a:pt x="3399777" y="28574"/>
                </a:lnTo>
                <a:lnTo>
                  <a:pt x="3399777" y="0"/>
                </a:lnTo>
                <a:lnTo>
                  <a:pt x="3485502" y="0"/>
                </a:lnTo>
                <a:lnTo>
                  <a:pt x="3485502" y="28574"/>
                </a:lnTo>
                <a:close/>
              </a:path>
              <a:path w="4620260" h="2701290">
                <a:moveTo>
                  <a:pt x="3599802" y="28574"/>
                </a:moveTo>
                <a:lnTo>
                  <a:pt x="3514077" y="28574"/>
                </a:lnTo>
                <a:lnTo>
                  <a:pt x="3514077" y="0"/>
                </a:lnTo>
                <a:lnTo>
                  <a:pt x="3599802" y="0"/>
                </a:lnTo>
                <a:lnTo>
                  <a:pt x="3599802" y="28574"/>
                </a:lnTo>
                <a:close/>
              </a:path>
              <a:path w="4620260" h="2701290">
                <a:moveTo>
                  <a:pt x="3714102" y="28574"/>
                </a:moveTo>
                <a:lnTo>
                  <a:pt x="3628377" y="28574"/>
                </a:lnTo>
                <a:lnTo>
                  <a:pt x="3628377" y="0"/>
                </a:lnTo>
                <a:lnTo>
                  <a:pt x="3714102" y="0"/>
                </a:lnTo>
                <a:lnTo>
                  <a:pt x="3714102" y="28574"/>
                </a:lnTo>
                <a:close/>
              </a:path>
              <a:path w="4620260" h="2701290">
                <a:moveTo>
                  <a:pt x="3828402" y="28574"/>
                </a:moveTo>
                <a:lnTo>
                  <a:pt x="3742677" y="28574"/>
                </a:lnTo>
                <a:lnTo>
                  <a:pt x="3742677" y="0"/>
                </a:lnTo>
                <a:lnTo>
                  <a:pt x="3828402" y="0"/>
                </a:lnTo>
                <a:lnTo>
                  <a:pt x="3828402" y="28574"/>
                </a:lnTo>
                <a:close/>
              </a:path>
              <a:path w="4620260" h="2701290">
                <a:moveTo>
                  <a:pt x="3942702" y="28574"/>
                </a:moveTo>
                <a:lnTo>
                  <a:pt x="3856977" y="28574"/>
                </a:lnTo>
                <a:lnTo>
                  <a:pt x="3856977" y="0"/>
                </a:lnTo>
                <a:lnTo>
                  <a:pt x="3942702" y="0"/>
                </a:lnTo>
                <a:lnTo>
                  <a:pt x="3942702" y="28574"/>
                </a:lnTo>
                <a:close/>
              </a:path>
              <a:path w="4620260" h="2701290">
                <a:moveTo>
                  <a:pt x="4057002" y="28574"/>
                </a:moveTo>
                <a:lnTo>
                  <a:pt x="3971277" y="28574"/>
                </a:lnTo>
                <a:lnTo>
                  <a:pt x="3971277" y="0"/>
                </a:lnTo>
                <a:lnTo>
                  <a:pt x="4057002" y="0"/>
                </a:lnTo>
                <a:lnTo>
                  <a:pt x="4057002" y="28574"/>
                </a:lnTo>
                <a:close/>
              </a:path>
              <a:path w="4620260" h="2701290">
                <a:moveTo>
                  <a:pt x="4171302" y="28574"/>
                </a:moveTo>
                <a:lnTo>
                  <a:pt x="4085577" y="28574"/>
                </a:lnTo>
                <a:lnTo>
                  <a:pt x="4085577" y="0"/>
                </a:lnTo>
                <a:lnTo>
                  <a:pt x="4171302" y="0"/>
                </a:lnTo>
                <a:lnTo>
                  <a:pt x="4171302" y="28574"/>
                </a:lnTo>
                <a:close/>
              </a:path>
              <a:path w="4620260" h="2701290">
                <a:moveTo>
                  <a:pt x="4285602" y="28574"/>
                </a:moveTo>
                <a:lnTo>
                  <a:pt x="4199877" y="28574"/>
                </a:lnTo>
                <a:lnTo>
                  <a:pt x="4199877" y="0"/>
                </a:lnTo>
                <a:lnTo>
                  <a:pt x="4285602" y="0"/>
                </a:lnTo>
                <a:lnTo>
                  <a:pt x="4285602" y="28574"/>
                </a:lnTo>
                <a:close/>
              </a:path>
              <a:path w="4620260" h="2701290">
                <a:moveTo>
                  <a:pt x="4399902" y="28574"/>
                </a:moveTo>
                <a:lnTo>
                  <a:pt x="4314177" y="28574"/>
                </a:lnTo>
                <a:lnTo>
                  <a:pt x="4314177" y="0"/>
                </a:lnTo>
                <a:lnTo>
                  <a:pt x="4399902" y="0"/>
                </a:lnTo>
                <a:lnTo>
                  <a:pt x="4399902" y="28574"/>
                </a:lnTo>
                <a:close/>
              </a:path>
              <a:path w="4620260" h="2701290">
                <a:moveTo>
                  <a:pt x="4514202" y="28574"/>
                </a:moveTo>
                <a:lnTo>
                  <a:pt x="4428477" y="28574"/>
                </a:lnTo>
                <a:lnTo>
                  <a:pt x="4428477" y="0"/>
                </a:lnTo>
                <a:lnTo>
                  <a:pt x="4514202" y="0"/>
                </a:lnTo>
                <a:lnTo>
                  <a:pt x="4514202" y="28574"/>
                </a:lnTo>
                <a:close/>
              </a:path>
              <a:path w="4620260" h="2701290">
                <a:moveTo>
                  <a:pt x="4591177" y="28574"/>
                </a:moveTo>
                <a:lnTo>
                  <a:pt x="4542777" y="28574"/>
                </a:lnTo>
                <a:lnTo>
                  <a:pt x="4542777" y="0"/>
                </a:lnTo>
                <a:lnTo>
                  <a:pt x="4619752" y="0"/>
                </a:lnTo>
                <a:lnTo>
                  <a:pt x="4619752" y="14287"/>
                </a:lnTo>
                <a:lnTo>
                  <a:pt x="4591177" y="14287"/>
                </a:lnTo>
                <a:lnTo>
                  <a:pt x="4591177" y="28574"/>
                </a:lnTo>
                <a:close/>
              </a:path>
              <a:path w="4620260" h="2701290">
                <a:moveTo>
                  <a:pt x="4619752" y="37325"/>
                </a:moveTo>
                <a:lnTo>
                  <a:pt x="4591177" y="37325"/>
                </a:lnTo>
                <a:lnTo>
                  <a:pt x="4591177" y="14287"/>
                </a:lnTo>
                <a:lnTo>
                  <a:pt x="4605464" y="28574"/>
                </a:lnTo>
                <a:lnTo>
                  <a:pt x="4619752" y="28574"/>
                </a:lnTo>
                <a:lnTo>
                  <a:pt x="4619752" y="37325"/>
                </a:lnTo>
                <a:close/>
              </a:path>
              <a:path w="4620260" h="2701290">
                <a:moveTo>
                  <a:pt x="4619752" y="28574"/>
                </a:moveTo>
                <a:lnTo>
                  <a:pt x="4605464" y="28574"/>
                </a:lnTo>
                <a:lnTo>
                  <a:pt x="4591177" y="14287"/>
                </a:lnTo>
                <a:lnTo>
                  <a:pt x="4619752" y="14287"/>
                </a:lnTo>
                <a:lnTo>
                  <a:pt x="4619752" y="28574"/>
                </a:lnTo>
                <a:close/>
              </a:path>
              <a:path w="4620260" h="2701290">
                <a:moveTo>
                  <a:pt x="4619752" y="151625"/>
                </a:moveTo>
                <a:lnTo>
                  <a:pt x="4591177" y="151625"/>
                </a:lnTo>
                <a:lnTo>
                  <a:pt x="4591177" y="65900"/>
                </a:lnTo>
                <a:lnTo>
                  <a:pt x="4619752" y="65900"/>
                </a:lnTo>
                <a:lnTo>
                  <a:pt x="4619752" y="151625"/>
                </a:lnTo>
                <a:close/>
              </a:path>
              <a:path w="4620260" h="2701290">
                <a:moveTo>
                  <a:pt x="4619752" y="265925"/>
                </a:moveTo>
                <a:lnTo>
                  <a:pt x="4591177" y="265925"/>
                </a:lnTo>
                <a:lnTo>
                  <a:pt x="4591177" y="180200"/>
                </a:lnTo>
                <a:lnTo>
                  <a:pt x="4619752" y="180200"/>
                </a:lnTo>
                <a:lnTo>
                  <a:pt x="4619752" y="265925"/>
                </a:lnTo>
                <a:close/>
              </a:path>
              <a:path w="4620260" h="2701290">
                <a:moveTo>
                  <a:pt x="4619752" y="380225"/>
                </a:moveTo>
                <a:lnTo>
                  <a:pt x="4591177" y="380225"/>
                </a:lnTo>
                <a:lnTo>
                  <a:pt x="4591177" y="294500"/>
                </a:lnTo>
                <a:lnTo>
                  <a:pt x="4619752" y="294500"/>
                </a:lnTo>
                <a:lnTo>
                  <a:pt x="4619752" y="380225"/>
                </a:lnTo>
                <a:close/>
              </a:path>
              <a:path w="4620260" h="2701290">
                <a:moveTo>
                  <a:pt x="4619752" y="494525"/>
                </a:moveTo>
                <a:lnTo>
                  <a:pt x="4591177" y="494525"/>
                </a:lnTo>
                <a:lnTo>
                  <a:pt x="4591177" y="408800"/>
                </a:lnTo>
                <a:lnTo>
                  <a:pt x="4619752" y="408800"/>
                </a:lnTo>
                <a:lnTo>
                  <a:pt x="4619752" y="494525"/>
                </a:lnTo>
                <a:close/>
              </a:path>
              <a:path w="4620260" h="2701290">
                <a:moveTo>
                  <a:pt x="4619752" y="608825"/>
                </a:moveTo>
                <a:lnTo>
                  <a:pt x="4591177" y="608825"/>
                </a:lnTo>
                <a:lnTo>
                  <a:pt x="4591177" y="523100"/>
                </a:lnTo>
                <a:lnTo>
                  <a:pt x="4619752" y="523100"/>
                </a:lnTo>
                <a:lnTo>
                  <a:pt x="4619752" y="608825"/>
                </a:lnTo>
                <a:close/>
              </a:path>
              <a:path w="4620260" h="2701290">
                <a:moveTo>
                  <a:pt x="4619752" y="723125"/>
                </a:moveTo>
                <a:lnTo>
                  <a:pt x="4591177" y="723125"/>
                </a:lnTo>
                <a:lnTo>
                  <a:pt x="4591177" y="637400"/>
                </a:lnTo>
                <a:lnTo>
                  <a:pt x="4619752" y="637400"/>
                </a:lnTo>
                <a:lnTo>
                  <a:pt x="4619752" y="723125"/>
                </a:lnTo>
                <a:close/>
              </a:path>
              <a:path w="4620260" h="2701290">
                <a:moveTo>
                  <a:pt x="4619752" y="837425"/>
                </a:moveTo>
                <a:lnTo>
                  <a:pt x="4591177" y="837425"/>
                </a:lnTo>
                <a:lnTo>
                  <a:pt x="4591177" y="751700"/>
                </a:lnTo>
                <a:lnTo>
                  <a:pt x="4619752" y="751700"/>
                </a:lnTo>
                <a:lnTo>
                  <a:pt x="4619752" y="837425"/>
                </a:lnTo>
                <a:close/>
              </a:path>
              <a:path w="4620260" h="2701290">
                <a:moveTo>
                  <a:pt x="4619752" y="951725"/>
                </a:moveTo>
                <a:lnTo>
                  <a:pt x="4591177" y="951725"/>
                </a:lnTo>
                <a:lnTo>
                  <a:pt x="4591177" y="866000"/>
                </a:lnTo>
                <a:lnTo>
                  <a:pt x="4619752" y="866000"/>
                </a:lnTo>
                <a:lnTo>
                  <a:pt x="4619752" y="951725"/>
                </a:lnTo>
                <a:close/>
              </a:path>
              <a:path w="4620260" h="2701290">
                <a:moveTo>
                  <a:pt x="4619752" y="1066025"/>
                </a:moveTo>
                <a:lnTo>
                  <a:pt x="4591177" y="1066025"/>
                </a:lnTo>
                <a:lnTo>
                  <a:pt x="4591177" y="980300"/>
                </a:lnTo>
                <a:lnTo>
                  <a:pt x="4619752" y="980300"/>
                </a:lnTo>
                <a:lnTo>
                  <a:pt x="4619752" y="1066025"/>
                </a:lnTo>
                <a:close/>
              </a:path>
              <a:path w="4620260" h="2701290">
                <a:moveTo>
                  <a:pt x="4619752" y="1180325"/>
                </a:moveTo>
                <a:lnTo>
                  <a:pt x="4591177" y="1180325"/>
                </a:lnTo>
                <a:lnTo>
                  <a:pt x="4591177" y="1094600"/>
                </a:lnTo>
                <a:lnTo>
                  <a:pt x="4619752" y="1094600"/>
                </a:lnTo>
                <a:lnTo>
                  <a:pt x="4619752" y="1180325"/>
                </a:lnTo>
                <a:close/>
              </a:path>
              <a:path w="4620260" h="2701290">
                <a:moveTo>
                  <a:pt x="4619752" y="1294625"/>
                </a:moveTo>
                <a:lnTo>
                  <a:pt x="4591177" y="1294625"/>
                </a:lnTo>
                <a:lnTo>
                  <a:pt x="4591177" y="1208900"/>
                </a:lnTo>
                <a:lnTo>
                  <a:pt x="4619752" y="1208900"/>
                </a:lnTo>
                <a:lnTo>
                  <a:pt x="4619752" y="1294625"/>
                </a:lnTo>
                <a:close/>
              </a:path>
              <a:path w="4620260" h="2701290">
                <a:moveTo>
                  <a:pt x="4619752" y="1408925"/>
                </a:moveTo>
                <a:lnTo>
                  <a:pt x="4591177" y="1408925"/>
                </a:lnTo>
                <a:lnTo>
                  <a:pt x="4591177" y="1323200"/>
                </a:lnTo>
                <a:lnTo>
                  <a:pt x="4619752" y="1323200"/>
                </a:lnTo>
                <a:lnTo>
                  <a:pt x="4619752" y="1408925"/>
                </a:lnTo>
                <a:close/>
              </a:path>
              <a:path w="4620260" h="2701290">
                <a:moveTo>
                  <a:pt x="4619752" y="1523225"/>
                </a:moveTo>
                <a:lnTo>
                  <a:pt x="4591177" y="1523225"/>
                </a:lnTo>
                <a:lnTo>
                  <a:pt x="4591177" y="1437500"/>
                </a:lnTo>
                <a:lnTo>
                  <a:pt x="4619752" y="1437500"/>
                </a:lnTo>
                <a:lnTo>
                  <a:pt x="4619752" y="1523225"/>
                </a:lnTo>
                <a:close/>
              </a:path>
              <a:path w="4620260" h="2701290">
                <a:moveTo>
                  <a:pt x="4619752" y="1637525"/>
                </a:moveTo>
                <a:lnTo>
                  <a:pt x="4591177" y="1637525"/>
                </a:lnTo>
                <a:lnTo>
                  <a:pt x="4591177" y="1551800"/>
                </a:lnTo>
                <a:lnTo>
                  <a:pt x="4619752" y="1551800"/>
                </a:lnTo>
                <a:lnTo>
                  <a:pt x="4619752" y="1637525"/>
                </a:lnTo>
                <a:close/>
              </a:path>
              <a:path w="4620260" h="2701290">
                <a:moveTo>
                  <a:pt x="4619752" y="1751825"/>
                </a:moveTo>
                <a:lnTo>
                  <a:pt x="4591177" y="1751825"/>
                </a:lnTo>
                <a:lnTo>
                  <a:pt x="4591177" y="1666100"/>
                </a:lnTo>
                <a:lnTo>
                  <a:pt x="4619752" y="1666100"/>
                </a:lnTo>
                <a:lnTo>
                  <a:pt x="4619752" y="1751825"/>
                </a:lnTo>
                <a:close/>
              </a:path>
              <a:path w="4620260" h="2701290">
                <a:moveTo>
                  <a:pt x="4619752" y="1866125"/>
                </a:moveTo>
                <a:lnTo>
                  <a:pt x="4591177" y="1866125"/>
                </a:lnTo>
                <a:lnTo>
                  <a:pt x="4591177" y="1780400"/>
                </a:lnTo>
                <a:lnTo>
                  <a:pt x="4619752" y="1780400"/>
                </a:lnTo>
                <a:lnTo>
                  <a:pt x="4619752" y="1866125"/>
                </a:lnTo>
                <a:close/>
              </a:path>
              <a:path w="4620260" h="2701290">
                <a:moveTo>
                  <a:pt x="4619752" y="1980425"/>
                </a:moveTo>
                <a:lnTo>
                  <a:pt x="4591177" y="1980425"/>
                </a:lnTo>
                <a:lnTo>
                  <a:pt x="4591177" y="1894700"/>
                </a:lnTo>
                <a:lnTo>
                  <a:pt x="4619752" y="1894700"/>
                </a:lnTo>
                <a:lnTo>
                  <a:pt x="4619752" y="1980425"/>
                </a:lnTo>
                <a:close/>
              </a:path>
              <a:path w="4620260" h="2701290">
                <a:moveTo>
                  <a:pt x="4619752" y="2094725"/>
                </a:moveTo>
                <a:lnTo>
                  <a:pt x="4591177" y="2094725"/>
                </a:lnTo>
                <a:lnTo>
                  <a:pt x="4591177" y="2009000"/>
                </a:lnTo>
                <a:lnTo>
                  <a:pt x="4619752" y="2009000"/>
                </a:lnTo>
                <a:lnTo>
                  <a:pt x="4619752" y="2094725"/>
                </a:lnTo>
                <a:close/>
              </a:path>
              <a:path w="4620260" h="2701290">
                <a:moveTo>
                  <a:pt x="4619752" y="2209025"/>
                </a:moveTo>
                <a:lnTo>
                  <a:pt x="4591177" y="2209025"/>
                </a:lnTo>
                <a:lnTo>
                  <a:pt x="4591177" y="2123300"/>
                </a:lnTo>
                <a:lnTo>
                  <a:pt x="4619752" y="2123300"/>
                </a:lnTo>
                <a:lnTo>
                  <a:pt x="4619752" y="2209025"/>
                </a:lnTo>
                <a:close/>
              </a:path>
              <a:path w="4620260" h="2701290">
                <a:moveTo>
                  <a:pt x="4619752" y="2323325"/>
                </a:moveTo>
                <a:lnTo>
                  <a:pt x="4591177" y="2323325"/>
                </a:lnTo>
                <a:lnTo>
                  <a:pt x="4591177" y="2237600"/>
                </a:lnTo>
                <a:lnTo>
                  <a:pt x="4619752" y="2237600"/>
                </a:lnTo>
                <a:lnTo>
                  <a:pt x="4619752" y="2323325"/>
                </a:lnTo>
                <a:close/>
              </a:path>
              <a:path w="4620260" h="2701290">
                <a:moveTo>
                  <a:pt x="4619752" y="2437625"/>
                </a:moveTo>
                <a:lnTo>
                  <a:pt x="4591177" y="2437625"/>
                </a:lnTo>
                <a:lnTo>
                  <a:pt x="4591177" y="2351900"/>
                </a:lnTo>
                <a:lnTo>
                  <a:pt x="4619752" y="2351900"/>
                </a:lnTo>
                <a:lnTo>
                  <a:pt x="4619752" y="2437625"/>
                </a:lnTo>
                <a:close/>
              </a:path>
              <a:path w="4620260" h="2701290">
                <a:moveTo>
                  <a:pt x="4619752" y="2551925"/>
                </a:moveTo>
                <a:lnTo>
                  <a:pt x="4591177" y="2551925"/>
                </a:lnTo>
                <a:lnTo>
                  <a:pt x="4591177" y="2466200"/>
                </a:lnTo>
                <a:lnTo>
                  <a:pt x="4619752" y="2466200"/>
                </a:lnTo>
                <a:lnTo>
                  <a:pt x="4619752" y="2551925"/>
                </a:lnTo>
                <a:close/>
              </a:path>
              <a:path w="4620260" h="2701290">
                <a:moveTo>
                  <a:pt x="4619752" y="2666225"/>
                </a:moveTo>
                <a:lnTo>
                  <a:pt x="4591177" y="2666225"/>
                </a:lnTo>
                <a:lnTo>
                  <a:pt x="4591177" y="2580500"/>
                </a:lnTo>
                <a:lnTo>
                  <a:pt x="4619752" y="2580500"/>
                </a:lnTo>
                <a:lnTo>
                  <a:pt x="4619752" y="2666225"/>
                </a:lnTo>
                <a:close/>
              </a:path>
              <a:path w="4620260" h="2701290">
                <a:moveTo>
                  <a:pt x="4597361" y="2700985"/>
                </a:moveTo>
                <a:lnTo>
                  <a:pt x="4511636" y="2700985"/>
                </a:lnTo>
                <a:lnTo>
                  <a:pt x="4511636" y="2672410"/>
                </a:lnTo>
                <a:lnTo>
                  <a:pt x="4597361" y="2672410"/>
                </a:lnTo>
                <a:lnTo>
                  <a:pt x="4597361" y="2700985"/>
                </a:lnTo>
                <a:close/>
              </a:path>
              <a:path w="4620260" h="2701290">
                <a:moveTo>
                  <a:pt x="4483061" y="2700985"/>
                </a:moveTo>
                <a:lnTo>
                  <a:pt x="4397336" y="2700985"/>
                </a:lnTo>
                <a:lnTo>
                  <a:pt x="4397336" y="2672410"/>
                </a:lnTo>
                <a:lnTo>
                  <a:pt x="4483061" y="2672410"/>
                </a:lnTo>
                <a:lnTo>
                  <a:pt x="4483061" y="2700985"/>
                </a:lnTo>
                <a:close/>
              </a:path>
              <a:path w="4620260" h="2701290">
                <a:moveTo>
                  <a:pt x="4368761" y="2700985"/>
                </a:moveTo>
                <a:lnTo>
                  <a:pt x="4283036" y="2700985"/>
                </a:lnTo>
                <a:lnTo>
                  <a:pt x="4283036" y="2672410"/>
                </a:lnTo>
                <a:lnTo>
                  <a:pt x="4368761" y="2672410"/>
                </a:lnTo>
                <a:lnTo>
                  <a:pt x="4368761" y="2700985"/>
                </a:lnTo>
                <a:close/>
              </a:path>
              <a:path w="4620260" h="2701290">
                <a:moveTo>
                  <a:pt x="4254461" y="2700985"/>
                </a:moveTo>
                <a:lnTo>
                  <a:pt x="4168736" y="2700985"/>
                </a:lnTo>
                <a:lnTo>
                  <a:pt x="4168736" y="2672410"/>
                </a:lnTo>
                <a:lnTo>
                  <a:pt x="4254461" y="2672410"/>
                </a:lnTo>
                <a:lnTo>
                  <a:pt x="4254461" y="2700985"/>
                </a:lnTo>
                <a:close/>
              </a:path>
              <a:path w="4620260" h="2701290">
                <a:moveTo>
                  <a:pt x="4140161" y="2700985"/>
                </a:moveTo>
                <a:lnTo>
                  <a:pt x="4054436" y="2700985"/>
                </a:lnTo>
                <a:lnTo>
                  <a:pt x="4054436" y="2672410"/>
                </a:lnTo>
                <a:lnTo>
                  <a:pt x="4140161" y="2672410"/>
                </a:lnTo>
                <a:lnTo>
                  <a:pt x="4140161" y="2700985"/>
                </a:lnTo>
                <a:close/>
              </a:path>
              <a:path w="4620260" h="2701290">
                <a:moveTo>
                  <a:pt x="4025861" y="2700985"/>
                </a:moveTo>
                <a:lnTo>
                  <a:pt x="3940136" y="2700985"/>
                </a:lnTo>
                <a:lnTo>
                  <a:pt x="3940136" y="2672410"/>
                </a:lnTo>
                <a:lnTo>
                  <a:pt x="4025861" y="2672410"/>
                </a:lnTo>
                <a:lnTo>
                  <a:pt x="4025861" y="2700985"/>
                </a:lnTo>
                <a:close/>
              </a:path>
              <a:path w="4620260" h="2701290">
                <a:moveTo>
                  <a:pt x="3911561" y="2700985"/>
                </a:moveTo>
                <a:lnTo>
                  <a:pt x="3825836" y="2700985"/>
                </a:lnTo>
                <a:lnTo>
                  <a:pt x="3825836" y="2672410"/>
                </a:lnTo>
                <a:lnTo>
                  <a:pt x="3911561" y="2672410"/>
                </a:lnTo>
                <a:lnTo>
                  <a:pt x="3911561" y="2700985"/>
                </a:lnTo>
                <a:close/>
              </a:path>
              <a:path w="4620260" h="2701290">
                <a:moveTo>
                  <a:pt x="3797261" y="2700985"/>
                </a:moveTo>
                <a:lnTo>
                  <a:pt x="3711536" y="2700985"/>
                </a:lnTo>
                <a:lnTo>
                  <a:pt x="3711536" y="2672410"/>
                </a:lnTo>
                <a:lnTo>
                  <a:pt x="3797261" y="2672410"/>
                </a:lnTo>
                <a:lnTo>
                  <a:pt x="3797261" y="2700985"/>
                </a:lnTo>
                <a:close/>
              </a:path>
              <a:path w="4620260" h="2701290">
                <a:moveTo>
                  <a:pt x="3682961" y="2700985"/>
                </a:moveTo>
                <a:lnTo>
                  <a:pt x="3597236" y="2700985"/>
                </a:lnTo>
                <a:lnTo>
                  <a:pt x="3597236" y="2672410"/>
                </a:lnTo>
                <a:lnTo>
                  <a:pt x="3682961" y="2672410"/>
                </a:lnTo>
                <a:lnTo>
                  <a:pt x="3682961" y="2700985"/>
                </a:lnTo>
                <a:close/>
              </a:path>
              <a:path w="4620260" h="2701290">
                <a:moveTo>
                  <a:pt x="3568661" y="2700985"/>
                </a:moveTo>
                <a:lnTo>
                  <a:pt x="3482936" y="2700985"/>
                </a:lnTo>
                <a:lnTo>
                  <a:pt x="3482936" y="2672410"/>
                </a:lnTo>
                <a:lnTo>
                  <a:pt x="3568661" y="2672410"/>
                </a:lnTo>
                <a:lnTo>
                  <a:pt x="3568661" y="2700985"/>
                </a:lnTo>
                <a:close/>
              </a:path>
              <a:path w="4620260" h="2701290">
                <a:moveTo>
                  <a:pt x="3454361" y="2700985"/>
                </a:moveTo>
                <a:lnTo>
                  <a:pt x="3368636" y="2700985"/>
                </a:lnTo>
                <a:lnTo>
                  <a:pt x="3368636" y="2672410"/>
                </a:lnTo>
                <a:lnTo>
                  <a:pt x="3454361" y="2672410"/>
                </a:lnTo>
                <a:lnTo>
                  <a:pt x="3454361" y="2700985"/>
                </a:lnTo>
                <a:close/>
              </a:path>
              <a:path w="4620260" h="2701290">
                <a:moveTo>
                  <a:pt x="3340061" y="2700985"/>
                </a:moveTo>
                <a:lnTo>
                  <a:pt x="3254336" y="2700985"/>
                </a:lnTo>
                <a:lnTo>
                  <a:pt x="3254336" y="2672410"/>
                </a:lnTo>
                <a:lnTo>
                  <a:pt x="3340061" y="2672410"/>
                </a:lnTo>
                <a:lnTo>
                  <a:pt x="3340061" y="2700985"/>
                </a:lnTo>
                <a:close/>
              </a:path>
              <a:path w="4620260" h="2701290">
                <a:moveTo>
                  <a:pt x="3225761" y="2700985"/>
                </a:moveTo>
                <a:lnTo>
                  <a:pt x="3140036" y="2700985"/>
                </a:lnTo>
                <a:lnTo>
                  <a:pt x="3140036" y="2672410"/>
                </a:lnTo>
                <a:lnTo>
                  <a:pt x="3225761" y="2672410"/>
                </a:lnTo>
                <a:lnTo>
                  <a:pt x="3225761" y="2700985"/>
                </a:lnTo>
                <a:close/>
              </a:path>
              <a:path w="4620260" h="2701290">
                <a:moveTo>
                  <a:pt x="3111461" y="2700985"/>
                </a:moveTo>
                <a:lnTo>
                  <a:pt x="3025736" y="2700985"/>
                </a:lnTo>
                <a:lnTo>
                  <a:pt x="3025736" y="2672410"/>
                </a:lnTo>
                <a:lnTo>
                  <a:pt x="3111461" y="2672410"/>
                </a:lnTo>
                <a:lnTo>
                  <a:pt x="3111461" y="2700985"/>
                </a:lnTo>
                <a:close/>
              </a:path>
              <a:path w="4620260" h="2701290">
                <a:moveTo>
                  <a:pt x="2997161" y="2700985"/>
                </a:moveTo>
                <a:lnTo>
                  <a:pt x="2911436" y="2700985"/>
                </a:lnTo>
                <a:lnTo>
                  <a:pt x="2911436" y="2672410"/>
                </a:lnTo>
                <a:lnTo>
                  <a:pt x="2997161" y="2672410"/>
                </a:lnTo>
                <a:lnTo>
                  <a:pt x="2997161" y="2700985"/>
                </a:lnTo>
                <a:close/>
              </a:path>
              <a:path w="4620260" h="2701290">
                <a:moveTo>
                  <a:pt x="2882861" y="2700985"/>
                </a:moveTo>
                <a:lnTo>
                  <a:pt x="2797136" y="2700985"/>
                </a:lnTo>
                <a:lnTo>
                  <a:pt x="2797136" y="2672410"/>
                </a:lnTo>
                <a:lnTo>
                  <a:pt x="2882861" y="2672410"/>
                </a:lnTo>
                <a:lnTo>
                  <a:pt x="2882861" y="2700985"/>
                </a:lnTo>
                <a:close/>
              </a:path>
              <a:path w="4620260" h="2701290">
                <a:moveTo>
                  <a:pt x="2768561" y="2700985"/>
                </a:moveTo>
                <a:lnTo>
                  <a:pt x="2682836" y="2700985"/>
                </a:lnTo>
                <a:lnTo>
                  <a:pt x="2682836" y="2672410"/>
                </a:lnTo>
                <a:lnTo>
                  <a:pt x="2768561" y="2672410"/>
                </a:lnTo>
                <a:lnTo>
                  <a:pt x="2768561" y="2700985"/>
                </a:lnTo>
                <a:close/>
              </a:path>
              <a:path w="4620260" h="2701290">
                <a:moveTo>
                  <a:pt x="2654261" y="2700985"/>
                </a:moveTo>
                <a:lnTo>
                  <a:pt x="2568536" y="2700985"/>
                </a:lnTo>
                <a:lnTo>
                  <a:pt x="2568536" y="2672410"/>
                </a:lnTo>
                <a:lnTo>
                  <a:pt x="2654261" y="2672410"/>
                </a:lnTo>
                <a:lnTo>
                  <a:pt x="2654261" y="2700985"/>
                </a:lnTo>
                <a:close/>
              </a:path>
              <a:path w="4620260" h="2701290">
                <a:moveTo>
                  <a:pt x="2539961" y="2700985"/>
                </a:moveTo>
                <a:lnTo>
                  <a:pt x="2454236" y="2700985"/>
                </a:lnTo>
                <a:lnTo>
                  <a:pt x="2454236" y="2672410"/>
                </a:lnTo>
                <a:lnTo>
                  <a:pt x="2539961" y="2672410"/>
                </a:lnTo>
                <a:lnTo>
                  <a:pt x="2539961" y="2700985"/>
                </a:lnTo>
                <a:close/>
              </a:path>
              <a:path w="4620260" h="2701290">
                <a:moveTo>
                  <a:pt x="2425661" y="2700985"/>
                </a:moveTo>
                <a:lnTo>
                  <a:pt x="2339936" y="2700985"/>
                </a:lnTo>
                <a:lnTo>
                  <a:pt x="2339936" y="2672410"/>
                </a:lnTo>
                <a:lnTo>
                  <a:pt x="2425661" y="2672410"/>
                </a:lnTo>
                <a:lnTo>
                  <a:pt x="2425661" y="2700985"/>
                </a:lnTo>
                <a:close/>
              </a:path>
              <a:path w="4620260" h="2701290">
                <a:moveTo>
                  <a:pt x="2311361" y="2700985"/>
                </a:moveTo>
                <a:lnTo>
                  <a:pt x="2225636" y="2700985"/>
                </a:lnTo>
                <a:lnTo>
                  <a:pt x="2225636" y="2672410"/>
                </a:lnTo>
                <a:lnTo>
                  <a:pt x="2311361" y="2672410"/>
                </a:lnTo>
                <a:lnTo>
                  <a:pt x="2311361" y="2700985"/>
                </a:lnTo>
                <a:close/>
              </a:path>
              <a:path w="4620260" h="2701290">
                <a:moveTo>
                  <a:pt x="2197061" y="2700985"/>
                </a:moveTo>
                <a:lnTo>
                  <a:pt x="2111336" y="2700985"/>
                </a:lnTo>
                <a:lnTo>
                  <a:pt x="2111336" y="2672410"/>
                </a:lnTo>
                <a:lnTo>
                  <a:pt x="2197061" y="2672410"/>
                </a:lnTo>
                <a:lnTo>
                  <a:pt x="2197061" y="2700985"/>
                </a:lnTo>
                <a:close/>
              </a:path>
              <a:path w="4620260" h="2701290">
                <a:moveTo>
                  <a:pt x="2082761" y="2700985"/>
                </a:moveTo>
                <a:lnTo>
                  <a:pt x="1997036" y="2700985"/>
                </a:lnTo>
                <a:lnTo>
                  <a:pt x="1997036" y="2672410"/>
                </a:lnTo>
                <a:lnTo>
                  <a:pt x="2082761" y="2672410"/>
                </a:lnTo>
                <a:lnTo>
                  <a:pt x="2082761" y="2700985"/>
                </a:lnTo>
                <a:close/>
              </a:path>
              <a:path w="4620260" h="2701290">
                <a:moveTo>
                  <a:pt x="1968461" y="2700985"/>
                </a:moveTo>
                <a:lnTo>
                  <a:pt x="1882736" y="2700985"/>
                </a:lnTo>
                <a:lnTo>
                  <a:pt x="1882736" y="2672410"/>
                </a:lnTo>
                <a:lnTo>
                  <a:pt x="1968461" y="2672410"/>
                </a:lnTo>
                <a:lnTo>
                  <a:pt x="1968461" y="2700985"/>
                </a:lnTo>
                <a:close/>
              </a:path>
              <a:path w="4620260" h="2701290">
                <a:moveTo>
                  <a:pt x="1854161" y="2700985"/>
                </a:moveTo>
                <a:lnTo>
                  <a:pt x="1768436" y="2700985"/>
                </a:lnTo>
                <a:lnTo>
                  <a:pt x="1768436" y="2672410"/>
                </a:lnTo>
                <a:lnTo>
                  <a:pt x="1854161" y="2672410"/>
                </a:lnTo>
                <a:lnTo>
                  <a:pt x="1854161" y="2700985"/>
                </a:lnTo>
                <a:close/>
              </a:path>
              <a:path w="4620260" h="2701290">
                <a:moveTo>
                  <a:pt x="1739861" y="2700985"/>
                </a:moveTo>
                <a:lnTo>
                  <a:pt x="1654136" y="2700985"/>
                </a:lnTo>
                <a:lnTo>
                  <a:pt x="1654136" y="2672410"/>
                </a:lnTo>
                <a:lnTo>
                  <a:pt x="1739861" y="2672410"/>
                </a:lnTo>
                <a:lnTo>
                  <a:pt x="1739861" y="2700985"/>
                </a:lnTo>
                <a:close/>
              </a:path>
              <a:path w="4620260" h="2701290">
                <a:moveTo>
                  <a:pt x="1625561" y="2700985"/>
                </a:moveTo>
                <a:lnTo>
                  <a:pt x="1539836" y="2700985"/>
                </a:lnTo>
                <a:lnTo>
                  <a:pt x="1539836" y="2672410"/>
                </a:lnTo>
                <a:lnTo>
                  <a:pt x="1625561" y="2672410"/>
                </a:lnTo>
                <a:lnTo>
                  <a:pt x="1625561" y="2700985"/>
                </a:lnTo>
                <a:close/>
              </a:path>
              <a:path w="4620260" h="2701290">
                <a:moveTo>
                  <a:pt x="1511261" y="2700985"/>
                </a:moveTo>
                <a:lnTo>
                  <a:pt x="1425536" y="2700985"/>
                </a:lnTo>
                <a:lnTo>
                  <a:pt x="1425536" y="2672410"/>
                </a:lnTo>
                <a:lnTo>
                  <a:pt x="1511261" y="2672410"/>
                </a:lnTo>
                <a:lnTo>
                  <a:pt x="1511261" y="2700985"/>
                </a:lnTo>
                <a:close/>
              </a:path>
              <a:path w="4620260" h="2701290">
                <a:moveTo>
                  <a:pt x="1396961" y="2700985"/>
                </a:moveTo>
                <a:lnTo>
                  <a:pt x="1311236" y="2700985"/>
                </a:lnTo>
                <a:lnTo>
                  <a:pt x="1311236" y="2672410"/>
                </a:lnTo>
                <a:lnTo>
                  <a:pt x="1396961" y="2672410"/>
                </a:lnTo>
                <a:lnTo>
                  <a:pt x="1396961" y="2700985"/>
                </a:lnTo>
                <a:close/>
              </a:path>
              <a:path w="4620260" h="2701290">
                <a:moveTo>
                  <a:pt x="1282661" y="2700985"/>
                </a:moveTo>
                <a:lnTo>
                  <a:pt x="1196936" y="2700985"/>
                </a:lnTo>
                <a:lnTo>
                  <a:pt x="1196936" y="2672410"/>
                </a:lnTo>
                <a:lnTo>
                  <a:pt x="1282661" y="2672410"/>
                </a:lnTo>
                <a:lnTo>
                  <a:pt x="1282661" y="2700985"/>
                </a:lnTo>
                <a:close/>
              </a:path>
              <a:path w="4620260" h="2701290">
                <a:moveTo>
                  <a:pt x="1168361" y="2700985"/>
                </a:moveTo>
                <a:lnTo>
                  <a:pt x="1082636" y="2700985"/>
                </a:lnTo>
                <a:lnTo>
                  <a:pt x="1082636" y="2672410"/>
                </a:lnTo>
                <a:lnTo>
                  <a:pt x="1168361" y="2672410"/>
                </a:lnTo>
                <a:lnTo>
                  <a:pt x="1168361" y="2700985"/>
                </a:lnTo>
                <a:close/>
              </a:path>
              <a:path w="4620260" h="2701290">
                <a:moveTo>
                  <a:pt x="1054061" y="2700985"/>
                </a:moveTo>
                <a:lnTo>
                  <a:pt x="968336" y="2700985"/>
                </a:lnTo>
                <a:lnTo>
                  <a:pt x="968336" y="2672410"/>
                </a:lnTo>
                <a:lnTo>
                  <a:pt x="1054061" y="2672410"/>
                </a:lnTo>
                <a:lnTo>
                  <a:pt x="1054061" y="2700985"/>
                </a:lnTo>
                <a:close/>
              </a:path>
              <a:path w="4620260" h="2701290">
                <a:moveTo>
                  <a:pt x="939761" y="2700985"/>
                </a:moveTo>
                <a:lnTo>
                  <a:pt x="854036" y="2700985"/>
                </a:lnTo>
                <a:lnTo>
                  <a:pt x="854036" y="2672410"/>
                </a:lnTo>
                <a:lnTo>
                  <a:pt x="939761" y="2672410"/>
                </a:lnTo>
                <a:lnTo>
                  <a:pt x="939761" y="2700985"/>
                </a:lnTo>
                <a:close/>
              </a:path>
              <a:path w="4620260" h="2701290">
                <a:moveTo>
                  <a:pt x="825461" y="2700985"/>
                </a:moveTo>
                <a:lnTo>
                  <a:pt x="739736" y="2700985"/>
                </a:lnTo>
                <a:lnTo>
                  <a:pt x="739736" y="2672410"/>
                </a:lnTo>
                <a:lnTo>
                  <a:pt x="825461" y="2672410"/>
                </a:lnTo>
                <a:lnTo>
                  <a:pt x="825461" y="2700985"/>
                </a:lnTo>
                <a:close/>
              </a:path>
              <a:path w="4620260" h="2701290">
                <a:moveTo>
                  <a:pt x="711161" y="2700985"/>
                </a:moveTo>
                <a:lnTo>
                  <a:pt x="625436" y="2700985"/>
                </a:lnTo>
                <a:lnTo>
                  <a:pt x="625436" y="2672410"/>
                </a:lnTo>
                <a:lnTo>
                  <a:pt x="711161" y="2672410"/>
                </a:lnTo>
                <a:lnTo>
                  <a:pt x="711161" y="2700985"/>
                </a:lnTo>
                <a:close/>
              </a:path>
              <a:path w="4620260" h="2701290">
                <a:moveTo>
                  <a:pt x="596861" y="2700985"/>
                </a:moveTo>
                <a:lnTo>
                  <a:pt x="511136" y="2700985"/>
                </a:lnTo>
                <a:lnTo>
                  <a:pt x="511136" y="2672410"/>
                </a:lnTo>
                <a:lnTo>
                  <a:pt x="596861" y="2672410"/>
                </a:lnTo>
                <a:lnTo>
                  <a:pt x="596861" y="2700985"/>
                </a:lnTo>
                <a:close/>
              </a:path>
              <a:path w="4620260" h="2701290">
                <a:moveTo>
                  <a:pt x="482561" y="2700985"/>
                </a:moveTo>
                <a:lnTo>
                  <a:pt x="396836" y="2700985"/>
                </a:lnTo>
                <a:lnTo>
                  <a:pt x="396836" y="2672410"/>
                </a:lnTo>
                <a:lnTo>
                  <a:pt x="482561" y="2672410"/>
                </a:lnTo>
                <a:lnTo>
                  <a:pt x="482561" y="2700985"/>
                </a:lnTo>
                <a:close/>
              </a:path>
              <a:path w="4620260" h="2701290">
                <a:moveTo>
                  <a:pt x="368261" y="2700985"/>
                </a:moveTo>
                <a:lnTo>
                  <a:pt x="282536" y="2700985"/>
                </a:lnTo>
                <a:lnTo>
                  <a:pt x="282536" y="2672410"/>
                </a:lnTo>
                <a:lnTo>
                  <a:pt x="368261" y="2672410"/>
                </a:lnTo>
                <a:lnTo>
                  <a:pt x="368261" y="2700985"/>
                </a:lnTo>
                <a:close/>
              </a:path>
              <a:path w="4620260" h="2701290">
                <a:moveTo>
                  <a:pt x="253961" y="2700985"/>
                </a:moveTo>
                <a:lnTo>
                  <a:pt x="168236" y="2700985"/>
                </a:lnTo>
                <a:lnTo>
                  <a:pt x="168236" y="2672410"/>
                </a:lnTo>
                <a:lnTo>
                  <a:pt x="253961" y="2672410"/>
                </a:lnTo>
                <a:lnTo>
                  <a:pt x="253961" y="2700985"/>
                </a:lnTo>
                <a:close/>
              </a:path>
              <a:path w="4620260" h="2701290">
                <a:moveTo>
                  <a:pt x="139661" y="2700985"/>
                </a:moveTo>
                <a:lnTo>
                  <a:pt x="53936" y="2700985"/>
                </a:lnTo>
                <a:lnTo>
                  <a:pt x="53936" y="2672410"/>
                </a:lnTo>
                <a:lnTo>
                  <a:pt x="139661" y="2672410"/>
                </a:lnTo>
                <a:lnTo>
                  <a:pt x="139661" y="27009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4699266" y="2592209"/>
            <a:ext cx="1741805" cy="302895"/>
          </a:xfrm>
          <a:custGeom>
            <a:avLst/>
            <a:gdLst/>
            <a:ahLst/>
            <a:cxnLst/>
            <a:rect l="l" t="t" r="r" b="b"/>
            <a:pathLst>
              <a:path w="1741804" h="302894">
                <a:moveTo>
                  <a:pt x="1549888" y="75644"/>
                </a:moveTo>
                <a:lnTo>
                  <a:pt x="1540662" y="0"/>
                </a:lnTo>
                <a:lnTo>
                  <a:pt x="1728700" y="66992"/>
                </a:lnTo>
                <a:lnTo>
                  <a:pt x="1620799" y="66992"/>
                </a:lnTo>
                <a:lnTo>
                  <a:pt x="1549888" y="75644"/>
                </a:lnTo>
                <a:close/>
              </a:path>
              <a:path w="1741804" h="302894">
                <a:moveTo>
                  <a:pt x="1554500" y="113464"/>
                </a:moveTo>
                <a:lnTo>
                  <a:pt x="1549888" y="75644"/>
                </a:lnTo>
                <a:lnTo>
                  <a:pt x="1620799" y="66992"/>
                </a:lnTo>
                <a:lnTo>
                  <a:pt x="1625409" y="104813"/>
                </a:lnTo>
                <a:lnTo>
                  <a:pt x="1554500" y="113464"/>
                </a:lnTo>
                <a:close/>
              </a:path>
              <a:path w="1741804" h="302894">
                <a:moveTo>
                  <a:pt x="1563725" y="189103"/>
                </a:moveTo>
                <a:lnTo>
                  <a:pt x="1554500" y="113464"/>
                </a:lnTo>
                <a:lnTo>
                  <a:pt x="1625409" y="104813"/>
                </a:lnTo>
                <a:lnTo>
                  <a:pt x="1620799" y="66992"/>
                </a:lnTo>
                <a:lnTo>
                  <a:pt x="1728700" y="66992"/>
                </a:lnTo>
                <a:lnTo>
                  <a:pt x="1741284" y="71475"/>
                </a:lnTo>
                <a:lnTo>
                  <a:pt x="1563725" y="189103"/>
                </a:lnTo>
                <a:close/>
              </a:path>
              <a:path w="1741804" h="302894">
                <a:moveTo>
                  <a:pt x="4610" y="302564"/>
                </a:moveTo>
                <a:lnTo>
                  <a:pt x="0" y="264744"/>
                </a:lnTo>
                <a:lnTo>
                  <a:pt x="1549888" y="75644"/>
                </a:lnTo>
                <a:lnTo>
                  <a:pt x="1554500" y="113464"/>
                </a:lnTo>
                <a:lnTo>
                  <a:pt x="4610" y="302564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4947424" y="3041370"/>
            <a:ext cx="1453515" cy="963930"/>
          </a:xfrm>
          <a:custGeom>
            <a:avLst/>
            <a:gdLst/>
            <a:ahLst/>
            <a:cxnLst/>
            <a:rect l="l" t="t" r="r" b="b"/>
            <a:pathLst>
              <a:path w="1453514" h="963929">
                <a:moveTo>
                  <a:pt x="1283679" y="88638"/>
                </a:moveTo>
                <a:lnTo>
                  <a:pt x="1241856" y="24942"/>
                </a:lnTo>
                <a:lnTo>
                  <a:pt x="1453375" y="0"/>
                </a:lnTo>
                <a:lnTo>
                  <a:pt x="1424671" y="49428"/>
                </a:lnTo>
                <a:lnTo>
                  <a:pt x="1343393" y="49428"/>
                </a:lnTo>
                <a:lnTo>
                  <a:pt x="1283679" y="88638"/>
                </a:lnTo>
                <a:close/>
              </a:path>
              <a:path w="1453514" h="963929">
                <a:moveTo>
                  <a:pt x="1304593" y="120491"/>
                </a:moveTo>
                <a:lnTo>
                  <a:pt x="1283679" y="88638"/>
                </a:lnTo>
                <a:lnTo>
                  <a:pt x="1343393" y="49428"/>
                </a:lnTo>
                <a:lnTo>
                  <a:pt x="1364310" y="81279"/>
                </a:lnTo>
                <a:lnTo>
                  <a:pt x="1304593" y="120491"/>
                </a:lnTo>
                <a:close/>
              </a:path>
              <a:path w="1453514" h="963929">
                <a:moveTo>
                  <a:pt x="1346415" y="184188"/>
                </a:moveTo>
                <a:lnTo>
                  <a:pt x="1304593" y="120491"/>
                </a:lnTo>
                <a:lnTo>
                  <a:pt x="1364310" y="81279"/>
                </a:lnTo>
                <a:lnTo>
                  <a:pt x="1343393" y="49428"/>
                </a:lnTo>
                <a:lnTo>
                  <a:pt x="1424671" y="49428"/>
                </a:lnTo>
                <a:lnTo>
                  <a:pt x="1346415" y="184188"/>
                </a:lnTo>
                <a:close/>
              </a:path>
              <a:path w="1453514" h="963929">
                <a:moveTo>
                  <a:pt x="20904" y="963383"/>
                </a:moveTo>
                <a:lnTo>
                  <a:pt x="0" y="931544"/>
                </a:lnTo>
                <a:lnTo>
                  <a:pt x="1283679" y="88638"/>
                </a:lnTo>
                <a:lnTo>
                  <a:pt x="1304593" y="120491"/>
                </a:lnTo>
                <a:lnTo>
                  <a:pt x="20904" y="963383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0109961" y="2415387"/>
            <a:ext cx="1931670" cy="2116455"/>
          </a:xfrm>
          <a:custGeom>
            <a:avLst/>
            <a:gdLst/>
            <a:ahLst/>
            <a:cxnLst/>
            <a:rect l="l" t="t" r="r" b="b"/>
            <a:pathLst>
              <a:path w="1931670" h="2116454">
                <a:moveTo>
                  <a:pt x="22542" y="2101748"/>
                </a:moveTo>
                <a:lnTo>
                  <a:pt x="0" y="2101748"/>
                </a:lnTo>
                <a:lnTo>
                  <a:pt x="0" y="2016023"/>
                </a:lnTo>
                <a:lnTo>
                  <a:pt x="28575" y="2016023"/>
                </a:lnTo>
                <a:lnTo>
                  <a:pt x="28575" y="2087460"/>
                </a:lnTo>
                <a:lnTo>
                  <a:pt x="22542" y="2087460"/>
                </a:lnTo>
                <a:lnTo>
                  <a:pt x="22542" y="2101748"/>
                </a:lnTo>
                <a:close/>
              </a:path>
              <a:path w="1931670" h="2116454">
                <a:moveTo>
                  <a:pt x="108267" y="2116035"/>
                </a:moveTo>
                <a:lnTo>
                  <a:pt x="22542" y="2116035"/>
                </a:lnTo>
                <a:lnTo>
                  <a:pt x="22542" y="2087460"/>
                </a:lnTo>
                <a:lnTo>
                  <a:pt x="28575" y="2087460"/>
                </a:lnTo>
                <a:lnTo>
                  <a:pt x="28575" y="2101748"/>
                </a:lnTo>
                <a:lnTo>
                  <a:pt x="108267" y="2101748"/>
                </a:lnTo>
                <a:lnTo>
                  <a:pt x="108267" y="2116035"/>
                </a:lnTo>
                <a:close/>
              </a:path>
              <a:path w="1931670" h="2116454">
                <a:moveTo>
                  <a:pt x="108267" y="2101748"/>
                </a:moveTo>
                <a:lnTo>
                  <a:pt x="28575" y="2101748"/>
                </a:lnTo>
                <a:lnTo>
                  <a:pt x="28575" y="2087460"/>
                </a:lnTo>
                <a:lnTo>
                  <a:pt x="108267" y="2087460"/>
                </a:lnTo>
                <a:lnTo>
                  <a:pt x="108267" y="2101748"/>
                </a:lnTo>
                <a:close/>
              </a:path>
              <a:path w="1931670" h="2116454">
                <a:moveTo>
                  <a:pt x="28575" y="1987448"/>
                </a:moveTo>
                <a:lnTo>
                  <a:pt x="0" y="1987448"/>
                </a:lnTo>
                <a:lnTo>
                  <a:pt x="0" y="1901723"/>
                </a:lnTo>
                <a:lnTo>
                  <a:pt x="28575" y="1901723"/>
                </a:lnTo>
                <a:lnTo>
                  <a:pt x="28575" y="1987448"/>
                </a:lnTo>
                <a:close/>
              </a:path>
              <a:path w="1931670" h="2116454">
                <a:moveTo>
                  <a:pt x="28575" y="1873148"/>
                </a:moveTo>
                <a:lnTo>
                  <a:pt x="0" y="1873148"/>
                </a:lnTo>
                <a:lnTo>
                  <a:pt x="0" y="1787423"/>
                </a:lnTo>
                <a:lnTo>
                  <a:pt x="28575" y="1787423"/>
                </a:lnTo>
                <a:lnTo>
                  <a:pt x="28575" y="1873148"/>
                </a:lnTo>
                <a:close/>
              </a:path>
              <a:path w="1931670" h="2116454">
                <a:moveTo>
                  <a:pt x="28575" y="1758848"/>
                </a:moveTo>
                <a:lnTo>
                  <a:pt x="0" y="1758848"/>
                </a:lnTo>
                <a:lnTo>
                  <a:pt x="0" y="1673123"/>
                </a:lnTo>
                <a:lnTo>
                  <a:pt x="28575" y="1673123"/>
                </a:lnTo>
                <a:lnTo>
                  <a:pt x="28575" y="1758848"/>
                </a:lnTo>
                <a:close/>
              </a:path>
              <a:path w="1931670" h="2116454">
                <a:moveTo>
                  <a:pt x="28575" y="1644548"/>
                </a:moveTo>
                <a:lnTo>
                  <a:pt x="0" y="1644548"/>
                </a:lnTo>
                <a:lnTo>
                  <a:pt x="0" y="1558823"/>
                </a:lnTo>
                <a:lnTo>
                  <a:pt x="28575" y="1558823"/>
                </a:lnTo>
                <a:lnTo>
                  <a:pt x="28575" y="1644548"/>
                </a:lnTo>
                <a:close/>
              </a:path>
              <a:path w="1931670" h="2116454">
                <a:moveTo>
                  <a:pt x="28575" y="1530248"/>
                </a:moveTo>
                <a:lnTo>
                  <a:pt x="0" y="1530248"/>
                </a:lnTo>
                <a:lnTo>
                  <a:pt x="0" y="1444523"/>
                </a:lnTo>
                <a:lnTo>
                  <a:pt x="28575" y="1444523"/>
                </a:lnTo>
                <a:lnTo>
                  <a:pt x="28575" y="1530248"/>
                </a:lnTo>
                <a:close/>
              </a:path>
              <a:path w="1931670" h="2116454">
                <a:moveTo>
                  <a:pt x="28575" y="1415948"/>
                </a:moveTo>
                <a:lnTo>
                  <a:pt x="0" y="1415948"/>
                </a:lnTo>
                <a:lnTo>
                  <a:pt x="0" y="1330223"/>
                </a:lnTo>
                <a:lnTo>
                  <a:pt x="28575" y="1330223"/>
                </a:lnTo>
                <a:lnTo>
                  <a:pt x="28575" y="1415948"/>
                </a:lnTo>
                <a:close/>
              </a:path>
              <a:path w="1931670" h="2116454">
                <a:moveTo>
                  <a:pt x="28575" y="1301648"/>
                </a:moveTo>
                <a:lnTo>
                  <a:pt x="0" y="1301648"/>
                </a:lnTo>
                <a:lnTo>
                  <a:pt x="0" y="1215923"/>
                </a:lnTo>
                <a:lnTo>
                  <a:pt x="28575" y="1215923"/>
                </a:lnTo>
                <a:lnTo>
                  <a:pt x="28575" y="1301648"/>
                </a:lnTo>
                <a:close/>
              </a:path>
              <a:path w="1931670" h="2116454">
                <a:moveTo>
                  <a:pt x="28575" y="1187348"/>
                </a:moveTo>
                <a:lnTo>
                  <a:pt x="0" y="1187348"/>
                </a:lnTo>
                <a:lnTo>
                  <a:pt x="0" y="1101623"/>
                </a:lnTo>
                <a:lnTo>
                  <a:pt x="28575" y="1101623"/>
                </a:lnTo>
                <a:lnTo>
                  <a:pt x="28575" y="1187348"/>
                </a:lnTo>
                <a:close/>
              </a:path>
              <a:path w="1931670" h="2116454">
                <a:moveTo>
                  <a:pt x="28575" y="1073048"/>
                </a:moveTo>
                <a:lnTo>
                  <a:pt x="0" y="1073048"/>
                </a:lnTo>
                <a:lnTo>
                  <a:pt x="0" y="987323"/>
                </a:lnTo>
                <a:lnTo>
                  <a:pt x="28575" y="987323"/>
                </a:lnTo>
                <a:lnTo>
                  <a:pt x="28575" y="1073048"/>
                </a:lnTo>
                <a:close/>
              </a:path>
              <a:path w="1931670" h="2116454">
                <a:moveTo>
                  <a:pt x="28575" y="958748"/>
                </a:moveTo>
                <a:lnTo>
                  <a:pt x="0" y="958748"/>
                </a:lnTo>
                <a:lnTo>
                  <a:pt x="0" y="873023"/>
                </a:lnTo>
                <a:lnTo>
                  <a:pt x="28575" y="873023"/>
                </a:lnTo>
                <a:lnTo>
                  <a:pt x="28575" y="958748"/>
                </a:lnTo>
                <a:close/>
              </a:path>
              <a:path w="1931670" h="2116454">
                <a:moveTo>
                  <a:pt x="28575" y="844448"/>
                </a:moveTo>
                <a:lnTo>
                  <a:pt x="0" y="844448"/>
                </a:lnTo>
                <a:lnTo>
                  <a:pt x="0" y="758723"/>
                </a:lnTo>
                <a:lnTo>
                  <a:pt x="28575" y="758723"/>
                </a:lnTo>
                <a:lnTo>
                  <a:pt x="28575" y="844448"/>
                </a:lnTo>
                <a:close/>
              </a:path>
              <a:path w="1931670" h="2116454">
                <a:moveTo>
                  <a:pt x="28575" y="730148"/>
                </a:moveTo>
                <a:lnTo>
                  <a:pt x="0" y="730148"/>
                </a:lnTo>
                <a:lnTo>
                  <a:pt x="0" y="644423"/>
                </a:lnTo>
                <a:lnTo>
                  <a:pt x="28575" y="644423"/>
                </a:lnTo>
                <a:lnTo>
                  <a:pt x="28575" y="730148"/>
                </a:lnTo>
                <a:close/>
              </a:path>
              <a:path w="1931670" h="2116454">
                <a:moveTo>
                  <a:pt x="28575" y="615848"/>
                </a:moveTo>
                <a:lnTo>
                  <a:pt x="0" y="615848"/>
                </a:lnTo>
                <a:lnTo>
                  <a:pt x="0" y="530123"/>
                </a:lnTo>
                <a:lnTo>
                  <a:pt x="28575" y="530123"/>
                </a:lnTo>
                <a:lnTo>
                  <a:pt x="28575" y="615848"/>
                </a:lnTo>
                <a:close/>
              </a:path>
              <a:path w="1931670" h="2116454">
                <a:moveTo>
                  <a:pt x="28575" y="501548"/>
                </a:moveTo>
                <a:lnTo>
                  <a:pt x="0" y="501548"/>
                </a:lnTo>
                <a:lnTo>
                  <a:pt x="0" y="415823"/>
                </a:lnTo>
                <a:lnTo>
                  <a:pt x="28575" y="415823"/>
                </a:lnTo>
                <a:lnTo>
                  <a:pt x="28575" y="501548"/>
                </a:lnTo>
                <a:close/>
              </a:path>
              <a:path w="1931670" h="2116454">
                <a:moveTo>
                  <a:pt x="28575" y="387248"/>
                </a:moveTo>
                <a:lnTo>
                  <a:pt x="0" y="387248"/>
                </a:lnTo>
                <a:lnTo>
                  <a:pt x="0" y="301523"/>
                </a:lnTo>
                <a:lnTo>
                  <a:pt x="28575" y="301523"/>
                </a:lnTo>
                <a:lnTo>
                  <a:pt x="28575" y="387248"/>
                </a:lnTo>
                <a:close/>
              </a:path>
              <a:path w="1931670" h="2116454">
                <a:moveTo>
                  <a:pt x="28575" y="272948"/>
                </a:moveTo>
                <a:lnTo>
                  <a:pt x="0" y="272948"/>
                </a:lnTo>
                <a:lnTo>
                  <a:pt x="0" y="187223"/>
                </a:lnTo>
                <a:lnTo>
                  <a:pt x="28575" y="187223"/>
                </a:lnTo>
                <a:lnTo>
                  <a:pt x="28575" y="272948"/>
                </a:lnTo>
                <a:close/>
              </a:path>
              <a:path w="1931670" h="2116454">
                <a:moveTo>
                  <a:pt x="28575" y="158648"/>
                </a:moveTo>
                <a:lnTo>
                  <a:pt x="0" y="158648"/>
                </a:lnTo>
                <a:lnTo>
                  <a:pt x="0" y="72923"/>
                </a:lnTo>
                <a:lnTo>
                  <a:pt x="28575" y="72923"/>
                </a:lnTo>
                <a:lnTo>
                  <a:pt x="28575" y="158648"/>
                </a:lnTo>
                <a:close/>
              </a:path>
              <a:path w="1931670" h="2116454">
                <a:moveTo>
                  <a:pt x="28575" y="44348"/>
                </a:moveTo>
                <a:lnTo>
                  <a:pt x="0" y="44348"/>
                </a:lnTo>
                <a:lnTo>
                  <a:pt x="0" y="0"/>
                </a:lnTo>
                <a:lnTo>
                  <a:pt x="69951" y="0"/>
                </a:lnTo>
                <a:lnTo>
                  <a:pt x="69951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4348"/>
                </a:lnTo>
                <a:close/>
              </a:path>
              <a:path w="1931670" h="211645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931670" h="2116454">
                <a:moveTo>
                  <a:pt x="69951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9951" y="14287"/>
                </a:lnTo>
                <a:lnTo>
                  <a:pt x="69951" y="28575"/>
                </a:lnTo>
                <a:close/>
              </a:path>
              <a:path w="1931670" h="2116454">
                <a:moveTo>
                  <a:pt x="184251" y="28575"/>
                </a:moveTo>
                <a:lnTo>
                  <a:pt x="98526" y="28575"/>
                </a:lnTo>
                <a:lnTo>
                  <a:pt x="98526" y="0"/>
                </a:lnTo>
                <a:lnTo>
                  <a:pt x="184251" y="0"/>
                </a:lnTo>
                <a:lnTo>
                  <a:pt x="184251" y="28575"/>
                </a:lnTo>
                <a:close/>
              </a:path>
              <a:path w="1931670" h="2116454">
                <a:moveTo>
                  <a:pt x="298551" y="28575"/>
                </a:moveTo>
                <a:lnTo>
                  <a:pt x="212826" y="28575"/>
                </a:lnTo>
                <a:lnTo>
                  <a:pt x="212826" y="0"/>
                </a:lnTo>
                <a:lnTo>
                  <a:pt x="298551" y="0"/>
                </a:lnTo>
                <a:lnTo>
                  <a:pt x="298551" y="28575"/>
                </a:lnTo>
                <a:close/>
              </a:path>
              <a:path w="1931670" h="2116454">
                <a:moveTo>
                  <a:pt x="412851" y="28575"/>
                </a:moveTo>
                <a:lnTo>
                  <a:pt x="327126" y="28575"/>
                </a:lnTo>
                <a:lnTo>
                  <a:pt x="327126" y="0"/>
                </a:lnTo>
                <a:lnTo>
                  <a:pt x="412851" y="0"/>
                </a:lnTo>
                <a:lnTo>
                  <a:pt x="412851" y="28575"/>
                </a:lnTo>
                <a:close/>
              </a:path>
              <a:path w="1931670" h="2116454">
                <a:moveTo>
                  <a:pt x="527151" y="28575"/>
                </a:moveTo>
                <a:lnTo>
                  <a:pt x="441426" y="28575"/>
                </a:lnTo>
                <a:lnTo>
                  <a:pt x="441426" y="0"/>
                </a:lnTo>
                <a:lnTo>
                  <a:pt x="527151" y="0"/>
                </a:lnTo>
                <a:lnTo>
                  <a:pt x="527151" y="28575"/>
                </a:lnTo>
                <a:close/>
              </a:path>
              <a:path w="1931670" h="2116454">
                <a:moveTo>
                  <a:pt x="641451" y="28575"/>
                </a:moveTo>
                <a:lnTo>
                  <a:pt x="555726" y="28575"/>
                </a:lnTo>
                <a:lnTo>
                  <a:pt x="555726" y="0"/>
                </a:lnTo>
                <a:lnTo>
                  <a:pt x="641451" y="0"/>
                </a:lnTo>
                <a:lnTo>
                  <a:pt x="641451" y="28575"/>
                </a:lnTo>
                <a:close/>
              </a:path>
              <a:path w="1931670" h="2116454">
                <a:moveTo>
                  <a:pt x="755751" y="28575"/>
                </a:moveTo>
                <a:lnTo>
                  <a:pt x="670026" y="28575"/>
                </a:lnTo>
                <a:lnTo>
                  <a:pt x="670026" y="0"/>
                </a:lnTo>
                <a:lnTo>
                  <a:pt x="755751" y="0"/>
                </a:lnTo>
                <a:lnTo>
                  <a:pt x="755751" y="28575"/>
                </a:lnTo>
                <a:close/>
              </a:path>
              <a:path w="1931670" h="2116454">
                <a:moveTo>
                  <a:pt x="870051" y="28575"/>
                </a:moveTo>
                <a:lnTo>
                  <a:pt x="784326" y="28575"/>
                </a:lnTo>
                <a:lnTo>
                  <a:pt x="784326" y="0"/>
                </a:lnTo>
                <a:lnTo>
                  <a:pt x="870051" y="0"/>
                </a:lnTo>
                <a:lnTo>
                  <a:pt x="870051" y="28575"/>
                </a:lnTo>
                <a:close/>
              </a:path>
              <a:path w="1931670" h="2116454">
                <a:moveTo>
                  <a:pt x="984351" y="28575"/>
                </a:moveTo>
                <a:lnTo>
                  <a:pt x="898626" y="28575"/>
                </a:lnTo>
                <a:lnTo>
                  <a:pt x="898626" y="0"/>
                </a:lnTo>
                <a:lnTo>
                  <a:pt x="984351" y="0"/>
                </a:lnTo>
                <a:lnTo>
                  <a:pt x="984351" y="28575"/>
                </a:lnTo>
                <a:close/>
              </a:path>
              <a:path w="1931670" h="2116454">
                <a:moveTo>
                  <a:pt x="1098651" y="28575"/>
                </a:moveTo>
                <a:lnTo>
                  <a:pt x="1012926" y="28575"/>
                </a:lnTo>
                <a:lnTo>
                  <a:pt x="1012926" y="0"/>
                </a:lnTo>
                <a:lnTo>
                  <a:pt x="1098651" y="0"/>
                </a:lnTo>
                <a:lnTo>
                  <a:pt x="1098651" y="28575"/>
                </a:lnTo>
                <a:close/>
              </a:path>
              <a:path w="1931670" h="2116454">
                <a:moveTo>
                  <a:pt x="1212951" y="28575"/>
                </a:moveTo>
                <a:lnTo>
                  <a:pt x="1127226" y="28575"/>
                </a:lnTo>
                <a:lnTo>
                  <a:pt x="1127226" y="0"/>
                </a:lnTo>
                <a:lnTo>
                  <a:pt x="1212951" y="0"/>
                </a:lnTo>
                <a:lnTo>
                  <a:pt x="1212951" y="28575"/>
                </a:lnTo>
                <a:close/>
              </a:path>
              <a:path w="1931670" h="2116454">
                <a:moveTo>
                  <a:pt x="1327251" y="28575"/>
                </a:moveTo>
                <a:lnTo>
                  <a:pt x="1241526" y="28575"/>
                </a:lnTo>
                <a:lnTo>
                  <a:pt x="1241526" y="0"/>
                </a:lnTo>
                <a:lnTo>
                  <a:pt x="1327251" y="0"/>
                </a:lnTo>
                <a:lnTo>
                  <a:pt x="1327251" y="28575"/>
                </a:lnTo>
                <a:close/>
              </a:path>
              <a:path w="1931670" h="2116454">
                <a:moveTo>
                  <a:pt x="1441551" y="28575"/>
                </a:moveTo>
                <a:lnTo>
                  <a:pt x="1355826" y="28575"/>
                </a:lnTo>
                <a:lnTo>
                  <a:pt x="1355826" y="0"/>
                </a:lnTo>
                <a:lnTo>
                  <a:pt x="1441551" y="0"/>
                </a:lnTo>
                <a:lnTo>
                  <a:pt x="1441551" y="28575"/>
                </a:lnTo>
                <a:close/>
              </a:path>
              <a:path w="1931670" h="2116454">
                <a:moveTo>
                  <a:pt x="1555851" y="28575"/>
                </a:moveTo>
                <a:lnTo>
                  <a:pt x="1470126" y="28575"/>
                </a:lnTo>
                <a:lnTo>
                  <a:pt x="1470126" y="0"/>
                </a:lnTo>
                <a:lnTo>
                  <a:pt x="1555851" y="0"/>
                </a:lnTo>
                <a:lnTo>
                  <a:pt x="1555851" y="28575"/>
                </a:lnTo>
                <a:close/>
              </a:path>
              <a:path w="1931670" h="2116454">
                <a:moveTo>
                  <a:pt x="1670151" y="28575"/>
                </a:moveTo>
                <a:lnTo>
                  <a:pt x="1584426" y="28575"/>
                </a:lnTo>
                <a:lnTo>
                  <a:pt x="1584426" y="0"/>
                </a:lnTo>
                <a:lnTo>
                  <a:pt x="1670151" y="0"/>
                </a:lnTo>
                <a:lnTo>
                  <a:pt x="1670151" y="28575"/>
                </a:lnTo>
                <a:close/>
              </a:path>
              <a:path w="1931670" h="2116454">
                <a:moveTo>
                  <a:pt x="1784451" y="28575"/>
                </a:moveTo>
                <a:lnTo>
                  <a:pt x="1698726" y="28575"/>
                </a:lnTo>
                <a:lnTo>
                  <a:pt x="1698726" y="0"/>
                </a:lnTo>
                <a:lnTo>
                  <a:pt x="1784451" y="0"/>
                </a:lnTo>
                <a:lnTo>
                  <a:pt x="1784451" y="28575"/>
                </a:lnTo>
                <a:close/>
              </a:path>
              <a:path w="1931670" h="2116454">
                <a:moveTo>
                  <a:pt x="1898751" y="28575"/>
                </a:moveTo>
                <a:lnTo>
                  <a:pt x="1813026" y="28575"/>
                </a:lnTo>
                <a:lnTo>
                  <a:pt x="1813026" y="0"/>
                </a:lnTo>
                <a:lnTo>
                  <a:pt x="1898751" y="0"/>
                </a:lnTo>
                <a:lnTo>
                  <a:pt x="1898751" y="28575"/>
                </a:lnTo>
                <a:close/>
              </a:path>
              <a:path w="1931670" h="2116454">
                <a:moveTo>
                  <a:pt x="1931454" y="110172"/>
                </a:moveTo>
                <a:lnTo>
                  <a:pt x="1902879" y="110172"/>
                </a:lnTo>
                <a:lnTo>
                  <a:pt x="1902879" y="24447"/>
                </a:lnTo>
                <a:lnTo>
                  <a:pt x="1931454" y="24447"/>
                </a:lnTo>
                <a:lnTo>
                  <a:pt x="1931454" y="110172"/>
                </a:lnTo>
                <a:close/>
              </a:path>
              <a:path w="1931670" h="2116454">
                <a:moveTo>
                  <a:pt x="1931454" y="224472"/>
                </a:moveTo>
                <a:lnTo>
                  <a:pt x="1902879" y="224472"/>
                </a:lnTo>
                <a:lnTo>
                  <a:pt x="1902879" y="138747"/>
                </a:lnTo>
                <a:lnTo>
                  <a:pt x="1931454" y="138747"/>
                </a:lnTo>
                <a:lnTo>
                  <a:pt x="1931454" y="224472"/>
                </a:lnTo>
                <a:close/>
              </a:path>
              <a:path w="1931670" h="2116454">
                <a:moveTo>
                  <a:pt x="1931454" y="338772"/>
                </a:moveTo>
                <a:lnTo>
                  <a:pt x="1902879" y="338772"/>
                </a:lnTo>
                <a:lnTo>
                  <a:pt x="1902879" y="253047"/>
                </a:lnTo>
                <a:lnTo>
                  <a:pt x="1931454" y="253047"/>
                </a:lnTo>
                <a:lnTo>
                  <a:pt x="1931454" y="338772"/>
                </a:lnTo>
                <a:close/>
              </a:path>
              <a:path w="1931670" h="2116454">
                <a:moveTo>
                  <a:pt x="1931454" y="453072"/>
                </a:moveTo>
                <a:lnTo>
                  <a:pt x="1902879" y="453072"/>
                </a:lnTo>
                <a:lnTo>
                  <a:pt x="1902879" y="367347"/>
                </a:lnTo>
                <a:lnTo>
                  <a:pt x="1931454" y="367347"/>
                </a:lnTo>
                <a:lnTo>
                  <a:pt x="1931454" y="453072"/>
                </a:lnTo>
                <a:close/>
              </a:path>
              <a:path w="1931670" h="2116454">
                <a:moveTo>
                  <a:pt x="1931454" y="567372"/>
                </a:moveTo>
                <a:lnTo>
                  <a:pt x="1902879" y="567372"/>
                </a:lnTo>
                <a:lnTo>
                  <a:pt x="1902879" y="481647"/>
                </a:lnTo>
                <a:lnTo>
                  <a:pt x="1931454" y="481647"/>
                </a:lnTo>
                <a:lnTo>
                  <a:pt x="1931454" y="567372"/>
                </a:lnTo>
                <a:close/>
              </a:path>
              <a:path w="1931670" h="2116454">
                <a:moveTo>
                  <a:pt x="1931454" y="681672"/>
                </a:moveTo>
                <a:lnTo>
                  <a:pt x="1902879" y="681672"/>
                </a:lnTo>
                <a:lnTo>
                  <a:pt x="1902879" y="595947"/>
                </a:lnTo>
                <a:lnTo>
                  <a:pt x="1931454" y="595947"/>
                </a:lnTo>
                <a:lnTo>
                  <a:pt x="1931454" y="681672"/>
                </a:lnTo>
                <a:close/>
              </a:path>
              <a:path w="1931670" h="2116454">
                <a:moveTo>
                  <a:pt x="1931454" y="795972"/>
                </a:moveTo>
                <a:lnTo>
                  <a:pt x="1902879" y="795972"/>
                </a:lnTo>
                <a:lnTo>
                  <a:pt x="1902879" y="710247"/>
                </a:lnTo>
                <a:lnTo>
                  <a:pt x="1931454" y="710247"/>
                </a:lnTo>
                <a:lnTo>
                  <a:pt x="1931454" y="795972"/>
                </a:lnTo>
                <a:close/>
              </a:path>
              <a:path w="1931670" h="2116454">
                <a:moveTo>
                  <a:pt x="1931454" y="910272"/>
                </a:moveTo>
                <a:lnTo>
                  <a:pt x="1902879" y="910272"/>
                </a:lnTo>
                <a:lnTo>
                  <a:pt x="1902879" y="824547"/>
                </a:lnTo>
                <a:lnTo>
                  <a:pt x="1931454" y="824547"/>
                </a:lnTo>
                <a:lnTo>
                  <a:pt x="1931454" y="910272"/>
                </a:lnTo>
                <a:close/>
              </a:path>
              <a:path w="1931670" h="2116454">
                <a:moveTo>
                  <a:pt x="1931454" y="1024572"/>
                </a:moveTo>
                <a:lnTo>
                  <a:pt x="1902879" y="1024572"/>
                </a:lnTo>
                <a:lnTo>
                  <a:pt x="1902879" y="938847"/>
                </a:lnTo>
                <a:lnTo>
                  <a:pt x="1931454" y="938847"/>
                </a:lnTo>
                <a:lnTo>
                  <a:pt x="1931454" y="1024572"/>
                </a:lnTo>
                <a:close/>
              </a:path>
              <a:path w="1931670" h="2116454">
                <a:moveTo>
                  <a:pt x="1931454" y="1138872"/>
                </a:moveTo>
                <a:lnTo>
                  <a:pt x="1902879" y="1138872"/>
                </a:lnTo>
                <a:lnTo>
                  <a:pt x="1902879" y="1053147"/>
                </a:lnTo>
                <a:lnTo>
                  <a:pt x="1931454" y="1053147"/>
                </a:lnTo>
                <a:lnTo>
                  <a:pt x="1931454" y="1138872"/>
                </a:lnTo>
                <a:close/>
              </a:path>
              <a:path w="1931670" h="2116454">
                <a:moveTo>
                  <a:pt x="1931454" y="1253172"/>
                </a:moveTo>
                <a:lnTo>
                  <a:pt x="1902879" y="1253172"/>
                </a:lnTo>
                <a:lnTo>
                  <a:pt x="1902879" y="1167447"/>
                </a:lnTo>
                <a:lnTo>
                  <a:pt x="1931454" y="1167447"/>
                </a:lnTo>
                <a:lnTo>
                  <a:pt x="1931454" y="1253172"/>
                </a:lnTo>
                <a:close/>
              </a:path>
              <a:path w="1931670" h="2116454">
                <a:moveTo>
                  <a:pt x="1931454" y="1367472"/>
                </a:moveTo>
                <a:lnTo>
                  <a:pt x="1902879" y="1367472"/>
                </a:lnTo>
                <a:lnTo>
                  <a:pt x="1902879" y="1281747"/>
                </a:lnTo>
                <a:lnTo>
                  <a:pt x="1931454" y="1281747"/>
                </a:lnTo>
                <a:lnTo>
                  <a:pt x="1931454" y="1367472"/>
                </a:lnTo>
                <a:close/>
              </a:path>
              <a:path w="1931670" h="2116454">
                <a:moveTo>
                  <a:pt x="1931454" y="1481772"/>
                </a:moveTo>
                <a:lnTo>
                  <a:pt x="1902879" y="1481772"/>
                </a:lnTo>
                <a:lnTo>
                  <a:pt x="1902879" y="1396047"/>
                </a:lnTo>
                <a:lnTo>
                  <a:pt x="1931454" y="1396047"/>
                </a:lnTo>
                <a:lnTo>
                  <a:pt x="1931454" y="1481772"/>
                </a:lnTo>
                <a:close/>
              </a:path>
              <a:path w="1931670" h="2116454">
                <a:moveTo>
                  <a:pt x="1931454" y="1596072"/>
                </a:moveTo>
                <a:lnTo>
                  <a:pt x="1902879" y="1596072"/>
                </a:lnTo>
                <a:lnTo>
                  <a:pt x="1902879" y="1510347"/>
                </a:lnTo>
                <a:lnTo>
                  <a:pt x="1931454" y="1510347"/>
                </a:lnTo>
                <a:lnTo>
                  <a:pt x="1931454" y="1596072"/>
                </a:lnTo>
                <a:close/>
              </a:path>
              <a:path w="1931670" h="2116454">
                <a:moveTo>
                  <a:pt x="1931454" y="1710372"/>
                </a:moveTo>
                <a:lnTo>
                  <a:pt x="1902879" y="1710372"/>
                </a:lnTo>
                <a:lnTo>
                  <a:pt x="1902879" y="1624647"/>
                </a:lnTo>
                <a:lnTo>
                  <a:pt x="1931454" y="1624647"/>
                </a:lnTo>
                <a:lnTo>
                  <a:pt x="1931454" y="1710372"/>
                </a:lnTo>
                <a:close/>
              </a:path>
              <a:path w="1931670" h="2116454">
                <a:moveTo>
                  <a:pt x="1931454" y="1824672"/>
                </a:moveTo>
                <a:lnTo>
                  <a:pt x="1902879" y="1824672"/>
                </a:lnTo>
                <a:lnTo>
                  <a:pt x="1902879" y="1738947"/>
                </a:lnTo>
                <a:lnTo>
                  <a:pt x="1931454" y="1738947"/>
                </a:lnTo>
                <a:lnTo>
                  <a:pt x="1931454" y="1824672"/>
                </a:lnTo>
                <a:close/>
              </a:path>
              <a:path w="1931670" h="2116454">
                <a:moveTo>
                  <a:pt x="1931454" y="1938972"/>
                </a:moveTo>
                <a:lnTo>
                  <a:pt x="1902879" y="1938972"/>
                </a:lnTo>
                <a:lnTo>
                  <a:pt x="1902879" y="1853247"/>
                </a:lnTo>
                <a:lnTo>
                  <a:pt x="1931454" y="1853247"/>
                </a:lnTo>
                <a:lnTo>
                  <a:pt x="1931454" y="1938972"/>
                </a:lnTo>
                <a:close/>
              </a:path>
              <a:path w="1931670" h="2116454">
                <a:moveTo>
                  <a:pt x="1931454" y="2053272"/>
                </a:moveTo>
                <a:lnTo>
                  <a:pt x="1902879" y="2053272"/>
                </a:lnTo>
                <a:lnTo>
                  <a:pt x="1902879" y="1967547"/>
                </a:lnTo>
                <a:lnTo>
                  <a:pt x="1931454" y="1967547"/>
                </a:lnTo>
                <a:lnTo>
                  <a:pt x="1931454" y="2053272"/>
                </a:lnTo>
                <a:close/>
              </a:path>
              <a:path w="1931670" h="2116454">
                <a:moveTo>
                  <a:pt x="1902879" y="2101748"/>
                </a:moveTo>
                <a:lnTo>
                  <a:pt x="1902879" y="2081847"/>
                </a:lnTo>
                <a:lnTo>
                  <a:pt x="1931454" y="2081847"/>
                </a:lnTo>
                <a:lnTo>
                  <a:pt x="1931454" y="2087460"/>
                </a:lnTo>
                <a:lnTo>
                  <a:pt x="1917166" y="2087460"/>
                </a:lnTo>
                <a:lnTo>
                  <a:pt x="1902879" y="2101748"/>
                </a:lnTo>
                <a:close/>
              </a:path>
              <a:path w="1931670" h="2116454">
                <a:moveTo>
                  <a:pt x="1931454" y="2116035"/>
                </a:moveTo>
                <a:lnTo>
                  <a:pt x="1851342" y="2116035"/>
                </a:lnTo>
                <a:lnTo>
                  <a:pt x="1851342" y="2087460"/>
                </a:lnTo>
                <a:lnTo>
                  <a:pt x="1902879" y="2087460"/>
                </a:lnTo>
                <a:lnTo>
                  <a:pt x="1902879" y="2101748"/>
                </a:lnTo>
                <a:lnTo>
                  <a:pt x="1931454" y="2101748"/>
                </a:lnTo>
                <a:lnTo>
                  <a:pt x="1931454" y="2116035"/>
                </a:lnTo>
                <a:close/>
              </a:path>
              <a:path w="1931670" h="2116454">
                <a:moveTo>
                  <a:pt x="1931454" y="2101748"/>
                </a:moveTo>
                <a:lnTo>
                  <a:pt x="1902879" y="2101748"/>
                </a:lnTo>
                <a:lnTo>
                  <a:pt x="1917166" y="2087460"/>
                </a:lnTo>
                <a:lnTo>
                  <a:pt x="1931454" y="2087460"/>
                </a:lnTo>
                <a:lnTo>
                  <a:pt x="1931454" y="2101748"/>
                </a:lnTo>
                <a:close/>
              </a:path>
              <a:path w="1931670" h="2116454">
                <a:moveTo>
                  <a:pt x="1822767" y="2116035"/>
                </a:moveTo>
                <a:lnTo>
                  <a:pt x="1737042" y="2116035"/>
                </a:lnTo>
                <a:lnTo>
                  <a:pt x="1737042" y="2087460"/>
                </a:lnTo>
                <a:lnTo>
                  <a:pt x="1822767" y="2087460"/>
                </a:lnTo>
                <a:lnTo>
                  <a:pt x="1822767" y="2116035"/>
                </a:lnTo>
                <a:close/>
              </a:path>
              <a:path w="1931670" h="2116454">
                <a:moveTo>
                  <a:pt x="1708467" y="2116035"/>
                </a:moveTo>
                <a:lnTo>
                  <a:pt x="1622742" y="2116035"/>
                </a:lnTo>
                <a:lnTo>
                  <a:pt x="1622742" y="2087460"/>
                </a:lnTo>
                <a:lnTo>
                  <a:pt x="1708467" y="2087460"/>
                </a:lnTo>
                <a:lnTo>
                  <a:pt x="1708467" y="2116035"/>
                </a:lnTo>
                <a:close/>
              </a:path>
              <a:path w="1931670" h="2116454">
                <a:moveTo>
                  <a:pt x="1594167" y="2116035"/>
                </a:moveTo>
                <a:lnTo>
                  <a:pt x="1508442" y="2116035"/>
                </a:lnTo>
                <a:lnTo>
                  <a:pt x="1508442" y="2087460"/>
                </a:lnTo>
                <a:lnTo>
                  <a:pt x="1594167" y="2087460"/>
                </a:lnTo>
                <a:lnTo>
                  <a:pt x="1594167" y="2116035"/>
                </a:lnTo>
                <a:close/>
              </a:path>
              <a:path w="1931670" h="2116454">
                <a:moveTo>
                  <a:pt x="1479867" y="2116035"/>
                </a:moveTo>
                <a:lnTo>
                  <a:pt x="1394142" y="2116035"/>
                </a:lnTo>
                <a:lnTo>
                  <a:pt x="1394142" y="2087460"/>
                </a:lnTo>
                <a:lnTo>
                  <a:pt x="1479867" y="2087460"/>
                </a:lnTo>
                <a:lnTo>
                  <a:pt x="1479867" y="2116035"/>
                </a:lnTo>
                <a:close/>
              </a:path>
              <a:path w="1931670" h="2116454">
                <a:moveTo>
                  <a:pt x="1365567" y="2116035"/>
                </a:moveTo>
                <a:lnTo>
                  <a:pt x="1279842" y="2116035"/>
                </a:lnTo>
                <a:lnTo>
                  <a:pt x="1279842" y="2087460"/>
                </a:lnTo>
                <a:lnTo>
                  <a:pt x="1365567" y="2087460"/>
                </a:lnTo>
                <a:lnTo>
                  <a:pt x="1365567" y="2116035"/>
                </a:lnTo>
                <a:close/>
              </a:path>
              <a:path w="1931670" h="2116454">
                <a:moveTo>
                  <a:pt x="1251267" y="2116035"/>
                </a:moveTo>
                <a:lnTo>
                  <a:pt x="1165542" y="2116035"/>
                </a:lnTo>
                <a:lnTo>
                  <a:pt x="1165542" y="2087460"/>
                </a:lnTo>
                <a:lnTo>
                  <a:pt x="1251267" y="2087460"/>
                </a:lnTo>
                <a:lnTo>
                  <a:pt x="1251267" y="2116035"/>
                </a:lnTo>
                <a:close/>
              </a:path>
              <a:path w="1931670" h="2116454">
                <a:moveTo>
                  <a:pt x="1136967" y="2116035"/>
                </a:moveTo>
                <a:lnTo>
                  <a:pt x="1051242" y="2116035"/>
                </a:lnTo>
                <a:lnTo>
                  <a:pt x="1051242" y="2087460"/>
                </a:lnTo>
                <a:lnTo>
                  <a:pt x="1136967" y="2087460"/>
                </a:lnTo>
                <a:lnTo>
                  <a:pt x="1136967" y="2116035"/>
                </a:lnTo>
                <a:close/>
              </a:path>
              <a:path w="1931670" h="2116454">
                <a:moveTo>
                  <a:pt x="1022667" y="2116035"/>
                </a:moveTo>
                <a:lnTo>
                  <a:pt x="936942" y="2116035"/>
                </a:lnTo>
                <a:lnTo>
                  <a:pt x="936942" y="2087460"/>
                </a:lnTo>
                <a:lnTo>
                  <a:pt x="1022667" y="2087460"/>
                </a:lnTo>
                <a:lnTo>
                  <a:pt x="1022667" y="2116035"/>
                </a:lnTo>
                <a:close/>
              </a:path>
              <a:path w="1931670" h="2116454">
                <a:moveTo>
                  <a:pt x="908367" y="2116035"/>
                </a:moveTo>
                <a:lnTo>
                  <a:pt x="822642" y="2116035"/>
                </a:lnTo>
                <a:lnTo>
                  <a:pt x="822642" y="2087460"/>
                </a:lnTo>
                <a:lnTo>
                  <a:pt x="908367" y="2087460"/>
                </a:lnTo>
                <a:lnTo>
                  <a:pt x="908367" y="2116035"/>
                </a:lnTo>
                <a:close/>
              </a:path>
              <a:path w="1931670" h="2116454">
                <a:moveTo>
                  <a:pt x="794067" y="2116035"/>
                </a:moveTo>
                <a:lnTo>
                  <a:pt x="708342" y="2116035"/>
                </a:lnTo>
                <a:lnTo>
                  <a:pt x="708342" y="2087460"/>
                </a:lnTo>
                <a:lnTo>
                  <a:pt x="794067" y="2087460"/>
                </a:lnTo>
                <a:lnTo>
                  <a:pt x="794067" y="2116035"/>
                </a:lnTo>
                <a:close/>
              </a:path>
              <a:path w="1931670" h="2116454">
                <a:moveTo>
                  <a:pt x="679767" y="2116035"/>
                </a:moveTo>
                <a:lnTo>
                  <a:pt x="594042" y="2116035"/>
                </a:lnTo>
                <a:lnTo>
                  <a:pt x="594042" y="2087460"/>
                </a:lnTo>
                <a:lnTo>
                  <a:pt x="679767" y="2087460"/>
                </a:lnTo>
                <a:lnTo>
                  <a:pt x="679767" y="2116035"/>
                </a:lnTo>
                <a:close/>
              </a:path>
              <a:path w="1931670" h="2116454">
                <a:moveTo>
                  <a:pt x="565467" y="2116035"/>
                </a:moveTo>
                <a:lnTo>
                  <a:pt x="479742" y="2116035"/>
                </a:lnTo>
                <a:lnTo>
                  <a:pt x="479742" y="2087460"/>
                </a:lnTo>
                <a:lnTo>
                  <a:pt x="565467" y="2087460"/>
                </a:lnTo>
                <a:lnTo>
                  <a:pt x="565467" y="2116035"/>
                </a:lnTo>
                <a:close/>
              </a:path>
              <a:path w="1931670" h="2116454">
                <a:moveTo>
                  <a:pt x="451167" y="2116035"/>
                </a:moveTo>
                <a:lnTo>
                  <a:pt x="365442" y="2116035"/>
                </a:lnTo>
                <a:lnTo>
                  <a:pt x="365442" y="2087460"/>
                </a:lnTo>
                <a:lnTo>
                  <a:pt x="451167" y="2087460"/>
                </a:lnTo>
                <a:lnTo>
                  <a:pt x="451167" y="2116035"/>
                </a:lnTo>
                <a:close/>
              </a:path>
              <a:path w="1931670" h="2116454">
                <a:moveTo>
                  <a:pt x="336867" y="2116035"/>
                </a:moveTo>
                <a:lnTo>
                  <a:pt x="251142" y="2116035"/>
                </a:lnTo>
                <a:lnTo>
                  <a:pt x="251142" y="2087460"/>
                </a:lnTo>
                <a:lnTo>
                  <a:pt x="336867" y="2087460"/>
                </a:lnTo>
                <a:lnTo>
                  <a:pt x="336867" y="2116035"/>
                </a:lnTo>
                <a:close/>
              </a:path>
              <a:path w="1931670" h="2116454">
                <a:moveTo>
                  <a:pt x="222567" y="2116035"/>
                </a:moveTo>
                <a:lnTo>
                  <a:pt x="136842" y="2116035"/>
                </a:lnTo>
                <a:lnTo>
                  <a:pt x="136842" y="2087460"/>
                </a:lnTo>
                <a:lnTo>
                  <a:pt x="222567" y="2087460"/>
                </a:lnTo>
                <a:lnTo>
                  <a:pt x="222567" y="2116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9306712" y="2754109"/>
            <a:ext cx="958850" cy="190500"/>
          </a:xfrm>
          <a:custGeom>
            <a:avLst/>
            <a:gdLst/>
            <a:ahLst/>
            <a:cxnLst/>
            <a:rect l="l" t="t" r="r" b="b"/>
            <a:pathLst>
              <a:path w="958850" h="190500">
                <a:moveTo>
                  <a:pt x="768350" y="190499"/>
                </a:moveTo>
                <a:lnTo>
                  <a:pt x="768350" y="0"/>
                </a:lnTo>
                <a:lnTo>
                  <a:pt x="920750" y="76199"/>
                </a:lnTo>
                <a:lnTo>
                  <a:pt x="839787" y="76199"/>
                </a:lnTo>
                <a:lnTo>
                  <a:pt x="839787" y="114299"/>
                </a:lnTo>
                <a:lnTo>
                  <a:pt x="920750" y="114299"/>
                </a:lnTo>
                <a:lnTo>
                  <a:pt x="768350" y="190499"/>
                </a:lnTo>
                <a:close/>
              </a:path>
              <a:path w="958850" h="190500">
                <a:moveTo>
                  <a:pt x="768350" y="114299"/>
                </a:moveTo>
                <a:lnTo>
                  <a:pt x="0" y="114299"/>
                </a:lnTo>
                <a:lnTo>
                  <a:pt x="0" y="76199"/>
                </a:lnTo>
                <a:lnTo>
                  <a:pt x="768350" y="76199"/>
                </a:lnTo>
                <a:lnTo>
                  <a:pt x="768350" y="114299"/>
                </a:lnTo>
                <a:close/>
              </a:path>
              <a:path w="958850" h="190500">
                <a:moveTo>
                  <a:pt x="920750" y="114299"/>
                </a:moveTo>
                <a:lnTo>
                  <a:pt x="839787" y="114299"/>
                </a:lnTo>
                <a:lnTo>
                  <a:pt x="839787" y="76199"/>
                </a:lnTo>
                <a:lnTo>
                  <a:pt x="920750" y="76199"/>
                </a:lnTo>
                <a:lnTo>
                  <a:pt x="958850" y="95249"/>
                </a:lnTo>
                <a:lnTo>
                  <a:pt x="920750" y="114299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4829708" y="4251096"/>
            <a:ext cx="1610995" cy="190500"/>
          </a:xfrm>
          <a:custGeom>
            <a:avLst/>
            <a:gdLst/>
            <a:ahLst/>
            <a:cxnLst/>
            <a:rect l="l" t="t" r="r" b="b"/>
            <a:pathLst>
              <a:path w="1610995" h="190500">
                <a:moveTo>
                  <a:pt x="1578653" y="116878"/>
                </a:moveTo>
                <a:lnTo>
                  <a:pt x="1491157" y="116878"/>
                </a:lnTo>
                <a:lnTo>
                  <a:pt x="1492567" y="78803"/>
                </a:lnTo>
                <a:lnTo>
                  <a:pt x="1421180" y="76159"/>
                </a:lnTo>
                <a:lnTo>
                  <a:pt x="1424000" y="0"/>
                </a:lnTo>
                <a:lnTo>
                  <a:pt x="1610842" y="102247"/>
                </a:lnTo>
                <a:lnTo>
                  <a:pt x="1578653" y="116878"/>
                </a:lnTo>
                <a:close/>
              </a:path>
              <a:path w="1610995" h="190500">
                <a:moveTo>
                  <a:pt x="1419770" y="114233"/>
                </a:moveTo>
                <a:lnTo>
                  <a:pt x="0" y="61645"/>
                </a:lnTo>
                <a:lnTo>
                  <a:pt x="1409" y="23571"/>
                </a:lnTo>
                <a:lnTo>
                  <a:pt x="1421180" y="76159"/>
                </a:lnTo>
                <a:lnTo>
                  <a:pt x="1419770" y="114233"/>
                </a:lnTo>
                <a:close/>
              </a:path>
              <a:path w="1610995" h="190500">
                <a:moveTo>
                  <a:pt x="1491157" y="116878"/>
                </a:moveTo>
                <a:lnTo>
                  <a:pt x="1419770" y="114233"/>
                </a:lnTo>
                <a:lnTo>
                  <a:pt x="1421180" y="76159"/>
                </a:lnTo>
                <a:lnTo>
                  <a:pt x="1492567" y="78803"/>
                </a:lnTo>
                <a:lnTo>
                  <a:pt x="1491157" y="116878"/>
                </a:lnTo>
                <a:close/>
              </a:path>
              <a:path w="1610995" h="190500">
                <a:moveTo>
                  <a:pt x="1416951" y="190372"/>
                </a:moveTo>
                <a:lnTo>
                  <a:pt x="1419770" y="114233"/>
                </a:lnTo>
                <a:lnTo>
                  <a:pt x="1491157" y="116878"/>
                </a:lnTo>
                <a:lnTo>
                  <a:pt x="1578653" y="116878"/>
                </a:lnTo>
                <a:lnTo>
                  <a:pt x="1416951" y="190372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0946" y="2525572"/>
            <a:ext cx="6790106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jp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53.png"/><Relationship Id="rId18" Type="http://schemas.openxmlformats.org/officeDocument/2006/relationships/image" Target="../media/image54.png"/><Relationship Id="rId19" Type="http://schemas.openxmlformats.org/officeDocument/2006/relationships/image" Target="../media/image55.png"/><Relationship Id="rId20" Type="http://schemas.openxmlformats.org/officeDocument/2006/relationships/image" Target="../media/image5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8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Relationship Id="rId3" Type="http://schemas.openxmlformats.org/officeDocument/2006/relationships/image" Target="../media/image83.jp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image" Target="../media/image93.png"/><Relationship Id="rId14" Type="http://schemas.openxmlformats.org/officeDocument/2006/relationships/image" Target="../media/image94.png"/><Relationship Id="rId15" Type="http://schemas.openxmlformats.org/officeDocument/2006/relationships/image" Target="../media/image95.png"/><Relationship Id="rId16" Type="http://schemas.openxmlformats.org/officeDocument/2006/relationships/image" Target="../media/image96.png"/><Relationship Id="rId17" Type="http://schemas.openxmlformats.org/officeDocument/2006/relationships/image" Target="../media/image97.png"/><Relationship Id="rId18" Type="http://schemas.openxmlformats.org/officeDocument/2006/relationships/image" Target="../media/image98.png"/><Relationship Id="rId19" Type="http://schemas.openxmlformats.org/officeDocument/2006/relationships/image" Target="../media/image99.png"/><Relationship Id="rId20" Type="http://schemas.openxmlformats.org/officeDocument/2006/relationships/image" Target="../media/image100.png"/><Relationship Id="rId21" Type="http://schemas.openxmlformats.org/officeDocument/2006/relationships/image" Target="../media/image101.png"/><Relationship Id="rId22" Type="http://schemas.openxmlformats.org/officeDocument/2006/relationships/image" Target="../media/image102.png"/><Relationship Id="rId23" Type="http://schemas.openxmlformats.org/officeDocument/2006/relationships/image" Target="../media/image103.png"/><Relationship Id="rId24" Type="http://schemas.openxmlformats.org/officeDocument/2006/relationships/image" Target="../media/image104.png"/><Relationship Id="rId25" Type="http://schemas.openxmlformats.org/officeDocument/2006/relationships/image" Target="../media/image105.png"/><Relationship Id="rId26" Type="http://schemas.openxmlformats.org/officeDocument/2006/relationships/image" Target="../media/image106.png"/><Relationship Id="rId27" Type="http://schemas.openxmlformats.org/officeDocument/2006/relationships/image" Target="../media/image10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Relationship Id="rId13" Type="http://schemas.openxmlformats.org/officeDocument/2006/relationships/image" Target="../media/image119.png"/><Relationship Id="rId14" Type="http://schemas.openxmlformats.org/officeDocument/2006/relationships/image" Target="../media/image12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jp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44.png"/><Relationship Id="rId7" Type="http://schemas.openxmlformats.org/officeDocument/2006/relationships/image" Target="../media/image145.png"/><Relationship Id="rId8" Type="http://schemas.openxmlformats.org/officeDocument/2006/relationships/image" Target="../media/image146.png"/><Relationship Id="rId9" Type="http://schemas.openxmlformats.org/officeDocument/2006/relationships/image" Target="../media/image147.png"/><Relationship Id="rId10" Type="http://schemas.openxmlformats.org/officeDocument/2006/relationships/image" Target="../media/image148.png"/><Relationship Id="rId11" Type="http://schemas.openxmlformats.org/officeDocument/2006/relationships/image" Target="../media/image149.png"/><Relationship Id="rId12" Type="http://schemas.openxmlformats.org/officeDocument/2006/relationships/image" Target="../media/image150.png"/><Relationship Id="rId13" Type="http://schemas.openxmlformats.org/officeDocument/2006/relationships/image" Target="../media/image151.png"/><Relationship Id="rId14" Type="http://schemas.openxmlformats.org/officeDocument/2006/relationships/image" Target="../media/image152.png"/><Relationship Id="rId15" Type="http://schemas.openxmlformats.org/officeDocument/2006/relationships/image" Target="../media/image153.png"/><Relationship Id="rId16" Type="http://schemas.openxmlformats.org/officeDocument/2006/relationships/image" Target="../media/image154.png"/><Relationship Id="rId17" Type="http://schemas.openxmlformats.org/officeDocument/2006/relationships/image" Target="../media/image155.png"/><Relationship Id="rId18" Type="http://schemas.openxmlformats.org/officeDocument/2006/relationships/image" Target="../media/image156.png"/><Relationship Id="rId19" Type="http://schemas.openxmlformats.org/officeDocument/2006/relationships/image" Target="../media/image157.png"/><Relationship Id="rId20" Type="http://schemas.openxmlformats.org/officeDocument/2006/relationships/image" Target="../media/image158.png"/><Relationship Id="rId21" Type="http://schemas.openxmlformats.org/officeDocument/2006/relationships/image" Target="../media/image159.png"/><Relationship Id="rId22" Type="http://schemas.openxmlformats.org/officeDocument/2006/relationships/image" Target="../media/image160.png"/><Relationship Id="rId23" Type="http://schemas.openxmlformats.org/officeDocument/2006/relationships/image" Target="../media/image16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png"/><Relationship Id="rId9" Type="http://schemas.openxmlformats.org/officeDocument/2006/relationships/image" Target="../media/image169.png"/><Relationship Id="rId10" Type="http://schemas.openxmlformats.org/officeDocument/2006/relationships/image" Target="../media/image170.png"/><Relationship Id="rId11" Type="http://schemas.openxmlformats.org/officeDocument/2006/relationships/image" Target="../media/image171.png"/><Relationship Id="rId12" Type="http://schemas.openxmlformats.org/officeDocument/2006/relationships/image" Target="../media/image172.png"/><Relationship Id="rId13" Type="http://schemas.openxmlformats.org/officeDocument/2006/relationships/image" Target="../media/image173.png"/><Relationship Id="rId14" Type="http://schemas.openxmlformats.org/officeDocument/2006/relationships/image" Target="../media/image174.png"/><Relationship Id="rId15" Type="http://schemas.openxmlformats.org/officeDocument/2006/relationships/image" Target="../media/image175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2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Relationship Id="rId7" Type="http://schemas.openxmlformats.org/officeDocument/2006/relationships/image" Target="../media/image167.png"/><Relationship Id="rId8" Type="http://schemas.openxmlformats.org/officeDocument/2006/relationships/image" Target="../media/image168.png"/><Relationship Id="rId9" Type="http://schemas.openxmlformats.org/officeDocument/2006/relationships/image" Target="../media/image169.png"/><Relationship Id="rId10" Type="http://schemas.openxmlformats.org/officeDocument/2006/relationships/image" Target="../media/image170.png"/><Relationship Id="rId11" Type="http://schemas.openxmlformats.org/officeDocument/2006/relationships/image" Target="../media/image180.png"/><Relationship Id="rId12" Type="http://schemas.openxmlformats.org/officeDocument/2006/relationships/image" Target="../media/image172.png"/><Relationship Id="rId13" Type="http://schemas.openxmlformats.org/officeDocument/2006/relationships/image" Target="../media/image181.png"/><Relationship Id="rId14" Type="http://schemas.openxmlformats.org/officeDocument/2006/relationships/image" Target="../media/image174.png"/><Relationship Id="rId15" Type="http://schemas.openxmlformats.org/officeDocument/2006/relationships/image" Target="../media/image182.png"/><Relationship Id="rId16" Type="http://schemas.openxmlformats.org/officeDocument/2006/relationships/image" Target="../media/image183.png"/><Relationship Id="rId17" Type="http://schemas.openxmlformats.org/officeDocument/2006/relationships/image" Target="../media/image184.png"/><Relationship Id="rId18" Type="http://schemas.openxmlformats.org/officeDocument/2006/relationships/image" Target="../media/image185.png"/><Relationship Id="rId19" Type="http://schemas.openxmlformats.org/officeDocument/2006/relationships/image" Target="../media/image186.png"/><Relationship Id="rId20" Type="http://schemas.openxmlformats.org/officeDocument/2006/relationships/image" Target="../media/image187.png"/><Relationship Id="rId21" Type="http://schemas.openxmlformats.org/officeDocument/2006/relationships/image" Target="../media/image188.png"/><Relationship Id="rId22" Type="http://schemas.openxmlformats.org/officeDocument/2006/relationships/image" Target="../media/image189.png"/><Relationship Id="rId23" Type="http://schemas.openxmlformats.org/officeDocument/2006/relationships/image" Target="../media/image190.png"/><Relationship Id="rId24" Type="http://schemas.openxmlformats.org/officeDocument/2006/relationships/image" Target="../media/image191.png"/><Relationship Id="rId25" Type="http://schemas.openxmlformats.org/officeDocument/2006/relationships/image" Target="../media/image192.png"/><Relationship Id="rId26" Type="http://schemas.openxmlformats.org/officeDocument/2006/relationships/image" Target="../media/image193.png"/><Relationship Id="rId27" Type="http://schemas.openxmlformats.org/officeDocument/2006/relationships/image" Target="../media/image194.png"/><Relationship Id="rId28" Type="http://schemas.openxmlformats.org/officeDocument/2006/relationships/image" Target="../media/image195.png"/><Relationship Id="rId29" Type="http://schemas.openxmlformats.org/officeDocument/2006/relationships/image" Target="../media/image196.png"/><Relationship Id="rId30" Type="http://schemas.openxmlformats.org/officeDocument/2006/relationships/image" Target="../media/image197.png"/><Relationship Id="rId31" Type="http://schemas.openxmlformats.org/officeDocument/2006/relationships/image" Target="../media/image198.png"/><Relationship Id="rId32" Type="http://schemas.openxmlformats.org/officeDocument/2006/relationships/image" Target="../media/image199.png"/><Relationship Id="rId33" Type="http://schemas.openxmlformats.org/officeDocument/2006/relationships/image" Target="../media/image200.png"/><Relationship Id="rId34" Type="http://schemas.openxmlformats.org/officeDocument/2006/relationships/image" Target="../media/image201.png"/><Relationship Id="rId35" Type="http://schemas.openxmlformats.org/officeDocument/2006/relationships/image" Target="../media/image202.png"/><Relationship Id="rId36" Type="http://schemas.openxmlformats.org/officeDocument/2006/relationships/image" Target="../media/image203.png"/><Relationship Id="rId37" Type="http://schemas.openxmlformats.org/officeDocument/2006/relationships/image" Target="../media/image204.png"/><Relationship Id="rId38" Type="http://schemas.openxmlformats.org/officeDocument/2006/relationships/image" Target="../media/image205.png"/><Relationship Id="rId39" Type="http://schemas.openxmlformats.org/officeDocument/2006/relationships/image" Target="../media/image206.png"/><Relationship Id="rId40" Type="http://schemas.openxmlformats.org/officeDocument/2006/relationships/image" Target="../media/image207.png"/><Relationship Id="rId41" Type="http://schemas.openxmlformats.org/officeDocument/2006/relationships/image" Target="../media/image208.png"/><Relationship Id="rId42" Type="http://schemas.openxmlformats.org/officeDocument/2006/relationships/image" Target="../media/image209.jpg"/><Relationship Id="rId43" Type="http://schemas.openxmlformats.org/officeDocument/2006/relationships/image" Target="../media/image21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188720">
              <a:lnSpc>
                <a:spcPct val="100000"/>
              </a:lnSpc>
              <a:spcBef>
                <a:spcPts val="105"/>
              </a:spcBef>
            </a:pPr>
            <a:r>
              <a:rPr dirty="0"/>
              <a:t>气体热现象的微观意</a:t>
            </a:r>
            <a:r>
              <a:rPr dirty="0" spc="5"/>
              <a:t>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60354" y="3489134"/>
            <a:ext cx="6143625" cy="76708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  <a:tabLst>
                <a:tab pos="2566035" algn="l"/>
                <a:tab pos="3013075" algn="l"/>
              </a:tabLst>
            </a:pPr>
            <a:r>
              <a:rPr dirty="0" sz="2000" b="1">
                <a:solidFill>
                  <a:srgbClr val="FFFFFF"/>
                </a:solidFill>
                <a:latin typeface="华文楷体"/>
                <a:cs typeface="华文楷体"/>
              </a:rPr>
              <a:t>主讲人：张聪	学	校：北京市第八十中学</a:t>
            </a:r>
            <a:endParaRPr sz="2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394970" algn="l"/>
                <a:tab pos="3071495" algn="l"/>
                <a:tab pos="3518535" algn="l"/>
              </a:tabLst>
            </a:pPr>
            <a:r>
              <a:rPr dirty="0" sz="2000" b="1">
                <a:solidFill>
                  <a:srgbClr val="FFFFFF"/>
                </a:solidFill>
                <a:latin typeface="华文楷体"/>
                <a:cs typeface="华文楷体"/>
              </a:rPr>
              <a:t>学	科：物理（人教版）	年	级：高二下学期选修3-3</a:t>
            </a:r>
            <a:endParaRPr sz="2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6547" y="770636"/>
            <a:ext cx="5136705" cy="553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2955" y="1554543"/>
            <a:ext cx="198551" cy="378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61669" y="1493812"/>
            <a:ext cx="9637826" cy="493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15985" y="2046020"/>
            <a:ext cx="2749461" cy="4896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4380" y="2793936"/>
            <a:ext cx="244982" cy="3771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1669" y="2733205"/>
            <a:ext cx="7797838" cy="4914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641448" y="2734995"/>
            <a:ext cx="2317153" cy="4896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7948" y="3763264"/>
            <a:ext cx="241414" cy="3807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1669" y="3700754"/>
            <a:ext cx="10245280" cy="49322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53069" y="4315066"/>
            <a:ext cx="2781236" cy="4946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15840" y="4267987"/>
            <a:ext cx="2069147" cy="5649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8604" y="5164886"/>
            <a:ext cx="1191666" cy="5377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60155" y="5160924"/>
            <a:ext cx="6901459" cy="5436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2376" y="1072324"/>
            <a:ext cx="2281694" cy="604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4477" y="1935226"/>
            <a:ext cx="2766783" cy="4896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8208" y="1992376"/>
            <a:ext cx="198551" cy="378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38360" y="1935213"/>
            <a:ext cx="3208566" cy="491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86016" y="2205621"/>
            <a:ext cx="139611" cy="1897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54063" y="1935213"/>
            <a:ext cx="900544" cy="4860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4650" y="2538476"/>
            <a:ext cx="911263" cy="4896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67853" y="2542044"/>
            <a:ext cx="911263" cy="4789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9643" y="3141713"/>
            <a:ext cx="6694424" cy="4914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115300" y="972311"/>
            <a:ext cx="3390900" cy="51435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1434" y="4349724"/>
            <a:ext cx="6143701" cy="4914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7865" y="4951196"/>
            <a:ext cx="3941572" cy="49322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3410" y="1191539"/>
            <a:ext cx="6149670" cy="5416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91884" y="1253045"/>
            <a:ext cx="273773" cy="426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4751" y="2263889"/>
            <a:ext cx="201752" cy="3821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3465" y="2204948"/>
            <a:ext cx="5505500" cy="4964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34544" y="2163089"/>
            <a:ext cx="1558785" cy="5436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9130" y="3382898"/>
            <a:ext cx="244983" cy="3771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6419" y="3322180"/>
            <a:ext cx="7785328" cy="4932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85659" y="3873779"/>
            <a:ext cx="1558785" cy="5416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30540" y="5158079"/>
            <a:ext cx="2784424" cy="497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82986" y="5072164"/>
            <a:ext cx="2273731" cy="5984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9010" y="1494015"/>
            <a:ext cx="3694468" cy="491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9010" y="2046223"/>
            <a:ext cx="1845538" cy="48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6379" y="677926"/>
            <a:ext cx="1141526" cy="597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82330" y="865632"/>
            <a:ext cx="145834" cy="3510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47991" y="1281683"/>
            <a:ext cx="2785186" cy="4896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909759" y="1594230"/>
            <a:ext cx="130682" cy="1824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140263" y="1287043"/>
            <a:ext cx="1391793" cy="4807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49769" y="1828545"/>
            <a:ext cx="3683749" cy="4896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22270" y="2565400"/>
            <a:ext cx="114300" cy="1079500"/>
          </a:xfrm>
          <a:custGeom>
            <a:avLst/>
            <a:gdLst/>
            <a:ahLst/>
            <a:cxnLst/>
            <a:rect l="l" t="t" r="r" b="b"/>
            <a:pathLst>
              <a:path w="114300" h="1079500">
                <a:moveTo>
                  <a:pt x="76200" y="993775"/>
                </a:moveTo>
                <a:lnTo>
                  <a:pt x="38100" y="993775"/>
                </a:lnTo>
                <a:lnTo>
                  <a:pt x="38100" y="0"/>
                </a:lnTo>
                <a:lnTo>
                  <a:pt x="76200" y="0"/>
                </a:lnTo>
                <a:lnTo>
                  <a:pt x="76200" y="993775"/>
                </a:lnTo>
                <a:close/>
              </a:path>
              <a:path w="114300" h="1079500">
                <a:moveTo>
                  <a:pt x="57150" y="1079500"/>
                </a:moveTo>
                <a:lnTo>
                  <a:pt x="0" y="965200"/>
                </a:lnTo>
                <a:lnTo>
                  <a:pt x="38100" y="965200"/>
                </a:lnTo>
                <a:lnTo>
                  <a:pt x="38100" y="993775"/>
                </a:lnTo>
                <a:lnTo>
                  <a:pt x="100012" y="993775"/>
                </a:lnTo>
                <a:lnTo>
                  <a:pt x="57150" y="1079500"/>
                </a:lnTo>
                <a:close/>
              </a:path>
              <a:path w="114300" h="1079500">
                <a:moveTo>
                  <a:pt x="100012" y="993775"/>
                </a:moveTo>
                <a:lnTo>
                  <a:pt x="76200" y="993775"/>
                </a:lnTo>
                <a:lnTo>
                  <a:pt x="76200" y="965200"/>
                </a:lnTo>
                <a:lnTo>
                  <a:pt x="114300" y="965200"/>
                </a:lnTo>
                <a:lnTo>
                  <a:pt x="100012" y="9937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340269" y="3801059"/>
            <a:ext cx="2783408" cy="4878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100259" y="4113593"/>
            <a:ext cx="130682" cy="1824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323626" y="3804615"/>
            <a:ext cx="911263" cy="48609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47419" y="4347908"/>
            <a:ext cx="4153573" cy="48966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45629" y="4894757"/>
            <a:ext cx="4150004" cy="4914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40269" y="5443397"/>
            <a:ext cx="1406080" cy="49145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6051" y="3799268"/>
            <a:ext cx="3698036" cy="48787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12469" y="4347908"/>
            <a:ext cx="3683749" cy="48966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12469" y="4894757"/>
            <a:ext cx="946975" cy="4914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51920" y="1643062"/>
            <a:ext cx="1920239" cy="114300"/>
          </a:xfrm>
          <a:custGeom>
            <a:avLst/>
            <a:gdLst/>
            <a:ahLst/>
            <a:cxnLst/>
            <a:rect l="l" t="t" r="r" b="b"/>
            <a:pathLst>
              <a:path w="1920240" h="114300">
                <a:moveTo>
                  <a:pt x="1805508" y="114300"/>
                </a:moveTo>
                <a:lnTo>
                  <a:pt x="1805508" y="0"/>
                </a:lnTo>
                <a:lnTo>
                  <a:pt x="1881708" y="38100"/>
                </a:lnTo>
                <a:lnTo>
                  <a:pt x="1834083" y="38100"/>
                </a:lnTo>
                <a:lnTo>
                  <a:pt x="1834083" y="76200"/>
                </a:lnTo>
                <a:lnTo>
                  <a:pt x="1881708" y="76200"/>
                </a:lnTo>
                <a:lnTo>
                  <a:pt x="1805508" y="114300"/>
                </a:lnTo>
                <a:close/>
              </a:path>
              <a:path w="1920240" h="114300">
                <a:moveTo>
                  <a:pt x="1805508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1805508" y="38100"/>
                </a:lnTo>
                <a:lnTo>
                  <a:pt x="1805508" y="76200"/>
                </a:lnTo>
                <a:close/>
              </a:path>
              <a:path w="1920240" h="114300">
                <a:moveTo>
                  <a:pt x="1881708" y="76200"/>
                </a:moveTo>
                <a:lnTo>
                  <a:pt x="1834083" y="76200"/>
                </a:lnTo>
                <a:lnTo>
                  <a:pt x="1834083" y="38100"/>
                </a:lnTo>
                <a:lnTo>
                  <a:pt x="1881708" y="38100"/>
                </a:lnTo>
                <a:lnTo>
                  <a:pt x="1919808" y="57150"/>
                </a:lnTo>
                <a:lnTo>
                  <a:pt x="1881708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20868" y="1263370"/>
            <a:ext cx="638505" cy="33839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44529" y="4416425"/>
            <a:ext cx="2112645" cy="114300"/>
          </a:xfrm>
          <a:custGeom>
            <a:avLst/>
            <a:gdLst/>
            <a:ahLst/>
            <a:cxnLst/>
            <a:rect l="l" t="t" r="r" b="b"/>
            <a:pathLst>
              <a:path w="2112645" h="114300">
                <a:moveTo>
                  <a:pt x="114300" y="114300"/>
                </a:moveTo>
                <a:lnTo>
                  <a:pt x="0" y="57150"/>
                </a:lnTo>
                <a:lnTo>
                  <a:pt x="114300" y="0"/>
                </a:lnTo>
                <a:lnTo>
                  <a:pt x="114300" y="38100"/>
                </a:lnTo>
                <a:lnTo>
                  <a:pt x="85725" y="38100"/>
                </a:lnTo>
                <a:lnTo>
                  <a:pt x="85725" y="76200"/>
                </a:lnTo>
                <a:lnTo>
                  <a:pt x="114300" y="76200"/>
                </a:lnTo>
                <a:lnTo>
                  <a:pt x="114300" y="114300"/>
                </a:lnTo>
                <a:close/>
              </a:path>
              <a:path w="2112645" h="114300">
                <a:moveTo>
                  <a:pt x="114300" y="76200"/>
                </a:moveTo>
                <a:lnTo>
                  <a:pt x="85725" y="76200"/>
                </a:lnTo>
                <a:lnTo>
                  <a:pt x="85725" y="38100"/>
                </a:lnTo>
                <a:lnTo>
                  <a:pt x="114300" y="38100"/>
                </a:lnTo>
                <a:lnTo>
                  <a:pt x="114300" y="76200"/>
                </a:lnTo>
                <a:close/>
              </a:path>
              <a:path w="2112645" h="114300">
                <a:moveTo>
                  <a:pt x="2112441" y="76200"/>
                </a:moveTo>
                <a:lnTo>
                  <a:pt x="114300" y="76200"/>
                </a:lnTo>
                <a:lnTo>
                  <a:pt x="114300" y="38100"/>
                </a:lnTo>
                <a:lnTo>
                  <a:pt x="2112441" y="38100"/>
                </a:lnTo>
                <a:lnTo>
                  <a:pt x="2112441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08739" y="3998633"/>
            <a:ext cx="638505" cy="33839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2508" y="1197190"/>
            <a:ext cx="742607" cy="426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27607" y="1115783"/>
            <a:ext cx="4606366" cy="5518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75804" y="2631948"/>
            <a:ext cx="4238625" cy="2513330"/>
          </a:xfrm>
          <a:custGeom>
            <a:avLst/>
            <a:gdLst/>
            <a:ahLst/>
            <a:cxnLst/>
            <a:rect l="l" t="t" r="r" b="b"/>
            <a:pathLst>
              <a:path w="4238625" h="2513329">
                <a:moveTo>
                  <a:pt x="3948684" y="2513076"/>
                </a:moveTo>
                <a:lnTo>
                  <a:pt x="0" y="1917191"/>
                </a:lnTo>
                <a:lnTo>
                  <a:pt x="288036" y="0"/>
                </a:lnTo>
                <a:lnTo>
                  <a:pt x="4238244" y="595883"/>
                </a:lnTo>
                <a:lnTo>
                  <a:pt x="3948684" y="2513076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68895" y="2625864"/>
            <a:ext cx="4251960" cy="2526030"/>
          </a:xfrm>
          <a:custGeom>
            <a:avLst/>
            <a:gdLst/>
            <a:ahLst/>
            <a:cxnLst/>
            <a:rect l="l" t="t" r="r" b="b"/>
            <a:pathLst>
              <a:path w="4251959" h="2526029">
                <a:moveTo>
                  <a:pt x="3955072" y="2525649"/>
                </a:moveTo>
                <a:lnTo>
                  <a:pt x="5333" y="1929853"/>
                </a:lnTo>
                <a:lnTo>
                  <a:pt x="0" y="1922627"/>
                </a:lnTo>
                <a:lnTo>
                  <a:pt x="289217" y="5334"/>
                </a:lnTo>
                <a:lnTo>
                  <a:pt x="296443" y="0"/>
                </a:lnTo>
                <a:lnTo>
                  <a:pt x="344349" y="7226"/>
                </a:lnTo>
                <a:lnTo>
                  <a:pt x="301777" y="7226"/>
                </a:lnTo>
                <a:lnTo>
                  <a:pt x="294551" y="12560"/>
                </a:lnTo>
                <a:lnTo>
                  <a:pt x="300829" y="13507"/>
                </a:lnTo>
                <a:lnTo>
                  <a:pt x="13650" y="1917293"/>
                </a:lnTo>
                <a:lnTo>
                  <a:pt x="7226" y="1917293"/>
                </a:lnTo>
                <a:lnTo>
                  <a:pt x="12560" y="1924519"/>
                </a:lnTo>
                <a:lnTo>
                  <a:pt x="55132" y="1924519"/>
                </a:lnTo>
                <a:lnTo>
                  <a:pt x="3950685" y="2512141"/>
                </a:lnTo>
                <a:lnTo>
                  <a:pt x="3949738" y="2518422"/>
                </a:lnTo>
                <a:lnTo>
                  <a:pt x="3962583" y="2518422"/>
                </a:lnTo>
                <a:lnTo>
                  <a:pt x="3957066" y="2525636"/>
                </a:lnTo>
                <a:lnTo>
                  <a:pt x="3955072" y="2525649"/>
                </a:lnTo>
                <a:close/>
              </a:path>
              <a:path w="4251959" h="2526029">
                <a:moveTo>
                  <a:pt x="300829" y="13507"/>
                </a:moveTo>
                <a:lnTo>
                  <a:pt x="294551" y="12560"/>
                </a:lnTo>
                <a:lnTo>
                  <a:pt x="301777" y="7226"/>
                </a:lnTo>
                <a:lnTo>
                  <a:pt x="300829" y="13507"/>
                </a:lnTo>
                <a:close/>
              </a:path>
              <a:path w="4251959" h="2526029">
                <a:moveTo>
                  <a:pt x="4238008" y="607407"/>
                </a:moveTo>
                <a:lnTo>
                  <a:pt x="300829" y="13507"/>
                </a:lnTo>
                <a:lnTo>
                  <a:pt x="301777" y="7226"/>
                </a:lnTo>
                <a:lnTo>
                  <a:pt x="344349" y="7226"/>
                </a:lnTo>
                <a:lnTo>
                  <a:pt x="4246181" y="595795"/>
                </a:lnTo>
                <a:lnTo>
                  <a:pt x="4251491" y="601129"/>
                </a:lnTo>
                <a:lnTo>
                  <a:pt x="4238955" y="601129"/>
                </a:lnTo>
                <a:lnTo>
                  <a:pt x="4238008" y="607407"/>
                </a:lnTo>
                <a:close/>
              </a:path>
              <a:path w="4251959" h="2526029">
                <a:moveTo>
                  <a:pt x="4244289" y="608355"/>
                </a:moveTo>
                <a:lnTo>
                  <a:pt x="4238008" y="607407"/>
                </a:lnTo>
                <a:lnTo>
                  <a:pt x="4238955" y="601129"/>
                </a:lnTo>
                <a:lnTo>
                  <a:pt x="4244289" y="608355"/>
                </a:lnTo>
                <a:close/>
              </a:path>
              <a:path w="4251959" h="2526029">
                <a:moveTo>
                  <a:pt x="4250710" y="608355"/>
                </a:moveTo>
                <a:lnTo>
                  <a:pt x="4244289" y="608355"/>
                </a:lnTo>
                <a:lnTo>
                  <a:pt x="4238955" y="601129"/>
                </a:lnTo>
                <a:lnTo>
                  <a:pt x="4251491" y="601129"/>
                </a:lnTo>
                <a:lnTo>
                  <a:pt x="4251515" y="603021"/>
                </a:lnTo>
                <a:lnTo>
                  <a:pt x="4250710" y="608355"/>
                </a:lnTo>
                <a:close/>
              </a:path>
              <a:path w="4251959" h="2526029">
                <a:moveTo>
                  <a:pt x="3962583" y="2518422"/>
                </a:moveTo>
                <a:lnTo>
                  <a:pt x="3949738" y="2518422"/>
                </a:lnTo>
                <a:lnTo>
                  <a:pt x="3956964" y="2513088"/>
                </a:lnTo>
                <a:lnTo>
                  <a:pt x="3950685" y="2512141"/>
                </a:lnTo>
                <a:lnTo>
                  <a:pt x="4238008" y="607407"/>
                </a:lnTo>
                <a:lnTo>
                  <a:pt x="4244289" y="608355"/>
                </a:lnTo>
                <a:lnTo>
                  <a:pt x="4250710" y="608355"/>
                </a:lnTo>
                <a:lnTo>
                  <a:pt x="3962583" y="2518422"/>
                </a:lnTo>
                <a:close/>
              </a:path>
              <a:path w="4251959" h="2526029">
                <a:moveTo>
                  <a:pt x="12560" y="1924519"/>
                </a:moveTo>
                <a:lnTo>
                  <a:pt x="7226" y="1917293"/>
                </a:lnTo>
                <a:lnTo>
                  <a:pt x="13507" y="1918241"/>
                </a:lnTo>
                <a:lnTo>
                  <a:pt x="12560" y="1924519"/>
                </a:lnTo>
                <a:close/>
              </a:path>
              <a:path w="4251959" h="2526029">
                <a:moveTo>
                  <a:pt x="13507" y="1918241"/>
                </a:moveTo>
                <a:lnTo>
                  <a:pt x="7226" y="1917293"/>
                </a:lnTo>
                <a:lnTo>
                  <a:pt x="13650" y="1917293"/>
                </a:lnTo>
                <a:lnTo>
                  <a:pt x="13507" y="1918241"/>
                </a:lnTo>
                <a:close/>
              </a:path>
              <a:path w="4251959" h="2526029">
                <a:moveTo>
                  <a:pt x="55132" y="1924519"/>
                </a:moveTo>
                <a:lnTo>
                  <a:pt x="12560" y="1924519"/>
                </a:lnTo>
                <a:lnTo>
                  <a:pt x="13507" y="1918241"/>
                </a:lnTo>
                <a:lnTo>
                  <a:pt x="55132" y="1924519"/>
                </a:lnTo>
                <a:close/>
              </a:path>
              <a:path w="4251959" h="2526029">
                <a:moveTo>
                  <a:pt x="3949738" y="2518422"/>
                </a:moveTo>
                <a:lnTo>
                  <a:pt x="3950685" y="2512141"/>
                </a:lnTo>
                <a:lnTo>
                  <a:pt x="3956964" y="2513088"/>
                </a:lnTo>
                <a:lnTo>
                  <a:pt x="3949738" y="251842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869834" y="2735884"/>
            <a:ext cx="3633025" cy="10659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69402" y="3335210"/>
            <a:ext cx="3642842" cy="10674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82395" y="3938587"/>
            <a:ext cx="2083219" cy="8321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03776" y="2125979"/>
            <a:ext cx="3013075" cy="1559560"/>
          </a:xfrm>
          <a:custGeom>
            <a:avLst/>
            <a:gdLst/>
            <a:ahLst/>
            <a:cxnLst/>
            <a:rect l="l" t="t" r="r" b="b"/>
            <a:pathLst>
              <a:path w="3013075" h="1559560">
                <a:moveTo>
                  <a:pt x="2904744" y="1559052"/>
                </a:moveTo>
                <a:lnTo>
                  <a:pt x="0" y="1318260"/>
                </a:lnTo>
                <a:lnTo>
                  <a:pt x="109727" y="0"/>
                </a:lnTo>
                <a:lnTo>
                  <a:pt x="3012948" y="239268"/>
                </a:lnTo>
                <a:lnTo>
                  <a:pt x="2904744" y="1559052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97222" y="2118906"/>
            <a:ext cx="3027045" cy="1572895"/>
          </a:xfrm>
          <a:custGeom>
            <a:avLst/>
            <a:gdLst/>
            <a:ahLst/>
            <a:cxnLst/>
            <a:rect l="l" t="t" r="r" b="b"/>
            <a:pathLst>
              <a:path w="3027045" h="1572895">
                <a:moveTo>
                  <a:pt x="2910319" y="1572272"/>
                </a:moveTo>
                <a:lnTo>
                  <a:pt x="5803" y="1331569"/>
                </a:lnTo>
                <a:lnTo>
                  <a:pt x="0" y="1324711"/>
                </a:lnTo>
                <a:lnTo>
                  <a:pt x="109296" y="5803"/>
                </a:lnTo>
                <a:lnTo>
                  <a:pt x="116154" y="0"/>
                </a:lnTo>
                <a:lnTo>
                  <a:pt x="198908" y="6858"/>
                </a:lnTo>
                <a:lnTo>
                  <a:pt x="121958" y="6858"/>
                </a:lnTo>
                <a:lnTo>
                  <a:pt x="115100" y="12661"/>
                </a:lnTo>
                <a:lnTo>
                  <a:pt x="121433" y="13186"/>
                </a:lnTo>
                <a:lnTo>
                  <a:pt x="13230" y="1318907"/>
                </a:lnTo>
                <a:lnTo>
                  <a:pt x="6858" y="1318907"/>
                </a:lnTo>
                <a:lnTo>
                  <a:pt x="12661" y="1325765"/>
                </a:lnTo>
                <a:lnTo>
                  <a:pt x="89612" y="1325765"/>
                </a:lnTo>
                <a:lnTo>
                  <a:pt x="2905039" y="1559085"/>
                </a:lnTo>
                <a:lnTo>
                  <a:pt x="2904515" y="1565414"/>
                </a:lnTo>
                <a:lnTo>
                  <a:pt x="2917251" y="1565414"/>
                </a:lnTo>
                <a:lnTo>
                  <a:pt x="2912300" y="1572120"/>
                </a:lnTo>
                <a:lnTo>
                  <a:pt x="2910319" y="1572272"/>
                </a:lnTo>
                <a:close/>
              </a:path>
              <a:path w="3027045" h="1572895">
                <a:moveTo>
                  <a:pt x="121433" y="13186"/>
                </a:moveTo>
                <a:lnTo>
                  <a:pt x="115100" y="12661"/>
                </a:lnTo>
                <a:lnTo>
                  <a:pt x="121958" y="6858"/>
                </a:lnTo>
                <a:lnTo>
                  <a:pt x="121433" y="13186"/>
                </a:lnTo>
                <a:close/>
              </a:path>
              <a:path w="3027045" h="1572895">
                <a:moveTo>
                  <a:pt x="3013286" y="252840"/>
                </a:moveTo>
                <a:lnTo>
                  <a:pt x="121433" y="13186"/>
                </a:lnTo>
                <a:lnTo>
                  <a:pt x="121958" y="6858"/>
                </a:lnTo>
                <a:lnTo>
                  <a:pt x="198908" y="6858"/>
                </a:lnTo>
                <a:lnTo>
                  <a:pt x="3020669" y="240703"/>
                </a:lnTo>
                <a:lnTo>
                  <a:pt x="3026392" y="246507"/>
                </a:lnTo>
                <a:lnTo>
                  <a:pt x="3013811" y="246507"/>
                </a:lnTo>
                <a:lnTo>
                  <a:pt x="3013286" y="252840"/>
                </a:lnTo>
                <a:close/>
              </a:path>
              <a:path w="3027045" h="1572895">
                <a:moveTo>
                  <a:pt x="3019615" y="253365"/>
                </a:moveTo>
                <a:lnTo>
                  <a:pt x="3013286" y="252840"/>
                </a:lnTo>
                <a:lnTo>
                  <a:pt x="3013811" y="246507"/>
                </a:lnTo>
                <a:lnTo>
                  <a:pt x="3019615" y="253365"/>
                </a:lnTo>
                <a:close/>
              </a:path>
              <a:path w="3027045" h="1572895">
                <a:moveTo>
                  <a:pt x="3025992" y="253365"/>
                </a:moveTo>
                <a:lnTo>
                  <a:pt x="3019615" y="253365"/>
                </a:lnTo>
                <a:lnTo>
                  <a:pt x="3013811" y="246507"/>
                </a:lnTo>
                <a:lnTo>
                  <a:pt x="3026392" y="246507"/>
                </a:lnTo>
                <a:lnTo>
                  <a:pt x="3026473" y="247561"/>
                </a:lnTo>
                <a:lnTo>
                  <a:pt x="3025992" y="253365"/>
                </a:lnTo>
                <a:close/>
              </a:path>
              <a:path w="3027045" h="1572895">
                <a:moveTo>
                  <a:pt x="2917251" y="1565414"/>
                </a:moveTo>
                <a:lnTo>
                  <a:pt x="2904515" y="1565414"/>
                </a:lnTo>
                <a:lnTo>
                  <a:pt x="2911373" y="1559610"/>
                </a:lnTo>
                <a:lnTo>
                  <a:pt x="2905039" y="1559085"/>
                </a:lnTo>
                <a:lnTo>
                  <a:pt x="3013286" y="252840"/>
                </a:lnTo>
                <a:lnTo>
                  <a:pt x="3019615" y="253365"/>
                </a:lnTo>
                <a:lnTo>
                  <a:pt x="3025992" y="253365"/>
                </a:lnTo>
                <a:lnTo>
                  <a:pt x="2917251" y="1565414"/>
                </a:lnTo>
                <a:close/>
              </a:path>
              <a:path w="3027045" h="1572895">
                <a:moveTo>
                  <a:pt x="12661" y="1325765"/>
                </a:moveTo>
                <a:lnTo>
                  <a:pt x="6858" y="1318907"/>
                </a:lnTo>
                <a:lnTo>
                  <a:pt x="13186" y="1319432"/>
                </a:lnTo>
                <a:lnTo>
                  <a:pt x="12661" y="1325765"/>
                </a:lnTo>
                <a:close/>
              </a:path>
              <a:path w="3027045" h="1572895">
                <a:moveTo>
                  <a:pt x="13186" y="1319432"/>
                </a:moveTo>
                <a:lnTo>
                  <a:pt x="6858" y="1318907"/>
                </a:lnTo>
                <a:lnTo>
                  <a:pt x="13230" y="1318907"/>
                </a:lnTo>
                <a:lnTo>
                  <a:pt x="13186" y="1319432"/>
                </a:lnTo>
                <a:close/>
              </a:path>
              <a:path w="3027045" h="1572895">
                <a:moveTo>
                  <a:pt x="89612" y="1325765"/>
                </a:moveTo>
                <a:lnTo>
                  <a:pt x="12661" y="1325765"/>
                </a:lnTo>
                <a:lnTo>
                  <a:pt x="13186" y="1319432"/>
                </a:lnTo>
                <a:lnTo>
                  <a:pt x="89612" y="1325765"/>
                </a:lnTo>
                <a:close/>
              </a:path>
              <a:path w="3027045" h="1572895">
                <a:moveTo>
                  <a:pt x="2904515" y="1565414"/>
                </a:moveTo>
                <a:lnTo>
                  <a:pt x="2905039" y="1559085"/>
                </a:lnTo>
                <a:lnTo>
                  <a:pt x="2911373" y="1559610"/>
                </a:lnTo>
                <a:lnTo>
                  <a:pt x="2904515" y="1565414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59947" y="2220239"/>
            <a:ext cx="2607437" cy="7499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11903" y="2839796"/>
            <a:ext cx="1077760" cy="6075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8368" y="2936748"/>
            <a:ext cx="3599815" cy="2010410"/>
          </a:xfrm>
          <a:custGeom>
            <a:avLst/>
            <a:gdLst/>
            <a:ahLst/>
            <a:cxnLst/>
            <a:rect l="l" t="t" r="r" b="b"/>
            <a:pathLst>
              <a:path w="3599815" h="2010410">
                <a:moveTo>
                  <a:pt x="278892" y="2010155"/>
                </a:moveTo>
                <a:lnTo>
                  <a:pt x="0" y="716279"/>
                </a:lnTo>
                <a:lnTo>
                  <a:pt x="3320796" y="0"/>
                </a:lnTo>
                <a:lnTo>
                  <a:pt x="3599687" y="1293876"/>
                </a:lnTo>
                <a:lnTo>
                  <a:pt x="278892" y="2010155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2056" y="2930994"/>
            <a:ext cx="3612515" cy="2022475"/>
          </a:xfrm>
          <a:custGeom>
            <a:avLst/>
            <a:gdLst/>
            <a:ahLst/>
            <a:cxnLst/>
            <a:rect l="l" t="t" r="r" b="b"/>
            <a:pathLst>
              <a:path w="3612515" h="2022475">
                <a:moveTo>
                  <a:pt x="284670" y="2022398"/>
                </a:moveTo>
                <a:lnTo>
                  <a:pt x="101" y="723734"/>
                </a:lnTo>
                <a:lnTo>
                  <a:pt x="0" y="721753"/>
                </a:lnTo>
                <a:lnTo>
                  <a:pt x="507" y="719835"/>
                </a:lnTo>
                <a:lnTo>
                  <a:pt x="3325241" y="114"/>
                </a:lnTo>
                <a:lnTo>
                  <a:pt x="3327234" y="0"/>
                </a:lnTo>
                <a:lnTo>
                  <a:pt x="3329152" y="507"/>
                </a:lnTo>
                <a:lnTo>
                  <a:pt x="3330816" y="1587"/>
                </a:lnTo>
                <a:lnTo>
                  <a:pt x="3332073" y="3124"/>
                </a:lnTo>
                <a:lnTo>
                  <a:pt x="3332797" y="4978"/>
                </a:lnTo>
                <a:lnTo>
                  <a:pt x="3333375" y="7658"/>
                </a:lnTo>
                <a:lnTo>
                  <a:pt x="3320376" y="7658"/>
                </a:lnTo>
                <a:lnTo>
                  <a:pt x="3321714" y="13860"/>
                </a:lnTo>
                <a:lnTo>
                  <a:pt x="42624" y="721055"/>
                </a:lnTo>
                <a:lnTo>
                  <a:pt x="12522" y="721055"/>
                </a:lnTo>
                <a:lnTo>
                  <a:pt x="7645" y="728598"/>
                </a:lnTo>
                <a:lnTo>
                  <a:pt x="14149" y="728598"/>
                </a:lnTo>
                <a:lnTo>
                  <a:pt x="290190" y="2008538"/>
                </a:lnTo>
                <a:lnTo>
                  <a:pt x="283984" y="2009876"/>
                </a:lnTo>
                <a:lnTo>
                  <a:pt x="291528" y="2014740"/>
                </a:lnTo>
                <a:lnTo>
                  <a:pt x="321630" y="2014740"/>
                </a:lnTo>
                <a:lnTo>
                  <a:pt x="286651" y="2022284"/>
                </a:lnTo>
                <a:lnTo>
                  <a:pt x="284670" y="2022398"/>
                </a:lnTo>
                <a:close/>
              </a:path>
              <a:path w="3612515" h="2022475">
                <a:moveTo>
                  <a:pt x="3321714" y="13860"/>
                </a:moveTo>
                <a:lnTo>
                  <a:pt x="3320376" y="7658"/>
                </a:lnTo>
                <a:lnTo>
                  <a:pt x="3327920" y="12522"/>
                </a:lnTo>
                <a:lnTo>
                  <a:pt x="3321714" y="13860"/>
                </a:lnTo>
                <a:close/>
              </a:path>
              <a:path w="3612515" h="2022475">
                <a:moveTo>
                  <a:pt x="3598042" y="1295127"/>
                </a:moveTo>
                <a:lnTo>
                  <a:pt x="3321714" y="13860"/>
                </a:lnTo>
                <a:lnTo>
                  <a:pt x="3327920" y="12522"/>
                </a:lnTo>
                <a:lnTo>
                  <a:pt x="3320376" y="7658"/>
                </a:lnTo>
                <a:lnTo>
                  <a:pt x="3333375" y="7658"/>
                </a:lnTo>
                <a:lnTo>
                  <a:pt x="3610752" y="1293787"/>
                </a:lnTo>
                <a:lnTo>
                  <a:pt x="3604259" y="1293787"/>
                </a:lnTo>
                <a:lnTo>
                  <a:pt x="3598042" y="1295127"/>
                </a:lnTo>
                <a:close/>
              </a:path>
              <a:path w="3612515" h="2022475">
                <a:moveTo>
                  <a:pt x="7645" y="728598"/>
                </a:moveTo>
                <a:lnTo>
                  <a:pt x="12522" y="721055"/>
                </a:lnTo>
                <a:lnTo>
                  <a:pt x="13860" y="727258"/>
                </a:lnTo>
                <a:lnTo>
                  <a:pt x="7645" y="728598"/>
                </a:lnTo>
                <a:close/>
              </a:path>
              <a:path w="3612515" h="2022475">
                <a:moveTo>
                  <a:pt x="13860" y="727258"/>
                </a:moveTo>
                <a:lnTo>
                  <a:pt x="12522" y="721055"/>
                </a:lnTo>
                <a:lnTo>
                  <a:pt x="42624" y="721055"/>
                </a:lnTo>
                <a:lnTo>
                  <a:pt x="13860" y="727258"/>
                </a:lnTo>
                <a:close/>
              </a:path>
              <a:path w="3612515" h="2022475">
                <a:moveTo>
                  <a:pt x="14149" y="728598"/>
                </a:moveTo>
                <a:lnTo>
                  <a:pt x="7645" y="728598"/>
                </a:lnTo>
                <a:lnTo>
                  <a:pt x="13860" y="727258"/>
                </a:lnTo>
                <a:lnTo>
                  <a:pt x="14149" y="728598"/>
                </a:lnTo>
                <a:close/>
              </a:path>
              <a:path w="3612515" h="2022475">
                <a:moveTo>
                  <a:pt x="3599383" y="1301343"/>
                </a:moveTo>
                <a:lnTo>
                  <a:pt x="3598042" y="1295127"/>
                </a:lnTo>
                <a:lnTo>
                  <a:pt x="3604259" y="1293787"/>
                </a:lnTo>
                <a:lnTo>
                  <a:pt x="3599383" y="1301343"/>
                </a:lnTo>
                <a:close/>
              </a:path>
              <a:path w="3612515" h="2022475">
                <a:moveTo>
                  <a:pt x="3611720" y="1301343"/>
                </a:moveTo>
                <a:lnTo>
                  <a:pt x="3599383" y="1301343"/>
                </a:lnTo>
                <a:lnTo>
                  <a:pt x="3604259" y="1293787"/>
                </a:lnTo>
                <a:lnTo>
                  <a:pt x="3610752" y="1293787"/>
                </a:lnTo>
                <a:lnTo>
                  <a:pt x="3611803" y="1298663"/>
                </a:lnTo>
                <a:lnTo>
                  <a:pt x="3611905" y="1300645"/>
                </a:lnTo>
                <a:lnTo>
                  <a:pt x="3611720" y="1301343"/>
                </a:lnTo>
                <a:close/>
              </a:path>
              <a:path w="3612515" h="2022475">
                <a:moveTo>
                  <a:pt x="321630" y="2014740"/>
                </a:moveTo>
                <a:lnTo>
                  <a:pt x="291528" y="2014740"/>
                </a:lnTo>
                <a:lnTo>
                  <a:pt x="290190" y="2008538"/>
                </a:lnTo>
                <a:lnTo>
                  <a:pt x="3598042" y="1295127"/>
                </a:lnTo>
                <a:lnTo>
                  <a:pt x="3599383" y="1301343"/>
                </a:lnTo>
                <a:lnTo>
                  <a:pt x="3611720" y="1301343"/>
                </a:lnTo>
                <a:lnTo>
                  <a:pt x="3611397" y="1302562"/>
                </a:lnTo>
                <a:lnTo>
                  <a:pt x="3610330" y="1304239"/>
                </a:lnTo>
                <a:lnTo>
                  <a:pt x="3608781" y="1305483"/>
                </a:lnTo>
                <a:lnTo>
                  <a:pt x="3606927" y="1306207"/>
                </a:lnTo>
                <a:lnTo>
                  <a:pt x="321630" y="2014740"/>
                </a:lnTo>
                <a:close/>
              </a:path>
              <a:path w="3612515" h="2022475">
                <a:moveTo>
                  <a:pt x="291528" y="2014740"/>
                </a:moveTo>
                <a:lnTo>
                  <a:pt x="283984" y="2009876"/>
                </a:lnTo>
                <a:lnTo>
                  <a:pt x="290190" y="2008538"/>
                </a:lnTo>
                <a:lnTo>
                  <a:pt x="291528" y="201474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6071" y="3073679"/>
            <a:ext cx="3120377" cy="11677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05687" y="3880967"/>
            <a:ext cx="2121573" cy="9579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3887" y="3407702"/>
            <a:ext cx="318046" cy="332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25080" y="3294786"/>
            <a:ext cx="10313149" cy="4914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2508" y="1197190"/>
            <a:ext cx="742607" cy="4267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27607" y="1115783"/>
            <a:ext cx="4606366" cy="5518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5919" y="5582716"/>
            <a:ext cx="246507" cy="3267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6277" y="5791771"/>
            <a:ext cx="109677" cy="117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94384" y="5467997"/>
            <a:ext cx="4766398" cy="4878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40971" y="5466207"/>
            <a:ext cx="2322499" cy="4896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50783" y="5471566"/>
            <a:ext cx="457517" cy="4789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734894" y="5736615"/>
            <a:ext cx="139611" cy="1897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65425" y="5469775"/>
            <a:ext cx="1845538" cy="48609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67244" y="6013069"/>
            <a:ext cx="2283218" cy="49322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70720" y="6293459"/>
            <a:ext cx="167386" cy="16640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0303" y="2108746"/>
            <a:ext cx="297738" cy="32758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82967" y="1991309"/>
            <a:ext cx="10107650" cy="4914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3607" y="2539949"/>
            <a:ext cx="3883888" cy="49145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10540" y="4089349"/>
            <a:ext cx="3651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Arial"/>
                <a:cs typeface="Arial"/>
              </a:rPr>
              <a:t>3</a:t>
            </a:r>
            <a:r>
              <a:rPr dirty="0" sz="320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63701" y="4113326"/>
            <a:ext cx="6888556" cy="4914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89113" y="4753330"/>
            <a:ext cx="3953548" cy="38822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4200" y="797902"/>
            <a:ext cx="5085486" cy="5015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1604" y="1286255"/>
            <a:ext cx="11016996" cy="516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6655" y="1324355"/>
            <a:ext cx="4448810" cy="5114925"/>
          </a:xfrm>
          <a:custGeom>
            <a:avLst/>
            <a:gdLst/>
            <a:ahLst/>
            <a:cxnLst/>
            <a:rect l="l" t="t" r="r" b="b"/>
            <a:pathLst>
              <a:path w="4448810" h="5114925">
                <a:moveTo>
                  <a:pt x="0" y="0"/>
                </a:moveTo>
                <a:lnTo>
                  <a:pt x="4448556" y="0"/>
                </a:lnTo>
                <a:lnTo>
                  <a:pt x="4448556" y="5114544"/>
                </a:lnTo>
                <a:lnTo>
                  <a:pt x="0" y="51145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9925" y="1317625"/>
            <a:ext cx="4460875" cy="5127625"/>
          </a:xfrm>
          <a:custGeom>
            <a:avLst/>
            <a:gdLst/>
            <a:ahLst/>
            <a:cxnLst/>
            <a:rect l="l" t="t" r="r" b="b"/>
            <a:pathLst>
              <a:path w="4460875" h="5127625">
                <a:moveTo>
                  <a:pt x="4460875" y="5127625"/>
                </a:moveTo>
                <a:lnTo>
                  <a:pt x="0" y="5127625"/>
                </a:lnTo>
                <a:lnTo>
                  <a:pt x="0" y="0"/>
                </a:lnTo>
                <a:lnTo>
                  <a:pt x="4460875" y="0"/>
                </a:lnTo>
                <a:lnTo>
                  <a:pt x="446087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114925"/>
                </a:lnTo>
                <a:lnTo>
                  <a:pt x="6350" y="5114925"/>
                </a:lnTo>
                <a:lnTo>
                  <a:pt x="12700" y="5121275"/>
                </a:lnTo>
                <a:lnTo>
                  <a:pt x="4460875" y="5121275"/>
                </a:lnTo>
                <a:lnTo>
                  <a:pt x="4460875" y="5127625"/>
                </a:lnTo>
                <a:close/>
              </a:path>
              <a:path w="4460875" h="51276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4460875" h="5127625">
                <a:moveTo>
                  <a:pt x="444817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4448175" y="6350"/>
                </a:lnTo>
                <a:lnTo>
                  <a:pt x="4448175" y="12700"/>
                </a:lnTo>
                <a:close/>
              </a:path>
              <a:path w="4460875" h="5127625">
                <a:moveTo>
                  <a:pt x="4448175" y="5121275"/>
                </a:moveTo>
                <a:lnTo>
                  <a:pt x="4448175" y="6350"/>
                </a:lnTo>
                <a:lnTo>
                  <a:pt x="4454525" y="12700"/>
                </a:lnTo>
                <a:lnTo>
                  <a:pt x="4460875" y="12700"/>
                </a:lnTo>
                <a:lnTo>
                  <a:pt x="4460875" y="5114925"/>
                </a:lnTo>
                <a:lnTo>
                  <a:pt x="4454525" y="5114925"/>
                </a:lnTo>
                <a:lnTo>
                  <a:pt x="4448175" y="5121275"/>
                </a:lnTo>
                <a:close/>
              </a:path>
              <a:path w="4460875" h="5127625">
                <a:moveTo>
                  <a:pt x="4460875" y="12700"/>
                </a:moveTo>
                <a:lnTo>
                  <a:pt x="4454525" y="12700"/>
                </a:lnTo>
                <a:lnTo>
                  <a:pt x="4448175" y="6350"/>
                </a:lnTo>
                <a:lnTo>
                  <a:pt x="4460875" y="6350"/>
                </a:lnTo>
                <a:lnTo>
                  <a:pt x="4460875" y="12700"/>
                </a:lnTo>
                <a:close/>
              </a:path>
              <a:path w="4460875" h="5127625">
                <a:moveTo>
                  <a:pt x="12700" y="5121275"/>
                </a:moveTo>
                <a:lnTo>
                  <a:pt x="6350" y="5114925"/>
                </a:lnTo>
                <a:lnTo>
                  <a:pt x="12700" y="5114925"/>
                </a:lnTo>
                <a:lnTo>
                  <a:pt x="12700" y="5121275"/>
                </a:lnTo>
                <a:close/>
              </a:path>
              <a:path w="4460875" h="5127625">
                <a:moveTo>
                  <a:pt x="4448175" y="5121275"/>
                </a:moveTo>
                <a:lnTo>
                  <a:pt x="12700" y="5121275"/>
                </a:lnTo>
                <a:lnTo>
                  <a:pt x="12700" y="5114925"/>
                </a:lnTo>
                <a:lnTo>
                  <a:pt x="4448175" y="5114925"/>
                </a:lnTo>
                <a:lnTo>
                  <a:pt x="4448175" y="5121275"/>
                </a:lnTo>
                <a:close/>
              </a:path>
              <a:path w="4460875" h="5127625">
                <a:moveTo>
                  <a:pt x="4460875" y="5121275"/>
                </a:moveTo>
                <a:lnTo>
                  <a:pt x="4448175" y="5121275"/>
                </a:lnTo>
                <a:lnTo>
                  <a:pt x="4454525" y="5114925"/>
                </a:lnTo>
                <a:lnTo>
                  <a:pt x="4460875" y="5114925"/>
                </a:lnTo>
                <a:lnTo>
                  <a:pt x="4460875" y="512127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8972" y="1517434"/>
            <a:ext cx="3956329" cy="3909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7587" y="1958035"/>
            <a:ext cx="744334" cy="374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13153" y="1944141"/>
            <a:ext cx="1051839" cy="3882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14840" y="1949704"/>
            <a:ext cx="146519" cy="3784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90380" y="1944141"/>
            <a:ext cx="1759902" cy="38961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32865" y="2372258"/>
            <a:ext cx="659599" cy="3854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81200" y="2376423"/>
            <a:ext cx="146519" cy="3784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60905" y="2373642"/>
            <a:ext cx="1085913" cy="38682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94545" y="2370861"/>
            <a:ext cx="1921548" cy="38961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93978" y="2797581"/>
            <a:ext cx="2130640" cy="38961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11220" y="2803144"/>
            <a:ext cx="146519" cy="37849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18713" y="2796197"/>
            <a:ext cx="1185875" cy="39099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7176" y="3636035"/>
            <a:ext cx="388226" cy="36182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80515" y="3620757"/>
            <a:ext cx="1104620" cy="39099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59977" y="3866616"/>
            <a:ext cx="110413" cy="15068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438285" y="3623525"/>
            <a:ext cx="2529077" cy="38682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25779" y="4051643"/>
            <a:ext cx="887933" cy="38404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15376" y="4723472"/>
            <a:ext cx="422909" cy="0"/>
          </a:xfrm>
          <a:custGeom>
            <a:avLst/>
            <a:gdLst/>
            <a:ahLst/>
            <a:cxnLst/>
            <a:rect l="l" t="t" r="r" b="b"/>
            <a:pathLst>
              <a:path w="422910" h="0">
                <a:moveTo>
                  <a:pt x="0" y="0"/>
                </a:moveTo>
                <a:lnTo>
                  <a:pt x="422414" y="0"/>
                </a:lnTo>
              </a:path>
            </a:pathLst>
          </a:custGeom>
          <a:ln w="173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76655" y="4682833"/>
            <a:ext cx="444881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dirty="0" sz="3300" i="1">
                <a:latin typeface="Times New Roman"/>
                <a:cs typeface="Times New Roman"/>
              </a:rPr>
              <a:t>T </a:t>
            </a:r>
            <a:r>
              <a:rPr dirty="0" sz="3300">
                <a:latin typeface="Symbol"/>
                <a:cs typeface="Symbol"/>
              </a:rPr>
              <a:t></a:t>
            </a:r>
            <a:r>
              <a:rPr dirty="0" sz="3300" spc="215">
                <a:latin typeface="Times New Roman"/>
                <a:cs typeface="Times New Roman"/>
              </a:rPr>
              <a:t> </a:t>
            </a:r>
            <a:r>
              <a:rPr dirty="0" sz="3300" spc="90" i="1">
                <a:latin typeface="Times New Roman"/>
                <a:cs typeface="Times New Roman"/>
              </a:rPr>
              <a:t>aE</a:t>
            </a:r>
            <a:r>
              <a:rPr dirty="0" baseline="-23391" sz="2850" spc="135" i="1">
                <a:latin typeface="Times New Roman"/>
                <a:cs typeface="Times New Roman"/>
              </a:rPr>
              <a:t>k</a:t>
            </a:r>
            <a:endParaRPr baseline="-23391" sz="2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81618" y="4924094"/>
            <a:ext cx="225183" cy="22762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70530" y="4793360"/>
            <a:ext cx="1814068" cy="38961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94244" y="5520626"/>
            <a:ext cx="3708273" cy="44977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16406" y="6010211"/>
            <a:ext cx="1219263" cy="44975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708770" y="1041768"/>
            <a:ext cx="3199638" cy="49145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905698" y="1587868"/>
            <a:ext cx="3696246" cy="49145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902130" y="2134717"/>
            <a:ext cx="1644269" cy="49145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72653" y="1463128"/>
            <a:ext cx="234276" cy="4557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24595" y="1450632"/>
            <a:ext cx="929119" cy="4878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87459" y="1463128"/>
            <a:ext cx="230695" cy="4557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00577" y="1513141"/>
            <a:ext cx="263525" cy="38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44810" y="1445272"/>
            <a:ext cx="3224644" cy="4932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57212" y="1513141"/>
            <a:ext cx="263525" cy="383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01445" y="1445272"/>
            <a:ext cx="2931756" cy="4896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81569" y="1995817"/>
            <a:ext cx="4841925" cy="4914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96059" y="3330867"/>
            <a:ext cx="263525" cy="383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40305" y="3262998"/>
            <a:ext cx="3224644" cy="49322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52694" y="3330867"/>
            <a:ext cx="263525" cy="3834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96940" y="3262998"/>
            <a:ext cx="4619815" cy="4914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95614" y="3815334"/>
            <a:ext cx="3482466" cy="48966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2602" y="1010856"/>
            <a:ext cx="426593" cy="4801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916" y="1285659"/>
            <a:ext cx="157365" cy="1660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3498" y="998397"/>
            <a:ext cx="4165511" cy="4997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3171" y="2364384"/>
            <a:ext cx="5387733" cy="3896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7608" y="2789720"/>
            <a:ext cx="5386349" cy="3909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7608" y="3216440"/>
            <a:ext cx="4323562" cy="3909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17668" y="3217811"/>
            <a:ext cx="1101852" cy="38822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31774" y="3648709"/>
            <a:ext cx="385445" cy="36043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90676" y="3643160"/>
            <a:ext cx="4102696" cy="3909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7219" y="1685645"/>
            <a:ext cx="191033" cy="3513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31024" y="1634858"/>
            <a:ext cx="2018690" cy="4497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31864" y="827532"/>
            <a:ext cx="4105655" cy="26487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5304" y="4760379"/>
            <a:ext cx="4078109" cy="39419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55222" y="4714417"/>
            <a:ext cx="2075459" cy="44500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15505" y="4760391"/>
            <a:ext cx="3959517" cy="39279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85571" y="5201449"/>
            <a:ext cx="741553" cy="38822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96415" y="5200065"/>
            <a:ext cx="389610" cy="37849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56689" y="5200065"/>
            <a:ext cx="4104081" cy="39099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991088" y="5663184"/>
            <a:ext cx="421005" cy="457200"/>
          </a:xfrm>
          <a:custGeom>
            <a:avLst/>
            <a:gdLst/>
            <a:ahLst/>
            <a:cxnLst/>
            <a:rect l="l" t="t" r="r" b="b"/>
            <a:pathLst>
              <a:path w="421004" h="457200">
                <a:moveTo>
                  <a:pt x="420623" y="457200"/>
                </a:moveTo>
                <a:lnTo>
                  <a:pt x="0" y="457200"/>
                </a:lnTo>
                <a:lnTo>
                  <a:pt x="0" y="0"/>
                </a:lnTo>
                <a:lnTo>
                  <a:pt x="420623" y="0"/>
                </a:lnTo>
                <a:lnTo>
                  <a:pt x="420623" y="71627"/>
                </a:lnTo>
                <a:lnTo>
                  <a:pt x="53339" y="71627"/>
                </a:lnTo>
                <a:lnTo>
                  <a:pt x="53339" y="387095"/>
                </a:lnTo>
                <a:lnTo>
                  <a:pt x="420623" y="387095"/>
                </a:lnTo>
                <a:lnTo>
                  <a:pt x="420623" y="457200"/>
                </a:lnTo>
                <a:close/>
              </a:path>
              <a:path w="421004" h="457200">
                <a:moveTo>
                  <a:pt x="420623" y="387095"/>
                </a:moveTo>
                <a:lnTo>
                  <a:pt x="53339" y="387095"/>
                </a:lnTo>
                <a:lnTo>
                  <a:pt x="367283" y="228600"/>
                </a:lnTo>
                <a:lnTo>
                  <a:pt x="53339" y="71627"/>
                </a:lnTo>
                <a:lnTo>
                  <a:pt x="420623" y="71627"/>
                </a:lnTo>
                <a:lnTo>
                  <a:pt x="420623" y="387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041380" y="5731764"/>
            <a:ext cx="320040" cy="32156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037595" y="5724550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4">
                <a:moveTo>
                  <a:pt x="0" y="335457"/>
                </a:moveTo>
                <a:lnTo>
                  <a:pt x="0" y="0"/>
                </a:lnTo>
                <a:lnTo>
                  <a:pt x="20548" y="10274"/>
                </a:lnTo>
                <a:lnTo>
                  <a:pt x="12700" y="10274"/>
                </a:lnTo>
                <a:lnTo>
                  <a:pt x="3505" y="15951"/>
                </a:lnTo>
                <a:lnTo>
                  <a:pt x="12700" y="20548"/>
                </a:lnTo>
                <a:lnTo>
                  <a:pt x="12700" y="314909"/>
                </a:lnTo>
                <a:lnTo>
                  <a:pt x="3505" y="319506"/>
                </a:lnTo>
                <a:lnTo>
                  <a:pt x="12700" y="325183"/>
                </a:lnTo>
                <a:lnTo>
                  <a:pt x="20548" y="325183"/>
                </a:lnTo>
                <a:lnTo>
                  <a:pt x="0" y="335457"/>
                </a:lnTo>
                <a:close/>
              </a:path>
              <a:path w="335915" h="335914">
                <a:moveTo>
                  <a:pt x="12700" y="20548"/>
                </a:moveTo>
                <a:lnTo>
                  <a:pt x="3505" y="15951"/>
                </a:lnTo>
                <a:lnTo>
                  <a:pt x="12700" y="10274"/>
                </a:lnTo>
                <a:lnTo>
                  <a:pt x="12700" y="20548"/>
                </a:lnTo>
                <a:close/>
              </a:path>
              <a:path w="335915" h="335914">
                <a:moveTo>
                  <a:pt x="307060" y="167728"/>
                </a:moveTo>
                <a:lnTo>
                  <a:pt x="12700" y="20548"/>
                </a:lnTo>
                <a:lnTo>
                  <a:pt x="12700" y="10274"/>
                </a:lnTo>
                <a:lnTo>
                  <a:pt x="20548" y="10274"/>
                </a:lnTo>
                <a:lnTo>
                  <a:pt x="324103" y="162051"/>
                </a:lnTo>
                <a:lnTo>
                  <a:pt x="318414" y="162051"/>
                </a:lnTo>
                <a:lnTo>
                  <a:pt x="307060" y="167728"/>
                </a:lnTo>
                <a:close/>
              </a:path>
              <a:path w="335915" h="335914">
                <a:moveTo>
                  <a:pt x="318414" y="173405"/>
                </a:moveTo>
                <a:lnTo>
                  <a:pt x="307060" y="167728"/>
                </a:lnTo>
                <a:lnTo>
                  <a:pt x="318414" y="162051"/>
                </a:lnTo>
                <a:lnTo>
                  <a:pt x="318414" y="173405"/>
                </a:lnTo>
                <a:close/>
              </a:path>
              <a:path w="335915" h="335914">
                <a:moveTo>
                  <a:pt x="324103" y="173405"/>
                </a:moveTo>
                <a:lnTo>
                  <a:pt x="318414" y="173405"/>
                </a:lnTo>
                <a:lnTo>
                  <a:pt x="318414" y="162051"/>
                </a:lnTo>
                <a:lnTo>
                  <a:pt x="324103" y="162051"/>
                </a:lnTo>
                <a:lnTo>
                  <a:pt x="335457" y="167728"/>
                </a:lnTo>
                <a:lnTo>
                  <a:pt x="324103" y="173405"/>
                </a:lnTo>
                <a:close/>
              </a:path>
              <a:path w="335915" h="335914">
                <a:moveTo>
                  <a:pt x="20548" y="325183"/>
                </a:moveTo>
                <a:lnTo>
                  <a:pt x="12700" y="325183"/>
                </a:lnTo>
                <a:lnTo>
                  <a:pt x="12700" y="314909"/>
                </a:lnTo>
                <a:lnTo>
                  <a:pt x="307060" y="167728"/>
                </a:lnTo>
                <a:lnTo>
                  <a:pt x="318414" y="173405"/>
                </a:lnTo>
                <a:lnTo>
                  <a:pt x="324103" y="173405"/>
                </a:lnTo>
                <a:lnTo>
                  <a:pt x="20548" y="325183"/>
                </a:lnTo>
                <a:close/>
              </a:path>
              <a:path w="335915" h="335914">
                <a:moveTo>
                  <a:pt x="12700" y="325183"/>
                </a:moveTo>
                <a:lnTo>
                  <a:pt x="3505" y="319506"/>
                </a:lnTo>
                <a:lnTo>
                  <a:pt x="12700" y="314909"/>
                </a:lnTo>
                <a:lnTo>
                  <a:pt x="12700" y="32518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985106" y="5657329"/>
            <a:ext cx="433070" cy="469900"/>
          </a:xfrm>
          <a:custGeom>
            <a:avLst/>
            <a:gdLst/>
            <a:ahLst/>
            <a:cxnLst/>
            <a:rect l="l" t="t" r="r" b="b"/>
            <a:pathLst>
              <a:path w="433070" h="469900">
                <a:moveTo>
                  <a:pt x="432587" y="469900"/>
                </a:moveTo>
                <a:lnTo>
                  <a:pt x="0" y="469900"/>
                </a:lnTo>
                <a:lnTo>
                  <a:pt x="0" y="0"/>
                </a:lnTo>
                <a:lnTo>
                  <a:pt x="432587" y="0"/>
                </a:lnTo>
                <a:lnTo>
                  <a:pt x="43258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57200"/>
                </a:lnTo>
                <a:lnTo>
                  <a:pt x="6350" y="457200"/>
                </a:lnTo>
                <a:lnTo>
                  <a:pt x="12700" y="463550"/>
                </a:lnTo>
                <a:lnTo>
                  <a:pt x="432587" y="463550"/>
                </a:lnTo>
                <a:lnTo>
                  <a:pt x="432587" y="469900"/>
                </a:lnTo>
                <a:close/>
              </a:path>
              <a:path w="433070" h="46990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433070" h="469900">
                <a:moveTo>
                  <a:pt x="41988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419887" y="6350"/>
                </a:lnTo>
                <a:lnTo>
                  <a:pt x="419887" y="12700"/>
                </a:lnTo>
                <a:close/>
              </a:path>
              <a:path w="433070" h="469900">
                <a:moveTo>
                  <a:pt x="419887" y="463550"/>
                </a:moveTo>
                <a:lnTo>
                  <a:pt x="419887" y="6350"/>
                </a:lnTo>
                <a:lnTo>
                  <a:pt x="426237" y="12700"/>
                </a:lnTo>
                <a:lnTo>
                  <a:pt x="432587" y="12700"/>
                </a:lnTo>
                <a:lnTo>
                  <a:pt x="432587" y="457200"/>
                </a:lnTo>
                <a:lnTo>
                  <a:pt x="426237" y="457200"/>
                </a:lnTo>
                <a:lnTo>
                  <a:pt x="419887" y="463550"/>
                </a:lnTo>
                <a:close/>
              </a:path>
              <a:path w="433070" h="469900">
                <a:moveTo>
                  <a:pt x="432587" y="12700"/>
                </a:moveTo>
                <a:lnTo>
                  <a:pt x="426237" y="12700"/>
                </a:lnTo>
                <a:lnTo>
                  <a:pt x="419887" y="6350"/>
                </a:lnTo>
                <a:lnTo>
                  <a:pt x="432587" y="6350"/>
                </a:lnTo>
                <a:lnTo>
                  <a:pt x="432587" y="12700"/>
                </a:lnTo>
                <a:close/>
              </a:path>
              <a:path w="433070" h="469900">
                <a:moveTo>
                  <a:pt x="12700" y="463550"/>
                </a:moveTo>
                <a:lnTo>
                  <a:pt x="6350" y="457200"/>
                </a:lnTo>
                <a:lnTo>
                  <a:pt x="12700" y="457200"/>
                </a:lnTo>
                <a:lnTo>
                  <a:pt x="12700" y="463550"/>
                </a:lnTo>
                <a:close/>
              </a:path>
              <a:path w="433070" h="469900">
                <a:moveTo>
                  <a:pt x="419887" y="463550"/>
                </a:moveTo>
                <a:lnTo>
                  <a:pt x="12700" y="463550"/>
                </a:lnTo>
                <a:lnTo>
                  <a:pt x="12700" y="457200"/>
                </a:lnTo>
                <a:lnTo>
                  <a:pt x="419887" y="457200"/>
                </a:lnTo>
                <a:lnTo>
                  <a:pt x="419887" y="463550"/>
                </a:lnTo>
                <a:close/>
              </a:path>
              <a:path w="433070" h="469900">
                <a:moveTo>
                  <a:pt x="432587" y="463550"/>
                </a:moveTo>
                <a:lnTo>
                  <a:pt x="419887" y="463550"/>
                </a:lnTo>
                <a:lnTo>
                  <a:pt x="426237" y="457200"/>
                </a:lnTo>
                <a:lnTo>
                  <a:pt x="432587" y="457200"/>
                </a:lnTo>
                <a:lnTo>
                  <a:pt x="432587" y="46355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9194" y="782231"/>
            <a:ext cx="490829" cy="455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3279" y="764311"/>
            <a:ext cx="2304097" cy="4980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56673" y="760730"/>
            <a:ext cx="4172597" cy="501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915939" y="1386204"/>
            <a:ext cx="19443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i="1">
                <a:latin typeface="Times New Roman"/>
                <a:cs typeface="Times New Roman"/>
              </a:rPr>
              <a:t>p</a:t>
            </a:r>
            <a:r>
              <a:rPr dirty="0" baseline="-16548" sz="3525" spc="-7">
                <a:latin typeface="Times New Roman"/>
                <a:cs typeface="Times New Roman"/>
              </a:rPr>
              <a:t>1</a:t>
            </a:r>
            <a:r>
              <a:rPr dirty="0" sz="3600" spc="-5" i="1">
                <a:latin typeface="Times New Roman"/>
                <a:cs typeface="Times New Roman"/>
              </a:rPr>
              <a:t>V</a:t>
            </a:r>
            <a:r>
              <a:rPr dirty="0" baseline="-16548" sz="3525" spc="-7">
                <a:latin typeface="Times New Roman"/>
                <a:cs typeface="Times New Roman"/>
              </a:rPr>
              <a:t>1</a:t>
            </a:r>
            <a:r>
              <a:rPr dirty="0" sz="3600" spc="-5" i="1">
                <a:latin typeface="Times New Roman"/>
                <a:cs typeface="Times New Roman"/>
              </a:rPr>
              <a:t>=p</a:t>
            </a:r>
            <a:r>
              <a:rPr dirty="0" baseline="-16548" sz="3525" spc="-7">
                <a:latin typeface="Times New Roman"/>
                <a:cs typeface="Times New Roman"/>
              </a:rPr>
              <a:t>2</a:t>
            </a:r>
            <a:r>
              <a:rPr dirty="0" sz="3600" spc="-5" i="1">
                <a:latin typeface="Times New Roman"/>
                <a:cs typeface="Times New Roman"/>
              </a:rPr>
              <a:t>V</a:t>
            </a:r>
            <a:r>
              <a:rPr dirty="0" baseline="-16548" sz="3525" spc="-7">
                <a:latin typeface="Times New Roman"/>
                <a:cs typeface="Times New Roman"/>
              </a:rPr>
              <a:t>2</a:t>
            </a:r>
            <a:endParaRPr baseline="-16548" sz="352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30503" y="1516049"/>
            <a:ext cx="210083" cy="3892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63675" y="1767471"/>
            <a:ext cx="151130" cy="1432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65630" y="1490243"/>
            <a:ext cx="469595" cy="4699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72043" y="1489481"/>
            <a:ext cx="1689569" cy="4703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23792" y="1631022"/>
            <a:ext cx="150710" cy="3324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27475" y="1586230"/>
            <a:ext cx="1260614" cy="3471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41189" y="1631022"/>
            <a:ext cx="150710" cy="3324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57732" y="2791942"/>
            <a:ext cx="400583" cy="3930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09103" y="2764574"/>
            <a:ext cx="1689608" cy="46960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60877" y="2905328"/>
            <a:ext cx="150710" cy="33243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64573" y="2860535"/>
            <a:ext cx="1260614" cy="34716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78274" y="2905328"/>
            <a:ext cx="150710" cy="3324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65050" y="3053079"/>
            <a:ext cx="805815" cy="0"/>
          </a:xfrm>
          <a:custGeom>
            <a:avLst/>
            <a:gdLst/>
            <a:ahLst/>
            <a:cxnLst/>
            <a:rect l="l" t="t" r="r" b="b"/>
            <a:pathLst>
              <a:path w="805815" h="0">
                <a:moveTo>
                  <a:pt x="0" y="0"/>
                </a:moveTo>
                <a:lnTo>
                  <a:pt x="805764" y="0"/>
                </a:lnTo>
              </a:path>
            </a:pathLst>
          </a:custGeom>
          <a:ln w="24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96822" y="3053079"/>
            <a:ext cx="890905" cy="0"/>
          </a:xfrm>
          <a:custGeom>
            <a:avLst/>
            <a:gdLst/>
            <a:ahLst/>
            <a:cxnLst/>
            <a:rect l="l" t="t" r="r" b="b"/>
            <a:pathLst>
              <a:path w="890904" h="0">
                <a:moveTo>
                  <a:pt x="0" y="0"/>
                </a:moveTo>
                <a:lnTo>
                  <a:pt x="890790" y="0"/>
                </a:lnTo>
              </a:path>
            </a:pathLst>
          </a:custGeom>
          <a:ln w="24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861909" y="3325634"/>
            <a:ext cx="14351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32763" y="2752432"/>
            <a:ext cx="14351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29287" y="3055455"/>
            <a:ext cx="1882775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44014" algn="l"/>
              </a:tabLst>
            </a:pPr>
            <a:r>
              <a:rPr dirty="0" sz="3150" spc="20" i="1">
                <a:latin typeface="Times New Roman"/>
                <a:cs typeface="Times New Roman"/>
              </a:rPr>
              <a:t>T</a:t>
            </a:r>
            <a:r>
              <a:rPr dirty="0" sz="3150" spc="195" i="1">
                <a:latin typeface="Times New Roman"/>
                <a:cs typeface="Times New Roman"/>
              </a:rPr>
              <a:t> </a:t>
            </a:r>
            <a:r>
              <a:rPr dirty="0" baseline="-24024" sz="2775">
                <a:latin typeface="Times New Roman"/>
                <a:cs typeface="Times New Roman"/>
              </a:rPr>
              <a:t>1</a:t>
            </a:r>
            <a:r>
              <a:rPr dirty="0" baseline="-24024" sz="2775">
                <a:latin typeface="Times New Roman"/>
                <a:cs typeface="Times New Roman"/>
              </a:rPr>
              <a:t>	</a:t>
            </a:r>
            <a:r>
              <a:rPr dirty="0" sz="3150" spc="20" i="1">
                <a:latin typeface="Times New Roman"/>
                <a:cs typeface="Times New Roman"/>
              </a:rPr>
              <a:t>T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02172" y="2482253"/>
            <a:ext cx="1859914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44014" algn="l"/>
              </a:tabLst>
            </a:pPr>
            <a:r>
              <a:rPr dirty="0" sz="3150" spc="15" i="1">
                <a:latin typeface="Times New Roman"/>
                <a:cs typeface="Times New Roman"/>
              </a:rPr>
              <a:t>p</a:t>
            </a:r>
            <a:r>
              <a:rPr dirty="0" sz="3150" spc="360" i="1">
                <a:latin typeface="Times New Roman"/>
                <a:cs typeface="Times New Roman"/>
              </a:rPr>
              <a:t> </a:t>
            </a:r>
            <a:r>
              <a:rPr dirty="0" baseline="-24024" sz="2775">
                <a:latin typeface="Times New Roman"/>
                <a:cs typeface="Times New Roman"/>
              </a:rPr>
              <a:t>1</a:t>
            </a:r>
            <a:r>
              <a:rPr dirty="0" baseline="-24024" sz="2775">
                <a:latin typeface="Times New Roman"/>
                <a:cs typeface="Times New Roman"/>
              </a:rPr>
              <a:t>	</a:t>
            </a:r>
            <a:r>
              <a:rPr dirty="0" sz="3150" spc="15" i="1">
                <a:latin typeface="Times New Roman"/>
                <a:cs typeface="Times New Roman"/>
              </a:rPr>
              <a:t>p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64616" y="2738183"/>
            <a:ext cx="247650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50" spc="20">
                <a:latin typeface="Symbol"/>
                <a:cs typeface="Symbol"/>
              </a:rPr>
              <a:t>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69251" y="4260989"/>
            <a:ext cx="390461" cy="3930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12062" y="4233227"/>
            <a:ext cx="467652" cy="45572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41880" y="4433227"/>
            <a:ext cx="192417" cy="12038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026196" y="4233608"/>
            <a:ext cx="2063889" cy="47160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52239" y="4374362"/>
            <a:ext cx="150710" cy="33243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55922" y="4329569"/>
            <a:ext cx="1260614" cy="34716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69636" y="4374362"/>
            <a:ext cx="150710" cy="33243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976759" y="4584750"/>
            <a:ext cx="605790" cy="0"/>
          </a:xfrm>
          <a:custGeom>
            <a:avLst/>
            <a:gdLst/>
            <a:ahLst/>
            <a:cxnLst/>
            <a:rect l="l" t="t" r="r" b="b"/>
            <a:pathLst>
              <a:path w="605790" h="0">
                <a:moveTo>
                  <a:pt x="0" y="0"/>
                </a:moveTo>
                <a:lnTo>
                  <a:pt x="605536" y="0"/>
                </a:lnTo>
              </a:path>
            </a:pathLst>
          </a:custGeom>
          <a:ln w="227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298410" y="4584750"/>
            <a:ext cx="679450" cy="0"/>
          </a:xfrm>
          <a:custGeom>
            <a:avLst/>
            <a:gdLst/>
            <a:ahLst/>
            <a:cxnLst/>
            <a:rect l="l" t="t" r="r" b="b"/>
            <a:pathLst>
              <a:path w="679450" h="0">
                <a:moveTo>
                  <a:pt x="0" y="0"/>
                </a:moveTo>
                <a:lnTo>
                  <a:pt x="679246" y="0"/>
                </a:lnTo>
              </a:path>
            </a:pathLst>
          </a:custGeom>
          <a:ln w="227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983363" y="4588027"/>
            <a:ext cx="181737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34135" algn="l"/>
              </a:tabLst>
            </a:pPr>
            <a:r>
              <a:rPr dirty="0" sz="3250" spc="25" i="1">
                <a:latin typeface="Times New Roman"/>
                <a:cs typeface="Times New Roman"/>
              </a:rPr>
              <a:t>T</a:t>
            </a:r>
            <a:r>
              <a:rPr dirty="0" sz="3250" spc="-260" i="1">
                <a:latin typeface="Times New Roman"/>
                <a:cs typeface="Times New Roman"/>
              </a:rPr>
              <a:t> </a:t>
            </a:r>
            <a:r>
              <a:rPr dirty="0" baseline="-23391" sz="2850" spc="15">
                <a:latin typeface="Times New Roman"/>
                <a:cs typeface="Times New Roman"/>
              </a:rPr>
              <a:t>1	</a:t>
            </a:r>
            <a:r>
              <a:rPr dirty="0" sz="3250" spc="25" i="1">
                <a:latin typeface="Times New Roman"/>
                <a:cs typeface="Times New Roman"/>
              </a:rPr>
              <a:t>T</a:t>
            </a:r>
            <a:r>
              <a:rPr dirty="0" sz="3250" i="1">
                <a:latin typeface="Times New Roman"/>
                <a:cs typeface="Times New Roman"/>
              </a:rPr>
              <a:t> </a:t>
            </a:r>
            <a:r>
              <a:rPr dirty="0" baseline="-23391" sz="2850" spc="15">
                <a:latin typeface="Times New Roman"/>
                <a:cs typeface="Times New Roman"/>
              </a:rPr>
              <a:t>2</a:t>
            </a:r>
            <a:endParaRPr baseline="-23391" sz="2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46508" y="4000284"/>
            <a:ext cx="187007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34135" algn="l"/>
              </a:tabLst>
            </a:pPr>
            <a:r>
              <a:rPr dirty="0" sz="3250" spc="30" i="1">
                <a:latin typeface="Times New Roman"/>
                <a:cs typeface="Times New Roman"/>
              </a:rPr>
              <a:t>V</a:t>
            </a:r>
            <a:r>
              <a:rPr dirty="0" sz="3250" spc="-25" i="1">
                <a:latin typeface="Times New Roman"/>
                <a:cs typeface="Times New Roman"/>
              </a:rPr>
              <a:t> </a:t>
            </a:r>
            <a:r>
              <a:rPr dirty="0" baseline="-23391" sz="2850" spc="15">
                <a:latin typeface="Times New Roman"/>
                <a:cs typeface="Times New Roman"/>
              </a:rPr>
              <a:t>1	</a:t>
            </a:r>
            <a:r>
              <a:rPr dirty="0" sz="3250" spc="30" i="1">
                <a:latin typeface="Times New Roman"/>
                <a:cs typeface="Times New Roman"/>
              </a:rPr>
              <a:t>V</a:t>
            </a:r>
            <a:r>
              <a:rPr dirty="0" sz="3250" spc="229" i="1">
                <a:latin typeface="Times New Roman"/>
                <a:cs typeface="Times New Roman"/>
              </a:rPr>
              <a:t> </a:t>
            </a:r>
            <a:r>
              <a:rPr dirty="0" baseline="-23391" sz="2850" spc="15">
                <a:latin typeface="Times New Roman"/>
                <a:cs typeface="Times New Roman"/>
              </a:rPr>
              <a:t>2</a:t>
            </a:r>
            <a:endParaRPr baseline="-23391" sz="28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48627" y="4262716"/>
            <a:ext cx="255904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25">
                <a:latin typeface="Symbol"/>
                <a:cs typeface="Symbol"/>
              </a:rPr>
              <a:t></a:t>
            </a:r>
            <a:endParaRPr sz="32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0050" y="1276350"/>
          <a:ext cx="11315700" cy="4838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7820"/>
                <a:gridCol w="1607820"/>
                <a:gridCol w="1607819"/>
                <a:gridCol w="1607820"/>
                <a:gridCol w="1609090"/>
                <a:gridCol w="1609090"/>
                <a:gridCol w="1609090"/>
              </a:tblGrid>
              <a:tr h="511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8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11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04126" y="1361732"/>
            <a:ext cx="1463509" cy="3896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14727" y="1361744"/>
            <a:ext cx="1452397" cy="3909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22547" y="1361732"/>
            <a:ext cx="1456563" cy="3923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30367" y="1361744"/>
            <a:ext cx="1452397" cy="3909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38822" y="1361732"/>
            <a:ext cx="1456563" cy="3923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547913" y="1361744"/>
            <a:ext cx="740168" cy="3909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262922" y="1368678"/>
            <a:ext cx="745731" cy="3812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157002" y="1361744"/>
            <a:ext cx="1460728" cy="3909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6798" y="2377554"/>
            <a:ext cx="264083" cy="3163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70216" y="2338997"/>
            <a:ext cx="745731" cy="38822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8814" y="3811384"/>
            <a:ext cx="298805" cy="31633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80376" y="3772827"/>
            <a:ext cx="745731" cy="38822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875" y="5236324"/>
            <a:ext cx="256781" cy="3163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80376" y="5197767"/>
            <a:ext cx="745731" cy="38822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0050" y="1276350"/>
          <a:ext cx="11315700" cy="4838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7820"/>
                <a:gridCol w="1607820"/>
                <a:gridCol w="1607819"/>
                <a:gridCol w="1607820"/>
                <a:gridCol w="1609090"/>
                <a:gridCol w="1609090"/>
                <a:gridCol w="1609090"/>
              </a:tblGrid>
              <a:tr h="511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8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11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04126" y="1361732"/>
            <a:ext cx="1463509" cy="3896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14727" y="1361744"/>
            <a:ext cx="1452397" cy="3909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22547" y="1361732"/>
            <a:ext cx="1456563" cy="3923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30367" y="1361744"/>
            <a:ext cx="1452397" cy="3909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38822" y="1361732"/>
            <a:ext cx="1456563" cy="3923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547913" y="1361744"/>
            <a:ext cx="740168" cy="3909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262922" y="1368678"/>
            <a:ext cx="745731" cy="3812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157002" y="1361744"/>
            <a:ext cx="1460728" cy="3909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6798" y="2377554"/>
            <a:ext cx="264083" cy="3163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70216" y="2338997"/>
            <a:ext cx="745731" cy="38822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8814" y="3811384"/>
            <a:ext cx="298805" cy="31633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80376" y="3772827"/>
            <a:ext cx="745731" cy="38822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875" y="5236324"/>
            <a:ext cx="256781" cy="3163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80376" y="5197767"/>
            <a:ext cx="745731" cy="38822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85962" y="1936750"/>
            <a:ext cx="639699" cy="33839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84932" y="2144953"/>
            <a:ext cx="117906" cy="14507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73070" y="1982584"/>
            <a:ext cx="543064" cy="28878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184425" y="2298992"/>
            <a:ext cx="1290789" cy="28757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78481" y="2601810"/>
            <a:ext cx="1055370" cy="28956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36000" y="3481819"/>
            <a:ext cx="642086" cy="33839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38539" y="3688829"/>
            <a:ext cx="117906" cy="14507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25699" y="3522497"/>
            <a:ext cx="546036" cy="29274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33092" y="3841877"/>
            <a:ext cx="1309649" cy="28956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34082" y="4146677"/>
            <a:ext cx="1042009" cy="28956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204986" y="4939487"/>
            <a:ext cx="1308658" cy="59535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12657" y="5593435"/>
            <a:ext cx="274891" cy="28680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453982" y="5762980"/>
            <a:ext cx="108013" cy="13065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528379" y="5549976"/>
            <a:ext cx="632561" cy="33601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78484" y="3476371"/>
            <a:ext cx="632561" cy="33601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82217" y="3682200"/>
            <a:ext cx="117906" cy="14507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69365" y="3515867"/>
            <a:ext cx="546036" cy="29274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76757" y="3835247"/>
            <a:ext cx="1309649" cy="28956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77748" y="4140047"/>
            <a:ext cx="1044460" cy="28956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89038" y="1971065"/>
            <a:ext cx="612546" cy="33958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568958" y="2178075"/>
            <a:ext cx="117906" cy="14507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57096" y="2015718"/>
            <a:ext cx="543064" cy="28878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968464" y="2332113"/>
            <a:ext cx="1290789" cy="28757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62508" y="2634932"/>
            <a:ext cx="1044460" cy="28956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008888" y="4893106"/>
            <a:ext cx="1307668" cy="59535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09625" y="5543092"/>
            <a:ext cx="291757" cy="29175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257897" y="5716600"/>
            <a:ext cx="108013" cy="13065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37043" y="5501220"/>
            <a:ext cx="639699" cy="33839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119883" y="882396"/>
            <a:ext cx="1299971" cy="36576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925056" y="461772"/>
            <a:ext cx="1505711" cy="813815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2025-04-20T14:12:25Z</dcterms:created>
  <dcterms:modified xsi:type="dcterms:W3CDTF">2025-04-20T14:12:25Z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