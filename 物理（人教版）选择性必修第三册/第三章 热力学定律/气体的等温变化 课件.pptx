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x="12192000" cy="6858000"/>
  <p:notesSz cx="12192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1840" y="-32156"/>
            <a:ext cx="10688319" cy="6343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F1F1F1"/>
                </a:solidFill>
                <a:latin typeface="华文楷体"/>
                <a:cs typeface="华文楷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F1F1F1"/>
                </a:solidFill>
                <a:latin typeface="华文楷体"/>
                <a:cs typeface="华文楷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F1F1F1"/>
                </a:solidFill>
                <a:latin typeface="华文楷体"/>
                <a:cs typeface="华文楷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999464" y="479793"/>
            <a:ext cx="1865185" cy="48966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bk object 18"/>
          <p:cNvSpPr/>
          <p:nvPr/>
        </p:nvSpPr>
        <p:spPr>
          <a:xfrm>
            <a:off x="2900184" y="635177"/>
            <a:ext cx="118186" cy="28606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bk object 19"/>
          <p:cNvSpPr/>
          <p:nvPr/>
        </p:nvSpPr>
        <p:spPr>
          <a:xfrm>
            <a:off x="1012266" y="1208798"/>
            <a:ext cx="298665" cy="34597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bk object 20"/>
          <p:cNvSpPr/>
          <p:nvPr/>
        </p:nvSpPr>
        <p:spPr>
          <a:xfrm>
            <a:off x="1395488" y="1157998"/>
            <a:ext cx="1658200" cy="43963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bk object 21"/>
          <p:cNvSpPr/>
          <p:nvPr/>
        </p:nvSpPr>
        <p:spPr>
          <a:xfrm>
            <a:off x="3085858" y="1296111"/>
            <a:ext cx="109435" cy="25866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bk object 22"/>
          <p:cNvSpPr/>
          <p:nvPr/>
        </p:nvSpPr>
        <p:spPr>
          <a:xfrm>
            <a:off x="986866" y="3103956"/>
            <a:ext cx="324065" cy="34438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bk object 23"/>
          <p:cNvSpPr/>
          <p:nvPr/>
        </p:nvSpPr>
        <p:spPr>
          <a:xfrm>
            <a:off x="1395488" y="3051568"/>
            <a:ext cx="1659788" cy="43963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bk object 24"/>
          <p:cNvSpPr/>
          <p:nvPr/>
        </p:nvSpPr>
        <p:spPr>
          <a:xfrm>
            <a:off x="3085858" y="3189681"/>
            <a:ext cx="109435" cy="25866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51840" y="-32156"/>
            <a:ext cx="10688319" cy="6343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F1F1F1"/>
                </a:solidFill>
                <a:latin typeface="华文楷体"/>
                <a:cs typeface="华文楷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783372" y="2524912"/>
            <a:ext cx="8625255" cy="20408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0.jp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1.jp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Relationship Id="rId12" Type="http://schemas.openxmlformats.org/officeDocument/2006/relationships/image" Target="../media/image26.png"/><Relationship Id="rId13" Type="http://schemas.openxmlformats.org/officeDocument/2006/relationships/image" Target="../media/image27.png"/><Relationship Id="rId14" Type="http://schemas.openxmlformats.org/officeDocument/2006/relationships/image" Target="../media/image28.png"/><Relationship Id="rId15" Type="http://schemas.openxmlformats.org/officeDocument/2006/relationships/image" Target="../media/image29.png"/><Relationship Id="rId16" Type="http://schemas.openxmlformats.org/officeDocument/2006/relationships/image" Target="../media/image30.pn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image" Target="../media/image35.png"/><Relationship Id="rId7" Type="http://schemas.openxmlformats.org/officeDocument/2006/relationships/image" Target="../media/image36.png"/><Relationship Id="rId8" Type="http://schemas.openxmlformats.org/officeDocument/2006/relationships/image" Target="../media/image37.png"/><Relationship Id="rId9" Type="http://schemas.openxmlformats.org/officeDocument/2006/relationships/image" Target="../media/image38.png"/><Relationship Id="rId10" Type="http://schemas.openxmlformats.org/officeDocument/2006/relationships/image" Target="../media/image39.png"/><Relationship Id="rId11" Type="http://schemas.openxmlformats.org/officeDocument/2006/relationships/image" Target="../media/image40.png"/><Relationship Id="rId12" Type="http://schemas.openxmlformats.org/officeDocument/2006/relationships/image" Target="../media/image41.png"/><Relationship Id="rId13" Type="http://schemas.openxmlformats.org/officeDocument/2006/relationships/image" Target="../media/image42.pn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3.png"/><Relationship Id="rId3" Type="http://schemas.openxmlformats.org/officeDocument/2006/relationships/image" Target="../media/image44.png"/><Relationship Id="rId4" Type="http://schemas.openxmlformats.org/officeDocument/2006/relationships/image" Target="../media/image45.png"/><Relationship Id="rId5" Type="http://schemas.openxmlformats.org/officeDocument/2006/relationships/image" Target="../media/image46.png"/><Relationship Id="rId6" Type="http://schemas.openxmlformats.org/officeDocument/2006/relationships/image" Target="../media/image47.png"/><Relationship Id="rId7" Type="http://schemas.openxmlformats.org/officeDocument/2006/relationships/image" Target="../media/image48.png"/><Relationship Id="rId8" Type="http://schemas.openxmlformats.org/officeDocument/2006/relationships/image" Target="../media/image49.png"/><Relationship Id="rId9" Type="http://schemas.openxmlformats.org/officeDocument/2006/relationships/image" Target="../media/image50.png"/><Relationship Id="rId10" Type="http://schemas.openxmlformats.org/officeDocument/2006/relationships/image" Target="../media/image51.png"/><Relationship Id="rId11" Type="http://schemas.openxmlformats.org/officeDocument/2006/relationships/image" Target="../media/image52.png"/><Relationship Id="rId12" Type="http://schemas.openxmlformats.org/officeDocument/2006/relationships/image" Target="../media/image53.png"/><Relationship Id="rId13" Type="http://schemas.openxmlformats.org/officeDocument/2006/relationships/image" Target="../media/image54.png"/><Relationship Id="rId14" Type="http://schemas.openxmlformats.org/officeDocument/2006/relationships/image" Target="../media/image55.png"/><Relationship Id="rId15" Type="http://schemas.openxmlformats.org/officeDocument/2006/relationships/image" Target="../media/image56.png"/><Relationship Id="rId16" Type="http://schemas.openxmlformats.org/officeDocument/2006/relationships/image" Target="../media/image57.png"/><Relationship Id="rId17" Type="http://schemas.openxmlformats.org/officeDocument/2006/relationships/image" Target="../media/image58.png"/><Relationship Id="rId18" Type="http://schemas.openxmlformats.org/officeDocument/2006/relationships/image" Target="../media/image59.png"/><Relationship Id="rId19" Type="http://schemas.openxmlformats.org/officeDocument/2006/relationships/image" Target="../media/image60.png"/><Relationship Id="rId20" Type="http://schemas.openxmlformats.org/officeDocument/2006/relationships/image" Target="../media/image61.png"/><Relationship Id="rId21" Type="http://schemas.openxmlformats.org/officeDocument/2006/relationships/image" Target="../media/image62.png"/><Relationship Id="rId22" Type="http://schemas.openxmlformats.org/officeDocument/2006/relationships/image" Target="../media/image63.png"/><Relationship Id="rId23" Type="http://schemas.openxmlformats.org/officeDocument/2006/relationships/image" Target="../media/image64.png"/><Relationship Id="rId24" Type="http://schemas.openxmlformats.org/officeDocument/2006/relationships/image" Target="../media/image65.png"/><Relationship Id="rId25" Type="http://schemas.openxmlformats.org/officeDocument/2006/relationships/image" Target="../media/image66.png"/><Relationship Id="rId26" Type="http://schemas.openxmlformats.org/officeDocument/2006/relationships/image" Target="../media/image67.png"/><Relationship Id="rId27" Type="http://schemas.openxmlformats.org/officeDocument/2006/relationships/image" Target="../media/image68.png"/><Relationship Id="rId28" Type="http://schemas.openxmlformats.org/officeDocument/2006/relationships/image" Target="../media/image69.png"/><Relationship Id="rId29" Type="http://schemas.openxmlformats.org/officeDocument/2006/relationships/image" Target="../media/image70.png"/><Relationship Id="rId30" Type="http://schemas.openxmlformats.org/officeDocument/2006/relationships/image" Target="../media/image71.pn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2.jpg"/><Relationship Id="rId3" Type="http://schemas.openxmlformats.org/officeDocument/2006/relationships/image" Target="../media/image73.png"/><Relationship Id="rId4" Type="http://schemas.openxmlformats.org/officeDocument/2006/relationships/image" Target="../media/image74.png"/><Relationship Id="rId5" Type="http://schemas.openxmlformats.org/officeDocument/2006/relationships/image" Target="../media/image75.png"/><Relationship Id="rId6" Type="http://schemas.openxmlformats.org/officeDocument/2006/relationships/image" Target="../media/image76.jpg"/><Relationship Id="rId7" Type="http://schemas.openxmlformats.org/officeDocument/2006/relationships/image" Target="../media/image77.png"/><Relationship Id="rId8" Type="http://schemas.openxmlformats.org/officeDocument/2006/relationships/image" Target="../media/image78.png"/><Relationship Id="rId9" Type="http://schemas.openxmlformats.org/officeDocument/2006/relationships/image" Target="../media/image79.pn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0.png"/><Relationship Id="rId3" Type="http://schemas.openxmlformats.org/officeDocument/2006/relationships/image" Target="../media/image74.png"/><Relationship Id="rId4" Type="http://schemas.openxmlformats.org/officeDocument/2006/relationships/image" Target="../media/image81.png"/><Relationship Id="rId5" Type="http://schemas.openxmlformats.org/officeDocument/2006/relationships/image" Target="../media/image82.jpg"/><Relationship Id="rId6" Type="http://schemas.openxmlformats.org/officeDocument/2006/relationships/image" Target="../media/image83.jpg"/><Relationship Id="rId7" Type="http://schemas.openxmlformats.org/officeDocument/2006/relationships/image" Target="../media/image84.jp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5.png"/><Relationship Id="rId3" Type="http://schemas.openxmlformats.org/officeDocument/2006/relationships/image" Target="../media/image86.png"/><Relationship Id="rId4" Type="http://schemas.openxmlformats.org/officeDocument/2006/relationships/image" Target="../media/image87.png"/><Relationship Id="rId5" Type="http://schemas.openxmlformats.org/officeDocument/2006/relationships/image" Target="../media/image88.png"/><Relationship Id="rId6" Type="http://schemas.openxmlformats.org/officeDocument/2006/relationships/image" Target="../media/image89.png"/><Relationship Id="rId7" Type="http://schemas.openxmlformats.org/officeDocument/2006/relationships/image" Target="../media/image90.png"/><Relationship Id="rId8" Type="http://schemas.openxmlformats.org/officeDocument/2006/relationships/image" Target="../media/image91.png"/><Relationship Id="rId9" Type="http://schemas.openxmlformats.org/officeDocument/2006/relationships/image" Target="../media/image92.png"/><Relationship Id="rId10" Type="http://schemas.openxmlformats.org/officeDocument/2006/relationships/image" Target="../media/image93.png"/><Relationship Id="rId11" Type="http://schemas.openxmlformats.org/officeDocument/2006/relationships/image" Target="../media/image94.png"/><Relationship Id="rId12" Type="http://schemas.openxmlformats.org/officeDocument/2006/relationships/image" Target="../media/image95.png"/><Relationship Id="rId13" Type="http://schemas.openxmlformats.org/officeDocument/2006/relationships/image" Target="../media/image96.png"/><Relationship Id="rId14" Type="http://schemas.openxmlformats.org/officeDocument/2006/relationships/image" Target="../media/image97.png"/><Relationship Id="rId15" Type="http://schemas.openxmlformats.org/officeDocument/2006/relationships/image" Target="../media/image98.png"/><Relationship Id="rId16" Type="http://schemas.openxmlformats.org/officeDocument/2006/relationships/image" Target="../media/image99.png"/><Relationship Id="rId17" Type="http://schemas.openxmlformats.org/officeDocument/2006/relationships/image" Target="../media/image100.png"/><Relationship Id="rId18" Type="http://schemas.openxmlformats.org/officeDocument/2006/relationships/image" Target="../media/image101.png"/><Relationship Id="rId19" Type="http://schemas.openxmlformats.org/officeDocument/2006/relationships/image" Target="../media/image102.png"/><Relationship Id="rId20" Type="http://schemas.openxmlformats.org/officeDocument/2006/relationships/image" Target="../media/image103.png"/><Relationship Id="rId21" Type="http://schemas.openxmlformats.org/officeDocument/2006/relationships/image" Target="../media/image104.png"/><Relationship Id="rId22" Type="http://schemas.openxmlformats.org/officeDocument/2006/relationships/image" Target="../media/image105.png"/><Relationship Id="rId23" Type="http://schemas.openxmlformats.org/officeDocument/2006/relationships/image" Target="../media/image106.png"/><Relationship Id="rId24" Type="http://schemas.openxmlformats.org/officeDocument/2006/relationships/image" Target="../media/image107.png"/><Relationship Id="rId25" Type="http://schemas.openxmlformats.org/officeDocument/2006/relationships/image" Target="../media/image108.png"/><Relationship Id="rId26" Type="http://schemas.openxmlformats.org/officeDocument/2006/relationships/image" Target="../media/image109.png"/><Relationship Id="rId27" Type="http://schemas.openxmlformats.org/officeDocument/2006/relationships/image" Target="../media/image110.png"/><Relationship Id="rId28" Type="http://schemas.openxmlformats.org/officeDocument/2006/relationships/image" Target="../media/image111.png"/><Relationship Id="rId29" Type="http://schemas.openxmlformats.org/officeDocument/2006/relationships/image" Target="../media/image112.png"/><Relationship Id="rId30" Type="http://schemas.openxmlformats.org/officeDocument/2006/relationships/image" Target="../media/image113.pn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14.jpg"/><Relationship Id="rId3" Type="http://schemas.openxmlformats.org/officeDocument/2006/relationships/image" Target="../media/image115.png"/><Relationship Id="rId4" Type="http://schemas.openxmlformats.org/officeDocument/2006/relationships/image" Target="../media/image116.png"/><Relationship Id="rId5" Type="http://schemas.openxmlformats.org/officeDocument/2006/relationships/image" Target="../media/image117.png"/><Relationship Id="rId6" Type="http://schemas.openxmlformats.org/officeDocument/2006/relationships/image" Target="../media/image118.jpg"/><Relationship Id="rId7" Type="http://schemas.openxmlformats.org/officeDocument/2006/relationships/image" Target="../media/image119.jp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3.jpg"/><Relationship Id="rId3" Type="http://schemas.openxmlformats.org/officeDocument/2006/relationships/image" Target="../media/image120.jpg"/><Relationship Id="rId4" Type="http://schemas.openxmlformats.org/officeDocument/2006/relationships/image" Target="../media/image121.jpg"/><Relationship Id="rId5" Type="http://schemas.openxmlformats.org/officeDocument/2006/relationships/image" Target="../media/image122.png"/><Relationship Id="rId6" Type="http://schemas.openxmlformats.org/officeDocument/2006/relationships/image" Target="../media/image123.png"/><Relationship Id="rId7" Type="http://schemas.openxmlformats.org/officeDocument/2006/relationships/image" Target="../media/image124.pn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5.png"/><Relationship Id="rId3" Type="http://schemas.openxmlformats.org/officeDocument/2006/relationships/image" Target="../media/image126.png"/><Relationship Id="rId4" Type="http://schemas.openxmlformats.org/officeDocument/2006/relationships/image" Target="../media/image127.png"/><Relationship Id="rId5" Type="http://schemas.openxmlformats.org/officeDocument/2006/relationships/image" Target="../media/image128.png"/><Relationship Id="rId6" Type="http://schemas.openxmlformats.org/officeDocument/2006/relationships/image" Target="../media/image129.pn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30.png"/><Relationship Id="rId3" Type="http://schemas.openxmlformats.org/officeDocument/2006/relationships/image" Target="../media/image131.png"/><Relationship Id="rId4" Type="http://schemas.openxmlformats.org/officeDocument/2006/relationships/image" Target="../media/image132.png"/><Relationship Id="rId5" Type="http://schemas.openxmlformats.org/officeDocument/2006/relationships/image" Target="../media/image133.png"/><Relationship Id="rId6" Type="http://schemas.openxmlformats.org/officeDocument/2006/relationships/image" Target="../media/image134.png"/><Relationship Id="rId7" Type="http://schemas.openxmlformats.org/officeDocument/2006/relationships/image" Target="../media/image135.png"/><Relationship Id="rId8" Type="http://schemas.openxmlformats.org/officeDocument/2006/relationships/image" Target="../media/image136.png"/><Relationship Id="rId9" Type="http://schemas.openxmlformats.org/officeDocument/2006/relationships/image" Target="../media/image137.png"/><Relationship Id="rId10" Type="http://schemas.openxmlformats.org/officeDocument/2006/relationships/image" Target="../media/image138.png"/><Relationship Id="rId11" Type="http://schemas.openxmlformats.org/officeDocument/2006/relationships/image" Target="../media/image139.pn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40.png"/><Relationship Id="rId3" Type="http://schemas.openxmlformats.org/officeDocument/2006/relationships/image" Target="../media/image141.png"/><Relationship Id="rId4" Type="http://schemas.openxmlformats.org/officeDocument/2006/relationships/image" Target="../media/image142.png"/><Relationship Id="rId5" Type="http://schemas.openxmlformats.org/officeDocument/2006/relationships/image" Target="../media/image143.png"/><Relationship Id="rId6" Type="http://schemas.openxmlformats.org/officeDocument/2006/relationships/image" Target="../media/image144.png"/><Relationship Id="rId7" Type="http://schemas.openxmlformats.org/officeDocument/2006/relationships/image" Target="../media/image145.png"/><Relationship Id="rId8" Type="http://schemas.openxmlformats.org/officeDocument/2006/relationships/image" Target="../media/image146.png"/><Relationship Id="rId9" Type="http://schemas.openxmlformats.org/officeDocument/2006/relationships/image" Target="../media/image147.png"/><Relationship Id="rId10" Type="http://schemas.openxmlformats.org/officeDocument/2006/relationships/image" Target="../media/image148.png"/><Relationship Id="rId11" Type="http://schemas.openxmlformats.org/officeDocument/2006/relationships/image" Target="../media/image149.png"/><Relationship Id="rId12" Type="http://schemas.openxmlformats.org/officeDocument/2006/relationships/image" Target="../media/image150.png"/><Relationship Id="rId13" Type="http://schemas.openxmlformats.org/officeDocument/2006/relationships/image" Target="../media/image151.png"/><Relationship Id="rId14" Type="http://schemas.openxmlformats.org/officeDocument/2006/relationships/image" Target="../media/image152.png"/><Relationship Id="rId15" Type="http://schemas.openxmlformats.org/officeDocument/2006/relationships/image" Target="../media/image153.png"/><Relationship Id="rId16" Type="http://schemas.openxmlformats.org/officeDocument/2006/relationships/image" Target="../media/image154.png"/><Relationship Id="rId17" Type="http://schemas.openxmlformats.org/officeDocument/2006/relationships/image" Target="../media/image155.png"/><Relationship Id="rId18" Type="http://schemas.openxmlformats.org/officeDocument/2006/relationships/image" Target="../media/image156.png"/><Relationship Id="rId19" Type="http://schemas.openxmlformats.org/officeDocument/2006/relationships/image" Target="../media/image157.png"/><Relationship Id="rId20" Type="http://schemas.openxmlformats.org/officeDocument/2006/relationships/image" Target="../media/image158.png"/><Relationship Id="rId21" Type="http://schemas.openxmlformats.org/officeDocument/2006/relationships/image" Target="../media/image159.png"/><Relationship Id="rId22" Type="http://schemas.openxmlformats.org/officeDocument/2006/relationships/image" Target="../media/image160.png"/><Relationship Id="rId23" Type="http://schemas.openxmlformats.org/officeDocument/2006/relationships/image" Target="../media/image161.png"/><Relationship Id="rId24" Type="http://schemas.openxmlformats.org/officeDocument/2006/relationships/image" Target="../media/image162.png"/><Relationship Id="rId25" Type="http://schemas.openxmlformats.org/officeDocument/2006/relationships/image" Target="../media/image163.png"/><Relationship Id="rId26" Type="http://schemas.openxmlformats.org/officeDocument/2006/relationships/image" Target="../media/image164.png"/><Relationship Id="rId27" Type="http://schemas.openxmlformats.org/officeDocument/2006/relationships/image" Target="../media/image165.png"/><Relationship Id="rId28" Type="http://schemas.openxmlformats.org/officeDocument/2006/relationships/image" Target="../media/image166.png"/><Relationship Id="rId29" Type="http://schemas.openxmlformats.org/officeDocument/2006/relationships/image" Target="../media/image167.png"/><Relationship Id="rId30" Type="http://schemas.openxmlformats.org/officeDocument/2006/relationships/image" Target="../media/image168.png"/><Relationship Id="rId31" Type="http://schemas.openxmlformats.org/officeDocument/2006/relationships/image" Target="../media/image169.png"/><Relationship Id="rId32" Type="http://schemas.openxmlformats.org/officeDocument/2006/relationships/image" Target="../media/image170.pn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1.png"/><Relationship Id="rId3" Type="http://schemas.openxmlformats.org/officeDocument/2006/relationships/image" Target="../media/image172.png"/><Relationship Id="rId4" Type="http://schemas.openxmlformats.org/officeDocument/2006/relationships/image" Target="../media/image173.png"/><Relationship Id="rId5" Type="http://schemas.openxmlformats.org/officeDocument/2006/relationships/image" Target="../media/image174.png"/><Relationship Id="rId6" Type="http://schemas.openxmlformats.org/officeDocument/2006/relationships/image" Target="../media/image175.png"/><Relationship Id="rId7" Type="http://schemas.openxmlformats.org/officeDocument/2006/relationships/image" Target="../media/image176.png"/><Relationship Id="rId8" Type="http://schemas.openxmlformats.org/officeDocument/2006/relationships/image" Target="../media/image177.png"/><Relationship Id="rId9" Type="http://schemas.openxmlformats.org/officeDocument/2006/relationships/image" Target="../media/image178.png"/><Relationship Id="rId10" Type="http://schemas.openxmlformats.org/officeDocument/2006/relationships/image" Target="../media/image179.png"/><Relationship Id="rId11" Type="http://schemas.openxmlformats.org/officeDocument/2006/relationships/image" Target="../media/image180.png"/><Relationship Id="rId12" Type="http://schemas.openxmlformats.org/officeDocument/2006/relationships/image" Target="../media/image181.png"/><Relationship Id="rId13" Type="http://schemas.openxmlformats.org/officeDocument/2006/relationships/image" Target="../media/image182.png"/><Relationship Id="rId14" Type="http://schemas.openxmlformats.org/officeDocument/2006/relationships/image" Target="../media/image183.png"/><Relationship Id="rId15" Type="http://schemas.openxmlformats.org/officeDocument/2006/relationships/image" Target="../media/image184.png"/><Relationship Id="rId16" Type="http://schemas.openxmlformats.org/officeDocument/2006/relationships/image" Target="../media/image185.png"/><Relationship Id="rId17" Type="http://schemas.openxmlformats.org/officeDocument/2006/relationships/image" Target="../media/image186.png"/><Relationship Id="rId18" Type="http://schemas.openxmlformats.org/officeDocument/2006/relationships/image" Target="../media/image187.png"/><Relationship Id="rId19" Type="http://schemas.openxmlformats.org/officeDocument/2006/relationships/image" Target="../media/image188.png"/><Relationship Id="rId20" Type="http://schemas.openxmlformats.org/officeDocument/2006/relationships/image" Target="../media/image189.png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90.png"/><Relationship Id="rId3" Type="http://schemas.openxmlformats.org/officeDocument/2006/relationships/image" Target="../media/image191.png"/><Relationship Id="rId4" Type="http://schemas.openxmlformats.org/officeDocument/2006/relationships/image" Target="../media/image192.png"/><Relationship Id="rId5" Type="http://schemas.openxmlformats.org/officeDocument/2006/relationships/image" Target="../media/image193.png"/><Relationship Id="rId6" Type="http://schemas.openxmlformats.org/officeDocument/2006/relationships/image" Target="../media/image194.png"/><Relationship Id="rId7" Type="http://schemas.openxmlformats.org/officeDocument/2006/relationships/image" Target="../media/image195.png"/><Relationship Id="rId8" Type="http://schemas.openxmlformats.org/officeDocument/2006/relationships/image" Target="../media/image196.png"/><Relationship Id="rId9" Type="http://schemas.openxmlformats.org/officeDocument/2006/relationships/image" Target="../media/image197.png"/><Relationship Id="rId10" Type="http://schemas.openxmlformats.org/officeDocument/2006/relationships/image" Target="../media/image198.png"/><Relationship Id="rId11" Type="http://schemas.openxmlformats.org/officeDocument/2006/relationships/image" Target="../media/image199.png"/><Relationship Id="rId12" Type="http://schemas.openxmlformats.org/officeDocument/2006/relationships/image" Target="../media/image200.png"/><Relationship Id="rId13" Type="http://schemas.openxmlformats.org/officeDocument/2006/relationships/image" Target="../media/image201.png"/><Relationship Id="rId14" Type="http://schemas.openxmlformats.org/officeDocument/2006/relationships/image" Target="../media/image202.png"/><Relationship Id="rId15" Type="http://schemas.openxmlformats.org/officeDocument/2006/relationships/image" Target="../media/image203.png"/><Relationship Id="rId16" Type="http://schemas.openxmlformats.org/officeDocument/2006/relationships/image" Target="../media/image204.png"/><Relationship Id="rId17" Type="http://schemas.openxmlformats.org/officeDocument/2006/relationships/image" Target="../media/image205.png"/><Relationship Id="rId18" Type="http://schemas.openxmlformats.org/officeDocument/2006/relationships/image" Target="../media/image206.png"/><Relationship Id="rId19" Type="http://schemas.openxmlformats.org/officeDocument/2006/relationships/image" Target="../media/image180.png"/><Relationship Id="rId20" Type="http://schemas.openxmlformats.org/officeDocument/2006/relationships/image" Target="../media/image207.jpg"/><Relationship Id="rId21" Type="http://schemas.openxmlformats.org/officeDocument/2006/relationships/image" Target="../media/image208.png"/><Relationship Id="rId22" Type="http://schemas.openxmlformats.org/officeDocument/2006/relationships/image" Target="../media/image209.png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0.png"/><Relationship Id="rId3" Type="http://schemas.openxmlformats.org/officeDocument/2006/relationships/image" Target="../media/image210.png"/><Relationship Id="rId4" Type="http://schemas.openxmlformats.org/officeDocument/2006/relationships/image" Target="../media/image211.png"/><Relationship Id="rId5" Type="http://schemas.openxmlformats.org/officeDocument/2006/relationships/image" Target="../media/image212.png"/><Relationship Id="rId6" Type="http://schemas.openxmlformats.org/officeDocument/2006/relationships/image" Target="../media/image213.png"/><Relationship Id="rId7" Type="http://schemas.openxmlformats.org/officeDocument/2006/relationships/image" Target="../media/image214.png"/><Relationship Id="rId8" Type="http://schemas.openxmlformats.org/officeDocument/2006/relationships/image" Target="../media/image215.png"/><Relationship Id="rId9" Type="http://schemas.openxmlformats.org/officeDocument/2006/relationships/image" Target="../media/image216.png"/><Relationship Id="rId10" Type="http://schemas.openxmlformats.org/officeDocument/2006/relationships/image" Target="../media/image217.png"/><Relationship Id="rId11" Type="http://schemas.openxmlformats.org/officeDocument/2006/relationships/image" Target="../media/image218.png"/><Relationship Id="rId12" Type="http://schemas.openxmlformats.org/officeDocument/2006/relationships/image" Target="../media/image219.png"/><Relationship Id="rId13" Type="http://schemas.openxmlformats.org/officeDocument/2006/relationships/image" Target="../media/image220.png"/><Relationship Id="rId14" Type="http://schemas.openxmlformats.org/officeDocument/2006/relationships/image" Target="../media/image221.png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22.png"/><Relationship Id="rId3" Type="http://schemas.openxmlformats.org/officeDocument/2006/relationships/image" Target="../media/image223.png"/><Relationship Id="rId4" Type="http://schemas.openxmlformats.org/officeDocument/2006/relationships/image" Target="../media/image224.png"/><Relationship Id="rId5" Type="http://schemas.openxmlformats.org/officeDocument/2006/relationships/image" Target="../media/image225.png"/><Relationship Id="rId6" Type="http://schemas.openxmlformats.org/officeDocument/2006/relationships/image" Target="../media/image226.png"/><Relationship Id="rId7" Type="http://schemas.openxmlformats.org/officeDocument/2006/relationships/image" Target="../media/image227.png"/><Relationship Id="rId8" Type="http://schemas.openxmlformats.org/officeDocument/2006/relationships/image" Target="../media/image228.png"/><Relationship Id="rId9" Type="http://schemas.openxmlformats.org/officeDocument/2006/relationships/image" Target="../media/image229.png"/><Relationship Id="rId10" Type="http://schemas.openxmlformats.org/officeDocument/2006/relationships/image" Target="../media/image230.png"/><Relationship Id="rId11" Type="http://schemas.openxmlformats.org/officeDocument/2006/relationships/image" Target="../media/image231.png"/><Relationship Id="rId12" Type="http://schemas.openxmlformats.org/officeDocument/2006/relationships/image" Target="../media/image232.png"/><Relationship Id="rId13" Type="http://schemas.openxmlformats.org/officeDocument/2006/relationships/image" Target="../media/image233.png"/><Relationship Id="rId14" Type="http://schemas.openxmlformats.org/officeDocument/2006/relationships/image" Target="../media/image234.png"/><Relationship Id="rId15" Type="http://schemas.openxmlformats.org/officeDocument/2006/relationships/image" Target="../media/image235.png"/><Relationship Id="rId16" Type="http://schemas.openxmlformats.org/officeDocument/2006/relationships/image" Target="../media/image236.png"/><Relationship Id="rId17" Type="http://schemas.openxmlformats.org/officeDocument/2006/relationships/image" Target="../media/image237.png"/><Relationship Id="rId18" Type="http://schemas.openxmlformats.org/officeDocument/2006/relationships/image" Target="../media/image238.png"/><Relationship Id="rId19" Type="http://schemas.openxmlformats.org/officeDocument/2006/relationships/image" Target="../media/image239.png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40.png"/><Relationship Id="rId3" Type="http://schemas.openxmlformats.org/officeDocument/2006/relationships/image" Target="../media/image241.png"/><Relationship Id="rId4" Type="http://schemas.openxmlformats.org/officeDocument/2006/relationships/image" Target="../media/image242.png"/><Relationship Id="rId5" Type="http://schemas.openxmlformats.org/officeDocument/2006/relationships/image" Target="../media/image243.png"/><Relationship Id="rId6" Type="http://schemas.openxmlformats.org/officeDocument/2006/relationships/image" Target="../media/image244.png"/><Relationship Id="rId7" Type="http://schemas.openxmlformats.org/officeDocument/2006/relationships/image" Target="../media/image245.png"/><Relationship Id="rId8" Type="http://schemas.openxmlformats.org/officeDocument/2006/relationships/image" Target="../media/image246.png"/><Relationship Id="rId9" Type="http://schemas.openxmlformats.org/officeDocument/2006/relationships/image" Target="../media/image247.png"/><Relationship Id="rId10" Type="http://schemas.openxmlformats.org/officeDocument/2006/relationships/image" Target="../media/image248.png"/><Relationship Id="rId11" Type="http://schemas.openxmlformats.org/officeDocument/2006/relationships/image" Target="../media/image249.png"/><Relationship Id="rId12" Type="http://schemas.openxmlformats.org/officeDocument/2006/relationships/image" Target="../media/image250.png"/><Relationship Id="rId13" Type="http://schemas.openxmlformats.org/officeDocument/2006/relationships/image" Target="../media/image251.png"/><Relationship Id="rId14" Type="http://schemas.openxmlformats.org/officeDocument/2006/relationships/image" Target="../media/image252.png"/><Relationship Id="rId15" Type="http://schemas.openxmlformats.org/officeDocument/2006/relationships/image" Target="../media/image253.png"/><Relationship Id="rId16" Type="http://schemas.openxmlformats.org/officeDocument/2006/relationships/image" Target="../media/image254.png"/><Relationship Id="rId17" Type="http://schemas.openxmlformats.org/officeDocument/2006/relationships/image" Target="../media/image255.png"/><Relationship Id="rId18" Type="http://schemas.openxmlformats.org/officeDocument/2006/relationships/image" Target="../media/image256.png"/><Relationship Id="rId19" Type="http://schemas.openxmlformats.org/officeDocument/2006/relationships/image" Target="../media/image257.png"/><Relationship Id="rId20" Type="http://schemas.openxmlformats.org/officeDocument/2006/relationships/image" Target="../media/image258.png"/><Relationship Id="rId21" Type="http://schemas.openxmlformats.org/officeDocument/2006/relationships/image" Target="../media/image259.png"/><Relationship Id="rId22" Type="http://schemas.openxmlformats.org/officeDocument/2006/relationships/image" Target="../media/image260.png"/><Relationship Id="rId23" Type="http://schemas.openxmlformats.org/officeDocument/2006/relationships/image" Target="../media/image261.png"/><Relationship Id="rId24" Type="http://schemas.openxmlformats.org/officeDocument/2006/relationships/image" Target="../media/image262.png"/><Relationship Id="rId25" Type="http://schemas.openxmlformats.org/officeDocument/2006/relationships/image" Target="../media/image263.png"/><Relationship Id="rId26" Type="http://schemas.openxmlformats.org/officeDocument/2006/relationships/image" Target="../media/image264.png"/><Relationship Id="rId27" Type="http://schemas.openxmlformats.org/officeDocument/2006/relationships/image" Target="../media/image265.png"/><Relationship Id="rId28" Type="http://schemas.openxmlformats.org/officeDocument/2006/relationships/image" Target="../media/image266.png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7.png"/><Relationship Id="rId3" Type="http://schemas.openxmlformats.org/officeDocument/2006/relationships/image" Target="../media/image268.png"/><Relationship Id="rId4" Type="http://schemas.openxmlformats.org/officeDocument/2006/relationships/image" Target="../media/image269.png"/><Relationship Id="rId5" Type="http://schemas.openxmlformats.org/officeDocument/2006/relationships/image" Target="../media/image270.png"/><Relationship Id="rId6" Type="http://schemas.openxmlformats.org/officeDocument/2006/relationships/image" Target="../media/image271.png"/><Relationship Id="rId7" Type="http://schemas.openxmlformats.org/officeDocument/2006/relationships/image" Target="../media/image272.png"/><Relationship Id="rId8" Type="http://schemas.openxmlformats.org/officeDocument/2006/relationships/image" Target="../media/image273.png"/><Relationship Id="rId9" Type="http://schemas.openxmlformats.org/officeDocument/2006/relationships/image" Target="../media/image274.png"/><Relationship Id="rId10" Type="http://schemas.openxmlformats.org/officeDocument/2006/relationships/image" Target="../media/image275.png"/><Relationship Id="rId11" Type="http://schemas.openxmlformats.org/officeDocument/2006/relationships/image" Target="../media/image276.png"/><Relationship Id="rId12" Type="http://schemas.openxmlformats.org/officeDocument/2006/relationships/image" Target="../media/image277.png"/><Relationship Id="rId13" Type="http://schemas.openxmlformats.org/officeDocument/2006/relationships/image" Target="../media/image278.png"/><Relationship Id="rId14" Type="http://schemas.openxmlformats.org/officeDocument/2006/relationships/image" Target="../media/image279.png"/><Relationship Id="rId15" Type="http://schemas.openxmlformats.org/officeDocument/2006/relationships/image" Target="../media/image280.png"/><Relationship Id="rId16" Type="http://schemas.openxmlformats.org/officeDocument/2006/relationships/image" Target="../media/image281.png"/><Relationship Id="rId17" Type="http://schemas.openxmlformats.org/officeDocument/2006/relationships/image" Target="../media/image282.png"/><Relationship Id="rId18" Type="http://schemas.openxmlformats.org/officeDocument/2006/relationships/image" Target="../media/image283.png"/><Relationship Id="rId19" Type="http://schemas.openxmlformats.org/officeDocument/2006/relationships/image" Target="../media/image284.png"/><Relationship Id="rId20" Type="http://schemas.openxmlformats.org/officeDocument/2006/relationships/image" Target="../media/image285.png"/><Relationship Id="rId21" Type="http://schemas.openxmlformats.org/officeDocument/2006/relationships/image" Target="../media/image286.png"/><Relationship Id="rId22" Type="http://schemas.openxmlformats.org/officeDocument/2006/relationships/image" Target="../media/image287.png"/><Relationship Id="rId23" Type="http://schemas.openxmlformats.org/officeDocument/2006/relationships/image" Target="../media/image288.png"/><Relationship Id="rId24" Type="http://schemas.openxmlformats.org/officeDocument/2006/relationships/image" Target="../media/image289.png"/><Relationship Id="rId25" Type="http://schemas.openxmlformats.org/officeDocument/2006/relationships/image" Target="../media/image290.png"/><Relationship Id="rId26" Type="http://schemas.openxmlformats.org/officeDocument/2006/relationships/image" Target="../media/image291.png"/><Relationship Id="rId27" Type="http://schemas.openxmlformats.org/officeDocument/2006/relationships/image" Target="../media/image292.png"/><Relationship Id="rId28" Type="http://schemas.openxmlformats.org/officeDocument/2006/relationships/image" Target="../media/image293.png"/><Relationship Id="rId29" Type="http://schemas.openxmlformats.org/officeDocument/2006/relationships/image" Target="../media/image294.png"/><Relationship Id="rId30" Type="http://schemas.openxmlformats.org/officeDocument/2006/relationships/image" Target="../media/image295.png"/><Relationship Id="rId31" Type="http://schemas.openxmlformats.org/officeDocument/2006/relationships/image" Target="../media/image296.png"/><Relationship Id="rId32" Type="http://schemas.openxmlformats.org/officeDocument/2006/relationships/image" Target="../media/image297.png"/><Relationship Id="rId33" Type="http://schemas.openxmlformats.org/officeDocument/2006/relationships/image" Target="../media/image298.png"/><Relationship Id="rId34" Type="http://schemas.openxmlformats.org/officeDocument/2006/relationships/image" Target="../media/image299.png"/><Relationship Id="rId35" Type="http://schemas.openxmlformats.org/officeDocument/2006/relationships/image" Target="../media/image300.png"/><Relationship Id="rId36" Type="http://schemas.openxmlformats.org/officeDocument/2006/relationships/image" Target="../media/image301.png"/><Relationship Id="rId37" Type="http://schemas.openxmlformats.org/officeDocument/2006/relationships/image" Target="../media/image302.png"/><Relationship Id="rId38" Type="http://schemas.openxmlformats.org/officeDocument/2006/relationships/image" Target="../media/image303.png"/><Relationship Id="rId39" Type="http://schemas.openxmlformats.org/officeDocument/2006/relationships/image" Target="../media/image304.png"/><Relationship Id="rId40" Type="http://schemas.openxmlformats.org/officeDocument/2006/relationships/image" Target="../media/image305.png"/><Relationship Id="rId41" Type="http://schemas.openxmlformats.org/officeDocument/2006/relationships/image" Target="../media/image306.png"/><Relationship Id="rId42" Type="http://schemas.openxmlformats.org/officeDocument/2006/relationships/image" Target="../media/image307.png"/><Relationship Id="rId43" Type="http://schemas.openxmlformats.org/officeDocument/2006/relationships/image" Target="../media/image308.png"/><Relationship Id="rId44" Type="http://schemas.openxmlformats.org/officeDocument/2006/relationships/image" Target="../media/image309.png"/><Relationship Id="rId45" Type="http://schemas.openxmlformats.org/officeDocument/2006/relationships/image" Target="../media/image310.png"/><Relationship Id="rId46" Type="http://schemas.openxmlformats.org/officeDocument/2006/relationships/image" Target="../media/image311.png"/><Relationship Id="rId47" Type="http://schemas.openxmlformats.org/officeDocument/2006/relationships/image" Target="../media/image312.png"/><Relationship Id="rId48" Type="http://schemas.openxmlformats.org/officeDocument/2006/relationships/image" Target="../media/image313.png"/><Relationship Id="rId49" Type="http://schemas.openxmlformats.org/officeDocument/2006/relationships/image" Target="../media/image314.png"/><Relationship Id="rId50" Type="http://schemas.openxmlformats.org/officeDocument/2006/relationships/image" Target="../media/image315.png"/><Relationship Id="rId51" Type="http://schemas.openxmlformats.org/officeDocument/2006/relationships/image" Target="../media/image316.png"/><Relationship Id="rId52" Type="http://schemas.openxmlformats.org/officeDocument/2006/relationships/image" Target="../media/image317.png"/><Relationship Id="rId53" Type="http://schemas.openxmlformats.org/officeDocument/2006/relationships/image" Target="../media/image318.png"/><Relationship Id="rId54" Type="http://schemas.openxmlformats.org/officeDocument/2006/relationships/image" Target="../media/image319.png"/><Relationship Id="rId55" Type="http://schemas.openxmlformats.org/officeDocument/2006/relationships/image" Target="../media/image320.png"/><Relationship Id="rId56" Type="http://schemas.openxmlformats.org/officeDocument/2006/relationships/image" Target="../media/image321.png"/><Relationship Id="rId57" Type="http://schemas.openxmlformats.org/officeDocument/2006/relationships/image" Target="../media/image322.png"/><Relationship Id="rId58" Type="http://schemas.openxmlformats.org/officeDocument/2006/relationships/image" Target="../media/image323.png"/><Relationship Id="rId59" Type="http://schemas.openxmlformats.org/officeDocument/2006/relationships/image" Target="../media/image324.png"/><Relationship Id="rId60" Type="http://schemas.openxmlformats.org/officeDocument/2006/relationships/image" Target="../media/image325.png"/><Relationship Id="rId61" Type="http://schemas.openxmlformats.org/officeDocument/2006/relationships/image" Target="../media/image326.png"/><Relationship Id="rId62" Type="http://schemas.openxmlformats.org/officeDocument/2006/relationships/image" Target="../media/image327.png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28.png"/><Relationship Id="rId3" Type="http://schemas.openxmlformats.org/officeDocument/2006/relationships/image" Target="../media/image329.png"/><Relationship Id="rId4" Type="http://schemas.openxmlformats.org/officeDocument/2006/relationships/image" Target="../media/image330.png"/><Relationship Id="rId5" Type="http://schemas.openxmlformats.org/officeDocument/2006/relationships/image" Target="../media/image331.png"/><Relationship Id="rId6" Type="http://schemas.openxmlformats.org/officeDocument/2006/relationships/image" Target="../media/image332.png"/><Relationship Id="rId7" Type="http://schemas.openxmlformats.org/officeDocument/2006/relationships/image" Target="../media/image333.png"/><Relationship Id="rId8" Type="http://schemas.openxmlformats.org/officeDocument/2006/relationships/image" Target="../media/image334.png"/><Relationship Id="rId9" Type="http://schemas.openxmlformats.org/officeDocument/2006/relationships/image" Target="../media/image335.png"/><Relationship Id="rId10" Type="http://schemas.openxmlformats.org/officeDocument/2006/relationships/image" Target="../media/image336.png"/><Relationship Id="rId11" Type="http://schemas.openxmlformats.org/officeDocument/2006/relationships/image" Target="../media/image337.png"/><Relationship Id="rId12" Type="http://schemas.openxmlformats.org/officeDocument/2006/relationships/image" Target="../media/image338.png"/><Relationship Id="rId13" Type="http://schemas.openxmlformats.org/officeDocument/2006/relationships/image" Target="../media/image339.png"/><Relationship Id="rId14" Type="http://schemas.openxmlformats.org/officeDocument/2006/relationships/image" Target="../media/image340.png"/><Relationship Id="rId15" Type="http://schemas.openxmlformats.org/officeDocument/2006/relationships/image" Target="../media/image341.png"/><Relationship Id="rId16" Type="http://schemas.openxmlformats.org/officeDocument/2006/relationships/image" Target="../media/image342.png"/><Relationship Id="rId17" Type="http://schemas.openxmlformats.org/officeDocument/2006/relationships/image" Target="../media/image343.png"/><Relationship Id="rId18" Type="http://schemas.openxmlformats.org/officeDocument/2006/relationships/image" Target="../media/image344.png"/><Relationship Id="rId19" Type="http://schemas.openxmlformats.org/officeDocument/2006/relationships/image" Target="../media/image345.png"/><Relationship Id="rId20" Type="http://schemas.openxmlformats.org/officeDocument/2006/relationships/image" Target="../media/image346.png"/><Relationship Id="rId21" Type="http://schemas.openxmlformats.org/officeDocument/2006/relationships/image" Target="../media/image347.png"/><Relationship Id="rId22" Type="http://schemas.openxmlformats.org/officeDocument/2006/relationships/image" Target="../media/image348.png"/><Relationship Id="rId23" Type="http://schemas.openxmlformats.org/officeDocument/2006/relationships/image" Target="../media/image349.png"/><Relationship Id="rId24" Type="http://schemas.openxmlformats.org/officeDocument/2006/relationships/image" Target="../media/image350.png"/><Relationship Id="rId25" Type="http://schemas.openxmlformats.org/officeDocument/2006/relationships/image" Target="../media/image351.png"/><Relationship Id="rId26" Type="http://schemas.openxmlformats.org/officeDocument/2006/relationships/image" Target="../media/image352.png"/><Relationship Id="rId27" Type="http://schemas.openxmlformats.org/officeDocument/2006/relationships/image" Target="../media/image353.pn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77018" y="2525572"/>
            <a:ext cx="3937635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>
                <a:solidFill>
                  <a:srgbClr val="FFFFFF"/>
                </a:solidFill>
                <a:latin typeface="微软雅黑"/>
                <a:cs typeface="微软雅黑"/>
              </a:rPr>
              <a:t>气体的等温变</a:t>
            </a:r>
            <a:r>
              <a:rPr dirty="0" sz="4400" spc="5">
                <a:solidFill>
                  <a:srgbClr val="FFFFFF"/>
                </a:solidFill>
                <a:latin typeface="微软雅黑"/>
                <a:cs typeface="微软雅黑"/>
              </a:rPr>
              <a:t>化</a:t>
            </a:r>
            <a:endParaRPr sz="44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60354" y="3478212"/>
            <a:ext cx="3386454" cy="937260"/>
          </a:xfrm>
          <a:prstGeom prst="rect">
            <a:avLst/>
          </a:prstGeom>
        </p:spPr>
        <p:txBody>
          <a:bodyPr wrap="square" lIns="0" tIns="1028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dirty="0" sz="2400" b="1">
                <a:solidFill>
                  <a:srgbClr val="FFFFFF"/>
                </a:solidFill>
                <a:latin typeface="华文楷体"/>
                <a:cs typeface="华文楷体"/>
              </a:rPr>
              <a:t>主讲人：张</a:t>
            </a:r>
            <a:r>
              <a:rPr dirty="0" sz="2400" spc="-5" b="1">
                <a:solidFill>
                  <a:srgbClr val="FFFFFF"/>
                </a:solidFill>
                <a:latin typeface="华文楷体"/>
                <a:cs typeface="华文楷体"/>
              </a:rPr>
              <a:t>聪</a:t>
            </a:r>
            <a:endParaRPr sz="2400"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  <a:spcBef>
                <a:spcPts val="710"/>
              </a:spcBef>
              <a:tabLst>
                <a:tab pos="624840" algn="l"/>
              </a:tabLst>
            </a:pPr>
            <a:r>
              <a:rPr dirty="0" sz="2400" spc="-5" b="1">
                <a:solidFill>
                  <a:srgbClr val="FFFFFF"/>
                </a:solidFill>
                <a:latin typeface="华文楷体"/>
                <a:cs typeface="华文楷体"/>
              </a:rPr>
              <a:t>学</a:t>
            </a:r>
            <a:r>
              <a:rPr dirty="0" sz="2400" spc="-5" b="1">
                <a:solidFill>
                  <a:srgbClr val="FFFFFF"/>
                </a:solidFill>
                <a:latin typeface="华文楷体"/>
                <a:cs typeface="华文楷体"/>
              </a:rPr>
              <a:t>	</a:t>
            </a:r>
            <a:r>
              <a:rPr dirty="0" sz="2400" b="1">
                <a:solidFill>
                  <a:srgbClr val="FFFFFF"/>
                </a:solidFill>
                <a:latin typeface="华文楷体"/>
                <a:cs typeface="华文楷体"/>
              </a:rPr>
              <a:t>科：物理（人教版</a:t>
            </a:r>
            <a:r>
              <a:rPr dirty="0" sz="2400" spc="-5" b="1">
                <a:solidFill>
                  <a:srgbClr val="FFFFFF"/>
                </a:solidFill>
                <a:latin typeface="华文楷体"/>
                <a:cs typeface="华文楷体"/>
              </a:rPr>
              <a:t>）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829384" y="3478212"/>
            <a:ext cx="3769995" cy="9372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7620">
              <a:lnSpc>
                <a:spcPct val="124700"/>
              </a:lnSpc>
              <a:spcBef>
                <a:spcPts val="95"/>
              </a:spcBef>
              <a:tabLst>
                <a:tab pos="624840" algn="l"/>
              </a:tabLst>
            </a:pPr>
            <a:r>
              <a:rPr dirty="0" sz="2400" spc="-5" b="1">
                <a:solidFill>
                  <a:srgbClr val="FFFFFF"/>
                </a:solidFill>
                <a:latin typeface="华文楷体"/>
                <a:cs typeface="华文楷体"/>
              </a:rPr>
              <a:t>学	</a:t>
            </a:r>
            <a:r>
              <a:rPr dirty="0" sz="2400" b="1">
                <a:solidFill>
                  <a:srgbClr val="FFFFFF"/>
                </a:solidFill>
                <a:latin typeface="华文楷体"/>
                <a:cs typeface="华文楷体"/>
              </a:rPr>
              <a:t>校：北京市第八十中</a:t>
            </a:r>
            <a:r>
              <a:rPr dirty="0" sz="2400" spc="-5" b="1">
                <a:solidFill>
                  <a:srgbClr val="FFFFFF"/>
                </a:solidFill>
                <a:latin typeface="华文楷体"/>
                <a:cs typeface="华文楷体"/>
              </a:rPr>
              <a:t>学 </a:t>
            </a:r>
            <a:r>
              <a:rPr dirty="0" sz="2400" spc="-5" b="1">
                <a:solidFill>
                  <a:srgbClr val="FFFFFF"/>
                </a:solidFill>
                <a:latin typeface="华文楷体"/>
                <a:cs typeface="华文楷体"/>
              </a:rPr>
              <a:t>年</a:t>
            </a:r>
            <a:r>
              <a:rPr dirty="0" sz="2400" b="1">
                <a:solidFill>
                  <a:srgbClr val="FFFFFF"/>
                </a:solidFill>
                <a:latin typeface="华文楷体"/>
                <a:cs typeface="华文楷体"/>
              </a:rPr>
              <a:t>	</a:t>
            </a:r>
            <a:r>
              <a:rPr dirty="0" sz="2400" b="1">
                <a:solidFill>
                  <a:srgbClr val="FFFFFF"/>
                </a:solidFill>
                <a:latin typeface="华文楷体"/>
                <a:cs typeface="华文楷体"/>
              </a:rPr>
              <a:t>级：高二下学期选修</a:t>
            </a:r>
            <a:r>
              <a:rPr dirty="0" sz="2400" spc="-5" b="1">
                <a:solidFill>
                  <a:srgbClr val="FFFFFF"/>
                </a:solidFill>
                <a:latin typeface="华文楷体"/>
                <a:cs typeface="华文楷体"/>
              </a:rPr>
              <a:t>3</a:t>
            </a:r>
            <a:r>
              <a:rPr dirty="0" sz="2400" spc="-5" b="1">
                <a:solidFill>
                  <a:srgbClr val="FFFFFF"/>
                </a:solidFill>
                <a:latin typeface="华文楷体"/>
                <a:cs typeface="华文楷体"/>
              </a:rPr>
              <a:t>-</a:t>
            </a:r>
            <a:r>
              <a:rPr dirty="0" sz="2400" spc="-5" b="1">
                <a:solidFill>
                  <a:srgbClr val="FFFFFF"/>
                </a:solidFill>
                <a:latin typeface="华文楷体"/>
                <a:cs typeface="华文楷体"/>
              </a:rPr>
              <a:t>3</a:t>
            </a:r>
            <a:endParaRPr sz="24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/>
          <p:nvPr/>
        </p:nvSpPr>
        <p:spPr>
          <a:xfrm>
            <a:off x="2447544" y="2257044"/>
            <a:ext cx="5843015" cy="40812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6817397" y="634326"/>
            <a:ext cx="2069325" cy="543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855582" y="858558"/>
            <a:ext cx="804722" cy="8923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9631159" y="638289"/>
            <a:ext cx="1046251" cy="53373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31266" y="1415694"/>
            <a:ext cx="8696413" cy="54166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/>
          <p:nvPr/>
        </p:nvSpPr>
        <p:spPr>
          <a:xfrm>
            <a:off x="4010621" y="3382136"/>
            <a:ext cx="287667" cy="3293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267162" y="3274974"/>
            <a:ext cx="2585808" cy="53968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425787" y="1286002"/>
            <a:ext cx="287667" cy="32933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688270" y="1178839"/>
            <a:ext cx="4620031" cy="54166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962975" y="2048789"/>
            <a:ext cx="1499704" cy="53968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507752" y="2146515"/>
            <a:ext cx="320903" cy="39383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911600" y="2052764"/>
            <a:ext cx="2470175" cy="53571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6434785" y="2145029"/>
            <a:ext cx="359854" cy="39532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7021194" y="2062683"/>
            <a:ext cx="2470175" cy="519836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9491662" y="2223655"/>
            <a:ext cx="333184" cy="405244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9841865" y="2082736"/>
            <a:ext cx="216230" cy="469823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097491" y="4124591"/>
            <a:ext cx="6666166" cy="541680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9778162" y="4427029"/>
            <a:ext cx="150749" cy="206501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004098" y="4734204"/>
            <a:ext cx="5615749" cy="543648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7670545" y="5045748"/>
            <a:ext cx="181597" cy="180517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/>
          <p:nvPr/>
        </p:nvSpPr>
        <p:spPr>
          <a:xfrm>
            <a:off x="1790166" y="1227937"/>
            <a:ext cx="3385489" cy="49145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772778" y="1776577"/>
            <a:ext cx="7515656" cy="49145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795526" y="2325217"/>
            <a:ext cx="5255856" cy="49145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64592" y="2980944"/>
            <a:ext cx="2506980" cy="1742439"/>
          </a:xfrm>
          <a:custGeom>
            <a:avLst/>
            <a:gdLst/>
            <a:ahLst/>
            <a:cxnLst/>
            <a:rect l="l" t="t" r="r" b="b"/>
            <a:pathLst>
              <a:path w="2506980" h="1742439">
                <a:moveTo>
                  <a:pt x="321564" y="1741931"/>
                </a:moveTo>
                <a:lnTo>
                  <a:pt x="0" y="1114043"/>
                </a:lnTo>
                <a:lnTo>
                  <a:pt x="2186940" y="0"/>
                </a:lnTo>
                <a:lnTo>
                  <a:pt x="2506980" y="629411"/>
                </a:lnTo>
                <a:lnTo>
                  <a:pt x="321564" y="1741931"/>
                </a:lnTo>
                <a:close/>
              </a:path>
            </a:pathLst>
          </a:custGeom>
          <a:solidFill>
            <a:srgbClr val="FFF1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59042" y="2974835"/>
            <a:ext cx="2519045" cy="1755139"/>
          </a:xfrm>
          <a:custGeom>
            <a:avLst/>
            <a:gdLst/>
            <a:ahLst/>
            <a:cxnLst/>
            <a:rect l="l" t="t" r="r" b="b"/>
            <a:pathLst>
              <a:path w="2519045" h="1755139">
                <a:moveTo>
                  <a:pt x="327545" y="1754784"/>
                </a:moveTo>
                <a:lnTo>
                  <a:pt x="325551" y="1754784"/>
                </a:lnTo>
                <a:lnTo>
                  <a:pt x="323672" y="1754162"/>
                </a:lnTo>
                <a:lnTo>
                  <a:pt x="322059" y="1752993"/>
                </a:lnTo>
                <a:lnTo>
                  <a:pt x="320890" y="1751393"/>
                </a:lnTo>
                <a:lnTo>
                  <a:pt x="609" y="1122794"/>
                </a:lnTo>
                <a:lnTo>
                  <a:pt x="0" y="1120914"/>
                </a:lnTo>
                <a:lnTo>
                  <a:pt x="0" y="1118920"/>
                </a:lnTo>
                <a:lnTo>
                  <a:pt x="2189022" y="622"/>
                </a:lnTo>
                <a:lnTo>
                  <a:pt x="2190915" y="0"/>
                </a:lnTo>
                <a:lnTo>
                  <a:pt x="2192909" y="0"/>
                </a:lnTo>
                <a:lnTo>
                  <a:pt x="2194788" y="622"/>
                </a:lnTo>
                <a:lnTo>
                  <a:pt x="2196401" y="1790"/>
                </a:lnTo>
                <a:lnTo>
                  <a:pt x="2197569" y="3390"/>
                </a:lnTo>
                <a:lnTo>
                  <a:pt x="2200507" y="9156"/>
                </a:lnTo>
                <a:lnTo>
                  <a:pt x="2186254" y="9156"/>
                </a:lnTo>
                <a:lnTo>
                  <a:pt x="2189138" y="14817"/>
                </a:lnTo>
                <a:lnTo>
                  <a:pt x="25918" y="1117028"/>
                </a:lnTo>
                <a:lnTo>
                  <a:pt x="11925" y="1117028"/>
                </a:lnTo>
                <a:lnTo>
                  <a:pt x="9144" y="1125575"/>
                </a:lnTo>
                <a:lnTo>
                  <a:pt x="16280" y="1125575"/>
                </a:lnTo>
                <a:lnTo>
                  <a:pt x="329322" y="1739967"/>
                </a:lnTo>
                <a:lnTo>
                  <a:pt x="323672" y="1742846"/>
                </a:lnTo>
                <a:lnTo>
                  <a:pt x="332206" y="1745627"/>
                </a:lnTo>
                <a:lnTo>
                  <a:pt x="346187" y="1745627"/>
                </a:lnTo>
                <a:lnTo>
                  <a:pt x="329437" y="1754162"/>
                </a:lnTo>
                <a:lnTo>
                  <a:pt x="327545" y="1754784"/>
                </a:lnTo>
                <a:close/>
              </a:path>
              <a:path w="2519045" h="1755139">
                <a:moveTo>
                  <a:pt x="2189138" y="14817"/>
                </a:moveTo>
                <a:lnTo>
                  <a:pt x="2186254" y="9156"/>
                </a:lnTo>
                <a:lnTo>
                  <a:pt x="2194788" y="11937"/>
                </a:lnTo>
                <a:lnTo>
                  <a:pt x="2189138" y="14817"/>
                </a:lnTo>
                <a:close/>
              </a:path>
              <a:path w="2519045" h="1755139">
                <a:moveTo>
                  <a:pt x="2503651" y="632095"/>
                </a:moveTo>
                <a:lnTo>
                  <a:pt x="2189138" y="14817"/>
                </a:lnTo>
                <a:lnTo>
                  <a:pt x="2194788" y="11937"/>
                </a:lnTo>
                <a:lnTo>
                  <a:pt x="2186254" y="9156"/>
                </a:lnTo>
                <a:lnTo>
                  <a:pt x="2200507" y="9156"/>
                </a:lnTo>
                <a:lnTo>
                  <a:pt x="2516434" y="629208"/>
                </a:lnTo>
                <a:lnTo>
                  <a:pt x="2509316" y="629208"/>
                </a:lnTo>
                <a:lnTo>
                  <a:pt x="2503651" y="632095"/>
                </a:lnTo>
                <a:close/>
              </a:path>
              <a:path w="2519045" h="1755139">
                <a:moveTo>
                  <a:pt x="2506535" y="637755"/>
                </a:moveTo>
                <a:lnTo>
                  <a:pt x="2503651" y="632095"/>
                </a:lnTo>
                <a:lnTo>
                  <a:pt x="2509316" y="629208"/>
                </a:lnTo>
                <a:lnTo>
                  <a:pt x="2506535" y="637755"/>
                </a:lnTo>
                <a:close/>
              </a:path>
              <a:path w="2519045" h="1755139">
                <a:moveTo>
                  <a:pt x="2517851" y="637755"/>
                </a:moveTo>
                <a:lnTo>
                  <a:pt x="2506535" y="637755"/>
                </a:lnTo>
                <a:lnTo>
                  <a:pt x="2509316" y="629208"/>
                </a:lnTo>
                <a:lnTo>
                  <a:pt x="2516434" y="629208"/>
                </a:lnTo>
                <a:lnTo>
                  <a:pt x="2517851" y="631990"/>
                </a:lnTo>
                <a:lnTo>
                  <a:pt x="2518460" y="633869"/>
                </a:lnTo>
                <a:lnTo>
                  <a:pt x="2518460" y="635863"/>
                </a:lnTo>
                <a:lnTo>
                  <a:pt x="2517851" y="637755"/>
                </a:lnTo>
                <a:close/>
              </a:path>
              <a:path w="2519045" h="1755139">
                <a:moveTo>
                  <a:pt x="346187" y="1745627"/>
                </a:moveTo>
                <a:lnTo>
                  <a:pt x="332206" y="1745627"/>
                </a:lnTo>
                <a:lnTo>
                  <a:pt x="329322" y="1739967"/>
                </a:lnTo>
                <a:lnTo>
                  <a:pt x="2503651" y="632095"/>
                </a:lnTo>
                <a:lnTo>
                  <a:pt x="2506535" y="637755"/>
                </a:lnTo>
                <a:lnTo>
                  <a:pt x="2517851" y="637755"/>
                </a:lnTo>
                <a:lnTo>
                  <a:pt x="2516682" y="639356"/>
                </a:lnTo>
                <a:lnTo>
                  <a:pt x="2515082" y="640524"/>
                </a:lnTo>
                <a:lnTo>
                  <a:pt x="346187" y="1745627"/>
                </a:lnTo>
                <a:close/>
              </a:path>
              <a:path w="2519045" h="1755139">
                <a:moveTo>
                  <a:pt x="9144" y="1125575"/>
                </a:moveTo>
                <a:lnTo>
                  <a:pt x="11925" y="1117028"/>
                </a:lnTo>
                <a:lnTo>
                  <a:pt x="14809" y="1122688"/>
                </a:lnTo>
                <a:lnTo>
                  <a:pt x="9144" y="1125575"/>
                </a:lnTo>
                <a:close/>
              </a:path>
              <a:path w="2519045" h="1755139">
                <a:moveTo>
                  <a:pt x="14809" y="1122688"/>
                </a:moveTo>
                <a:lnTo>
                  <a:pt x="11925" y="1117028"/>
                </a:lnTo>
                <a:lnTo>
                  <a:pt x="25918" y="1117028"/>
                </a:lnTo>
                <a:lnTo>
                  <a:pt x="14809" y="1122688"/>
                </a:lnTo>
                <a:close/>
              </a:path>
              <a:path w="2519045" h="1755139">
                <a:moveTo>
                  <a:pt x="16280" y="1125575"/>
                </a:moveTo>
                <a:lnTo>
                  <a:pt x="9144" y="1125575"/>
                </a:lnTo>
                <a:lnTo>
                  <a:pt x="14809" y="1122688"/>
                </a:lnTo>
                <a:lnTo>
                  <a:pt x="16280" y="1125575"/>
                </a:lnTo>
                <a:close/>
              </a:path>
              <a:path w="2519045" h="1755139">
                <a:moveTo>
                  <a:pt x="332206" y="1745627"/>
                </a:moveTo>
                <a:lnTo>
                  <a:pt x="323672" y="1742846"/>
                </a:lnTo>
                <a:lnTo>
                  <a:pt x="329322" y="1739967"/>
                </a:lnTo>
                <a:lnTo>
                  <a:pt x="332206" y="1745627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89915" y="3194456"/>
            <a:ext cx="2081809" cy="141160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057639" y="3468090"/>
            <a:ext cx="6614566" cy="53770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219515" y="4075709"/>
            <a:ext cx="7170750" cy="54166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213571" y="4687290"/>
            <a:ext cx="2846908" cy="53968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078672" y="3929697"/>
            <a:ext cx="1287145" cy="725170"/>
          </a:xfrm>
          <a:custGeom>
            <a:avLst/>
            <a:gdLst/>
            <a:ahLst/>
            <a:cxnLst/>
            <a:rect l="l" t="t" r="r" b="b"/>
            <a:pathLst>
              <a:path w="1287145" h="725170">
                <a:moveTo>
                  <a:pt x="1169885" y="725170"/>
                </a:moveTo>
                <a:lnTo>
                  <a:pt x="117259" y="725170"/>
                </a:lnTo>
                <a:lnTo>
                  <a:pt x="91770" y="720089"/>
                </a:lnTo>
                <a:lnTo>
                  <a:pt x="52450" y="699770"/>
                </a:lnTo>
                <a:lnTo>
                  <a:pt x="38252" y="687070"/>
                </a:lnTo>
                <a:lnTo>
                  <a:pt x="33921" y="683260"/>
                </a:lnTo>
                <a:lnTo>
                  <a:pt x="12877" y="651510"/>
                </a:lnTo>
                <a:lnTo>
                  <a:pt x="10261" y="646429"/>
                </a:lnTo>
                <a:lnTo>
                  <a:pt x="673" y="608329"/>
                </a:lnTo>
                <a:lnTo>
                  <a:pt x="0" y="595629"/>
                </a:lnTo>
                <a:lnTo>
                  <a:pt x="0" y="129539"/>
                </a:lnTo>
                <a:lnTo>
                  <a:pt x="5867" y="91439"/>
                </a:lnTo>
                <a:lnTo>
                  <a:pt x="12877" y="73660"/>
                </a:lnTo>
                <a:lnTo>
                  <a:pt x="15773" y="67310"/>
                </a:lnTo>
                <a:lnTo>
                  <a:pt x="38252" y="38100"/>
                </a:lnTo>
                <a:lnTo>
                  <a:pt x="42786" y="33020"/>
                </a:lnTo>
                <a:lnTo>
                  <a:pt x="79756" y="10160"/>
                </a:lnTo>
                <a:lnTo>
                  <a:pt x="117259" y="0"/>
                </a:lnTo>
                <a:lnTo>
                  <a:pt x="1169885" y="0"/>
                </a:lnTo>
                <a:lnTo>
                  <a:pt x="1207389" y="10160"/>
                </a:lnTo>
                <a:lnTo>
                  <a:pt x="1237979" y="27939"/>
                </a:lnTo>
                <a:lnTo>
                  <a:pt x="120510" y="27939"/>
                </a:lnTo>
                <a:lnTo>
                  <a:pt x="114693" y="29210"/>
                </a:lnTo>
                <a:lnTo>
                  <a:pt x="115404" y="29210"/>
                </a:lnTo>
                <a:lnTo>
                  <a:pt x="109677" y="30479"/>
                </a:lnTo>
                <a:lnTo>
                  <a:pt x="105435" y="30479"/>
                </a:lnTo>
                <a:lnTo>
                  <a:pt x="99910" y="33020"/>
                </a:lnTo>
                <a:lnTo>
                  <a:pt x="100596" y="33020"/>
                </a:lnTo>
                <a:lnTo>
                  <a:pt x="95186" y="34289"/>
                </a:lnTo>
                <a:lnTo>
                  <a:pt x="95846" y="34289"/>
                </a:lnTo>
                <a:lnTo>
                  <a:pt x="90563" y="35560"/>
                </a:lnTo>
                <a:lnTo>
                  <a:pt x="91211" y="35560"/>
                </a:lnTo>
                <a:lnTo>
                  <a:pt x="86055" y="38100"/>
                </a:lnTo>
                <a:lnTo>
                  <a:pt x="86690" y="38100"/>
                </a:lnTo>
                <a:lnTo>
                  <a:pt x="81673" y="40639"/>
                </a:lnTo>
                <a:lnTo>
                  <a:pt x="82283" y="40639"/>
                </a:lnTo>
                <a:lnTo>
                  <a:pt x="79844" y="41910"/>
                </a:lnTo>
                <a:lnTo>
                  <a:pt x="78003" y="41910"/>
                </a:lnTo>
                <a:lnTo>
                  <a:pt x="73278" y="45720"/>
                </a:lnTo>
                <a:lnTo>
                  <a:pt x="73850" y="45720"/>
                </a:lnTo>
                <a:lnTo>
                  <a:pt x="69291" y="48260"/>
                </a:lnTo>
                <a:lnTo>
                  <a:pt x="69837" y="48260"/>
                </a:lnTo>
                <a:lnTo>
                  <a:pt x="66907" y="50800"/>
                </a:lnTo>
                <a:lnTo>
                  <a:pt x="65963" y="50800"/>
                </a:lnTo>
                <a:lnTo>
                  <a:pt x="61747" y="54610"/>
                </a:lnTo>
                <a:lnTo>
                  <a:pt x="62255" y="54610"/>
                </a:lnTo>
                <a:lnTo>
                  <a:pt x="59562" y="57150"/>
                </a:lnTo>
                <a:lnTo>
                  <a:pt x="58699" y="57150"/>
                </a:lnTo>
                <a:lnTo>
                  <a:pt x="55803" y="60960"/>
                </a:lnTo>
                <a:lnTo>
                  <a:pt x="55308" y="60960"/>
                </a:lnTo>
                <a:lnTo>
                  <a:pt x="51650" y="64770"/>
                </a:lnTo>
                <a:lnTo>
                  <a:pt x="52082" y="64770"/>
                </a:lnTo>
                <a:lnTo>
                  <a:pt x="48628" y="68579"/>
                </a:lnTo>
                <a:lnTo>
                  <a:pt x="49034" y="68579"/>
                </a:lnTo>
                <a:lnTo>
                  <a:pt x="46605" y="72389"/>
                </a:lnTo>
                <a:lnTo>
                  <a:pt x="46177" y="72389"/>
                </a:lnTo>
                <a:lnTo>
                  <a:pt x="43910" y="76200"/>
                </a:lnTo>
                <a:lnTo>
                  <a:pt x="43510" y="76200"/>
                </a:lnTo>
                <a:lnTo>
                  <a:pt x="40716" y="81279"/>
                </a:lnTo>
                <a:lnTo>
                  <a:pt x="41046" y="81279"/>
                </a:lnTo>
                <a:lnTo>
                  <a:pt x="39112" y="85089"/>
                </a:lnTo>
                <a:lnTo>
                  <a:pt x="38773" y="85089"/>
                </a:lnTo>
                <a:lnTo>
                  <a:pt x="36448" y="90170"/>
                </a:lnTo>
                <a:lnTo>
                  <a:pt x="36715" y="90170"/>
                </a:lnTo>
                <a:lnTo>
                  <a:pt x="35153" y="93979"/>
                </a:lnTo>
                <a:lnTo>
                  <a:pt x="34874" y="93979"/>
                </a:lnTo>
                <a:lnTo>
                  <a:pt x="33411" y="99060"/>
                </a:lnTo>
                <a:lnTo>
                  <a:pt x="33261" y="99060"/>
                </a:lnTo>
                <a:lnTo>
                  <a:pt x="32011" y="104139"/>
                </a:lnTo>
                <a:lnTo>
                  <a:pt x="31876" y="104139"/>
                </a:lnTo>
                <a:lnTo>
                  <a:pt x="30568" y="109220"/>
                </a:lnTo>
                <a:lnTo>
                  <a:pt x="30721" y="109220"/>
                </a:lnTo>
                <a:lnTo>
                  <a:pt x="29692" y="114300"/>
                </a:lnTo>
                <a:lnTo>
                  <a:pt x="29057" y="119379"/>
                </a:lnTo>
                <a:lnTo>
                  <a:pt x="28800" y="123189"/>
                </a:lnTo>
                <a:lnTo>
                  <a:pt x="28727" y="124460"/>
                </a:lnTo>
                <a:lnTo>
                  <a:pt x="28605" y="129539"/>
                </a:lnTo>
                <a:lnTo>
                  <a:pt x="28605" y="595629"/>
                </a:lnTo>
                <a:lnTo>
                  <a:pt x="28689" y="600710"/>
                </a:lnTo>
                <a:lnTo>
                  <a:pt x="29133" y="605789"/>
                </a:lnTo>
                <a:lnTo>
                  <a:pt x="29806" y="610870"/>
                </a:lnTo>
                <a:lnTo>
                  <a:pt x="30721" y="615950"/>
                </a:lnTo>
                <a:lnTo>
                  <a:pt x="30568" y="615950"/>
                </a:lnTo>
                <a:lnTo>
                  <a:pt x="31876" y="621029"/>
                </a:lnTo>
                <a:lnTo>
                  <a:pt x="32011" y="621029"/>
                </a:lnTo>
                <a:lnTo>
                  <a:pt x="33261" y="626110"/>
                </a:lnTo>
                <a:lnTo>
                  <a:pt x="33411" y="626110"/>
                </a:lnTo>
                <a:lnTo>
                  <a:pt x="34874" y="631189"/>
                </a:lnTo>
                <a:lnTo>
                  <a:pt x="35153" y="631189"/>
                </a:lnTo>
                <a:lnTo>
                  <a:pt x="36715" y="635000"/>
                </a:lnTo>
                <a:lnTo>
                  <a:pt x="36448" y="635000"/>
                </a:lnTo>
                <a:lnTo>
                  <a:pt x="38773" y="640079"/>
                </a:lnTo>
                <a:lnTo>
                  <a:pt x="39112" y="640079"/>
                </a:lnTo>
                <a:lnTo>
                  <a:pt x="41046" y="643889"/>
                </a:lnTo>
                <a:lnTo>
                  <a:pt x="40716" y="643889"/>
                </a:lnTo>
                <a:lnTo>
                  <a:pt x="43510" y="648970"/>
                </a:lnTo>
                <a:lnTo>
                  <a:pt x="43910" y="648970"/>
                </a:lnTo>
                <a:lnTo>
                  <a:pt x="46177" y="652779"/>
                </a:lnTo>
                <a:lnTo>
                  <a:pt x="46605" y="652779"/>
                </a:lnTo>
                <a:lnTo>
                  <a:pt x="49034" y="656589"/>
                </a:lnTo>
                <a:lnTo>
                  <a:pt x="48628" y="656589"/>
                </a:lnTo>
                <a:lnTo>
                  <a:pt x="52082" y="660400"/>
                </a:lnTo>
                <a:lnTo>
                  <a:pt x="51650" y="660400"/>
                </a:lnTo>
                <a:lnTo>
                  <a:pt x="55308" y="664210"/>
                </a:lnTo>
                <a:lnTo>
                  <a:pt x="55803" y="664210"/>
                </a:lnTo>
                <a:lnTo>
                  <a:pt x="58699" y="668020"/>
                </a:lnTo>
                <a:lnTo>
                  <a:pt x="59562" y="668020"/>
                </a:lnTo>
                <a:lnTo>
                  <a:pt x="62255" y="670560"/>
                </a:lnTo>
                <a:lnTo>
                  <a:pt x="61747" y="670560"/>
                </a:lnTo>
                <a:lnTo>
                  <a:pt x="65963" y="674370"/>
                </a:lnTo>
                <a:lnTo>
                  <a:pt x="66907" y="674370"/>
                </a:lnTo>
                <a:lnTo>
                  <a:pt x="69837" y="676910"/>
                </a:lnTo>
                <a:lnTo>
                  <a:pt x="69291" y="676910"/>
                </a:lnTo>
                <a:lnTo>
                  <a:pt x="73850" y="679450"/>
                </a:lnTo>
                <a:lnTo>
                  <a:pt x="73278" y="679450"/>
                </a:lnTo>
                <a:lnTo>
                  <a:pt x="78003" y="683260"/>
                </a:lnTo>
                <a:lnTo>
                  <a:pt x="79844" y="683260"/>
                </a:lnTo>
                <a:lnTo>
                  <a:pt x="82283" y="684529"/>
                </a:lnTo>
                <a:lnTo>
                  <a:pt x="81673" y="684529"/>
                </a:lnTo>
                <a:lnTo>
                  <a:pt x="86690" y="687070"/>
                </a:lnTo>
                <a:lnTo>
                  <a:pt x="86055" y="687070"/>
                </a:lnTo>
                <a:lnTo>
                  <a:pt x="91211" y="689610"/>
                </a:lnTo>
                <a:lnTo>
                  <a:pt x="90563" y="689610"/>
                </a:lnTo>
                <a:lnTo>
                  <a:pt x="95846" y="690879"/>
                </a:lnTo>
                <a:lnTo>
                  <a:pt x="95186" y="690879"/>
                </a:lnTo>
                <a:lnTo>
                  <a:pt x="100596" y="692150"/>
                </a:lnTo>
                <a:lnTo>
                  <a:pt x="99910" y="692150"/>
                </a:lnTo>
                <a:lnTo>
                  <a:pt x="105435" y="694689"/>
                </a:lnTo>
                <a:lnTo>
                  <a:pt x="109677" y="694689"/>
                </a:lnTo>
                <a:lnTo>
                  <a:pt x="115404" y="695960"/>
                </a:lnTo>
                <a:lnTo>
                  <a:pt x="114693" y="695960"/>
                </a:lnTo>
                <a:lnTo>
                  <a:pt x="120510" y="697229"/>
                </a:lnTo>
                <a:lnTo>
                  <a:pt x="1237979" y="697229"/>
                </a:lnTo>
                <a:lnTo>
                  <a:pt x="1234693" y="699770"/>
                </a:lnTo>
                <a:lnTo>
                  <a:pt x="1195374" y="720089"/>
                </a:lnTo>
                <a:lnTo>
                  <a:pt x="1169885" y="725170"/>
                </a:lnTo>
                <a:close/>
              </a:path>
              <a:path w="1287145" h="725170">
                <a:moveTo>
                  <a:pt x="1209738" y="43179"/>
                </a:moveTo>
                <a:lnTo>
                  <a:pt x="1204861" y="40639"/>
                </a:lnTo>
                <a:lnTo>
                  <a:pt x="1205471" y="40639"/>
                </a:lnTo>
                <a:lnTo>
                  <a:pt x="1200454" y="38100"/>
                </a:lnTo>
                <a:lnTo>
                  <a:pt x="1201089" y="38100"/>
                </a:lnTo>
                <a:lnTo>
                  <a:pt x="1195933" y="35560"/>
                </a:lnTo>
                <a:lnTo>
                  <a:pt x="1196581" y="35560"/>
                </a:lnTo>
                <a:lnTo>
                  <a:pt x="1191298" y="34289"/>
                </a:lnTo>
                <a:lnTo>
                  <a:pt x="1191958" y="34289"/>
                </a:lnTo>
                <a:lnTo>
                  <a:pt x="1186548" y="33020"/>
                </a:lnTo>
                <a:lnTo>
                  <a:pt x="1187234" y="33020"/>
                </a:lnTo>
                <a:lnTo>
                  <a:pt x="1181709" y="30479"/>
                </a:lnTo>
                <a:lnTo>
                  <a:pt x="1177467" y="30479"/>
                </a:lnTo>
                <a:lnTo>
                  <a:pt x="1171740" y="29210"/>
                </a:lnTo>
                <a:lnTo>
                  <a:pt x="1172451" y="29210"/>
                </a:lnTo>
                <a:lnTo>
                  <a:pt x="1166634" y="27939"/>
                </a:lnTo>
                <a:lnTo>
                  <a:pt x="1237979" y="27939"/>
                </a:lnTo>
                <a:lnTo>
                  <a:pt x="1239621" y="29210"/>
                </a:lnTo>
                <a:lnTo>
                  <a:pt x="1244358" y="33020"/>
                </a:lnTo>
                <a:lnTo>
                  <a:pt x="1248892" y="38100"/>
                </a:lnTo>
                <a:lnTo>
                  <a:pt x="1253223" y="41910"/>
                </a:lnTo>
                <a:lnTo>
                  <a:pt x="1209141" y="41910"/>
                </a:lnTo>
                <a:lnTo>
                  <a:pt x="1209738" y="43179"/>
                </a:lnTo>
                <a:close/>
              </a:path>
              <a:path w="1287145" h="725170">
                <a:moveTo>
                  <a:pt x="104749" y="31750"/>
                </a:moveTo>
                <a:lnTo>
                  <a:pt x="105435" y="30479"/>
                </a:lnTo>
                <a:lnTo>
                  <a:pt x="110375" y="30479"/>
                </a:lnTo>
                <a:lnTo>
                  <a:pt x="104749" y="31750"/>
                </a:lnTo>
                <a:close/>
              </a:path>
              <a:path w="1287145" h="725170">
                <a:moveTo>
                  <a:pt x="1182395" y="31750"/>
                </a:moveTo>
                <a:lnTo>
                  <a:pt x="1176769" y="30479"/>
                </a:lnTo>
                <a:lnTo>
                  <a:pt x="1181709" y="30479"/>
                </a:lnTo>
                <a:lnTo>
                  <a:pt x="1182395" y="31750"/>
                </a:lnTo>
                <a:close/>
              </a:path>
              <a:path w="1287145" h="725170">
                <a:moveTo>
                  <a:pt x="77406" y="43179"/>
                </a:moveTo>
                <a:lnTo>
                  <a:pt x="78003" y="41910"/>
                </a:lnTo>
                <a:lnTo>
                  <a:pt x="79844" y="41910"/>
                </a:lnTo>
                <a:lnTo>
                  <a:pt x="77406" y="43179"/>
                </a:lnTo>
                <a:close/>
              </a:path>
              <a:path w="1287145" h="725170">
                <a:moveTo>
                  <a:pt x="1221701" y="52070"/>
                </a:moveTo>
                <a:lnTo>
                  <a:pt x="1217307" y="48260"/>
                </a:lnTo>
                <a:lnTo>
                  <a:pt x="1217853" y="48260"/>
                </a:lnTo>
                <a:lnTo>
                  <a:pt x="1213294" y="45720"/>
                </a:lnTo>
                <a:lnTo>
                  <a:pt x="1213865" y="45720"/>
                </a:lnTo>
                <a:lnTo>
                  <a:pt x="1209141" y="41910"/>
                </a:lnTo>
                <a:lnTo>
                  <a:pt x="1253223" y="41910"/>
                </a:lnTo>
                <a:lnTo>
                  <a:pt x="1257325" y="46989"/>
                </a:lnTo>
                <a:lnTo>
                  <a:pt x="1260230" y="50800"/>
                </a:lnTo>
                <a:lnTo>
                  <a:pt x="1221181" y="50800"/>
                </a:lnTo>
                <a:lnTo>
                  <a:pt x="1221701" y="52070"/>
                </a:lnTo>
                <a:close/>
              </a:path>
              <a:path w="1287145" h="725170">
                <a:moveTo>
                  <a:pt x="65443" y="52070"/>
                </a:moveTo>
                <a:lnTo>
                  <a:pt x="65963" y="50800"/>
                </a:lnTo>
                <a:lnTo>
                  <a:pt x="66907" y="50800"/>
                </a:lnTo>
                <a:lnTo>
                  <a:pt x="65443" y="52070"/>
                </a:lnTo>
                <a:close/>
              </a:path>
              <a:path w="1287145" h="725170">
                <a:moveTo>
                  <a:pt x="1228928" y="58420"/>
                </a:moveTo>
                <a:lnTo>
                  <a:pt x="1224889" y="54610"/>
                </a:lnTo>
                <a:lnTo>
                  <a:pt x="1225397" y="54610"/>
                </a:lnTo>
                <a:lnTo>
                  <a:pt x="1221181" y="50800"/>
                </a:lnTo>
                <a:lnTo>
                  <a:pt x="1260230" y="50800"/>
                </a:lnTo>
                <a:lnTo>
                  <a:pt x="1261198" y="52070"/>
                </a:lnTo>
                <a:lnTo>
                  <a:pt x="1264831" y="57150"/>
                </a:lnTo>
                <a:lnTo>
                  <a:pt x="1228445" y="57150"/>
                </a:lnTo>
                <a:lnTo>
                  <a:pt x="1228928" y="58420"/>
                </a:lnTo>
                <a:close/>
              </a:path>
              <a:path w="1287145" h="725170">
                <a:moveTo>
                  <a:pt x="58216" y="58420"/>
                </a:moveTo>
                <a:lnTo>
                  <a:pt x="58699" y="57150"/>
                </a:lnTo>
                <a:lnTo>
                  <a:pt x="59562" y="57150"/>
                </a:lnTo>
                <a:lnTo>
                  <a:pt x="58216" y="58420"/>
                </a:lnTo>
                <a:close/>
              </a:path>
              <a:path w="1287145" h="725170">
                <a:moveTo>
                  <a:pt x="1232306" y="62229"/>
                </a:moveTo>
                <a:lnTo>
                  <a:pt x="1228445" y="57150"/>
                </a:lnTo>
                <a:lnTo>
                  <a:pt x="1264831" y="57150"/>
                </a:lnTo>
                <a:lnTo>
                  <a:pt x="1267383" y="60960"/>
                </a:lnTo>
                <a:lnTo>
                  <a:pt x="1231836" y="60960"/>
                </a:lnTo>
                <a:lnTo>
                  <a:pt x="1232306" y="62229"/>
                </a:lnTo>
                <a:close/>
              </a:path>
              <a:path w="1287145" h="725170">
                <a:moveTo>
                  <a:pt x="54838" y="62229"/>
                </a:moveTo>
                <a:lnTo>
                  <a:pt x="55308" y="60960"/>
                </a:lnTo>
                <a:lnTo>
                  <a:pt x="55803" y="60960"/>
                </a:lnTo>
                <a:lnTo>
                  <a:pt x="54838" y="62229"/>
                </a:lnTo>
                <a:close/>
              </a:path>
              <a:path w="1287145" h="725170">
                <a:moveTo>
                  <a:pt x="1241348" y="73660"/>
                </a:moveTo>
                <a:lnTo>
                  <a:pt x="1238110" y="68579"/>
                </a:lnTo>
                <a:lnTo>
                  <a:pt x="1238516" y="68579"/>
                </a:lnTo>
                <a:lnTo>
                  <a:pt x="1235062" y="64770"/>
                </a:lnTo>
                <a:lnTo>
                  <a:pt x="1235494" y="64770"/>
                </a:lnTo>
                <a:lnTo>
                  <a:pt x="1231836" y="60960"/>
                </a:lnTo>
                <a:lnTo>
                  <a:pt x="1267383" y="60960"/>
                </a:lnTo>
                <a:lnTo>
                  <a:pt x="1268234" y="62229"/>
                </a:lnTo>
                <a:lnTo>
                  <a:pt x="1271371" y="67310"/>
                </a:lnTo>
                <a:lnTo>
                  <a:pt x="1273688" y="72389"/>
                </a:lnTo>
                <a:lnTo>
                  <a:pt x="1240967" y="72389"/>
                </a:lnTo>
                <a:lnTo>
                  <a:pt x="1241348" y="73660"/>
                </a:lnTo>
                <a:close/>
              </a:path>
              <a:path w="1287145" h="725170">
                <a:moveTo>
                  <a:pt x="45796" y="73660"/>
                </a:moveTo>
                <a:lnTo>
                  <a:pt x="46177" y="72389"/>
                </a:lnTo>
                <a:lnTo>
                  <a:pt x="46605" y="72389"/>
                </a:lnTo>
                <a:lnTo>
                  <a:pt x="45796" y="73660"/>
                </a:lnTo>
                <a:close/>
              </a:path>
              <a:path w="1287145" h="725170">
                <a:moveTo>
                  <a:pt x="1243990" y="77470"/>
                </a:moveTo>
                <a:lnTo>
                  <a:pt x="1240967" y="72389"/>
                </a:lnTo>
                <a:lnTo>
                  <a:pt x="1273688" y="72389"/>
                </a:lnTo>
                <a:lnTo>
                  <a:pt x="1274267" y="73660"/>
                </a:lnTo>
                <a:lnTo>
                  <a:pt x="1275575" y="76200"/>
                </a:lnTo>
                <a:lnTo>
                  <a:pt x="1243634" y="76200"/>
                </a:lnTo>
                <a:lnTo>
                  <a:pt x="1243990" y="77470"/>
                </a:lnTo>
                <a:close/>
              </a:path>
              <a:path w="1287145" h="725170">
                <a:moveTo>
                  <a:pt x="43154" y="77470"/>
                </a:moveTo>
                <a:lnTo>
                  <a:pt x="43510" y="76200"/>
                </a:lnTo>
                <a:lnTo>
                  <a:pt x="43910" y="76200"/>
                </a:lnTo>
                <a:lnTo>
                  <a:pt x="43154" y="77470"/>
                </a:lnTo>
                <a:close/>
              </a:path>
              <a:path w="1287145" h="725170">
                <a:moveTo>
                  <a:pt x="1248676" y="86360"/>
                </a:moveTo>
                <a:lnTo>
                  <a:pt x="1246098" y="81279"/>
                </a:lnTo>
                <a:lnTo>
                  <a:pt x="1246428" y="81279"/>
                </a:lnTo>
                <a:lnTo>
                  <a:pt x="1243634" y="76200"/>
                </a:lnTo>
                <a:lnTo>
                  <a:pt x="1275575" y="76200"/>
                </a:lnTo>
                <a:lnTo>
                  <a:pt x="1276883" y="78739"/>
                </a:lnTo>
                <a:lnTo>
                  <a:pt x="1279220" y="85089"/>
                </a:lnTo>
                <a:lnTo>
                  <a:pt x="1248371" y="85089"/>
                </a:lnTo>
                <a:lnTo>
                  <a:pt x="1248676" y="86360"/>
                </a:lnTo>
                <a:close/>
              </a:path>
              <a:path w="1287145" h="725170">
                <a:moveTo>
                  <a:pt x="38468" y="86360"/>
                </a:moveTo>
                <a:lnTo>
                  <a:pt x="38773" y="85089"/>
                </a:lnTo>
                <a:lnTo>
                  <a:pt x="39112" y="85089"/>
                </a:lnTo>
                <a:lnTo>
                  <a:pt x="38468" y="86360"/>
                </a:lnTo>
                <a:close/>
              </a:path>
              <a:path w="1287145" h="725170">
                <a:moveTo>
                  <a:pt x="1252512" y="95250"/>
                </a:moveTo>
                <a:lnTo>
                  <a:pt x="1250429" y="90170"/>
                </a:lnTo>
                <a:lnTo>
                  <a:pt x="1250695" y="90170"/>
                </a:lnTo>
                <a:lnTo>
                  <a:pt x="1248371" y="85089"/>
                </a:lnTo>
                <a:lnTo>
                  <a:pt x="1279220" y="85089"/>
                </a:lnTo>
                <a:lnTo>
                  <a:pt x="1281277" y="91439"/>
                </a:lnTo>
                <a:lnTo>
                  <a:pt x="1281983" y="93979"/>
                </a:lnTo>
                <a:lnTo>
                  <a:pt x="1252270" y="93979"/>
                </a:lnTo>
                <a:lnTo>
                  <a:pt x="1252512" y="95250"/>
                </a:lnTo>
                <a:close/>
              </a:path>
              <a:path w="1287145" h="725170">
                <a:moveTo>
                  <a:pt x="34632" y="95250"/>
                </a:moveTo>
                <a:lnTo>
                  <a:pt x="34874" y="93979"/>
                </a:lnTo>
                <a:lnTo>
                  <a:pt x="35153" y="93979"/>
                </a:lnTo>
                <a:lnTo>
                  <a:pt x="34632" y="95250"/>
                </a:lnTo>
                <a:close/>
              </a:path>
              <a:path w="1287145" h="725170">
                <a:moveTo>
                  <a:pt x="1254099" y="100329"/>
                </a:moveTo>
                <a:lnTo>
                  <a:pt x="1252270" y="93979"/>
                </a:lnTo>
                <a:lnTo>
                  <a:pt x="1281983" y="93979"/>
                </a:lnTo>
                <a:lnTo>
                  <a:pt x="1283042" y="97789"/>
                </a:lnTo>
                <a:lnTo>
                  <a:pt x="1283332" y="99060"/>
                </a:lnTo>
                <a:lnTo>
                  <a:pt x="1253883" y="99060"/>
                </a:lnTo>
                <a:lnTo>
                  <a:pt x="1254099" y="100329"/>
                </a:lnTo>
                <a:close/>
              </a:path>
              <a:path w="1287145" h="725170">
                <a:moveTo>
                  <a:pt x="33045" y="100329"/>
                </a:moveTo>
                <a:lnTo>
                  <a:pt x="33261" y="99060"/>
                </a:lnTo>
                <a:lnTo>
                  <a:pt x="33411" y="99060"/>
                </a:lnTo>
                <a:lnTo>
                  <a:pt x="33045" y="100329"/>
                </a:lnTo>
                <a:close/>
              </a:path>
              <a:path w="1287145" h="725170">
                <a:moveTo>
                  <a:pt x="1255445" y="105410"/>
                </a:moveTo>
                <a:lnTo>
                  <a:pt x="1253883" y="99060"/>
                </a:lnTo>
                <a:lnTo>
                  <a:pt x="1283332" y="99060"/>
                </a:lnTo>
                <a:lnTo>
                  <a:pt x="1284490" y="104139"/>
                </a:lnTo>
                <a:lnTo>
                  <a:pt x="1255267" y="104139"/>
                </a:lnTo>
                <a:lnTo>
                  <a:pt x="1255445" y="105410"/>
                </a:lnTo>
                <a:close/>
              </a:path>
              <a:path w="1287145" h="725170">
                <a:moveTo>
                  <a:pt x="31699" y="105410"/>
                </a:moveTo>
                <a:lnTo>
                  <a:pt x="31876" y="104139"/>
                </a:lnTo>
                <a:lnTo>
                  <a:pt x="32011" y="104139"/>
                </a:lnTo>
                <a:lnTo>
                  <a:pt x="31699" y="105410"/>
                </a:lnTo>
                <a:close/>
              </a:path>
              <a:path w="1287145" h="725170">
                <a:moveTo>
                  <a:pt x="1287144" y="595629"/>
                </a:moveTo>
                <a:lnTo>
                  <a:pt x="1258569" y="595629"/>
                </a:lnTo>
                <a:lnTo>
                  <a:pt x="1258569" y="129539"/>
                </a:lnTo>
                <a:lnTo>
                  <a:pt x="1258417" y="124460"/>
                </a:lnTo>
                <a:lnTo>
                  <a:pt x="1258344" y="123189"/>
                </a:lnTo>
                <a:lnTo>
                  <a:pt x="1258011" y="119379"/>
                </a:lnTo>
                <a:lnTo>
                  <a:pt x="1257338" y="114300"/>
                </a:lnTo>
                <a:lnTo>
                  <a:pt x="1256423" y="109220"/>
                </a:lnTo>
                <a:lnTo>
                  <a:pt x="1256576" y="109220"/>
                </a:lnTo>
                <a:lnTo>
                  <a:pt x="1255267" y="104139"/>
                </a:lnTo>
                <a:lnTo>
                  <a:pt x="1284490" y="104139"/>
                </a:lnTo>
                <a:lnTo>
                  <a:pt x="1285646" y="110489"/>
                </a:lnTo>
                <a:lnTo>
                  <a:pt x="1286471" y="116839"/>
                </a:lnTo>
                <a:lnTo>
                  <a:pt x="1286979" y="123189"/>
                </a:lnTo>
                <a:lnTo>
                  <a:pt x="1287144" y="129539"/>
                </a:lnTo>
                <a:lnTo>
                  <a:pt x="1287144" y="595629"/>
                </a:lnTo>
                <a:close/>
              </a:path>
              <a:path w="1287145" h="725170">
                <a:moveTo>
                  <a:pt x="28575" y="130810"/>
                </a:moveTo>
                <a:lnTo>
                  <a:pt x="28575" y="129539"/>
                </a:lnTo>
                <a:lnTo>
                  <a:pt x="28575" y="130810"/>
                </a:lnTo>
                <a:close/>
              </a:path>
              <a:path w="1287145" h="725170">
                <a:moveTo>
                  <a:pt x="1258569" y="130810"/>
                </a:moveTo>
                <a:lnTo>
                  <a:pt x="1258539" y="129539"/>
                </a:lnTo>
                <a:lnTo>
                  <a:pt x="1258569" y="130810"/>
                </a:lnTo>
                <a:close/>
              </a:path>
              <a:path w="1287145" h="725170">
                <a:moveTo>
                  <a:pt x="28605" y="595629"/>
                </a:moveTo>
                <a:lnTo>
                  <a:pt x="28575" y="594360"/>
                </a:lnTo>
                <a:lnTo>
                  <a:pt x="28605" y="595629"/>
                </a:lnTo>
                <a:close/>
              </a:path>
              <a:path w="1287145" h="725170">
                <a:moveTo>
                  <a:pt x="1284490" y="621029"/>
                </a:moveTo>
                <a:lnTo>
                  <a:pt x="1255267" y="621029"/>
                </a:lnTo>
                <a:lnTo>
                  <a:pt x="1256576" y="615950"/>
                </a:lnTo>
                <a:lnTo>
                  <a:pt x="1256423" y="615950"/>
                </a:lnTo>
                <a:lnTo>
                  <a:pt x="1257452" y="610870"/>
                </a:lnTo>
                <a:lnTo>
                  <a:pt x="1258087" y="605789"/>
                </a:lnTo>
                <a:lnTo>
                  <a:pt x="1258455" y="600710"/>
                </a:lnTo>
                <a:lnTo>
                  <a:pt x="1258569" y="594360"/>
                </a:lnTo>
                <a:lnTo>
                  <a:pt x="1258569" y="595629"/>
                </a:lnTo>
                <a:lnTo>
                  <a:pt x="1287144" y="595629"/>
                </a:lnTo>
                <a:lnTo>
                  <a:pt x="1286979" y="601979"/>
                </a:lnTo>
                <a:lnTo>
                  <a:pt x="1286471" y="608329"/>
                </a:lnTo>
                <a:lnTo>
                  <a:pt x="1285646" y="614679"/>
                </a:lnTo>
                <a:lnTo>
                  <a:pt x="1284490" y="621029"/>
                </a:lnTo>
                <a:close/>
              </a:path>
              <a:path w="1287145" h="725170">
                <a:moveTo>
                  <a:pt x="32011" y="621029"/>
                </a:moveTo>
                <a:lnTo>
                  <a:pt x="31876" y="621029"/>
                </a:lnTo>
                <a:lnTo>
                  <a:pt x="31699" y="619760"/>
                </a:lnTo>
                <a:lnTo>
                  <a:pt x="32011" y="621029"/>
                </a:lnTo>
                <a:close/>
              </a:path>
              <a:path w="1287145" h="725170">
                <a:moveTo>
                  <a:pt x="1283332" y="626110"/>
                </a:moveTo>
                <a:lnTo>
                  <a:pt x="1253883" y="626110"/>
                </a:lnTo>
                <a:lnTo>
                  <a:pt x="1255445" y="619760"/>
                </a:lnTo>
                <a:lnTo>
                  <a:pt x="1255267" y="621029"/>
                </a:lnTo>
                <a:lnTo>
                  <a:pt x="1284490" y="621029"/>
                </a:lnTo>
                <a:lnTo>
                  <a:pt x="1283332" y="626110"/>
                </a:lnTo>
                <a:close/>
              </a:path>
              <a:path w="1287145" h="725170">
                <a:moveTo>
                  <a:pt x="33411" y="626110"/>
                </a:moveTo>
                <a:lnTo>
                  <a:pt x="33261" y="626110"/>
                </a:lnTo>
                <a:lnTo>
                  <a:pt x="33045" y="624839"/>
                </a:lnTo>
                <a:lnTo>
                  <a:pt x="33411" y="626110"/>
                </a:lnTo>
                <a:close/>
              </a:path>
              <a:path w="1287145" h="725170">
                <a:moveTo>
                  <a:pt x="1281983" y="631189"/>
                </a:moveTo>
                <a:lnTo>
                  <a:pt x="1252270" y="631189"/>
                </a:lnTo>
                <a:lnTo>
                  <a:pt x="1254099" y="624839"/>
                </a:lnTo>
                <a:lnTo>
                  <a:pt x="1253883" y="626110"/>
                </a:lnTo>
                <a:lnTo>
                  <a:pt x="1283332" y="626110"/>
                </a:lnTo>
                <a:lnTo>
                  <a:pt x="1283042" y="627379"/>
                </a:lnTo>
                <a:lnTo>
                  <a:pt x="1281983" y="631189"/>
                </a:lnTo>
                <a:close/>
              </a:path>
              <a:path w="1287145" h="725170">
                <a:moveTo>
                  <a:pt x="35153" y="631189"/>
                </a:moveTo>
                <a:lnTo>
                  <a:pt x="34874" y="631189"/>
                </a:lnTo>
                <a:lnTo>
                  <a:pt x="34632" y="629920"/>
                </a:lnTo>
                <a:lnTo>
                  <a:pt x="35153" y="631189"/>
                </a:lnTo>
                <a:close/>
              </a:path>
              <a:path w="1287145" h="725170">
                <a:moveTo>
                  <a:pt x="1279220" y="640079"/>
                </a:moveTo>
                <a:lnTo>
                  <a:pt x="1248371" y="640079"/>
                </a:lnTo>
                <a:lnTo>
                  <a:pt x="1250695" y="635000"/>
                </a:lnTo>
                <a:lnTo>
                  <a:pt x="1250429" y="635000"/>
                </a:lnTo>
                <a:lnTo>
                  <a:pt x="1252512" y="629920"/>
                </a:lnTo>
                <a:lnTo>
                  <a:pt x="1252270" y="631189"/>
                </a:lnTo>
                <a:lnTo>
                  <a:pt x="1281983" y="631189"/>
                </a:lnTo>
                <a:lnTo>
                  <a:pt x="1281277" y="633729"/>
                </a:lnTo>
                <a:lnTo>
                  <a:pt x="1279220" y="640079"/>
                </a:lnTo>
                <a:close/>
              </a:path>
              <a:path w="1287145" h="725170">
                <a:moveTo>
                  <a:pt x="39112" y="640079"/>
                </a:moveTo>
                <a:lnTo>
                  <a:pt x="38773" y="640079"/>
                </a:lnTo>
                <a:lnTo>
                  <a:pt x="38468" y="638810"/>
                </a:lnTo>
                <a:lnTo>
                  <a:pt x="39112" y="640079"/>
                </a:lnTo>
                <a:close/>
              </a:path>
              <a:path w="1287145" h="725170">
                <a:moveTo>
                  <a:pt x="1275575" y="648970"/>
                </a:moveTo>
                <a:lnTo>
                  <a:pt x="1243634" y="648970"/>
                </a:lnTo>
                <a:lnTo>
                  <a:pt x="1246428" y="643889"/>
                </a:lnTo>
                <a:lnTo>
                  <a:pt x="1246098" y="643889"/>
                </a:lnTo>
                <a:lnTo>
                  <a:pt x="1248676" y="638810"/>
                </a:lnTo>
                <a:lnTo>
                  <a:pt x="1248371" y="640079"/>
                </a:lnTo>
                <a:lnTo>
                  <a:pt x="1279220" y="640079"/>
                </a:lnTo>
                <a:lnTo>
                  <a:pt x="1276883" y="646429"/>
                </a:lnTo>
                <a:lnTo>
                  <a:pt x="1275575" y="648970"/>
                </a:lnTo>
                <a:close/>
              </a:path>
              <a:path w="1287145" h="725170">
                <a:moveTo>
                  <a:pt x="43910" y="648970"/>
                </a:moveTo>
                <a:lnTo>
                  <a:pt x="43510" y="648970"/>
                </a:lnTo>
                <a:lnTo>
                  <a:pt x="43154" y="647700"/>
                </a:lnTo>
                <a:lnTo>
                  <a:pt x="43910" y="648970"/>
                </a:lnTo>
                <a:close/>
              </a:path>
              <a:path w="1287145" h="725170">
                <a:moveTo>
                  <a:pt x="1273688" y="652779"/>
                </a:moveTo>
                <a:lnTo>
                  <a:pt x="1240967" y="652779"/>
                </a:lnTo>
                <a:lnTo>
                  <a:pt x="1243990" y="647700"/>
                </a:lnTo>
                <a:lnTo>
                  <a:pt x="1243634" y="648970"/>
                </a:lnTo>
                <a:lnTo>
                  <a:pt x="1275575" y="648970"/>
                </a:lnTo>
                <a:lnTo>
                  <a:pt x="1274267" y="651510"/>
                </a:lnTo>
                <a:lnTo>
                  <a:pt x="1273688" y="652779"/>
                </a:lnTo>
                <a:close/>
              </a:path>
              <a:path w="1287145" h="725170">
                <a:moveTo>
                  <a:pt x="46605" y="652779"/>
                </a:moveTo>
                <a:lnTo>
                  <a:pt x="46177" y="652779"/>
                </a:lnTo>
                <a:lnTo>
                  <a:pt x="45796" y="651510"/>
                </a:lnTo>
                <a:lnTo>
                  <a:pt x="46605" y="652779"/>
                </a:lnTo>
                <a:close/>
              </a:path>
              <a:path w="1287145" h="725170">
                <a:moveTo>
                  <a:pt x="1267383" y="664210"/>
                </a:moveTo>
                <a:lnTo>
                  <a:pt x="1231836" y="664210"/>
                </a:lnTo>
                <a:lnTo>
                  <a:pt x="1235494" y="660400"/>
                </a:lnTo>
                <a:lnTo>
                  <a:pt x="1235062" y="660400"/>
                </a:lnTo>
                <a:lnTo>
                  <a:pt x="1238516" y="656589"/>
                </a:lnTo>
                <a:lnTo>
                  <a:pt x="1238110" y="656589"/>
                </a:lnTo>
                <a:lnTo>
                  <a:pt x="1241348" y="651510"/>
                </a:lnTo>
                <a:lnTo>
                  <a:pt x="1240967" y="652779"/>
                </a:lnTo>
                <a:lnTo>
                  <a:pt x="1273688" y="652779"/>
                </a:lnTo>
                <a:lnTo>
                  <a:pt x="1271371" y="657860"/>
                </a:lnTo>
                <a:lnTo>
                  <a:pt x="1268234" y="662939"/>
                </a:lnTo>
                <a:lnTo>
                  <a:pt x="1267383" y="664210"/>
                </a:lnTo>
                <a:close/>
              </a:path>
              <a:path w="1287145" h="725170">
                <a:moveTo>
                  <a:pt x="55803" y="664210"/>
                </a:moveTo>
                <a:lnTo>
                  <a:pt x="55308" y="664210"/>
                </a:lnTo>
                <a:lnTo>
                  <a:pt x="54838" y="662939"/>
                </a:lnTo>
                <a:lnTo>
                  <a:pt x="55803" y="664210"/>
                </a:lnTo>
                <a:close/>
              </a:path>
              <a:path w="1287145" h="725170">
                <a:moveTo>
                  <a:pt x="1264831" y="668020"/>
                </a:moveTo>
                <a:lnTo>
                  <a:pt x="1228445" y="668020"/>
                </a:lnTo>
                <a:lnTo>
                  <a:pt x="1232306" y="662939"/>
                </a:lnTo>
                <a:lnTo>
                  <a:pt x="1231836" y="664210"/>
                </a:lnTo>
                <a:lnTo>
                  <a:pt x="1267383" y="664210"/>
                </a:lnTo>
                <a:lnTo>
                  <a:pt x="1264831" y="668020"/>
                </a:lnTo>
                <a:close/>
              </a:path>
              <a:path w="1287145" h="725170">
                <a:moveTo>
                  <a:pt x="59562" y="668020"/>
                </a:moveTo>
                <a:lnTo>
                  <a:pt x="58699" y="668020"/>
                </a:lnTo>
                <a:lnTo>
                  <a:pt x="58216" y="666750"/>
                </a:lnTo>
                <a:lnTo>
                  <a:pt x="59562" y="668020"/>
                </a:lnTo>
                <a:close/>
              </a:path>
              <a:path w="1287145" h="725170">
                <a:moveTo>
                  <a:pt x="1260230" y="674370"/>
                </a:moveTo>
                <a:lnTo>
                  <a:pt x="1221181" y="674370"/>
                </a:lnTo>
                <a:lnTo>
                  <a:pt x="1225397" y="670560"/>
                </a:lnTo>
                <a:lnTo>
                  <a:pt x="1224889" y="670560"/>
                </a:lnTo>
                <a:lnTo>
                  <a:pt x="1228928" y="666750"/>
                </a:lnTo>
                <a:lnTo>
                  <a:pt x="1228445" y="668020"/>
                </a:lnTo>
                <a:lnTo>
                  <a:pt x="1264831" y="668020"/>
                </a:lnTo>
                <a:lnTo>
                  <a:pt x="1261198" y="673100"/>
                </a:lnTo>
                <a:lnTo>
                  <a:pt x="1260230" y="674370"/>
                </a:lnTo>
                <a:close/>
              </a:path>
              <a:path w="1287145" h="725170">
                <a:moveTo>
                  <a:pt x="66907" y="674370"/>
                </a:moveTo>
                <a:lnTo>
                  <a:pt x="65963" y="674370"/>
                </a:lnTo>
                <a:lnTo>
                  <a:pt x="65443" y="673100"/>
                </a:lnTo>
                <a:lnTo>
                  <a:pt x="66907" y="674370"/>
                </a:lnTo>
                <a:close/>
              </a:path>
              <a:path w="1287145" h="725170">
                <a:moveTo>
                  <a:pt x="1253223" y="683260"/>
                </a:moveTo>
                <a:lnTo>
                  <a:pt x="1209141" y="683260"/>
                </a:lnTo>
                <a:lnTo>
                  <a:pt x="1213865" y="679450"/>
                </a:lnTo>
                <a:lnTo>
                  <a:pt x="1213294" y="679450"/>
                </a:lnTo>
                <a:lnTo>
                  <a:pt x="1217853" y="676910"/>
                </a:lnTo>
                <a:lnTo>
                  <a:pt x="1217307" y="676910"/>
                </a:lnTo>
                <a:lnTo>
                  <a:pt x="1221701" y="673100"/>
                </a:lnTo>
                <a:lnTo>
                  <a:pt x="1221181" y="674370"/>
                </a:lnTo>
                <a:lnTo>
                  <a:pt x="1260230" y="674370"/>
                </a:lnTo>
                <a:lnTo>
                  <a:pt x="1257325" y="678179"/>
                </a:lnTo>
                <a:lnTo>
                  <a:pt x="1253223" y="683260"/>
                </a:lnTo>
                <a:close/>
              </a:path>
              <a:path w="1287145" h="725170">
                <a:moveTo>
                  <a:pt x="79844" y="683260"/>
                </a:moveTo>
                <a:lnTo>
                  <a:pt x="78003" y="683260"/>
                </a:lnTo>
                <a:lnTo>
                  <a:pt x="77406" y="681989"/>
                </a:lnTo>
                <a:lnTo>
                  <a:pt x="79844" y="683260"/>
                </a:lnTo>
                <a:close/>
              </a:path>
              <a:path w="1287145" h="725170">
                <a:moveTo>
                  <a:pt x="1237979" y="697229"/>
                </a:moveTo>
                <a:lnTo>
                  <a:pt x="1166634" y="697229"/>
                </a:lnTo>
                <a:lnTo>
                  <a:pt x="1172451" y="695960"/>
                </a:lnTo>
                <a:lnTo>
                  <a:pt x="1171740" y="695960"/>
                </a:lnTo>
                <a:lnTo>
                  <a:pt x="1177467" y="694689"/>
                </a:lnTo>
                <a:lnTo>
                  <a:pt x="1181709" y="694689"/>
                </a:lnTo>
                <a:lnTo>
                  <a:pt x="1187234" y="692150"/>
                </a:lnTo>
                <a:lnTo>
                  <a:pt x="1186548" y="692150"/>
                </a:lnTo>
                <a:lnTo>
                  <a:pt x="1191958" y="690879"/>
                </a:lnTo>
                <a:lnTo>
                  <a:pt x="1191298" y="690879"/>
                </a:lnTo>
                <a:lnTo>
                  <a:pt x="1196581" y="689610"/>
                </a:lnTo>
                <a:lnTo>
                  <a:pt x="1195933" y="689610"/>
                </a:lnTo>
                <a:lnTo>
                  <a:pt x="1201089" y="687070"/>
                </a:lnTo>
                <a:lnTo>
                  <a:pt x="1200454" y="687070"/>
                </a:lnTo>
                <a:lnTo>
                  <a:pt x="1205471" y="684529"/>
                </a:lnTo>
                <a:lnTo>
                  <a:pt x="1204861" y="684529"/>
                </a:lnTo>
                <a:lnTo>
                  <a:pt x="1209738" y="681989"/>
                </a:lnTo>
                <a:lnTo>
                  <a:pt x="1209141" y="683260"/>
                </a:lnTo>
                <a:lnTo>
                  <a:pt x="1253223" y="683260"/>
                </a:lnTo>
                <a:lnTo>
                  <a:pt x="1248892" y="687070"/>
                </a:lnTo>
                <a:lnTo>
                  <a:pt x="1244358" y="692150"/>
                </a:lnTo>
                <a:lnTo>
                  <a:pt x="1239621" y="695960"/>
                </a:lnTo>
                <a:lnTo>
                  <a:pt x="1237979" y="697229"/>
                </a:lnTo>
                <a:close/>
              </a:path>
              <a:path w="1287145" h="725170">
                <a:moveTo>
                  <a:pt x="110375" y="694689"/>
                </a:moveTo>
                <a:lnTo>
                  <a:pt x="105435" y="694689"/>
                </a:lnTo>
                <a:lnTo>
                  <a:pt x="104749" y="693420"/>
                </a:lnTo>
                <a:lnTo>
                  <a:pt x="110375" y="694689"/>
                </a:lnTo>
                <a:close/>
              </a:path>
              <a:path w="1287145" h="725170">
                <a:moveTo>
                  <a:pt x="1181709" y="694689"/>
                </a:moveTo>
                <a:lnTo>
                  <a:pt x="1176769" y="694689"/>
                </a:lnTo>
                <a:lnTo>
                  <a:pt x="1182395" y="693420"/>
                </a:lnTo>
                <a:lnTo>
                  <a:pt x="1181709" y="694689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6953567" y="3365182"/>
            <a:ext cx="1287145" cy="725170"/>
          </a:xfrm>
          <a:custGeom>
            <a:avLst/>
            <a:gdLst/>
            <a:ahLst/>
            <a:cxnLst/>
            <a:rect l="l" t="t" r="r" b="b"/>
            <a:pathLst>
              <a:path w="1287145" h="725170">
                <a:moveTo>
                  <a:pt x="1169885" y="725170"/>
                </a:moveTo>
                <a:lnTo>
                  <a:pt x="117259" y="725170"/>
                </a:lnTo>
                <a:lnTo>
                  <a:pt x="91770" y="720089"/>
                </a:lnTo>
                <a:lnTo>
                  <a:pt x="52450" y="699770"/>
                </a:lnTo>
                <a:lnTo>
                  <a:pt x="38252" y="687070"/>
                </a:lnTo>
                <a:lnTo>
                  <a:pt x="33921" y="683260"/>
                </a:lnTo>
                <a:lnTo>
                  <a:pt x="12877" y="651510"/>
                </a:lnTo>
                <a:lnTo>
                  <a:pt x="10261" y="646429"/>
                </a:lnTo>
                <a:lnTo>
                  <a:pt x="673" y="608329"/>
                </a:lnTo>
                <a:lnTo>
                  <a:pt x="0" y="595629"/>
                </a:lnTo>
                <a:lnTo>
                  <a:pt x="0" y="129539"/>
                </a:lnTo>
                <a:lnTo>
                  <a:pt x="5867" y="91439"/>
                </a:lnTo>
                <a:lnTo>
                  <a:pt x="12877" y="73660"/>
                </a:lnTo>
                <a:lnTo>
                  <a:pt x="15773" y="67310"/>
                </a:lnTo>
                <a:lnTo>
                  <a:pt x="38252" y="38100"/>
                </a:lnTo>
                <a:lnTo>
                  <a:pt x="42786" y="33020"/>
                </a:lnTo>
                <a:lnTo>
                  <a:pt x="79755" y="10160"/>
                </a:lnTo>
                <a:lnTo>
                  <a:pt x="117259" y="0"/>
                </a:lnTo>
                <a:lnTo>
                  <a:pt x="1169885" y="0"/>
                </a:lnTo>
                <a:lnTo>
                  <a:pt x="1207389" y="10160"/>
                </a:lnTo>
                <a:lnTo>
                  <a:pt x="1237979" y="27939"/>
                </a:lnTo>
                <a:lnTo>
                  <a:pt x="120510" y="27939"/>
                </a:lnTo>
                <a:lnTo>
                  <a:pt x="114693" y="29210"/>
                </a:lnTo>
                <a:lnTo>
                  <a:pt x="115404" y="29210"/>
                </a:lnTo>
                <a:lnTo>
                  <a:pt x="109677" y="30479"/>
                </a:lnTo>
                <a:lnTo>
                  <a:pt x="105435" y="30479"/>
                </a:lnTo>
                <a:lnTo>
                  <a:pt x="99910" y="33020"/>
                </a:lnTo>
                <a:lnTo>
                  <a:pt x="100596" y="33020"/>
                </a:lnTo>
                <a:lnTo>
                  <a:pt x="95186" y="34289"/>
                </a:lnTo>
                <a:lnTo>
                  <a:pt x="95846" y="34289"/>
                </a:lnTo>
                <a:lnTo>
                  <a:pt x="90563" y="35560"/>
                </a:lnTo>
                <a:lnTo>
                  <a:pt x="91211" y="35560"/>
                </a:lnTo>
                <a:lnTo>
                  <a:pt x="86055" y="38100"/>
                </a:lnTo>
                <a:lnTo>
                  <a:pt x="86690" y="38100"/>
                </a:lnTo>
                <a:lnTo>
                  <a:pt x="81673" y="40639"/>
                </a:lnTo>
                <a:lnTo>
                  <a:pt x="82283" y="40639"/>
                </a:lnTo>
                <a:lnTo>
                  <a:pt x="79844" y="41910"/>
                </a:lnTo>
                <a:lnTo>
                  <a:pt x="78003" y="41910"/>
                </a:lnTo>
                <a:lnTo>
                  <a:pt x="73278" y="45720"/>
                </a:lnTo>
                <a:lnTo>
                  <a:pt x="73850" y="45720"/>
                </a:lnTo>
                <a:lnTo>
                  <a:pt x="69291" y="48260"/>
                </a:lnTo>
                <a:lnTo>
                  <a:pt x="69837" y="48260"/>
                </a:lnTo>
                <a:lnTo>
                  <a:pt x="66907" y="50800"/>
                </a:lnTo>
                <a:lnTo>
                  <a:pt x="65963" y="50800"/>
                </a:lnTo>
                <a:lnTo>
                  <a:pt x="61747" y="54610"/>
                </a:lnTo>
                <a:lnTo>
                  <a:pt x="62255" y="54610"/>
                </a:lnTo>
                <a:lnTo>
                  <a:pt x="59563" y="57150"/>
                </a:lnTo>
                <a:lnTo>
                  <a:pt x="58699" y="57150"/>
                </a:lnTo>
                <a:lnTo>
                  <a:pt x="55813" y="60960"/>
                </a:lnTo>
                <a:lnTo>
                  <a:pt x="55308" y="60960"/>
                </a:lnTo>
                <a:lnTo>
                  <a:pt x="51650" y="64770"/>
                </a:lnTo>
                <a:lnTo>
                  <a:pt x="52082" y="64770"/>
                </a:lnTo>
                <a:lnTo>
                  <a:pt x="48628" y="68579"/>
                </a:lnTo>
                <a:lnTo>
                  <a:pt x="49034" y="68579"/>
                </a:lnTo>
                <a:lnTo>
                  <a:pt x="46605" y="72389"/>
                </a:lnTo>
                <a:lnTo>
                  <a:pt x="46177" y="72389"/>
                </a:lnTo>
                <a:lnTo>
                  <a:pt x="43910" y="76200"/>
                </a:lnTo>
                <a:lnTo>
                  <a:pt x="43510" y="76200"/>
                </a:lnTo>
                <a:lnTo>
                  <a:pt x="40716" y="81279"/>
                </a:lnTo>
                <a:lnTo>
                  <a:pt x="41046" y="81279"/>
                </a:lnTo>
                <a:lnTo>
                  <a:pt x="39112" y="85089"/>
                </a:lnTo>
                <a:lnTo>
                  <a:pt x="38773" y="85089"/>
                </a:lnTo>
                <a:lnTo>
                  <a:pt x="36449" y="90170"/>
                </a:lnTo>
                <a:lnTo>
                  <a:pt x="36715" y="90170"/>
                </a:lnTo>
                <a:lnTo>
                  <a:pt x="35153" y="93979"/>
                </a:lnTo>
                <a:lnTo>
                  <a:pt x="34874" y="93979"/>
                </a:lnTo>
                <a:lnTo>
                  <a:pt x="33411" y="99060"/>
                </a:lnTo>
                <a:lnTo>
                  <a:pt x="33261" y="99060"/>
                </a:lnTo>
                <a:lnTo>
                  <a:pt x="32011" y="104139"/>
                </a:lnTo>
                <a:lnTo>
                  <a:pt x="31876" y="104139"/>
                </a:lnTo>
                <a:lnTo>
                  <a:pt x="30568" y="109220"/>
                </a:lnTo>
                <a:lnTo>
                  <a:pt x="30721" y="109220"/>
                </a:lnTo>
                <a:lnTo>
                  <a:pt x="29692" y="114300"/>
                </a:lnTo>
                <a:lnTo>
                  <a:pt x="29057" y="119379"/>
                </a:lnTo>
                <a:lnTo>
                  <a:pt x="28800" y="123189"/>
                </a:lnTo>
                <a:lnTo>
                  <a:pt x="28727" y="124460"/>
                </a:lnTo>
                <a:lnTo>
                  <a:pt x="28605" y="129539"/>
                </a:lnTo>
                <a:lnTo>
                  <a:pt x="28605" y="595629"/>
                </a:lnTo>
                <a:lnTo>
                  <a:pt x="28689" y="600710"/>
                </a:lnTo>
                <a:lnTo>
                  <a:pt x="29133" y="605789"/>
                </a:lnTo>
                <a:lnTo>
                  <a:pt x="29806" y="610870"/>
                </a:lnTo>
                <a:lnTo>
                  <a:pt x="30721" y="615950"/>
                </a:lnTo>
                <a:lnTo>
                  <a:pt x="30568" y="615950"/>
                </a:lnTo>
                <a:lnTo>
                  <a:pt x="31876" y="621029"/>
                </a:lnTo>
                <a:lnTo>
                  <a:pt x="32011" y="621029"/>
                </a:lnTo>
                <a:lnTo>
                  <a:pt x="33261" y="626110"/>
                </a:lnTo>
                <a:lnTo>
                  <a:pt x="33411" y="626110"/>
                </a:lnTo>
                <a:lnTo>
                  <a:pt x="34874" y="631189"/>
                </a:lnTo>
                <a:lnTo>
                  <a:pt x="35153" y="631189"/>
                </a:lnTo>
                <a:lnTo>
                  <a:pt x="36715" y="635000"/>
                </a:lnTo>
                <a:lnTo>
                  <a:pt x="36449" y="635000"/>
                </a:lnTo>
                <a:lnTo>
                  <a:pt x="38773" y="640079"/>
                </a:lnTo>
                <a:lnTo>
                  <a:pt x="39112" y="640079"/>
                </a:lnTo>
                <a:lnTo>
                  <a:pt x="41046" y="643889"/>
                </a:lnTo>
                <a:lnTo>
                  <a:pt x="40716" y="643889"/>
                </a:lnTo>
                <a:lnTo>
                  <a:pt x="43510" y="648970"/>
                </a:lnTo>
                <a:lnTo>
                  <a:pt x="43910" y="648970"/>
                </a:lnTo>
                <a:lnTo>
                  <a:pt x="46177" y="652779"/>
                </a:lnTo>
                <a:lnTo>
                  <a:pt x="46605" y="652779"/>
                </a:lnTo>
                <a:lnTo>
                  <a:pt x="49034" y="656589"/>
                </a:lnTo>
                <a:lnTo>
                  <a:pt x="48628" y="656589"/>
                </a:lnTo>
                <a:lnTo>
                  <a:pt x="52082" y="660400"/>
                </a:lnTo>
                <a:lnTo>
                  <a:pt x="51650" y="660400"/>
                </a:lnTo>
                <a:lnTo>
                  <a:pt x="55308" y="664210"/>
                </a:lnTo>
                <a:lnTo>
                  <a:pt x="55813" y="664210"/>
                </a:lnTo>
                <a:lnTo>
                  <a:pt x="58699" y="668020"/>
                </a:lnTo>
                <a:lnTo>
                  <a:pt x="59563" y="668020"/>
                </a:lnTo>
                <a:lnTo>
                  <a:pt x="62255" y="670560"/>
                </a:lnTo>
                <a:lnTo>
                  <a:pt x="61747" y="670560"/>
                </a:lnTo>
                <a:lnTo>
                  <a:pt x="65963" y="674370"/>
                </a:lnTo>
                <a:lnTo>
                  <a:pt x="66907" y="674370"/>
                </a:lnTo>
                <a:lnTo>
                  <a:pt x="69837" y="676910"/>
                </a:lnTo>
                <a:lnTo>
                  <a:pt x="69291" y="676910"/>
                </a:lnTo>
                <a:lnTo>
                  <a:pt x="73850" y="679450"/>
                </a:lnTo>
                <a:lnTo>
                  <a:pt x="73278" y="679450"/>
                </a:lnTo>
                <a:lnTo>
                  <a:pt x="78003" y="683260"/>
                </a:lnTo>
                <a:lnTo>
                  <a:pt x="79844" y="683260"/>
                </a:lnTo>
                <a:lnTo>
                  <a:pt x="82283" y="684529"/>
                </a:lnTo>
                <a:lnTo>
                  <a:pt x="81673" y="684529"/>
                </a:lnTo>
                <a:lnTo>
                  <a:pt x="86690" y="687070"/>
                </a:lnTo>
                <a:lnTo>
                  <a:pt x="86055" y="687070"/>
                </a:lnTo>
                <a:lnTo>
                  <a:pt x="91211" y="689610"/>
                </a:lnTo>
                <a:lnTo>
                  <a:pt x="90563" y="689610"/>
                </a:lnTo>
                <a:lnTo>
                  <a:pt x="95846" y="690879"/>
                </a:lnTo>
                <a:lnTo>
                  <a:pt x="95186" y="690879"/>
                </a:lnTo>
                <a:lnTo>
                  <a:pt x="100596" y="692150"/>
                </a:lnTo>
                <a:lnTo>
                  <a:pt x="99910" y="692150"/>
                </a:lnTo>
                <a:lnTo>
                  <a:pt x="105435" y="694689"/>
                </a:lnTo>
                <a:lnTo>
                  <a:pt x="109677" y="694689"/>
                </a:lnTo>
                <a:lnTo>
                  <a:pt x="115404" y="695960"/>
                </a:lnTo>
                <a:lnTo>
                  <a:pt x="114693" y="695960"/>
                </a:lnTo>
                <a:lnTo>
                  <a:pt x="120510" y="697229"/>
                </a:lnTo>
                <a:lnTo>
                  <a:pt x="1237979" y="697229"/>
                </a:lnTo>
                <a:lnTo>
                  <a:pt x="1234694" y="699770"/>
                </a:lnTo>
                <a:lnTo>
                  <a:pt x="1195374" y="720089"/>
                </a:lnTo>
                <a:lnTo>
                  <a:pt x="1169885" y="725170"/>
                </a:lnTo>
                <a:close/>
              </a:path>
              <a:path w="1287145" h="725170">
                <a:moveTo>
                  <a:pt x="1209738" y="43179"/>
                </a:moveTo>
                <a:lnTo>
                  <a:pt x="1204861" y="40639"/>
                </a:lnTo>
                <a:lnTo>
                  <a:pt x="1205471" y="40639"/>
                </a:lnTo>
                <a:lnTo>
                  <a:pt x="1200454" y="38100"/>
                </a:lnTo>
                <a:lnTo>
                  <a:pt x="1201089" y="38100"/>
                </a:lnTo>
                <a:lnTo>
                  <a:pt x="1195933" y="35560"/>
                </a:lnTo>
                <a:lnTo>
                  <a:pt x="1196581" y="35560"/>
                </a:lnTo>
                <a:lnTo>
                  <a:pt x="1191298" y="34289"/>
                </a:lnTo>
                <a:lnTo>
                  <a:pt x="1191958" y="34289"/>
                </a:lnTo>
                <a:lnTo>
                  <a:pt x="1186548" y="33020"/>
                </a:lnTo>
                <a:lnTo>
                  <a:pt x="1187234" y="33020"/>
                </a:lnTo>
                <a:lnTo>
                  <a:pt x="1181709" y="30479"/>
                </a:lnTo>
                <a:lnTo>
                  <a:pt x="1177480" y="30479"/>
                </a:lnTo>
                <a:lnTo>
                  <a:pt x="1171740" y="29210"/>
                </a:lnTo>
                <a:lnTo>
                  <a:pt x="1172451" y="29210"/>
                </a:lnTo>
                <a:lnTo>
                  <a:pt x="1166634" y="27939"/>
                </a:lnTo>
                <a:lnTo>
                  <a:pt x="1237979" y="27939"/>
                </a:lnTo>
                <a:lnTo>
                  <a:pt x="1239621" y="29210"/>
                </a:lnTo>
                <a:lnTo>
                  <a:pt x="1244358" y="33020"/>
                </a:lnTo>
                <a:lnTo>
                  <a:pt x="1248892" y="38100"/>
                </a:lnTo>
                <a:lnTo>
                  <a:pt x="1253223" y="41910"/>
                </a:lnTo>
                <a:lnTo>
                  <a:pt x="1209141" y="41910"/>
                </a:lnTo>
                <a:lnTo>
                  <a:pt x="1209738" y="43179"/>
                </a:lnTo>
                <a:close/>
              </a:path>
              <a:path w="1287145" h="725170">
                <a:moveTo>
                  <a:pt x="104749" y="31750"/>
                </a:moveTo>
                <a:lnTo>
                  <a:pt x="105435" y="30479"/>
                </a:lnTo>
                <a:lnTo>
                  <a:pt x="110375" y="30479"/>
                </a:lnTo>
                <a:lnTo>
                  <a:pt x="104749" y="31750"/>
                </a:lnTo>
                <a:close/>
              </a:path>
              <a:path w="1287145" h="725170">
                <a:moveTo>
                  <a:pt x="1182395" y="31750"/>
                </a:moveTo>
                <a:lnTo>
                  <a:pt x="1176769" y="30479"/>
                </a:lnTo>
                <a:lnTo>
                  <a:pt x="1181709" y="30479"/>
                </a:lnTo>
                <a:lnTo>
                  <a:pt x="1182395" y="31750"/>
                </a:lnTo>
                <a:close/>
              </a:path>
              <a:path w="1287145" h="725170">
                <a:moveTo>
                  <a:pt x="77406" y="43179"/>
                </a:moveTo>
                <a:lnTo>
                  <a:pt x="78003" y="41910"/>
                </a:lnTo>
                <a:lnTo>
                  <a:pt x="79844" y="41910"/>
                </a:lnTo>
                <a:lnTo>
                  <a:pt x="77406" y="43179"/>
                </a:lnTo>
                <a:close/>
              </a:path>
              <a:path w="1287145" h="725170">
                <a:moveTo>
                  <a:pt x="1221701" y="52070"/>
                </a:moveTo>
                <a:lnTo>
                  <a:pt x="1217307" y="48260"/>
                </a:lnTo>
                <a:lnTo>
                  <a:pt x="1217853" y="48260"/>
                </a:lnTo>
                <a:lnTo>
                  <a:pt x="1213294" y="45720"/>
                </a:lnTo>
                <a:lnTo>
                  <a:pt x="1213866" y="45720"/>
                </a:lnTo>
                <a:lnTo>
                  <a:pt x="1209141" y="41910"/>
                </a:lnTo>
                <a:lnTo>
                  <a:pt x="1253223" y="41910"/>
                </a:lnTo>
                <a:lnTo>
                  <a:pt x="1257325" y="46989"/>
                </a:lnTo>
                <a:lnTo>
                  <a:pt x="1260230" y="50800"/>
                </a:lnTo>
                <a:lnTo>
                  <a:pt x="1221181" y="50800"/>
                </a:lnTo>
                <a:lnTo>
                  <a:pt x="1221701" y="52070"/>
                </a:lnTo>
                <a:close/>
              </a:path>
              <a:path w="1287145" h="725170">
                <a:moveTo>
                  <a:pt x="65443" y="52070"/>
                </a:moveTo>
                <a:lnTo>
                  <a:pt x="65963" y="50800"/>
                </a:lnTo>
                <a:lnTo>
                  <a:pt x="66907" y="50800"/>
                </a:lnTo>
                <a:lnTo>
                  <a:pt x="65443" y="52070"/>
                </a:lnTo>
                <a:close/>
              </a:path>
              <a:path w="1287145" h="725170">
                <a:moveTo>
                  <a:pt x="1228928" y="58420"/>
                </a:moveTo>
                <a:lnTo>
                  <a:pt x="1224889" y="54610"/>
                </a:lnTo>
                <a:lnTo>
                  <a:pt x="1225397" y="54610"/>
                </a:lnTo>
                <a:lnTo>
                  <a:pt x="1221181" y="50800"/>
                </a:lnTo>
                <a:lnTo>
                  <a:pt x="1260230" y="50800"/>
                </a:lnTo>
                <a:lnTo>
                  <a:pt x="1261198" y="52070"/>
                </a:lnTo>
                <a:lnTo>
                  <a:pt x="1264831" y="57150"/>
                </a:lnTo>
                <a:lnTo>
                  <a:pt x="1228445" y="57150"/>
                </a:lnTo>
                <a:lnTo>
                  <a:pt x="1228928" y="58420"/>
                </a:lnTo>
                <a:close/>
              </a:path>
              <a:path w="1287145" h="725170">
                <a:moveTo>
                  <a:pt x="58216" y="58420"/>
                </a:moveTo>
                <a:lnTo>
                  <a:pt x="58699" y="57150"/>
                </a:lnTo>
                <a:lnTo>
                  <a:pt x="59563" y="57150"/>
                </a:lnTo>
                <a:lnTo>
                  <a:pt x="58216" y="58420"/>
                </a:lnTo>
                <a:close/>
              </a:path>
              <a:path w="1287145" h="725170">
                <a:moveTo>
                  <a:pt x="1232306" y="62229"/>
                </a:moveTo>
                <a:lnTo>
                  <a:pt x="1228445" y="57150"/>
                </a:lnTo>
                <a:lnTo>
                  <a:pt x="1264831" y="57150"/>
                </a:lnTo>
                <a:lnTo>
                  <a:pt x="1267383" y="60960"/>
                </a:lnTo>
                <a:lnTo>
                  <a:pt x="1231836" y="60960"/>
                </a:lnTo>
                <a:lnTo>
                  <a:pt x="1232306" y="62229"/>
                </a:lnTo>
                <a:close/>
              </a:path>
              <a:path w="1287145" h="725170">
                <a:moveTo>
                  <a:pt x="54851" y="62229"/>
                </a:moveTo>
                <a:lnTo>
                  <a:pt x="55308" y="60960"/>
                </a:lnTo>
                <a:lnTo>
                  <a:pt x="55813" y="60960"/>
                </a:lnTo>
                <a:lnTo>
                  <a:pt x="54851" y="62229"/>
                </a:lnTo>
                <a:close/>
              </a:path>
              <a:path w="1287145" h="725170">
                <a:moveTo>
                  <a:pt x="1241348" y="73660"/>
                </a:moveTo>
                <a:lnTo>
                  <a:pt x="1238110" y="68579"/>
                </a:lnTo>
                <a:lnTo>
                  <a:pt x="1238516" y="68579"/>
                </a:lnTo>
                <a:lnTo>
                  <a:pt x="1235062" y="64770"/>
                </a:lnTo>
                <a:lnTo>
                  <a:pt x="1235494" y="64770"/>
                </a:lnTo>
                <a:lnTo>
                  <a:pt x="1231836" y="60960"/>
                </a:lnTo>
                <a:lnTo>
                  <a:pt x="1267383" y="60960"/>
                </a:lnTo>
                <a:lnTo>
                  <a:pt x="1268234" y="62229"/>
                </a:lnTo>
                <a:lnTo>
                  <a:pt x="1271371" y="67310"/>
                </a:lnTo>
                <a:lnTo>
                  <a:pt x="1273688" y="72389"/>
                </a:lnTo>
                <a:lnTo>
                  <a:pt x="1240967" y="72389"/>
                </a:lnTo>
                <a:lnTo>
                  <a:pt x="1241348" y="73660"/>
                </a:lnTo>
                <a:close/>
              </a:path>
              <a:path w="1287145" h="725170">
                <a:moveTo>
                  <a:pt x="45796" y="73660"/>
                </a:moveTo>
                <a:lnTo>
                  <a:pt x="46177" y="72389"/>
                </a:lnTo>
                <a:lnTo>
                  <a:pt x="46605" y="72389"/>
                </a:lnTo>
                <a:lnTo>
                  <a:pt x="45796" y="73660"/>
                </a:lnTo>
                <a:close/>
              </a:path>
              <a:path w="1287145" h="725170">
                <a:moveTo>
                  <a:pt x="1243990" y="77470"/>
                </a:moveTo>
                <a:lnTo>
                  <a:pt x="1240967" y="72389"/>
                </a:lnTo>
                <a:lnTo>
                  <a:pt x="1273688" y="72389"/>
                </a:lnTo>
                <a:lnTo>
                  <a:pt x="1274267" y="73660"/>
                </a:lnTo>
                <a:lnTo>
                  <a:pt x="1275575" y="76200"/>
                </a:lnTo>
                <a:lnTo>
                  <a:pt x="1243634" y="76200"/>
                </a:lnTo>
                <a:lnTo>
                  <a:pt x="1243990" y="77470"/>
                </a:lnTo>
                <a:close/>
              </a:path>
              <a:path w="1287145" h="725170">
                <a:moveTo>
                  <a:pt x="43154" y="77470"/>
                </a:moveTo>
                <a:lnTo>
                  <a:pt x="43510" y="76200"/>
                </a:lnTo>
                <a:lnTo>
                  <a:pt x="43910" y="76200"/>
                </a:lnTo>
                <a:lnTo>
                  <a:pt x="43154" y="77470"/>
                </a:lnTo>
                <a:close/>
              </a:path>
              <a:path w="1287145" h="725170">
                <a:moveTo>
                  <a:pt x="1248676" y="86360"/>
                </a:moveTo>
                <a:lnTo>
                  <a:pt x="1246098" y="81279"/>
                </a:lnTo>
                <a:lnTo>
                  <a:pt x="1246428" y="81279"/>
                </a:lnTo>
                <a:lnTo>
                  <a:pt x="1243634" y="76200"/>
                </a:lnTo>
                <a:lnTo>
                  <a:pt x="1275575" y="76200"/>
                </a:lnTo>
                <a:lnTo>
                  <a:pt x="1276883" y="78739"/>
                </a:lnTo>
                <a:lnTo>
                  <a:pt x="1279220" y="85089"/>
                </a:lnTo>
                <a:lnTo>
                  <a:pt x="1248371" y="85089"/>
                </a:lnTo>
                <a:lnTo>
                  <a:pt x="1248676" y="86360"/>
                </a:lnTo>
                <a:close/>
              </a:path>
              <a:path w="1287145" h="725170">
                <a:moveTo>
                  <a:pt x="38468" y="86360"/>
                </a:moveTo>
                <a:lnTo>
                  <a:pt x="38773" y="85089"/>
                </a:lnTo>
                <a:lnTo>
                  <a:pt x="39112" y="85089"/>
                </a:lnTo>
                <a:lnTo>
                  <a:pt x="38468" y="86360"/>
                </a:lnTo>
                <a:close/>
              </a:path>
              <a:path w="1287145" h="725170">
                <a:moveTo>
                  <a:pt x="1252512" y="95250"/>
                </a:moveTo>
                <a:lnTo>
                  <a:pt x="1250429" y="90170"/>
                </a:lnTo>
                <a:lnTo>
                  <a:pt x="1250696" y="90170"/>
                </a:lnTo>
                <a:lnTo>
                  <a:pt x="1248371" y="85089"/>
                </a:lnTo>
                <a:lnTo>
                  <a:pt x="1279220" y="85089"/>
                </a:lnTo>
                <a:lnTo>
                  <a:pt x="1281277" y="91439"/>
                </a:lnTo>
                <a:lnTo>
                  <a:pt x="1281983" y="93979"/>
                </a:lnTo>
                <a:lnTo>
                  <a:pt x="1252270" y="93979"/>
                </a:lnTo>
                <a:lnTo>
                  <a:pt x="1252512" y="95250"/>
                </a:lnTo>
                <a:close/>
              </a:path>
              <a:path w="1287145" h="725170">
                <a:moveTo>
                  <a:pt x="34632" y="95250"/>
                </a:moveTo>
                <a:lnTo>
                  <a:pt x="34874" y="93979"/>
                </a:lnTo>
                <a:lnTo>
                  <a:pt x="35153" y="93979"/>
                </a:lnTo>
                <a:lnTo>
                  <a:pt x="34632" y="95250"/>
                </a:lnTo>
                <a:close/>
              </a:path>
              <a:path w="1287145" h="725170">
                <a:moveTo>
                  <a:pt x="1254099" y="100329"/>
                </a:moveTo>
                <a:lnTo>
                  <a:pt x="1252270" y="93979"/>
                </a:lnTo>
                <a:lnTo>
                  <a:pt x="1281983" y="93979"/>
                </a:lnTo>
                <a:lnTo>
                  <a:pt x="1283042" y="97789"/>
                </a:lnTo>
                <a:lnTo>
                  <a:pt x="1283335" y="99060"/>
                </a:lnTo>
                <a:lnTo>
                  <a:pt x="1253883" y="99060"/>
                </a:lnTo>
                <a:lnTo>
                  <a:pt x="1254099" y="100329"/>
                </a:lnTo>
                <a:close/>
              </a:path>
              <a:path w="1287145" h="725170">
                <a:moveTo>
                  <a:pt x="33045" y="100329"/>
                </a:moveTo>
                <a:lnTo>
                  <a:pt x="33261" y="99060"/>
                </a:lnTo>
                <a:lnTo>
                  <a:pt x="33411" y="99060"/>
                </a:lnTo>
                <a:lnTo>
                  <a:pt x="33045" y="100329"/>
                </a:lnTo>
                <a:close/>
              </a:path>
              <a:path w="1287145" h="725170">
                <a:moveTo>
                  <a:pt x="1255445" y="105410"/>
                </a:moveTo>
                <a:lnTo>
                  <a:pt x="1253883" y="99060"/>
                </a:lnTo>
                <a:lnTo>
                  <a:pt x="1283335" y="99060"/>
                </a:lnTo>
                <a:lnTo>
                  <a:pt x="1284503" y="104139"/>
                </a:lnTo>
                <a:lnTo>
                  <a:pt x="1255268" y="104139"/>
                </a:lnTo>
                <a:lnTo>
                  <a:pt x="1255445" y="105410"/>
                </a:lnTo>
                <a:close/>
              </a:path>
              <a:path w="1287145" h="725170">
                <a:moveTo>
                  <a:pt x="31699" y="105410"/>
                </a:moveTo>
                <a:lnTo>
                  <a:pt x="31876" y="104139"/>
                </a:lnTo>
                <a:lnTo>
                  <a:pt x="32011" y="104139"/>
                </a:lnTo>
                <a:lnTo>
                  <a:pt x="31699" y="105410"/>
                </a:lnTo>
                <a:close/>
              </a:path>
              <a:path w="1287145" h="725170">
                <a:moveTo>
                  <a:pt x="1287145" y="595629"/>
                </a:moveTo>
                <a:lnTo>
                  <a:pt x="1258570" y="595629"/>
                </a:lnTo>
                <a:lnTo>
                  <a:pt x="1258570" y="129539"/>
                </a:lnTo>
                <a:lnTo>
                  <a:pt x="1258417" y="124460"/>
                </a:lnTo>
                <a:lnTo>
                  <a:pt x="1258344" y="123189"/>
                </a:lnTo>
                <a:lnTo>
                  <a:pt x="1258011" y="119379"/>
                </a:lnTo>
                <a:lnTo>
                  <a:pt x="1257338" y="114300"/>
                </a:lnTo>
                <a:lnTo>
                  <a:pt x="1256423" y="109220"/>
                </a:lnTo>
                <a:lnTo>
                  <a:pt x="1256576" y="109220"/>
                </a:lnTo>
                <a:lnTo>
                  <a:pt x="1255268" y="104139"/>
                </a:lnTo>
                <a:lnTo>
                  <a:pt x="1284503" y="104139"/>
                </a:lnTo>
                <a:lnTo>
                  <a:pt x="1285646" y="110489"/>
                </a:lnTo>
                <a:lnTo>
                  <a:pt x="1286471" y="116839"/>
                </a:lnTo>
                <a:lnTo>
                  <a:pt x="1286979" y="123189"/>
                </a:lnTo>
                <a:lnTo>
                  <a:pt x="1287145" y="129539"/>
                </a:lnTo>
                <a:lnTo>
                  <a:pt x="1287145" y="595629"/>
                </a:lnTo>
                <a:close/>
              </a:path>
              <a:path w="1287145" h="725170">
                <a:moveTo>
                  <a:pt x="28575" y="130810"/>
                </a:moveTo>
                <a:lnTo>
                  <a:pt x="28575" y="129539"/>
                </a:lnTo>
                <a:lnTo>
                  <a:pt x="28575" y="130810"/>
                </a:lnTo>
                <a:close/>
              </a:path>
              <a:path w="1287145" h="725170">
                <a:moveTo>
                  <a:pt x="1258570" y="130810"/>
                </a:moveTo>
                <a:lnTo>
                  <a:pt x="1258539" y="129539"/>
                </a:lnTo>
                <a:lnTo>
                  <a:pt x="1258570" y="130810"/>
                </a:lnTo>
                <a:close/>
              </a:path>
              <a:path w="1287145" h="725170">
                <a:moveTo>
                  <a:pt x="28605" y="595629"/>
                </a:moveTo>
                <a:lnTo>
                  <a:pt x="28575" y="594360"/>
                </a:lnTo>
                <a:lnTo>
                  <a:pt x="28605" y="595629"/>
                </a:lnTo>
                <a:close/>
              </a:path>
              <a:path w="1287145" h="725170">
                <a:moveTo>
                  <a:pt x="1284503" y="621029"/>
                </a:moveTo>
                <a:lnTo>
                  <a:pt x="1255268" y="621029"/>
                </a:lnTo>
                <a:lnTo>
                  <a:pt x="1256576" y="615950"/>
                </a:lnTo>
                <a:lnTo>
                  <a:pt x="1256423" y="615950"/>
                </a:lnTo>
                <a:lnTo>
                  <a:pt x="1257452" y="610870"/>
                </a:lnTo>
                <a:lnTo>
                  <a:pt x="1258087" y="605789"/>
                </a:lnTo>
                <a:lnTo>
                  <a:pt x="1258455" y="600710"/>
                </a:lnTo>
                <a:lnTo>
                  <a:pt x="1258570" y="594360"/>
                </a:lnTo>
                <a:lnTo>
                  <a:pt x="1258570" y="595629"/>
                </a:lnTo>
                <a:lnTo>
                  <a:pt x="1287145" y="595629"/>
                </a:lnTo>
                <a:lnTo>
                  <a:pt x="1286979" y="601979"/>
                </a:lnTo>
                <a:lnTo>
                  <a:pt x="1286471" y="608329"/>
                </a:lnTo>
                <a:lnTo>
                  <a:pt x="1285646" y="614679"/>
                </a:lnTo>
                <a:lnTo>
                  <a:pt x="1284503" y="621029"/>
                </a:lnTo>
                <a:close/>
              </a:path>
              <a:path w="1287145" h="725170">
                <a:moveTo>
                  <a:pt x="32011" y="621029"/>
                </a:moveTo>
                <a:lnTo>
                  <a:pt x="31876" y="621029"/>
                </a:lnTo>
                <a:lnTo>
                  <a:pt x="31699" y="619760"/>
                </a:lnTo>
                <a:lnTo>
                  <a:pt x="32011" y="621029"/>
                </a:lnTo>
                <a:close/>
              </a:path>
              <a:path w="1287145" h="725170">
                <a:moveTo>
                  <a:pt x="1283335" y="626110"/>
                </a:moveTo>
                <a:lnTo>
                  <a:pt x="1253883" y="626110"/>
                </a:lnTo>
                <a:lnTo>
                  <a:pt x="1255445" y="619760"/>
                </a:lnTo>
                <a:lnTo>
                  <a:pt x="1255268" y="621029"/>
                </a:lnTo>
                <a:lnTo>
                  <a:pt x="1284503" y="621029"/>
                </a:lnTo>
                <a:lnTo>
                  <a:pt x="1283335" y="626110"/>
                </a:lnTo>
                <a:close/>
              </a:path>
              <a:path w="1287145" h="725170">
                <a:moveTo>
                  <a:pt x="33411" y="626110"/>
                </a:moveTo>
                <a:lnTo>
                  <a:pt x="33261" y="626110"/>
                </a:lnTo>
                <a:lnTo>
                  <a:pt x="33045" y="624839"/>
                </a:lnTo>
                <a:lnTo>
                  <a:pt x="33411" y="626110"/>
                </a:lnTo>
                <a:close/>
              </a:path>
              <a:path w="1287145" h="725170">
                <a:moveTo>
                  <a:pt x="1281983" y="631189"/>
                </a:moveTo>
                <a:lnTo>
                  <a:pt x="1252270" y="631189"/>
                </a:lnTo>
                <a:lnTo>
                  <a:pt x="1254099" y="624839"/>
                </a:lnTo>
                <a:lnTo>
                  <a:pt x="1253883" y="626110"/>
                </a:lnTo>
                <a:lnTo>
                  <a:pt x="1283335" y="626110"/>
                </a:lnTo>
                <a:lnTo>
                  <a:pt x="1283042" y="627379"/>
                </a:lnTo>
                <a:lnTo>
                  <a:pt x="1281983" y="631189"/>
                </a:lnTo>
                <a:close/>
              </a:path>
              <a:path w="1287145" h="725170">
                <a:moveTo>
                  <a:pt x="35153" y="631189"/>
                </a:moveTo>
                <a:lnTo>
                  <a:pt x="34874" y="631189"/>
                </a:lnTo>
                <a:lnTo>
                  <a:pt x="34632" y="629920"/>
                </a:lnTo>
                <a:lnTo>
                  <a:pt x="35153" y="631189"/>
                </a:lnTo>
                <a:close/>
              </a:path>
              <a:path w="1287145" h="725170">
                <a:moveTo>
                  <a:pt x="1279220" y="640079"/>
                </a:moveTo>
                <a:lnTo>
                  <a:pt x="1248371" y="640079"/>
                </a:lnTo>
                <a:lnTo>
                  <a:pt x="1250696" y="635000"/>
                </a:lnTo>
                <a:lnTo>
                  <a:pt x="1250429" y="635000"/>
                </a:lnTo>
                <a:lnTo>
                  <a:pt x="1252512" y="629920"/>
                </a:lnTo>
                <a:lnTo>
                  <a:pt x="1252270" y="631189"/>
                </a:lnTo>
                <a:lnTo>
                  <a:pt x="1281983" y="631189"/>
                </a:lnTo>
                <a:lnTo>
                  <a:pt x="1281277" y="633729"/>
                </a:lnTo>
                <a:lnTo>
                  <a:pt x="1279220" y="640079"/>
                </a:lnTo>
                <a:close/>
              </a:path>
              <a:path w="1287145" h="725170">
                <a:moveTo>
                  <a:pt x="39112" y="640079"/>
                </a:moveTo>
                <a:lnTo>
                  <a:pt x="38773" y="640079"/>
                </a:lnTo>
                <a:lnTo>
                  <a:pt x="38468" y="638810"/>
                </a:lnTo>
                <a:lnTo>
                  <a:pt x="39112" y="640079"/>
                </a:lnTo>
                <a:close/>
              </a:path>
              <a:path w="1287145" h="725170">
                <a:moveTo>
                  <a:pt x="1275575" y="648970"/>
                </a:moveTo>
                <a:lnTo>
                  <a:pt x="1243634" y="648970"/>
                </a:lnTo>
                <a:lnTo>
                  <a:pt x="1246428" y="643889"/>
                </a:lnTo>
                <a:lnTo>
                  <a:pt x="1246098" y="643889"/>
                </a:lnTo>
                <a:lnTo>
                  <a:pt x="1248676" y="638810"/>
                </a:lnTo>
                <a:lnTo>
                  <a:pt x="1248371" y="640079"/>
                </a:lnTo>
                <a:lnTo>
                  <a:pt x="1279220" y="640079"/>
                </a:lnTo>
                <a:lnTo>
                  <a:pt x="1276883" y="646429"/>
                </a:lnTo>
                <a:lnTo>
                  <a:pt x="1275575" y="648970"/>
                </a:lnTo>
                <a:close/>
              </a:path>
              <a:path w="1287145" h="725170">
                <a:moveTo>
                  <a:pt x="43910" y="648970"/>
                </a:moveTo>
                <a:lnTo>
                  <a:pt x="43510" y="648970"/>
                </a:lnTo>
                <a:lnTo>
                  <a:pt x="43154" y="647700"/>
                </a:lnTo>
                <a:lnTo>
                  <a:pt x="43910" y="648970"/>
                </a:lnTo>
                <a:close/>
              </a:path>
              <a:path w="1287145" h="725170">
                <a:moveTo>
                  <a:pt x="1273688" y="652779"/>
                </a:moveTo>
                <a:lnTo>
                  <a:pt x="1240967" y="652779"/>
                </a:lnTo>
                <a:lnTo>
                  <a:pt x="1243990" y="647700"/>
                </a:lnTo>
                <a:lnTo>
                  <a:pt x="1243634" y="648970"/>
                </a:lnTo>
                <a:lnTo>
                  <a:pt x="1275575" y="648970"/>
                </a:lnTo>
                <a:lnTo>
                  <a:pt x="1274267" y="651510"/>
                </a:lnTo>
                <a:lnTo>
                  <a:pt x="1273688" y="652779"/>
                </a:lnTo>
                <a:close/>
              </a:path>
              <a:path w="1287145" h="725170">
                <a:moveTo>
                  <a:pt x="46605" y="652779"/>
                </a:moveTo>
                <a:lnTo>
                  <a:pt x="46177" y="652779"/>
                </a:lnTo>
                <a:lnTo>
                  <a:pt x="45796" y="651510"/>
                </a:lnTo>
                <a:lnTo>
                  <a:pt x="46605" y="652779"/>
                </a:lnTo>
                <a:close/>
              </a:path>
              <a:path w="1287145" h="725170">
                <a:moveTo>
                  <a:pt x="1267383" y="664210"/>
                </a:moveTo>
                <a:lnTo>
                  <a:pt x="1231836" y="664210"/>
                </a:lnTo>
                <a:lnTo>
                  <a:pt x="1235494" y="660400"/>
                </a:lnTo>
                <a:lnTo>
                  <a:pt x="1235062" y="660400"/>
                </a:lnTo>
                <a:lnTo>
                  <a:pt x="1238516" y="656589"/>
                </a:lnTo>
                <a:lnTo>
                  <a:pt x="1238110" y="656589"/>
                </a:lnTo>
                <a:lnTo>
                  <a:pt x="1241348" y="651510"/>
                </a:lnTo>
                <a:lnTo>
                  <a:pt x="1240967" y="652779"/>
                </a:lnTo>
                <a:lnTo>
                  <a:pt x="1273688" y="652779"/>
                </a:lnTo>
                <a:lnTo>
                  <a:pt x="1271371" y="657860"/>
                </a:lnTo>
                <a:lnTo>
                  <a:pt x="1268234" y="662939"/>
                </a:lnTo>
                <a:lnTo>
                  <a:pt x="1267383" y="664210"/>
                </a:lnTo>
                <a:close/>
              </a:path>
              <a:path w="1287145" h="725170">
                <a:moveTo>
                  <a:pt x="55813" y="664210"/>
                </a:moveTo>
                <a:lnTo>
                  <a:pt x="55308" y="664210"/>
                </a:lnTo>
                <a:lnTo>
                  <a:pt x="54851" y="662939"/>
                </a:lnTo>
                <a:lnTo>
                  <a:pt x="55813" y="664210"/>
                </a:lnTo>
                <a:close/>
              </a:path>
              <a:path w="1287145" h="725170">
                <a:moveTo>
                  <a:pt x="1264831" y="668020"/>
                </a:moveTo>
                <a:lnTo>
                  <a:pt x="1228445" y="668020"/>
                </a:lnTo>
                <a:lnTo>
                  <a:pt x="1232306" y="662939"/>
                </a:lnTo>
                <a:lnTo>
                  <a:pt x="1231836" y="664210"/>
                </a:lnTo>
                <a:lnTo>
                  <a:pt x="1267383" y="664210"/>
                </a:lnTo>
                <a:lnTo>
                  <a:pt x="1264831" y="668020"/>
                </a:lnTo>
                <a:close/>
              </a:path>
              <a:path w="1287145" h="725170">
                <a:moveTo>
                  <a:pt x="59563" y="668020"/>
                </a:moveTo>
                <a:lnTo>
                  <a:pt x="58699" y="668020"/>
                </a:lnTo>
                <a:lnTo>
                  <a:pt x="58216" y="666750"/>
                </a:lnTo>
                <a:lnTo>
                  <a:pt x="59563" y="668020"/>
                </a:lnTo>
                <a:close/>
              </a:path>
              <a:path w="1287145" h="725170">
                <a:moveTo>
                  <a:pt x="1260230" y="674370"/>
                </a:moveTo>
                <a:lnTo>
                  <a:pt x="1221181" y="674370"/>
                </a:lnTo>
                <a:lnTo>
                  <a:pt x="1225397" y="670560"/>
                </a:lnTo>
                <a:lnTo>
                  <a:pt x="1224889" y="670560"/>
                </a:lnTo>
                <a:lnTo>
                  <a:pt x="1228928" y="666750"/>
                </a:lnTo>
                <a:lnTo>
                  <a:pt x="1228445" y="668020"/>
                </a:lnTo>
                <a:lnTo>
                  <a:pt x="1264831" y="668020"/>
                </a:lnTo>
                <a:lnTo>
                  <a:pt x="1261198" y="673100"/>
                </a:lnTo>
                <a:lnTo>
                  <a:pt x="1260230" y="674370"/>
                </a:lnTo>
                <a:close/>
              </a:path>
              <a:path w="1287145" h="725170">
                <a:moveTo>
                  <a:pt x="66907" y="674370"/>
                </a:moveTo>
                <a:lnTo>
                  <a:pt x="65963" y="674370"/>
                </a:lnTo>
                <a:lnTo>
                  <a:pt x="65443" y="673100"/>
                </a:lnTo>
                <a:lnTo>
                  <a:pt x="66907" y="674370"/>
                </a:lnTo>
                <a:close/>
              </a:path>
              <a:path w="1287145" h="725170">
                <a:moveTo>
                  <a:pt x="1253223" y="683260"/>
                </a:moveTo>
                <a:lnTo>
                  <a:pt x="1209141" y="683260"/>
                </a:lnTo>
                <a:lnTo>
                  <a:pt x="1213866" y="679450"/>
                </a:lnTo>
                <a:lnTo>
                  <a:pt x="1213294" y="679450"/>
                </a:lnTo>
                <a:lnTo>
                  <a:pt x="1217853" y="676910"/>
                </a:lnTo>
                <a:lnTo>
                  <a:pt x="1217307" y="676910"/>
                </a:lnTo>
                <a:lnTo>
                  <a:pt x="1221701" y="673100"/>
                </a:lnTo>
                <a:lnTo>
                  <a:pt x="1221181" y="674370"/>
                </a:lnTo>
                <a:lnTo>
                  <a:pt x="1260230" y="674370"/>
                </a:lnTo>
                <a:lnTo>
                  <a:pt x="1257325" y="678179"/>
                </a:lnTo>
                <a:lnTo>
                  <a:pt x="1253223" y="683260"/>
                </a:lnTo>
                <a:close/>
              </a:path>
              <a:path w="1287145" h="725170">
                <a:moveTo>
                  <a:pt x="79844" y="683260"/>
                </a:moveTo>
                <a:lnTo>
                  <a:pt x="78003" y="683260"/>
                </a:lnTo>
                <a:lnTo>
                  <a:pt x="77406" y="681989"/>
                </a:lnTo>
                <a:lnTo>
                  <a:pt x="79844" y="683260"/>
                </a:lnTo>
                <a:close/>
              </a:path>
              <a:path w="1287145" h="725170">
                <a:moveTo>
                  <a:pt x="1237979" y="697229"/>
                </a:moveTo>
                <a:lnTo>
                  <a:pt x="1166634" y="697229"/>
                </a:lnTo>
                <a:lnTo>
                  <a:pt x="1172451" y="695960"/>
                </a:lnTo>
                <a:lnTo>
                  <a:pt x="1171740" y="695960"/>
                </a:lnTo>
                <a:lnTo>
                  <a:pt x="1177480" y="694689"/>
                </a:lnTo>
                <a:lnTo>
                  <a:pt x="1181709" y="694689"/>
                </a:lnTo>
                <a:lnTo>
                  <a:pt x="1187234" y="692150"/>
                </a:lnTo>
                <a:lnTo>
                  <a:pt x="1186548" y="692150"/>
                </a:lnTo>
                <a:lnTo>
                  <a:pt x="1191958" y="690879"/>
                </a:lnTo>
                <a:lnTo>
                  <a:pt x="1191298" y="690879"/>
                </a:lnTo>
                <a:lnTo>
                  <a:pt x="1196581" y="689610"/>
                </a:lnTo>
                <a:lnTo>
                  <a:pt x="1195933" y="689610"/>
                </a:lnTo>
                <a:lnTo>
                  <a:pt x="1201089" y="687070"/>
                </a:lnTo>
                <a:lnTo>
                  <a:pt x="1200454" y="687070"/>
                </a:lnTo>
                <a:lnTo>
                  <a:pt x="1205471" y="684529"/>
                </a:lnTo>
                <a:lnTo>
                  <a:pt x="1204861" y="684529"/>
                </a:lnTo>
                <a:lnTo>
                  <a:pt x="1209738" y="681989"/>
                </a:lnTo>
                <a:lnTo>
                  <a:pt x="1209141" y="683260"/>
                </a:lnTo>
                <a:lnTo>
                  <a:pt x="1253223" y="683260"/>
                </a:lnTo>
                <a:lnTo>
                  <a:pt x="1248892" y="687070"/>
                </a:lnTo>
                <a:lnTo>
                  <a:pt x="1244358" y="692150"/>
                </a:lnTo>
                <a:lnTo>
                  <a:pt x="1239621" y="695960"/>
                </a:lnTo>
                <a:lnTo>
                  <a:pt x="1237979" y="697229"/>
                </a:lnTo>
                <a:close/>
              </a:path>
              <a:path w="1287145" h="725170">
                <a:moveTo>
                  <a:pt x="110375" y="694689"/>
                </a:moveTo>
                <a:lnTo>
                  <a:pt x="105435" y="694689"/>
                </a:lnTo>
                <a:lnTo>
                  <a:pt x="104749" y="693420"/>
                </a:lnTo>
                <a:lnTo>
                  <a:pt x="110375" y="694689"/>
                </a:lnTo>
                <a:close/>
              </a:path>
              <a:path w="1287145" h="725170">
                <a:moveTo>
                  <a:pt x="1181709" y="694689"/>
                </a:moveTo>
                <a:lnTo>
                  <a:pt x="1176769" y="694689"/>
                </a:lnTo>
                <a:lnTo>
                  <a:pt x="1182395" y="693420"/>
                </a:lnTo>
                <a:lnTo>
                  <a:pt x="1181709" y="694689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5728715" y="4722876"/>
            <a:ext cx="3449320" cy="1720850"/>
          </a:xfrm>
          <a:custGeom>
            <a:avLst/>
            <a:gdLst/>
            <a:ahLst/>
            <a:cxnLst/>
            <a:rect l="l" t="t" r="r" b="b"/>
            <a:pathLst>
              <a:path w="3449320" h="1720850">
                <a:moveTo>
                  <a:pt x="217932" y="1720596"/>
                </a:moveTo>
                <a:lnTo>
                  <a:pt x="0" y="1050036"/>
                </a:lnTo>
                <a:lnTo>
                  <a:pt x="3230880" y="0"/>
                </a:lnTo>
                <a:lnTo>
                  <a:pt x="3448812" y="672084"/>
                </a:lnTo>
                <a:lnTo>
                  <a:pt x="217932" y="1720596"/>
                </a:lnTo>
                <a:close/>
              </a:path>
            </a:pathLst>
          </a:custGeom>
          <a:solidFill>
            <a:srgbClr val="FFF1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5722137" y="4717237"/>
            <a:ext cx="3461385" cy="1733550"/>
          </a:xfrm>
          <a:custGeom>
            <a:avLst/>
            <a:gdLst/>
            <a:ahLst/>
            <a:cxnLst/>
            <a:rect l="l" t="t" r="r" b="b"/>
            <a:pathLst>
              <a:path w="3461384" h="1733550">
                <a:moveTo>
                  <a:pt x="224358" y="1733270"/>
                </a:moveTo>
                <a:lnTo>
                  <a:pt x="304" y="1057922"/>
                </a:lnTo>
                <a:lnTo>
                  <a:pt x="0" y="1055966"/>
                </a:lnTo>
                <a:lnTo>
                  <a:pt x="304" y="1053998"/>
                </a:lnTo>
                <a:lnTo>
                  <a:pt x="3234766" y="317"/>
                </a:lnTo>
                <a:lnTo>
                  <a:pt x="3236722" y="0"/>
                </a:lnTo>
                <a:lnTo>
                  <a:pt x="3238690" y="317"/>
                </a:lnTo>
                <a:lnTo>
                  <a:pt x="3240455" y="1219"/>
                </a:lnTo>
                <a:lnTo>
                  <a:pt x="3241865" y="2616"/>
                </a:lnTo>
                <a:lnTo>
                  <a:pt x="3242767" y="4394"/>
                </a:lnTo>
                <a:lnTo>
                  <a:pt x="3244042" y="8318"/>
                </a:lnTo>
                <a:lnTo>
                  <a:pt x="3230689" y="8318"/>
                </a:lnTo>
                <a:lnTo>
                  <a:pt x="3232651" y="14357"/>
                </a:lnTo>
                <a:lnTo>
                  <a:pt x="32943" y="1053998"/>
                </a:lnTo>
                <a:lnTo>
                  <a:pt x="12395" y="1053998"/>
                </a:lnTo>
                <a:lnTo>
                  <a:pt x="8318" y="1061999"/>
                </a:lnTo>
                <a:lnTo>
                  <a:pt x="14994" y="1061999"/>
                </a:lnTo>
                <a:lnTo>
                  <a:pt x="228428" y="1718913"/>
                </a:lnTo>
                <a:lnTo>
                  <a:pt x="222389" y="1720875"/>
                </a:lnTo>
                <a:lnTo>
                  <a:pt x="230390" y="1724952"/>
                </a:lnTo>
                <a:lnTo>
                  <a:pt x="250938" y="1724952"/>
                </a:lnTo>
                <a:lnTo>
                  <a:pt x="226313" y="1732953"/>
                </a:lnTo>
                <a:lnTo>
                  <a:pt x="224358" y="1733270"/>
                </a:lnTo>
                <a:close/>
              </a:path>
              <a:path w="3461384" h="1733550">
                <a:moveTo>
                  <a:pt x="3232651" y="14357"/>
                </a:moveTo>
                <a:lnTo>
                  <a:pt x="3230689" y="8318"/>
                </a:lnTo>
                <a:lnTo>
                  <a:pt x="3238690" y="12395"/>
                </a:lnTo>
                <a:lnTo>
                  <a:pt x="3232651" y="14357"/>
                </a:lnTo>
                <a:close/>
              </a:path>
              <a:path w="3461384" h="1733550">
                <a:moveTo>
                  <a:pt x="3446722" y="673233"/>
                </a:moveTo>
                <a:lnTo>
                  <a:pt x="3232651" y="14357"/>
                </a:lnTo>
                <a:lnTo>
                  <a:pt x="3238690" y="12395"/>
                </a:lnTo>
                <a:lnTo>
                  <a:pt x="3230689" y="8318"/>
                </a:lnTo>
                <a:lnTo>
                  <a:pt x="3244042" y="8318"/>
                </a:lnTo>
                <a:lnTo>
                  <a:pt x="3459438" y="671271"/>
                </a:lnTo>
                <a:lnTo>
                  <a:pt x="3452761" y="671271"/>
                </a:lnTo>
                <a:lnTo>
                  <a:pt x="3446722" y="673233"/>
                </a:lnTo>
                <a:close/>
              </a:path>
              <a:path w="3461384" h="1733550">
                <a:moveTo>
                  <a:pt x="3448684" y="679272"/>
                </a:moveTo>
                <a:lnTo>
                  <a:pt x="3446722" y="673233"/>
                </a:lnTo>
                <a:lnTo>
                  <a:pt x="3452761" y="671271"/>
                </a:lnTo>
                <a:lnTo>
                  <a:pt x="3448684" y="679272"/>
                </a:lnTo>
                <a:close/>
              </a:path>
              <a:path w="3461384" h="1733550">
                <a:moveTo>
                  <a:pt x="3460762" y="679272"/>
                </a:moveTo>
                <a:lnTo>
                  <a:pt x="3448684" y="679272"/>
                </a:lnTo>
                <a:lnTo>
                  <a:pt x="3452761" y="671271"/>
                </a:lnTo>
                <a:lnTo>
                  <a:pt x="3459438" y="671271"/>
                </a:lnTo>
                <a:lnTo>
                  <a:pt x="3460762" y="675347"/>
                </a:lnTo>
                <a:lnTo>
                  <a:pt x="3461080" y="677303"/>
                </a:lnTo>
                <a:lnTo>
                  <a:pt x="3460762" y="679272"/>
                </a:lnTo>
                <a:close/>
              </a:path>
              <a:path w="3461384" h="1733550">
                <a:moveTo>
                  <a:pt x="250938" y="1724952"/>
                </a:moveTo>
                <a:lnTo>
                  <a:pt x="230390" y="1724952"/>
                </a:lnTo>
                <a:lnTo>
                  <a:pt x="228428" y="1718913"/>
                </a:lnTo>
                <a:lnTo>
                  <a:pt x="3446722" y="673233"/>
                </a:lnTo>
                <a:lnTo>
                  <a:pt x="3448684" y="679272"/>
                </a:lnTo>
                <a:lnTo>
                  <a:pt x="3460762" y="679272"/>
                </a:lnTo>
                <a:lnTo>
                  <a:pt x="3459860" y="681037"/>
                </a:lnTo>
                <a:lnTo>
                  <a:pt x="3458463" y="682447"/>
                </a:lnTo>
                <a:lnTo>
                  <a:pt x="3456685" y="683348"/>
                </a:lnTo>
                <a:lnTo>
                  <a:pt x="250938" y="1724952"/>
                </a:lnTo>
                <a:close/>
              </a:path>
              <a:path w="3461384" h="1733550">
                <a:moveTo>
                  <a:pt x="8318" y="1061999"/>
                </a:moveTo>
                <a:lnTo>
                  <a:pt x="12395" y="1053998"/>
                </a:lnTo>
                <a:lnTo>
                  <a:pt x="14357" y="1060037"/>
                </a:lnTo>
                <a:lnTo>
                  <a:pt x="8318" y="1061999"/>
                </a:lnTo>
                <a:close/>
              </a:path>
              <a:path w="3461384" h="1733550">
                <a:moveTo>
                  <a:pt x="14357" y="1060037"/>
                </a:moveTo>
                <a:lnTo>
                  <a:pt x="12395" y="1053998"/>
                </a:lnTo>
                <a:lnTo>
                  <a:pt x="32943" y="1053998"/>
                </a:lnTo>
                <a:lnTo>
                  <a:pt x="14357" y="1060037"/>
                </a:lnTo>
                <a:close/>
              </a:path>
              <a:path w="3461384" h="1733550">
                <a:moveTo>
                  <a:pt x="14994" y="1061999"/>
                </a:moveTo>
                <a:lnTo>
                  <a:pt x="8318" y="1061999"/>
                </a:lnTo>
                <a:lnTo>
                  <a:pt x="14357" y="1060037"/>
                </a:lnTo>
                <a:lnTo>
                  <a:pt x="14994" y="1061999"/>
                </a:lnTo>
                <a:close/>
              </a:path>
              <a:path w="3461384" h="1733550">
                <a:moveTo>
                  <a:pt x="230390" y="1724952"/>
                </a:moveTo>
                <a:lnTo>
                  <a:pt x="222389" y="1720875"/>
                </a:lnTo>
                <a:lnTo>
                  <a:pt x="228428" y="1718913"/>
                </a:lnTo>
                <a:lnTo>
                  <a:pt x="230390" y="1724952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5847854" y="5512180"/>
            <a:ext cx="1150124" cy="82743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6871296" y="5487555"/>
            <a:ext cx="456476" cy="47924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7114667" y="5267782"/>
            <a:ext cx="638848" cy="652868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7616672" y="5336285"/>
            <a:ext cx="434174" cy="480441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7851965" y="4867986"/>
            <a:ext cx="1121613" cy="816483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5166677" y="4011612"/>
            <a:ext cx="1287145" cy="725170"/>
          </a:xfrm>
          <a:custGeom>
            <a:avLst/>
            <a:gdLst/>
            <a:ahLst/>
            <a:cxnLst/>
            <a:rect l="l" t="t" r="r" b="b"/>
            <a:pathLst>
              <a:path w="1287145" h="725170">
                <a:moveTo>
                  <a:pt x="1169873" y="725170"/>
                </a:moveTo>
                <a:lnTo>
                  <a:pt x="117259" y="725170"/>
                </a:lnTo>
                <a:lnTo>
                  <a:pt x="91770" y="720089"/>
                </a:lnTo>
                <a:lnTo>
                  <a:pt x="52450" y="699770"/>
                </a:lnTo>
                <a:lnTo>
                  <a:pt x="38252" y="687070"/>
                </a:lnTo>
                <a:lnTo>
                  <a:pt x="33921" y="683260"/>
                </a:lnTo>
                <a:lnTo>
                  <a:pt x="12877" y="651510"/>
                </a:lnTo>
                <a:lnTo>
                  <a:pt x="10261" y="646429"/>
                </a:lnTo>
                <a:lnTo>
                  <a:pt x="673" y="608329"/>
                </a:lnTo>
                <a:lnTo>
                  <a:pt x="0" y="595629"/>
                </a:lnTo>
                <a:lnTo>
                  <a:pt x="0" y="129539"/>
                </a:lnTo>
                <a:lnTo>
                  <a:pt x="5867" y="91439"/>
                </a:lnTo>
                <a:lnTo>
                  <a:pt x="12877" y="73660"/>
                </a:lnTo>
                <a:lnTo>
                  <a:pt x="15760" y="67310"/>
                </a:lnTo>
                <a:lnTo>
                  <a:pt x="38252" y="38100"/>
                </a:lnTo>
                <a:lnTo>
                  <a:pt x="42786" y="33020"/>
                </a:lnTo>
                <a:lnTo>
                  <a:pt x="79756" y="10160"/>
                </a:lnTo>
                <a:lnTo>
                  <a:pt x="117259" y="0"/>
                </a:lnTo>
                <a:lnTo>
                  <a:pt x="1169873" y="0"/>
                </a:lnTo>
                <a:lnTo>
                  <a:pt x="1207389" y="10160"/>
                </a:lnTo>
                <a:lnTo>
                  <a:pt x="1237979" y="27939"/>
                </a:lnTo>
                <a:lnTo>
                  <a:pt x="120510" y="27939"/>
                </a:lnTo>
                <a:lnTo>
                  <a:pt x="114693" y="29210"/>
                </a:lnTo>
                <a:lnTo>
                  <a:pt x="115404" y="29210"/>
                </a:lnTo>
                <a:lnTo>
                  <a:pt x="109677" y="30479"/>
                </a:lnTo>
                <a:lnTo>
                  <a:pt x="105435" y="30479"/>
                </a:lnTo>
                <a:lnTo>
                  <a:pt x="99910" y="33020"/>
                </a:lnTo>
                <a:lnTo>
                  <a:pt x="100596" y="33020"/>
                </a:lnTo>
                <a:lnTo>
                  <a:pt x="95186" y="34289"/>
                </a:lnTo>
                <a:lnTo>
                  <a:pt x="95846" y="34289"/>
                </a:lnTo>
                <a:lnTo>
                  <a:pt x="90563" y="35560"/>
                </a:lnTo>
                <a:lnTo>
                  <a:pt x="91211" y="35560"/>
                </a:lnTo>
                <a:lnTo>
                  <a:pt x="86055" y="38100"/>
                </a:lnTo>
                <a:lnTo>
                  <a:pt x="86690" y="38100"/>
                </a:lnTo>
                <a:lnTo>
                  <a:pt x="81673" y="40639"/>
                </a:lnTo>
                <a:lnTo>
                  <a:pt x="82283" y="40639"/>
                </a:lnTo>
                <a:lnTo>
                  <a:pt x="79844" y="41910"/>
                </a:lnTo>
                <a:lnTo>
                  <a:pt x="78003" y="41910"/>
                </a:lnTo>
                <a:lnTo>
                  <a:pt x="73279" y="45720"/>
                </a:lnTo>
                <a:lnTo>
                  <a:pt x="73850" y="45720"/>
                </a:lnTo>
                <a:lnTo>
                  <a:pt x="69291" y="48260"/>
                </a:lnTo>
                <a:lnTo>
                  <a:pt x="69837" y="48260"/>
                </a:lnTo>
                <a:lnTo>
                  <a:pt x="66907" y="50800"/>
                </a:lnTo>
                <a:lnTo>
                  <a:pt x="65963" y="50800"/>
                </a:lnTo>
                <a:lnTo>
                  <a:pt x="61747" y="54610"/>
                </a:lnTo>
                <a:lnTo>
                  <a:pt x="62255" y="54610"/>
                </a:lnTo>
                <a:lnTo>
                  <a:pt x="59562" y="57150"/>
                </a:lnTo>
                <a:lnTo>
                  <a:pt x="58699" y="57150"/>
                </a:lnTo>
                <a:lnTo>
                  <a:pt x="55803" y="60960"/>
                </a:lnTo>
                <a:lnTo>
                  <a:pt x="55308" y="60960"/>
                </a:lnTo>
                <a:lnTo>
                  <a:pt x="51650" y="64770"/>
                </a:lnTo>
                <a:lnTo>
                  <a:pt x="52082" y="64770"/>
                </a:lnTo>
                <a:lnTo>
                  <a:pt x="48628" y="68579"/>
                </a:lnTo>
                <a:lnTo>
                  <a:pt x="49034" y="68579"/>
                </a:lnTo>
                <a:lnTo>
                  <a:pt x="46605" y="72389"/>
                </a:lnTo>
                <a:lnTo>
                  <a:pt x="46177" y="72389"/>
                </a:lnTo>
                <a:lnTo>
                  <a:pt x="43910" y="76200"/>
                </a:lnTo>
                <a:lnTo>
                  <a:pt x="43510" y="76200"/>
                </a:lnTo>
                <a:lnTo>
                  <a:pt x="40716" y="81279"/>
                </a:lnTo>
                <a:lnTo>
                  <a:pt x="41046" y="81279"/>
                </a:lnTo>
                <a:lnTo>
                  <a:pt x="39112" y="85089"/>
                </a:lnTo>
                <a:lnTo>
                  <a:pt x="38773" y="85089"/>
                </a:lnTo>
                <a:lnTo>
                  <a:pt x="36449" y="90170"/>
                </a:lnTo>
                <a:lnTo>
                  <a:pt x="36715" y="90170"/>
                </a:lnTo>
                <a:lnTo>
                  <a:pt x="35153" y="93979"/>
                </a:lnTo>
                <a:lnTo>
                  <a:pt x="34874" y="93979"/>
                </a:lnTo>
                <a:lnTo>
                  <a:pt x="33411" y="99060"/>
                </a:lnTo>
                <a:lnTo>
                  <a:pt x="33261" y="99060"/>
                </a:lnTo>
                <a:lnTo>
                  <a:pt x="32011" y="104139"/>
                </a:lnTo>
                <a:lnTo>
                  <a:pt x="31876" y="104139"/>
                </a:lnTo>
                <a:lnTo>
                  <a:pt x="30568" y="109220"/>
                </a:lnTo>
                <a:lnTo>
                  <a:pt x="30721" y="109220"/>
                </a:lnTo>
                <a:lnTo>
                  <a:pt x="29692" y="114300"/>
                </a:lnTo>
                <a:lnTo>
                  <a:pt x="29057" y="119379"/>
                </a:lnTo>
                <a:lnTo>
                  <a:pt x="28800" y="123189"/>
                </a:lnTo>
                <a:lnTo>
                  <a:pt x="28727" y="124460"/>
                </a:lnTo>
                <a:lnTo>
                  <a:pt x="28605" y="129539"/>
                </a:lnTo>
                <a:lnTo>
                  <a:pt x="28605" y="595629"/>
                </a:lnTo>
                <a:lnTo>
                  <a:pt x="28689" y="600710"/>
                </a:lnTo>
                <a:lnTo>
                  <a:pt x="29133" y="605789"/>
                </a:lnTo>
                <a:lnTo>
                  <a:pt x="29806" y="610870"/>
                </a:lnTo>
                <a:lnTo>
                  <a:pt x="30721" y="615950"/>
                </a:lnTo>
                <a:lnTo>
                  <a:pt x="30568" y="615950"/>
                </a:lnTo>
                <a:lnTo>
                  <a:pt x="31876" y="621029"/>
                </a:lnTo>
                <a:lnTo>
                  <a:pt x="32011" y="621029"/>
                </a:lnTo>
                <a:lnTo>
                  <a:pt x="33261" y="626110"/>
                </a:lnTo>
                <a:lnTo>
                  <a:pt x="33411" y="626110"/>
                </a:lnTo>
                <a:lnTo>
                  <a:pt x="34874" y="631189"/>
                </a:lnTo>
                <a:lnTo>
                  <a:pt x="35153" y="631189"/>
                </a:lnTo>
                <a:lnTo>
                  <a:pt x="36715" y="635000"/>
                </a:lnTo>
                <a:lnTo>
                  <a:pt x="36449" y="635000"/>
                </a:lnTo>
                <a:lnTo>
                  <a:pt x="38773" y="640079"/>
                </a:lnTo>
                <a:lnTo>
                  <a:pt x="39112" y="640079"/>
                </a:lnTo>
                <a:lnTo>
                  <a:pt x="41046" y="643889"/>
                </a:lnTo>
                <a:lnTo>
                  <a:pt x="40716" y="643889"/>
                </a:lnTo>
                <a:lnTo>
                  <a:pt x="43510" y="648970"/>
                </a:lnTo>
                <a:lnTo>
                  <a:pt x="43910" y="648970"/>
                </a:lnTo>
                <a:lnTo>
                  <a:pt x="46177" y="652779"/>
                </a:lnTo>
                <a:lnTo>
                  <a:pt x="46605" y="652779"/>
                </a:lnTo>
                <a:lnTo>
                  <a:pt x="49034" y="656589"/>
                </a:lnTo>
                <a:lnTo>
                  <a:pt x="48628" y="656589"/>
                </a:lnTo>
                <a:lnTo>
                  <a:pt x="52082" y="660400"/>
                </a:lnTo>
                <a:lnTo>
                  <a:pt x="51650" y="660400"/>
                </a:lnTo>
                <a:lnTo>
                  <a:pt x="55308" y="664210"/>
                </a:lnTo>
                <a:lnTo>
                  <a:pt x="55803" y="664210"/>
                </a:lnTo>
                <a:lnTo>
                  <a:pt x="58699" y="668020"/>
                </a:lnTo>
                <a:lnTo>
                  <a:pt x="59562" y="668020"/>
                </a:lnTo>
                <a:lnTo>
                  <a:pt x="62255" y="670560"/>
                </a:lnTo>
                <a:lnTo>
                  <a:pt x="61747" y="670560"/>
                </a:lnTo>
                <a:lnTo>
                  <a:pt x="65963" y="674370"/>
                </a:lnTo>
                <a:lnTo>
                  <a:pt x="66907" y="674370"/>
                </a:lnTo>
                <a:lnTo>
                  <a:pt x="69837" y="676910"/>
                </a:lnTo>
                <a:lnTo>
                  <a:pt x="69291" y="676910"/>
                </a:lnTo>
                <a:lnTo>
                  <a:pt x="73850" y="679450"/>
                </a:lnTo>
                <a:lnTo>
                  <a:pt x="73279" y="679450"/>
                </a:lnTo>
                <a:lnTo>
                  <a:pt x="78003" y="683260"/>
                </a:lnTo>
                <a:lnTo>
                  <a:pt x="79844" y="683260"/>
                </a:lnTo>
                <a:lnTo>
                  <a:pt x="82283" y="684529"/>
                </a:lnTo>
                <a:lnTo>
                  <a:pt x="81673" y="684529"/>
                </a:lnTo>
                <a:lnTo>
                  <a:pt x="86690" y="687070"/>
                </a:lnTo>
                <a:lnTo>
                  <a:pt x="86055" y="687070"/>
                </a:lnTo>
                <a:lnTo>
                  <a:pt x="91211" y="689610"/>
                </a:lnTo>
                <a:lnTo>
                  <a:pt x="90563" y="689610"/>
                </a:lnTo>
                <a:lnTo>
                  <a:pt x="95846" y="690879"/>
                </a:lnTo>
                <a:lnTo>
                  <a:pt x="95186" y="690879"/>
                </a:lnTo>
                <a:lnTo>
                  <a:pt x="100596" y="692150"/>
                </a:lnTo>
                <a:lnTo>
                  <a:pt x="99910" y="692150"/>
                </a:lnTo>
                <a:lnTo>
                  <a:pt x="105435" y="694689"/>
                </a:lnTo>
                <a:lnTo>
                  <a:pt x="109677" y="694689"/>
                </a:lnTo>
                <a:lnTo>
                  <a:pt x="115404" y="695960"/>
                </a:lnTo>
                <a:lnTo>
                  <a:pt x="114693" y="695960"/>
                </a:lnTo>
                <a:lnTo>
                  <a:pt x="120510" y="697229"/>
                </a:lnTo>
                <a:lnTo>
                  <a:pt x="1237979" y="697229"/>
                </a:lnTo>
                <a:lnTo>
                  <a:pt x="1234694" y="699770"/>
                </a:lnTo>
                <a:lnTo>
                  <a:pt x="1195374" y="720089"/>
                </a:lnTo>
                <a:lnTo>
                  <a:pt x="1169873" y="725170"/>
                </a:lnTo>
                <a:close/>
              </a:path>
              <a:path w="1287145" h="725170">
                <a:moveTo>
                  <a:pt x="1209738" y="43179"/>
                </a:moveTo>
                <a:lnTo>
                  <a:pt x="1204861" y="40639"/>
                </a:lnTo>
                <a:lnTo>
                  <a:pt x="1205471" y="40639"/>
                </a:lnTo>
                <a:lnTo>
                  <a:pt x="1200454" y="38100"/>
                </a:lnTo>
                <a:lnTo>
                  <a:pt x="1201089" y="38100"/>
                </a:lnTo>
                <a:lnTo>
                  <a:pt x="1195933" y="35560"/>
                </a:lnTo>
                <a:lnTo>
                  <a:pt x="1196581" y="35560"/>
                </a:lnTo>
                <a:lnTo>
                  <a:pt x="1191298" y="34289"/>
                </a:lnTo>
                <a:lnTo>
                  <a:pt x="1191958" y="34289"/>
                </a:lnTo>
                <a:lnTo>
                  <a:pt x="1186548" y="33020"/>
                </a:lnTo>
                <a:lnTo>
                  <a:pt x="1187234" y="33020"/>
                </a:lnTo>
                <a:lnTo>
                  <a:pt x="1181709" y="30479"/>
                </a:lnTo>
                <a:lnTo>
                  <a:pt x="1177467" y="30479"/>
                </a:lnTo>
                <a:lnTo>
                  <a:pt x="1171740" y="29210"/>
                </a:lnTo>
                <a:lnTo>
                  <a:pt x="1172451" y="29210"/>
                </a:lnTo>
                <a:lnTo>
                  <a:pt x="1166634" y="27939"/>
                </a:lnTo>
                <a:lnTo>
                  <a:pt x="1237979" y="27939"/>
                </a:lnTo>
                <a:lnTo>
                  <a:pt x="1239621" y="29210"/>
                </a:lnTo>
                <a:lnTo>
                  <a:pt x="1244358" y="33020"/>
                </a:lnTo>
                <a:lnTo>
                  <a:pt x="1248892" y="38100"/>
                </a:lnTo>
                <a:lnTo>
                  <a:pt x="1253223" y="41910"/>
                </a:lnTo>
                <a:lnTo>
                  <a:pt x="1209141" y="41910"/>
                </a:lnTo>
                <a:lnTo>
                  <a:pt x="1209738" y="43179"/>
                </a:lnTo>
                <a:close/>
              </a:path>
              <a:path w="1287145" h="725170">
                <a:moveTo>
                  <a:pt x="104749" y="31750"/>
                </a:moveTo>
                <a:lnTo>
                  <a:pt x="105435" y="30479"/>
                </a:lnTo>
                <a:lnTo>
                  <a:pt x="110375" y="30479"/>
                </a:lnTo>
                <a:lnTo>
                  <a:pt x="104749" y="31750"/>
                </a:lnTo>
                <a:close/>
              </a:path>
              <a:path w="1287145" h="725170">
                <a:moveTo>
                  <a:pt x="1182395" y="31750"/>
                </a:moveTo>
                <a:lnTo>
                  <a:pt x="1176769" y="30479"/>
                </a:lnTo>
                <a:lnTo>
                  <a:pt x="1181709" y="30479"/>
                </a:lnTo>
                <a:lnTo>
                  <a:pt x="1182395" y="31750"/>
                </a:lnTo>
                <a:close/>
              </a:path>
              <a:path w="1287145" h="725170">
                <a:moveTo>
                  <a:pt x="77406" y="43179"/>
                </a:moveTo>
                <a:lnTo>
                  <a:pt x="78003" y="41910"/>
                </a:lnTo>
                <a:lnTo>
                  <a:pt x="79844" y="41910"/>
                </a:lnTo>
                <a:lnTo>
                  <a:pt x="77406" y="43179"/>
                </a:lnTo>
                <a:close/>
              </a:path>
              <a:path w="1287145" h="725170">
                <a:moveTo>
                  <a:pt x="1221701" y="52070"/>
                </a:moveTo>
                <a:lnTo>
                  <a:pt x="1217307" y="48260"/>
                </a:lnTo>
                <a:lnTo>
                  <a:pt x="1217853" y="48260"/>
                </a:lnTo>
                <a:lnTo>
                  <a:pt x="1213294" y="45720"/>
                </a:lnTo>
                <a:lnTo>
                  <a:pt x="1213865" y="45720"/>
                </a:lnTo>
                <a:lnTo>
                  <a:pt x="1209141" y="41910"/>
                </a:lnTo>
                <a:lnTo>
                  <a:pt x="1253223" y="41910"/>
                </a:lnTo>
                <a:lnTo>
                  <a:pt x="1257325" y="46989"/>
                </a:lnTo>
                <a:lnTo>
                  <a:pt x="1260230" y="50800"/>
                </a:lnTo>
                <a:lnTo>
                  <a:pt x="1221181" y="50800"/>
                </a:lnTo>
                <a:lnTo>
                  <a:pt x="1221701" y="52070"/>
                </a:lnTo>
                <a:close/>
              </a:path>
              <a:path w="1287145" h="725170">
                <a:moveTo>
                  <a:pt x="65443" y="52070"/>
                </a:moveTo>
                <a:lnTo>
                  <a:pt x="65963" y="50800"/>
                </a:lnTo>
                <a:lnTo>
                  <a:pt x="66907" y="50800"/>
                </a:lnTo>
                <a:lnTo>
                  <a:pt x="65443" y="52070"/>
                </a:lnTo>
                <a:close/>
              </a:path>
              <a:path w="1287145" h="725170">
                <a:moveTo>
                  <a:pt x="1228928" y="58420"/>
                </a:moveTo>
                <a:lnTo>
                  <a:pt x="1224889" y="54610"/>
                </a:lnTo>
                <a:lnTo>
                  <a:pt x="1225397" y="54610"/>
                </a:lnTo>
                <a:lnTo>
                  <a:pt x="1221181" y="50800"/>
                </a:lnTo>
                <a:lnTo>
                  <a:pt x="1260230" y="50800"/>
                </a:lnTo>
                <a:lnTo>
                  <a:pt x="1261198" y="52070"/>
                </a:lnTo>
                <a:lnTo>
                  <a:pt x="1264831" y="57150"/>
                </a:lnTo>
                <a:lnTo>
                  <a:pt x="1228445" y="57150"/>
                </a:lnTo>
                <a:lnTo>
                  <a:pt x="1228928" y="58420"/>
                </a:lnTo>
                <a:close/>
              </a:path>
              <a:path w="1287145" h="725170">
                <a:moveTo>
                  <a:pt x="58216" y="58420"/>
                </a:moveTo>
                <a:lnTo>
                  <a:pt x="58699" y="57150"/>
                </a:lnTo>
                <a:lnTo>
                  <a:pt x="59562" y="57150"/>
                </a:lnTo>
                <a:lnTo>
                  <a:pt x="58216" y="58420"/>
                </a:lnTo>
                <a:close/>
              </a:path>
              <a:path w="1287145" h="725170">
                <a:moveTo>
                  <a:pt x="1232306" y="62229"/>
                </a:moveTo>
                <a:lnTo>
                  <a:pt x="1228445" y="57150"/>
                </a:lnTo>
                <a:lnTo>
                  <a:pt x="1264831" y="57150"/>
                </a:lnTo>
                <a:lnTo>
                  <a:pt x="1267383" y="60960"/>
                </a:lnTo>
                <a:lnTo>
                  <a:pt x="1231836" y="60960"/>
                </a:lnTo>
                <a:lnTo>
                  <a:pt x="1232306" y="62229"/>
                </a:lnTo>
                <a:close/>
              </a:path>
              <a:path w="1287145" h="725170">
                <a:moveTo>
                  <a:pt x="54838" y="62229"/>
                </a:moveTo>
                <a:lnTo>
                  <a:pt x="55308" y="60960"/>
                </a:lnTo>
                <a:lnTo>
                  <a:pt x="55803" y="60960"/>
                </a:lnTo>
                <a:lnTo>
                  <a:pt x="54838" y="62229"/>
                </a:lnTo>
                <a:close/>
              </a:path>
              <a:path w="1287145" h="725170">
                <a:moveTo>
                  <a:pt x="1241348" y="73660"/>
                </a:moveTo>
                <a:lnTo>
                  <a:pt x="1238110" y="68579"/>
                </a:lnTo>
                <a:lnTo>
                  <a:pt x="1238516" y="68579"/>
                </a:lnTo>
                <a:lnTo>
                  <a:pt x="1235062" y="64770"/>
                </a:lnTo>
                <a:lnTo>
                  <a:pt x="1235494" y="64770"/>
                </a:lnTo>
                <a:lnTo>
                  <a:pt x="1231836" y="60960"/>
                </a:lnTo>
                <a:lnTo>
                  <a:pt x="1267383" y="60960"/>
                </a:lnTo>
                <a:lnTo>
                  <a:pt x="1268234" y="62229"/>
                </a:lnTo>
                <a:lnTo>
                  <a:pt x="1271371" y="67310"/>
                </a:lnTo>
                <a:lnTo>
                  <a:pt x="1273688" y="72389"/>
                </a:lnTo>
                <a:lnTo>
                  <a:pt x="1240967" y="72389"/>
                </a:lnTo>
                <a:lnTo>
                  <a:pt x="1241348" y="73660"/>
                </a:lnTo>
                <a:close/>
              </a:path>
              <a:path w="1287145" h="725170">
                <a:moveTo>
                  <a:pt x="45796" y="73660"/>
                </a:moveTo>
                <a:lnTo>
                  <a:pt x="46177" y="72389"/>
                </a:lnTo>
                <a:lnTo>
                  <a:pt x="46605" y="72389"/>
                </a:lnTo>
                <a:lnTo>
                  <a:pt x="45796" y="73660"/>
                </a:lnTo>
                <a:close/>
              </a:path>
              <a:path w="1287145" h="725170">
                <a:moveTo>
                  <a:pt x="1243990" y="77470"/>
                </a:moveTo>
                <a:lnTo>
                  <a:pt x="1240967" y="72389"/>
                </a:lnTo>
                <a:lnTo>
                  <a:pt x="1273688" y="72389"/>
                </a:lnTo>
                <a:lnTo>
                  <a:pt x="1274267" y="73660"/>
                </a:lnTo>
                <a:lnTo>
                  <a:pt x="1275575" y="76200"/>
                </a:lnTo>
                <a:lnTo>
                  <a:pt x="1243634" y="76200"/>
                </a:lnTo>
                <a:lnTo>
                  <a:pt x="1243990" y="77470"/>
                </a:lnTo>
                <a:close/>
              </a:path>
              <a:path w="1287145" h="725170">
                <a:moveTo>
                  <a:pt x="43154" y="77470"/>
                </a:moveTo>
                <a:lnTo>
                  <a:pt x="43510" y="76200"/>
                </a:lnTo>
                <a:lnTo>
                  <a:pt x="43910" y="76200"/>
                </a:lnTo>
                <a:lnTo>
                  <a:pt x="43154" y="77470"/>
                </a:lnTo>
                <a:close/>
              </a:path>
              <a:path w="1287145" h="725170">
                <a:moveTo>
                  <a:pt x="1248676" y="86360"/>
                </a:moveTo>
                <a:lnTo>
                  <a:pt x="1246098" y="81279"/>
                </a:lnTo>
                <a:lnTo>
                  <a:pt x="1246428" y="81279"/>
                </a:lnTo>
                <a:lnTo>
                  <a:pt x="1243634" y="76200"/>
                </a:lnTo>
                <a:lnTo>
                  <a:pt x="1275575" y="76200"/>
                </a:lnTo>
                <a:lnTo>
                  <a:pt x="1276883" y="78739"/>
                </a:lnTo>
                <a:lnTo>
                  <a:pt x="1279220" y="85089"/>
                </a:lnTo>
                <a:lnTo>
                  <a:pt x="1248371" y="85089"/>
                </a:lnTo>
                <a:lnTo>
                  <a:pt x="1248676" y="86360"/>
                </a:lnTo>
                <a:close/>
              </a:path>
              <a:path w="1287145" h="725170">
                <a:moveTo>
                  <a:pt x="38468" y="86360"/>
                </a:moveTo>
                <a:lnTo>
                  <a:pt x="38773" y="85089"/>
                </a:lnTo>
                <a:lnTo>
                  <a:pt x="39112" y="85089"/>
                </a:lnTo>
                <a:lnTo>
                  <a:pt x="38468" y="86360"/>
                </a:lnTo>
                <a:close/>
              </a:path>
              <a:path w="1287145" h="725170">
                <a:moveTo>
                  <a:pt x="1252512" y="95250"/>
                </a:moveTo>
                <a:lnTo>
                  <a:pt x="1250429" y="90170"/>
                </a:lnTo>
                <a:lnTo>
                  <a:pt x="1250696" y="90170"/>
                </a:lnTo>
                <a:lnTo>
                  <a:pt x="1248371" y="85089"/>
                </a:lnTo>
                <a:lnTo>
                  <a:pt x="1279220" y="85089"/>
                </a:lnTo>
                <a:lnTo>
                  <a:pt x="1281277" y="91439"/>
                </a:lnTo>
                <a:lnTo>
                  <a:pt x="1281983" y="93979"/>
                </a:lnTo>
                <a:lnTo>
                  <a:pt x="1252270" y="93979"/>
                </a:lnTo>
                <a:lnTo>
                  <a:pt x="1252512" y="95250"/>
                </a:lnTo>
                <a:close/>
              </a:path>
              <a:path w="1287145" h="725170">
                <a:moveTo>
                  <a:pt x="34632" y="95250"/>
                </a:moveTo>
                <a:lnTo>
                  <a:pt x="34874" y="93979"/>
                </a:lnTo>
                <a:lnTo>
                  <a:pt x="35153" y="93979"/>
                </a:lnTo>
                <a:lnTo>
                  <a:pt x="34632" y="95250"/>
                </a:lnTo>
                <a:close/>
              </a:path>
              <a:path w="1287145" h="725170">
                <a:moveTo>
                  <a:pt x="1254099" y="100329"/>
                </a:moveTo>
                <a:lnTo>
                  <a:pt x="1252270" y="93979"/>
                </a:lnTo>
                <a:lnTo>
                  <a:pt x="1281983" y="93979"/>
                </a:lnTo>
                <a:lnTo>
                  <a:pt x="1283042" y="97789"/>
                </a:lnTo>
                <a:lnTo>
                  <a:pt x="1283332" y="99060"/>
                </a:lnTo>
                <a:lnTo>
                  <a:pt x="1253883" y="99060"/>
                </a:lnTo>
                <a:lnTo>
                  <a:pt x="1254099" y="100329"/>
                </a:lnTo>
                <a:close/>
              </a:path>
              <a:path w="1287145" h="725170">
                <a:moveTo>
                  <a:pt x="33045" y="100329"/>
                </a:moveTo>
                <a:lnTo>
                  <a:pt x="33261" y="99060"/>
                </a:lnTo>
                <a:lnTo>
                  <a:pt x="33411" y="99060"/>
                </a:lnTo>
                <a:lnTo>
                  <a:pt x="33045" y="100329"/>
                </a:lnTo>
                <a:close/>
              </a:path>
              <a:path w="1287145" h="725170">
                <a:moveTo>
                  <a:pt x="1255445" y="105410"/>
                </a:moveTo>
                <a:lnTo>
                  <a:pt x="1253883" y="99060"/>
                </a:lnTo>
                <a:lnTo>
                  <a:pt x="1283332" y="99060"/>
                </a:lnTo>
                <a:lnTo>
                  <a:pt x="1284490" y="104139"/>
                </a:lnTo>
                <a:lnTo>
                  <a:pt x="1255268" y="104139"/>
                </a:lnTo>
                <a:lnTo>
                  <a:pt x="1255445" y="105410"/>
                </a:lnTo>
                <a:close/>
              </a:path>
              <a:path w="1287145" h="725170">
                <a:moveTo>
                  <a:pt x="31699" y="105410"/>
                </a:moveTo>
                <a:lnTo>
                  <a:pt x="31876" y="104139"/>
                </a:lnTo>
                <a:lnTo>
                  <a:pt x="32011" y="104139"/>
                </a:lnTo>
                <a:lnTo>
                  <a:pt x="31699" y="105410"/>
                </a:lnTo>
                <a:close/>
              </a:path>
              <a:path w="1287145" h="725170">
                <a:moveTo>
                  <a:pt x="1287145" y="595629"/>
                </a:moveTo>
                <a:lnTo>
                  <a:pt x="1258570" y="595629"/>
                </a:lnTo>
                <a:lnTo>
                  <a:pt x="1258570" y="129539"/>
                </a:lnTo>
                <a:lnTo>
                  <a:pt x="1258417" y="124460"/>
                </a:lnTo>
                <a:lnTo>
                  <a:pt x="1258344" y="123189"/>
                </a:lnTo>
                <a:lnTo>
                  <a:pt x="1258011" y="119379"/>
                </a:lnTo>
                <a:lnTo>
                  <a:pt x="1257338" y="114300"/>
                </a:lnTo>
                <a:lnTo>
                  <a:pt x="1256423" y="109220"/>
                </a:lnTo>
                <a:lnTo>
                  <a:pt x="1256576" y="109220"/>
                </a:lnTo>
                <a:lnTo>
                  <a:pt x="1255268" y="104139"/>
                </a:lnTo>
                <a:lnTo>
                  <a:pt x="1284490" y="104139"/>
                </a:lnTo>
                <a:lnTo>
                  <a:pt x="1285646" y="110489"/>
                </a:lnTo>
                <a:lnTo>
                  <a:pt x="1286471" y="116839"/>
                </a:lnTo>
                <a:lnTo>
                  <a:pt x="1286979" y="123189"/>
                </a:lnTo>
                <a:lnTo>
                  <a:pt x="1287145" y="129539"/>
                </a:lnTo>
                <a:lnTo>
                  <a:pt x="1287145" y="595629"/>
                </a:lnTo>
                <a:close/>
              </a:path>
              <a:path w="1287145" h="725170">
                <a:moveTo>
                  <a:pt x="28575" y="130810"/>
                </a:moveTo>
                <a:lnTo>
                  <a:pt x="28575" y="129539"/>
                </a:lnTo>
                <a:lnTo>
                  <a:pt x="28575" y="130810"/>
                </a:lnTo>
                <a:close/>
              </a:path>
              <a:path w="1287145" h="725170">
                <a:moveTo>
                  <a:pt x="1258570" y="130810"/>
                </a:moveTo>
                <a:lnTo>
                  <a:pt x="1258539" y="129539"/>
                </a:lnTo>
                <a:lnTo>
                  <a:pt x="1258570" y="130810"/>
                </a:lnTo>
                <a:close/>
              </a:path>
              <a:path w="1287145" h="725170">
                <a:moveTo>
                  <a:pt x="28605" y="595629"/>
                </a:moveTo>
                <a:lnTo>
                  <a:pt x="28575" y="594360"/>
                </a:lnTo>
                <a:lnTo>
                  <a:pt x="28605" y="595629"/>
                </a:lnTo>
                <a:close/>
              </a:path>
              <a:path w="1287145" h="725170">
                <a:moveTo>
                  <a:pt x="1284490" y="621029"/>
                </a:moveTo>
                <a:lnTo>
                  <a:pt x="1255268" y="621029"/>
                </a:lnTo>
                <a:lnTo>
                  <a:pt x="1256576" y="615950"/>
                </a:lnTo>
                <a:lnTo>
                  <a:pt x="1256423" y="615950"/>
                </a:lnTo>
                <a:lnTo>
                  <a:pt x="1257452" y="610870"/>
                </a:lnTo>
                <a:lnTo>
                  <a:pt x="1258087" y="605789"/>
                </a:lnTo>
                <a:lnTo>
                  <a:pt x="1258455" y="600710"/>
                </a:lnTo>
                <a:lnTo>
                  <a:pt x="1258570" y="594360"/>
                </a:lnTo>
                <a:lnTo>
                  <a:pt x="1258570" y="595629"/>
                </a:lnTo>
                <a:lnTo>
                  <a:pt x="1287145" y="595629"/>
                </a:lnTo>
                <a:lnTo>
                  <a:pt x="1286979" y="601979"/>
                </a:lnTo>
                <a:lnTo>
                  <a:pt x="1286471" y="608329"/>
                </a:lnTo>
                <a:lnTo>
                  <a:pt x="1285646" y="614679"/>
                </a:lnTo>
                <a:lnTo>
                  <a:pt x="1284490" y="621029"/>
                </a:lnTo>
                <a:close/>
              </a:path>
              <a:path w="1287145" h="725170">
                <a:moveTo>
                  <a:pt x="32011" y="621029"/>
                </a:moveTo>
                <a:lnTo>
                  <a:pt x="31876" y="621029"/>
                </a:lnTo>
                <a:lnTo>
                  <a:pt x="31699" y="619760"/>
                </a:lnTo>
                <a:lnTo>
                  <a:pt x="32011" y="621029"/>
                </a:lnTo>
                <a:close/>
              </a:path>
              <a:path w="1287145" h="725170">
                <a:moveTo>
                  <a:pt x="1283332" y="626110"/>
                </a:moveTo>
                <a:lnTo>
                  <a:pt x="1253883" y="626110"/>
                </a:lnTo>
                <a:lnTo>
                  <a:pt x="1255445" y="619760"/>
                </a:lnTo>
                <a:lnTo>
                  <a:pt x="1255268" y="621029"/>
                </a:lnTo>
                <a:lnTo>
                  <a:pt x="1284490" y="621029"/>
                </a:lnTo>
                <a:lnTo>
                  <a:pt x="1283332" y="626110"/>
                </a:lnTo>
                <a:close/>
              </a:path>
              <a:path w="1287145" h="725170">
                <a:moveTo>
                  <a:pt x="33411" y="626110"/>
                </a:moveTo>
                <a:lnTo>
                  <a:pt x="33261" y="626110"/>
                </a:lnTo>
                <a:lnTo>
                  <a:pt x="33045" y="624839"/>
                </a:lnTo>
                <a:lnTo>
                  <a:pt x="33411" y="626110"/>
                </a:lnTo>
                <a:close/>
              </a:path>
              <a:path w="1287145" h="725170">
                <a:moveTo>
                  <a:pt x="1281983" y="631189"/>
                </a:moveTo>
                <a:lnTo>
                  <a:pt x="1252270" y="631189"/>
                </a:lnTo>
                <a:lnTo>
                  <a:pt x="1254099" y="624839"/>
                </a:lnTo>
                <a:lnTo>
                  <a:pt x="1253883" y="626110"/>
                </a:lnTo>
                <a:lnTo>
                  <a:pt x="1283332" y="626110"/>
                </a:lnTo>
                <a:lnTo>
                  <a:pt x="1283042" y="627379"/>
                </a:lnTo>
                <a:lnTo>
                  <a:pt x="1281983" y="631189"/>
                </a:lnTo>
                <a:close/>
              </a:path>
              <a:path w="1287145" h="725170">
                <a:moveTo>
                  <a:pt x="35153" y="631189"/>
                </a:moveTo>
                <a:lnTo>
                  <a:pt x="34874" y="631189"/>
                </a:lnTo>
                <a:lnTo>
                  <a:pt x="34632" y="629920"/>
                </a:lnTo>
                <a:lnTo>
                  <a:pt x="35153" y="631189"/>
                </a:lnTo>
                <a:close/>
              </a:path>
              <a:path w="1287145" h="725170">
                <a:moveTo>
                  <a:pt x="1279220" y="640079"/>
                </a:moveTo>
                <a:lnTo>
                  <a:pt x="1248371" y="640079"/>
                </a:lnTo>
                <a:lnTo>
                  <a:pt x="1250696" y="635000"/>
                </a:lnTo>
                <a:lnTo>
                  <a:pt x="1250429" y="635000"/>
                </a:lnTo>
                <a:lnTo>
                  <a:pt x="1252512" y="629920"/>
                </a:lnTo>
                <a:lnTo>
                  <a:pt x="1252270" y="631189"/>
                </a:lnTo>
                <a:lnTo>
                  <a:pt x="1281983" y="631189"/>
                </a:lnTo>
                <a:lnTo>
                  <a:pt x="1281277" y="633729"/>
                </a:lnTo>
                <a:lnTo>
                  <a:pt x="1279220" y="640079"/>
                </a:lnTo>
                <a:close/>
              </a:path>
              <a:path w="1287145" h="725170">
                <a:moveTo>
                  <a:pt x="39112" y="640079"/>
                </a:moveTo>
                <a:lnTo>
                  <a:pt x="38773" y="640079"/>
                </a:lnTo>
                <a:lnTo>
                  <a:pt x="38468" y="638810"/>
                </a:lnTo>
                <a:lnTo>
                  <a:pt x="39112" y="640079"/>
                </a:lnTo>
                <a:close/>
              </a:path>
              <a:path w="1287145" h="725170">
                <a:moveTo>
                  <a:pt x="1275575" y="648970"/>
                </a:moveTo>
                <a:lnTo>
                  <a:pt x="1243634" y="648970"/>
                </a:lnTo>
                <a:lnTo>
                  <a:pt x="1246428" y="643889"/>
                </a:lnTo>
                <a:lnTo>
                  <a:pt x="1246098" y="643889"/>
                </a:lnTo>
                <a:lnTo>
                  <a:pt x="1248676" y="638810"/>
                </a:lnTo>
                <a:lnTo>
                  <a:pt x="1248371" y="640079"/>
                </a:lnTo>
                <a:lnTo>
                  <a:pt x="1279220" y="640079"/>
                </a:lnTo>
                <a:lnTo>
                  <a:pt x="1276883" y="646429"/>
                </a:lnTo>
                <a:lnTo>
                  <a:pt x="1275575" y="648970"/>
                </a:lnTo>
                <a:close/>
              </a:path>
              <a:path w="1287145" h="725170">
                <a:moveTo>
                  <a:pt x="43910" y="648970"/>
                </a:moveTo>
                <a:lnTo>
                  <a:pt x="43510" y="648970"/>
                </a:lnTo>
                <a:lnTo>
                  <a:pt x="43154" y="647700"/>
                </a:lnTo>
                <a:lnTo>
                  <a:pt x="43910" y="648970"/>
                </a:lnTo>
                <a:close/>
              </a:path>
              <a:path w="1287145" h="725170">
                <a:moveTo>
                  <a:pt x="1273688" y="652779"/>
                </a:moveTo>
                <a:lnTo>
                  <a:pt x="1240967" y="652779"/>
                </a:lnTo>
                <a:lnTo>
                  <a:pt x="1243990" y="647700"/>
                </a:lnTo>
                <a:lnTo>
                  <a:pt x="1243634" y="648970"/>
                </a:lnTo>
                <a:lnTo>
                  <a:pt x="1275575" y="648970"/>
                </a:lnTo>
                <a:lnTo>
                  <a:pt x="1274267" y="651510"/>
                </a:lnTo>
                <a:lnTo>
                  <a:pt x="1273688" y="652779"/>
                </a:lnTo>
                <a:close/>
              </a:path>
              <a:path w="1287145" h="725170">
                <a:moveTo>
                  <a:pt x="46605" y="652779"/>
                </a:moveTo>
                <a:lnTo>
                  <a:pt x="46177" y="652779"/>
                </a:lnTo>
                <a:lnTo>
                  <a:pt x="45796" y="651510"/>
                </a:lnTo>
                <a:lnTo>
                  <a:pt x="46605" y="652779"/>
                </a:lnTo>
                <a:close/>
              </a:path>
              <a:path w="1287145" h="725170">
                <a:moveTo>
                  <a:pt x="1267383" y="664210"/>
                </a:moveTo>
                <a:lnTo>
                  <a:pt x="1231836" y="664210"/>
                </a:lnTo>
                <a:lnTo>
                  <a:pt x="1235494" y="660400"/>
                </a:lnTo>
                <a:lnTo>
                  <a:pt x="1235062" y="660400"/>
                </a:lnTo>
                <a:lnTo>
                  <a:pt x="1238516" y="656589"/>
                </a:lnTo>
                <a:lnTo>
                  <a:pt x="1238110" y="656589"/>
                </a:lnTo>
                <a:lnTo>
                  <a:pt x="1241348" y="651510"/>
                </a:lnTo>
                <a:lnTo>
                  <a:pt x="1240967" y="652779"/>
                </a:lnTo>
                <a:lnTo>
                  <a:pt x="1273688" y="652779"/>
                </a:lnTo>
                <a:lnTo>
                  <a:pt x="1271371" y="657860"/>
                </a:lnTo>
                <a:lnTo>
                  <a:pt x="1268234" y="662939"/>
                </a:lnTo>
                <a:lnTo>
                  <a:pt x="1267383" y="664210"/>
                </a:lnTo>
                <a:close/>
              </a:path>
              <a:path w="1287145" h="725170">
                <a:moveTo>
                  <a:pt x="55803" y="664210"/>
                </a:moveTo>
                <a:lnTo>
                  <a:pt x="55308" y="664210"/>
                </a:lnTo>
                <a:lnTo>
                  <a:pt x="54838" y="662939"/>
                </a:lnTo>
                <a:lnTo>
                  <a:pt x="55803" y="664210"/>
                </a:lnTo>
                <a:close/>
              </a:path>
              <a:path w="1287145" h="725170">
                <a:moveTo>
                  <a:pt x="1264831" y="668020"/>
                </a:moveTo>
                <a:lnTo>
                  <a:pt x="1228445" y="668020"/>
                </a:lnTo>
                <a:lnTo>
                  <a:pt x="1232306" y="662939"/>
                </a:lnTo>
                <a:lnTo>
                  <a:pt x="1231836" y="664210"/>
                </a:lnTo>
                <a:lnTo>
                  <a:pt x="1267383" y="664210"/>
                </a:lnTo>
                <a:lnTo>
                  <a:pt x="1264831" y="668020"/>
                </a:lnTo>
                <a:close/>
              </a:path>
              <a:path w="1287145" h="725170">
                <a:moveTo>
                  <a:pt x="59562" y="668020"/>
                </a:moveTo>
                <a:lnTo>
                  <a:pt x="58699" y="668020"/>
                </a:lnTo>
                <a:lnTo>
                  <a:pt x="58216" y="666750"/>
                </a:lnTo>
                <a:lnTo>
                  <a:pt x="59562" y="668020"/>
                </a:lnTo>
                <a:close/>
              </a:path>
              <a:path w="1287145" h="725170">
                <a:moveTo>
                  <a:pt x="1260230" y="674370"/>
                </a:moveTo>
                <a:lnTo>
                  <a:pt x="1221181" y="674370"/>
                </a:lnTo>
                <a:lnTo>
                  <a:pt x="1225397" y="670560"/>
                </a:lnTo>
                <a:lnTo>
                  <a:pt x="1224889" y="670560"/>
                </a:lnTo>
                <a:lnTo>
                  <a:pt x="1228928" y="666750"/>
                </a:lnTo>
                <a:lnTo>
                  <a:pt x="1228445" y="668020"/>
                </a:lnTo>
                <a:lnTo>
                  <a:pt x="1264831" y="668020"/>
                </a:lnTo>
                <a:lnTo>
                  <a:pt x="1261198" y="673100"/>
                </a:lnTo>
                <a:lnTo>
                  <a:pt x="1260230" y="674370"/>
                </a:lnTo>
                <a:close/>
              </a:path>
              <a:path w="1287145" h="725170">
                <a:moveTo>
                  <a:pt x="66907" y="674370"/>
                </a:moveTo>
                <a:lnTo>
                  <a:pt x="65963" y="674370"/>
                </a:lnTo>
                <a:lnTo>
                  <a:pt x="65443" y="673100"/>
                </a:lnTo>
                <a:lnTo>
                  <a:pt x="66907" y="674370"/>
                </a:lnTo>
                <a:close/>
              </a:path>
              <a:path w="1287145" h="725170">
                <a:moveTo>
                  <a:pt x="1253223" y="683260"/>
                </a:moveTo>
                <a:lnTo>
                  <a:pt x="1209141" y="683260"/>
                </a:lnTo>
                <a:lnTo>
                  <a:pt x="1213865" y="679450"/>
                </a:lnTo>
                <a:lnTo>
                  <a:pt x="1213294" y="679450"/>
                </a:lnTo>
                <a:lnTo>
                  <a:pt x="1217853" y="676910"/>
                </a:lnTo>
                <a:lnTo>
                  <a:pt x="1217307" y="676910"/>
                </a:lnTo>
                <a:lnTo>
                  <a:pt x="1221701" y="673100"/>
                </a:lnTo>
                <a:lnTo>
                  <a:pt x="1221181" y="674370"/>
                </a:lnTo>
                <a:lnTo>
                  <a:pt x="1260230" y="674370"/>
                </a:lnTo>
                <a:lnTo>
                  <a:pt x="1257325" y="678179"/>
                </a:lnTo>
                <a:lnTo>
                  <a:pt x="1253223" y="683260"/>
                </a:lnTo>
                <a:close/>
              </a:path>
              <a:path w="1287145" h="725170">
                <a:moveTo>
                  <a:pt x="79844" y="683260"/>
                </a:moveTo>
                <a:lnTo>
                  <a:pt x="78003" y="683260"/>
                </a:lnTo>
                <a:lnTo>
                  <a:pt x="77406" y="681989"/>
                </a:lnTo>
                <a:lnTo>
                  <a:pt x="79844" y="683260"/>
                </a:lnTo>
                <a:close/>
              </a:path>
              <a:path w="1287145" h="725170">
                <a:moveTo>
                  <a:pt x="1237979" y="697229"/>
                </a:moveTo>
                <a:lnTo>
                  <a:pt x="1166634" y="697229"/>
                </a:lnTo>
                <a:lnTo>
                  <a:pt x="1172451" y="695960"/>
                </a:lnTo>
                <a:lnTo>
                  <a:pt x="1171740" y="695960"/>
                </a:lnTo>
                <a:lnTo>
                  <a:pt x="1177467" y="694689"/>
                </a:lnTo>
                <a:lnTo>
                  <a:pt x="1181709" y="694689"/>
                </a:lnTo>
                <a:lnTo>
                  <a:pt x="1187234" y="692150"/>
                </a:lnTo>
                <a:lnTo>
                  <a:pt x="1186548" y="692150"/>
                </a:lnTo>
                <a:lnTo>
                  <a:pt x="1191958" y="690879"/>
                </a:lnTo>
                <a:lnTo>
                  <a:pt x="1191298" y="690879"/>
                </a:lnTo>
                <a:lnTo>
                  <a:pt x="1196581" y="689610"/>
                </a:lnTo>
                <a:lnTo>
                  <a:pt x="1195933" y="689610"/>
                </a:lnTo>
                <a:lnTo>
                  <a:pt x="1201089" y="687070"/>
                </a:lnTo>
                <a:lnTo>
                  <a:pt x="1200454" y="687070"/>
                </a:lnTo>
                <a:lnTo>
                  <a:pt x="1205471" y="684529"/>
                </a:lnTo>
                <a:lnTo>
                  <a:pt x="1204861" y="684529"/>
                </a:lnTo>
                <a:lnTo>
                  <a:pt x="1209738" y="681989"/>
                </a:lnTo>
                <a:lnTo>
                  <a:pt x="1209141" y="683260"/>
                </a:lnTo>
                <a:lnTo>
                  <a:pt x="1253223" y="683260"/>
                </a:lnTo>
                <a:lnTo>
                  <a:pt x="1248892" y="687070"/>
                </a:lnTo>
                <a:lnTo>
                  <a:pt x="1244358" y="692150"/>
                </a:lnTo>
                <a:lnTo>
                  <a:pt x="1239621" y="695960"/>
                </a:lnTo>
                <a:lnTo>
                  <a:pt x="1237979" y="697229"/>
                </a:lnTo>
                <a:close/>
              </a:path>
              <a:path w="1287145" h="725170">
                <a:moveTo>
                  <a:pt x="110375" y="694689"/>
                </a:moveTo>
                <a:lnTo>
                  <a:pt x="105435" y="694689"/>
                </a:lnTo>
                <a:lnTo>
                  <a:pt x="104749" y="693420"/>
                </a:lnTo>
                <a:lnTo>
                  <a:pt x="110375" y="694689"/>
                </a:lnTo>
                <a:close/>
              </a:path>
              <a:path w="1287145" h="725170">
                <a:moveTo>
                  <a:pt x="1181709" y="694689"/>
                </a:moveTo>
                <a:lnTo>
                  <a:pt x="1176769" y="694689"/>
                </a:lnTo>
                <a:lnTo>
                  <a:pt x="1182395" y="693420"/>
                </a:lnTo>
                <a:lnTo>
                  <a:pt x="1181709" y="694689"/>
                </a:lnTo>
                <a:close/>
              </a:path>
            </a:pathLst>
          </a:custGeom>
          <a:solidFill>
            <a:srgbClr val="0ED5F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6742112" y="3984942"/>
            <a:ext cx="1287145" cy="726440"/>
          </a:xfrm>
          <a:custGeom>
            <a:avLst/>
            <a:gdLst/>
            <a:ahLst/>
            <a:cxnLst/>
            <a:rect l="l" t="t" r="r" b="b"/>
            <a:pathLst>
              <a:path w="1287145" h="726439">
                <a:moveTo>
                  <a:pt x="1169885" y="725170"/>
                </a:moveTo>
                <a:lnTo>
                  <a:pt x="117259" y="725170"/>
                </a:lnTo>
                <a:lnTo>
                  <a:pt x="91770" y="720089"/>
                </a:lnTo>
                <a:lnTo>
                  <a:pt x="52450" y="699770"/>
                </a:lnTo>
                <a:lnTo>
                  <a:pt x="38252" y="687070"/>
                </a:lnTo>
                <a:lnTo>
                  <a:pt x="33921" y="683260"/>
                </a:lnTo>
                <a:lnTo>
                  <a:pt x="12877" y="651510"/>
                </a:lnTo>
                <a:lnTo>
                  <a:pt x="10261" y="646429"/>
                </a:lnTo>
                <a:lnTo>
                  <a:pt x="673" y="608329"/>
                </a:lnTo>
                <a:lnTo>
                  <a:pt x="0" y="595629"/>
                </a:lnTo>
                <a:lnTo>
                  <a:pt x="0" y="129539"/>
                </a:lnTo>
                <a:lnTo>
                  <a:pt x="5867" y="91439"/>
                </a:lnTo>
                <a:lnTo>
                  <a:pt x="12877" y="73660"/>
                </a:lnTo>
                <a:lnTo>
                  <a:pt x="15773" y="67310"/>
                </a:lnTo>
                <a:lnTo>
                  <a:pt x="38252" y="38100"/>
                </a:lnTo>
                <a:lnTo>
                  <a:pt x="42786" y="33020"/>
                </a:lnTo>
                <a:lnTo>
                  <a:pt x="79755" y="10160"/>
                </a:lnTo>
                <a:lnTo>
                  <a:pt x="117259" y="0"/>
                </a:lnTo>
                <a:lnTo>
                  <a:pt x="1169885" y="0"/>
                </a:lnTo>
                <a:lnTo>
                  <a:pt x="1207389" y="10160"/>
                </a:lnTo>
                <a:lnTo>
                  <a:pt x="1237979" y="27939"/>
                </a:lnTo>
                <a:lnTo>
                  <a:pt x="120510" y="27939"/>
                </a:lnTo>
                <a:lnTo>
                  <a:pt x="114693" y="29210"/>
                </a:lnTo>
                <a:lnTo>
                  <a:pt x="115404" y="29210"/>
                </a:lnTo>
                <a:lnTo>
                  <a:pt x="109677" y="30479"/>
                </a:lnTo>
                <a:lnTo>
                  <a:pt x="105435" y="30479"/>
                </a:lnTo>
                <a:lnTo>
                  <a:pt x="99910" y="33020"/>
                </a:lnTo>
                <a:lnTo>
                  <a:pt x="100596" y="33020"/>
                </a:lnTo>
                <a:lnTo>
                  <a:pt x="95186" y="34289"/>
                </a:lnTo>
                <a:lnTo>
                  <a:pt x="95846" y="34289"/>
                </a:lnTo>
                <a:lnTo>
                  <a:pt x="90563" y="35560"/>
                </a:lnTo>
                <a:lnTo>
                  <a:pt x="91211" y="35560"/>
                </a:lnTo>
                <a:lnTo>
                  <a:pt x="86055" y="38100"/>
                </a:lnTo>
                <a:lnTo>
                  <a:pt x="86690" y="38100"/>
                </a:lnTo>
                <a:lnTo>
                  <a:pt x="81673" y="40639"/>
                </a:lnTo>
                <a:lnTo>
                  <a:pt x="82283" y="40639"/>
                </a:lnTo>
                <a:lnTo>
                  <a:pt x="79844" y="41910"/>
                </a:lnTo>
                <a:lnTo>
                  <a:pt x="78003" y="41910"/>
                </a:lnTo>
                <a:lnTo>
                  <a:pt x="73278" y="45720"/>
                </a:lnTo>
                <a:lnTo>
                  <a:pt x="73850" y="45720"/>
                </a:lnTo>
                <a:lnTo>
                  <a:pt x="69291" y="48260"/>
                </a:lnTo>
                <a:lnTo>
                  <a:pt x="69837" y="48260"/>
                </a:lnTo>
                <a:lnTo>
                  <a:pt x="66907" y="50800"/>
                </a:lnTo>
                <a:lnTo>
                  <a:pt x="65963" y="50800"/>
                </a:lnTo>
                <a:lnTo>
                  <a:pt x="61747" y="54610"/>
                </a:lnTo>
                <a:lnTo>
                  <a:pt x="62255" y="54610"/>
                </a:lnTo>
                <a:lnTo>
                  <a:pt x="59563" y="57150"/>
                </a:lnTo>
                <a:lnTo>
                  <a:pt x="58699" y="57150"/>
                </a:lnTo>
                <a:lnTo>
                  <a:pt x="55803" y="60960"/>
                </a:lnTo>
                <a:lnTo>
                  <a:pt x="55308" y="60960"/>
                </a:lnTo>
                <a:lnTo>
                  <a:pt x="51650" y="64770"/>
                </a:lnTo>
                <a:lnTo>
                  <a:pt x="52082" y="64770"/>
                </a:lnTo>
                <a:lnTo>
                  <a:pt x="48628" y="68579"/>
                </a:lnTo>
                <a:lnTo>
                  <a:pt x="49034" y="68579"/>
                </a:lnTo>
                <a:lnTo>
                  <a:pt x="46605" y="72389"/>
                </a:lnTo>
                <a:lnTo>
                  <a:pt x="46177" y="72389"/>
                </a:lnTo>
                <a:lnTo>
                  <a:pt x="43910" y="76200"/>
                </a:lnTo>
                <a:lnTo>
                  <a:pt x="43510" y="76200"/>
                </a:lnTo>
                <a:lnTo>
                  <a:pt x="40716" y="81279"/>
                </a:lnTo>
                <a:lnTo>
                  <a:pt x="41046" y="81279"/>
                </a:lnTo>
                <a:lnTo>
                  <a:pt x="39112" y="85089"/>
                </a:lnTo>
                <a:lnTo>
                  <a:pt x="38773" y="85089"/>
                </a:lnTo>
                <a:lnTo>
                  <a:pt x="36449" y="90170"/>
                </a:lnTo>
                <a:lnTo>
                  <a:pt x="36715" y="90170"/>
                </a:lnTo>
                <a:lnTo>
                  <a:pt x="35153" y="93979"/>
                </a:lnTo>
                <a:lnTo>
                  <a:pt x="34874" y="93979"/>
                </a:lnTo>
                <a:lnTo>
                  <a:pt x="33411" y="99060"/>
                </a:lnTo>
                <a:lnTo>
                  <a:pt x="33261" y="99060"/>
                </a:lnTo>
                <a:lnTo>
                  <a:pt x="32011" y="104139"/>
                </a:lnTo>
                <a:lnTo>
                  <a:pt x="31876" y="104139"/>
                </a:lnTo>
                <a:lnTo>
                  <a:pt x="30568" y="109220"/>
                </a:lnTo>
                <a:lnTo>
                  <a:pt x="30721" y="109220"/>
                </a:lnTo>
                <a:lnTo>
                  <a:pt x="29692" y="114300"/>
                </a:lnTo>
                <a:lnTo>
                  <a:pt x="29057" y="119379"/>
                </a:lnTo>
                <a:lnTo>
                  <a:pt x="28800" y="123189"/>
                </a:lnTo>
                <a:lnTo>
                  <a:pt x="28727" y="124460"/>
                </a:lnTo>
                <a:lnTo>
                  <a:pt x="28605" y="129539"/>
                </a:lnTo>
                <a:lnTo>
                  <a:pt x="28605" y="595629"/>
                </a:lnTo>
                <a:lnTo>
                  <a:pt x="28689" y="600710"/>
                </a:lnTo>
                <a:lnTo>
                  <a:pt x="29133" y="605789"/>
                </a:lnTo>
                <a:lnTo>
                  <a:pt x="29806" y="610870"/>
                </a:lnTo>
                <a:lnTo>
                  <a:pt x="30721" y="615950"/>
                </a:lnTo>
                <a:lnTo>
                  <a:pt x="30568" y="615950"/>
                </a:lnTo>
                <a:lnTo>
                  <a:pt x="31876" y="621029"/>
                </a:lnTo>
                <a:lnTo>
                  <a:pt x="32011" y="621029"/>
                </a:lnTo>
                <a:lnTo>
                  <a:pt x="33261" y="626110"/>
                </a:lnTo>
                <a:lnTo>
                  <a:pt x="33411" y="626110"/>
                </a:lnTo>
                <a:lnTo>
                  <a:pt x="34874" y="631189"/>
                </a:lnTo>
                <a:lnTo>
                  <a:pt x="35153" y="631189"/>
                </a:lnTo>
                <a:lnTo>
                  <a:pt x="36715" y="635000"/>
                </a:lnTo>
                <a:lnTo>
                  <a:pt x="36449" y="635000"/>
                </a:lnTo>
                <a:lnTo>
                  <a:pt x="38773" y="640079"/>
                </a:lnTo>
                <a:lnTo>
                  <a:pt x="39112" y="640079"/>
                </a:lnTo>
                <a:lnTo>
                  <a:pt x="41046" y="643889"/>
                </a:lnTo>
                <a:lnTo>
                  <a:pt x="40716" y="643889"/>
                </a:lnTo>
                <a:lnTo>
                  <a:pt x="43510" y="648970"/>
                </a:lnTo>
                <a:lnTo>
                  <a:pt x="43910" y="648970"/>
                </a:lnTo>
                <a:lnTo>
                  <a:pt x="46177" y="652779"/>
                </a:lnTo>
                <a:lnTo>
                  <a:pt x="46605" y="652779"/>
                </a:lnTo>
                <a:lnTo>
                  <a:pt x="49034" y="656589"/>
                </a:lnTo>
                <a:lnTo>
                  <a:pt x="48628" y="656589"/>
                </a:lnTo>
                <a:lnTo>
                  <a:pt x="52082" y="660400"/>
                </a:lnTo>
                <a:lnTo>
                  <a:pt x="51650" y="660400"/>
                </a:lnTo>
                <a:lnTo>
                  <a:pt x="55308" y="664210"/>
                </a:lnTo>
                <a:lnTo>
                  <a:pt x="55803" y="664210"/>
                </a:lnTo>
                <a:lnTo>
                  <a:pt x="58699" y="668020"/>
                </a:lnTo>
                <a:lnTo>
                  <a:pt x="59563" y="668020"/>
                </a:lnTo>
                <a:lnTo>
                  <a:pt x="62255" y="670560"/>
                </a:lnTo>
                <a:lnTo>
                  <a:pt x="61747" y="670560"/>
                </a:lnTo>
                <a:lnTo>
                  <a:pt x="65963" y="674370"/>
                </a:lnTo>
                <a:lnTo>
                  <a:pt x="66907" y="674370"/>
                </a:lnTo>
                <a:lnTo>
                  <a:pt x="69837" y="676910"/>
                </a:lnTo>
                <a:lnTo>
                  <a:pt x="69291" y="676910"/>
                </a:lnTo>
                <a:lnTo>
                  <a:pt x="73850" y="679450"/>
                </a:lnTo>
                <a:lnTo>
                  <a:pt x="73278" y="679450"/>
                </a:lnTo>
                <a:lnTo>
                  <a:pt x="78003" y="683260"/>
                </a:lnTo>
                <a:lnTo>
                  <a:pt x="79844" y="683260"/>
                </a:lnTo>
                <a:lnTo>
                  <a:pt x="82283" y="684529"/>
                </a:lnTo>
                <a:lnTo>
                  <a:pt x="81673" y="684529"/>
                </a:lnTo>
                <a:lnTo>
                  <a:pt x="86690" y="687070"/>
                </a:lnTo>
                <a:lnTo>
                  <a:pt x="86055" y="687070"/>
                </a:lnTo>
                <a:lnTo>
                  <a:pt x="91211" y="689610"/>
                </a:lnTo>
                <a:lnTo>
                  <a:pt x="90563" y="689610"/>
                </a:lnTo>
                <a:lnTo>
                  <a:pt x="95846" y="690879"/>
                </a:lnTo>
                <a:lnTo>
                  <a:pt x="95186" y="690879"/>
                </a:lnTo>
                <a:lnTo>
                  <a:pt x="100596" y="692150"/>
                </a:lnTo>
                <a:lnTo>
                  <a:pt x="99910" y="692150"/>
                </a:lnTo>
                <a:lnTo>
                  <a:pt x="105435" y="694689"/>
                </a:lnTo>
                <a:lnTo>
                  <a:pt x="109677" y="694689"/>
                </a:lnTo>
                <a:lnTo>
                  <a:pt x="115404" y="695960"/>
                </a:lnTo>
                <a:lnTo>
                  <a:pt x="114693" y="695960"/>
                </a:lnTo>
                <a:lnTo>
                  <a:pt x="120510" y="697229"/>
                </a:lnTo>
                <a:lnTo>
                  <a:pt x="1237979" y="697229"/>
                </a:lnTo>
                <a:lnTo>
                  <a:pt x="1234694" y="699770"/>
                </a:lnTo>
                <a:lnTo>
                  <a:pt x="1195374" y="720089"/>
                </a:lnTo>
                <a:lnTo>
                  <a:pt x="1169885" y="725170"/>
                </a:lnTo>
                <a:close/>
              </a:path>
              <a:path w="1287145" h="726439">
                <a:moveTo>
                  <a:pt x="1209738" y="43179"/>
                </a:moveTo>
                <a:lnTo>
                  <a:pt x="1204861" y="40639"/>
                </a:lnTo>
                <a:lnTo>
                  <a:pt x="1205471" y="40639"/>
                </a:lnTo>
                <a:lnTo>
                  <a:pt x="1200454" y="38100"/>
                </a:lnTo>
                <a:lnTo>
                  <a:pt x="1201089" y="38100"/>
                </a:lnTo>
                <a:lnTo>
                  <a:pt x="1195933" y="35560"/>
                </a:lnTo>
                <a:lnTo>
                  <a:pt x="1196581" y="35560"/>
                </a:lnTo>
                <a:lnTo>
                  <a:pt x="1191298" y="34289"/>
                </a:lnTo>
                <a:lnTo>
                  <a:pt x="1191958" y="34289"/>
                </a:lnTo>
                <a:lnTo>
                  <a:pt x="1186548" y="33020"/>
                </a:lnTo>
                <a:lnTo>
                  <a:pt x="1187234" y="33020"/>
                </a:lnTo>
                <a:lnTo>
                  <a:pt x="1181709" y="30479"/>
                </a:lnTo>
                <a:lnTo>
                  <a:pt x="1177467" y="30479"/>
                </a:lnTo>
                <a:lnTo>
                  <a:pt x="1171740" y="29210"/>
                </a:lnTo>
                <a:lnTo>
                  <a:pt x="1172451" y="29210"/>
                </a:lnTo>
                <a:lnTo>
                  <a:pt x="1166634" y="27939"/>
                </a:lnTo>
                <a:lnTo>
                  <a:pt x="1237979" y="27939"/>
                </a:lnTo>
                <a:lnTo>
                  <a:pt x="1239621" y="29210"/>
                </a:lnTo>
                <a:lnTo>
                  <a:pt x="1244358" y="33020"/>
                </a:lnTo>
                <a:lnTo>
                  <a:pt x="1248892" y="38100"/>
                </a:lnTo>
                <a:lnTo>
                  <a:pt x="1253223" y="41910"/>
                </a:lnTo>
                <a:lnTo>
                  <a:pt x="1209141" y="41910"/>
                </a:lnTo>
                <a:lnTo>
                  <a:pt x="1209738" y="43179"/>
                </a:lnTo>
                <a:close/>
              </a:path>
              <a:path w="1287145" h="726439">
                <a:moveTo>
                  <a:pt x="104749" y="31750"/>
                </a:moveTo>
                <a:lnTo>
                  <a:pt x="105435" y="30479"/>
                </a:lnTo>
                <a:lnTo>
                  <a:pt x="110375" y="30479"/>
                </a:lnTo>
                <a:lnTo>
                  <a:pt x="104749" y="31750"/>
                </a:lnTo>
                <a:close/>
              </a:path>
              <a:path w="1287145" h="726439">
                <a:moveTo>
                  <a:pt x="1182395" y="31750"/>
                </a:moveTo>
                <a:lnTo>
                  <a:pt x="1176769" y="30479"/>
                </a:lnTo>
                <a:lnTo>
                  <a:pt x="1181709" y="30479"/>
                </a:lnTo>
                <a:lnTo>
                  <a:pt x="1182395" y="31750"/>
                </a:lnTo>
                <a:close/>
              </a:path>
              <a:path w="1287145" h="726439">
                <a:moveTo>
                  <a:pt x="77406" y="43179"/>
                </a:moveTo>
                <a:lnTo>
                  <a:pt x="78003" y="41910"/>
                </a:lnTo>
                <a:lnTo>
                  <a:pt x="79844" y="41910"/>
                </a:lnTo>
                <a:lnTo>
                  <a:pt x="77406" y="43179"/>
                </a:lnTo>
                <a:close/>
              </a:path>
              <a:path w="1287145" h="726439">
                <a:moveTo>
                  <a:pt x="1221701" y="52070"/>
                </a:moveTo>
                <a:lnTo>
                  <a:pt x="1217307" y="48260"/>
                </a:lnTo>
                <a:lnTo>
                  <a:pt x="1217853" y="48260"/>
                </a:lnTo>
                <a:lnTo>
                  <a:pt x="1213294" y="45720"/>
                </a:lnTo>
                <a:lnTo>
                  <a:pt x="1213866" y="45720"/>
                </a:lnTo>
                <a:lnTo>
                  <a:pt x="1209141" y="41910"/>
                </a:lnTo>
                <a:lnTo>
                  <a:pt x="1253223" y="41910"/>
                </a:lnTo>
                <a:lnTo>
                  <a:pt x="1257325" y="46989"/>
                </a:lnTo>
                <a:lnTo>
                  <a:pt x="1260230" y="50800"/>
                </a:lnTo>
                <a:lnTo>
                  <a:pt x="1221181" y="50800"/>
                </a:lnTo>
                <a:lnTo>
                  <a:pt x="1221701" y="52070"/>
                </a:lnTo>
                <a:close/>
              </a:path>
              <a:path w="1287145" h="726439">
                <a:moveTo>
                  <a:pt x="65443" y="52070"/>
                </a:moveTo>
                <a:lnTo>
                  <a:pt x="65963" y="50800"/>
                </a:lnTo>
                <a:lnTo>
                  <a:pt x="66907" y="50800"/>
                </a:lnTo>
                <a:lnTo>
                  <a:pt x="65443" y="52070"/>
                </a:lnTo>
                <a:close/>
              </a:path>
              <a:path w="1287145" h="726439">
                <a:moveTo>
                  <a:pt x="1228928" y="58420"/>
                </a:moveTo>
                <a:lnTo>
                  <a:pt x="1224889" y="54610"/>
                </a:lnTo>
                <a:lnTo>
                  <a:pt x="1225397" y="54610"/>
                </a:lnTo>
                <a:lnTo>
                  <a:pt x="1221181" y="50800"/>
                </a:lnTo>
                <a:lnTo>
                  <a:pt x="1260230" y="50800"/>
                </a:lnTo>
                <a:lnTo>
                  <a:pt x="1261198" y="52070"/>
                </a:lnTo>
                <a:lnTo>
                  <a:pt x="1264831" y="57150"/>
                </a:lnTo>
                <a:lnTo>
                  <a:pt x="1228445" y="57150"/>
                </a:lnTo>
                <a:lnTo>
                  <a:pt x="1228928" y="58420"/>
                </a:lnTo>
                <a:close/>
              </a:path>
              <a:path w="1287145" h="726439">
                <a:moveTo>
                  <a:pt x="58216" y="58420"/>
                </a:moveTo>
                <a:lnTo>
                  <a:pt x="58699" y="57150"/>
                </a:lnTo>
                <a:lnTo>
                  <a:pt x="59563" y="57150"/>
                </a:lnTo>
                <a:lnTo>
                  <a:pt x="58216" y="58420"/>
                </a:lnTo>
                <a:close/>
              </a:path>
              <a:path w="1287145" h="726439">
                <a:moveTo>
                  <a:pt x="1232306" y="62229"/>
                </a:moveTo>
                <a:lnTo>
                  <a:pt x="1228445" y="57150"/>
                </a:lnTo>
                <a:lnTo>
                  <a:pt x="1264831" y="57150"/>
                </a:lnTo>
                <a:lnTo>
                  <a:pt x="1267383" y="60960"/>
                </a:lnTo>
                <a:lnTo>
                  <a:pt x="1231836" y="60960"/>
                </a:lnTo>
                <a:lnTo>
                  <a:pt x="1232306" y="62229"/>
                </a:lnTo>
                <a:close/>
              </a:path>
              <a:path w="1287145" h="726439">
                <a:moveTo>
                  <a:pt x="54838" y="62229"/>
                </a:moveTo>
                <a:lnTo>
                  <a:pt x="55308" y="60960"/>
                </a:lnTo>
                <a:lnTo>
                  <a:pt x="55803" y="60960"/>
                </a:lnTo>
                <a:lnTo>
                  <a:pt x="54838" y="62229"/>
                </a:lnTo>
                <a:close/>
              </a:path>
              <a:path w="1287145" h="726439">
                <a:moveTo>
                  <a:pt x="1241348" y="73660"/>
                </a:moveTo>
                <a:lnTo>
                  <a:pt x="1238110" y="68579"/>
                </a:lnTo>
                <a:lnTo>
                  <a:pt x="1238516" y="68579"/>
                </a:lnTo>
                <a:lnTo>
                  <a:pt x="1235062" y="64770"/>
                </a:lnTo>
                <a:lnTo>
                  <a:pt x="1235494" y="64770"/>
                </a:lnTo>
                <a:lnTo>
                  <a:pt x="1231836" y="60960"/>
                </a:lnTo>
                <a:lnTo>
                  <a:pt x="1267383" y="60960"/>
                </a:lnTo>
                <a:lnTo>
                  <a:pt x="1268234" y="62229"/>
                </a:lnTo>
                <a:lnTo>
                  <a:pt x="1271371" y="67310"/>
                </a:lnTo>
                <a:lnTo>
                  <a:pt x="1273688" y="72389"/>
                </a:lnTo>
                <a:lnTo>
                  <a:pt x="1240967" y="72389"/>
                </a:lnTo>
                <a:lnTo>
                  <a:pt x="1241348" y="73660"/>
                </a:lnTo>
                <a:close/>
              </a:path>
              <a:path w="1287145" h="726439">
                <a:moveTo>
                  <a:pt x="45796" y="73660"/>
                </a:moveTo>
                <a:lnTo>
                  <a:pt x="46177" y="72389"/>
                </a:lnTo>
                <a:lnTo>
                  <a:pt x="46605" y="72389"/>
                </a:lnTo>
                <a:lnTo>
                  <a:pt x="45796" y="73660"/>
                </a:lnTo>
                <a:close/>
              </a:path>
              <a:path w="1287145" h="726439">
                <a:moveTo>
                  <a:pt x="1243990" y="77470"/>
                </a:moveTo>
                <a:lnTo>
                  <a:pt x="1240967" y="72389"/>
                </a:lnTo>
                <a:lnTo>
                  <a:pt x="1273688" y="72389"/>
                </a:lnTo>
                <a:lnTo>
                  <a:pt x="1274267" y="73660"/>
                </a:lnTo>
                <a:lnTo>
                  <a:pt x="1275575" y="76200"/>
                </a:lnTo>
                <a:lnTo>
                  <a:pt x="1243634" y="76200"/>
                </a:lnTo>
                <a:lnTo>
                  <a:pt x="1243990" y="77470"/>
                </a:lnTo>
                <a:close/>
              </a:path>
              <a:path w="1287145" h="726439">
                <a:moveTo>
                  <a:pt x="43154" y="77470"/>
                </a:moveTo>
                <a:lnTo>
                  <a:pt x="43510" y="76200"/>
                </a:lnTo>
                <a:lnTo>
                  <a:pt x="43910" y="76200"/>
                </a:lnTo>
                <a:lnTo>
                  <a:pt x="43154" y="77470"/>
                </a:lnTo>
                <a:close/>
              </a:path>
              <a:path w="1287145" h="726439">
                <a:moveTo>
                  <a:pt x="1248676" y="86360"/>
                </a:moveTo>
                <a:lnTo>
                  <a:pt x="1246098" y="81279"/>
                </a:lnTo>
                <a:lnTo>
                  <a:pt x="1246428" y="81279"/>
                </a:lnTo>
                <a:lnTo>
                  <a:pt x="1243634" y="76200"/>
                </a:lnTo>
                <a:lnTo>
                  <a:pt x="1275575" y="76200"/>
                </a:lnTo>
                <a:lnTo>
                  <a:pt x="1276883" y="78739"/>
                </a:lnTo>
                <a:lnTo>
                  <a:pt x="1279220" y="85089"/>
                </a:lnTo>
                <a:lnTo>
                  <a:pt x="1248371" y="85089"/>
                </a:lnTo>
                <a:lnTo>
                  <a:pt x="1248676" y="86360"/>
                </a:lnTo>
                <a:close/>
              </a:path>
              <a:path w="1287145" h="726439">
                <a:moveTo>
                  <a:pt x="38468" y="86360"/>
                </a:moveTo>
                <a:lnTo>
                  <a:pt x="38773" y="85089"/>
                </a:lnTo>
                <a:lnTo>
                  <a:pt x="39112" y="85089"/>
                </a:lnTo>
                <a:lnTo>
                  <a:pt x="38468" y="86360"/>
                </a:lnTo>
                <a:close/>
              </a:path>
              <a:path w="1287145" h="726439">
                <a:moveTo>
                  <a:pt x="1252512" y="95250"/>
                </a:moveTo>
                <a:lnTo>
                  <a:pt x="1250429" y="90170"/>
                </a:lnTo>
                <a:lnTo>
                  <a:pt x="1250696" y="90170"/>
                </a:lnTo>
                <a:lnTo>
                  <a:pt x="1248371" y="85089"/>
                </a:lnTo>
                <a:lnTo>
                  <a:pt x="1279220" y="85089"/>
                </a:lnTo>
                <a:lnTo>
                  <a:pt x="1281277" y="91439"/>
                </a:lnTo>
                <a:lnTo>
                  <a:pt x="1281983" y="93979"/>
                </a:lnTo>
                <a:lnTo>
                  <a:pt x="1252270" y="93979"/>
                </a:lnTo>
                <a:lnTo>
                  <a:pt x="1252512" y="95250"/>
                </a:lnTo>
                <a:close/>
              </a:path>
              <a:path w="1287145" h="726439">
                <a:moveTo>
                  <a:pt x="34632" y="95250"/>
                </a:moveTo>
                <a:lnTo>
                  <a:pt x="34874" y="93979"/>
                </a:lnTo>
                <a:lnTo>
                  <a:pt x="35153" y="93979"/>
                </a:lnTo>
                <a:lnTo>
                  <a:pt x="34632" y="95250"/>
                </a:lnTo>
                <a:close/>
              </a:path>
              <a:path w="1287145" h="726439">
                <a:moveTo>
                  <a:pt x="1254099" y="100329"/>
                </a:moveTo>
                <a:lnTo>
                  <a:pt x="1252270" y="93979"/>
                </a:lnTo>
                <a:lnTo>
                  <a:pt x="1281983" y="93979"/>
                </a:lnTo>
                <a:lnTo>
                  <a:pt x="1283042" y="97789"/>
                </a:lnTo>
                <a:lnTo>
                  <a:pt x="1283332" y="99060"/>
                </a:lnTo>
                <a:lnTo>
                  <a:pt x="1253883" y="99060"/>
                </a:lnTo>
                <a:lnTo>
                  <a:pt x="1254099" y="100329"/>
                </a:lnTo>
                <a:close/>
              </a:path>
              <a:path w="1287145" h="726439">
                <a:moveTo>
                  <a:pt x="33045" y="100329"/>
                </a:moveTo>
                <a:lnTo>
                  <a:pt x="33261" y="99060"/>
                </a:lnTo>
                <a:lnTo>
                  <a:pt x="33411" y="99060"/>
                </a:lnTo>
                <a:lnTo>
                  <a:pt x="33045" y="100329"/>
                </a:lnTo>
                <a:close/>
              </a:path>
              <a:path w="1287145" h="726439">
                <a:moveTo>
                  <a:pt x="1255445" y="105410"/>
                </a:moveTo>
                <a:lnTo>
                  <a:pt x="1253883" y="99060"/>
                </a:lnTo>
                <a:lnTo>
                  <a:pt x="1283332" y="99060"/>
                </a:lnTo>
                <a:lnTo>
                  <a:pt x="1284490" y="104139"/>
                </a:lnTo>
                <a:lnTo>
                  <a:pt x="1255268" y="104139"/>
                </a:lnTo>
                <a:lnTo>
                  <a:pt x="1255445" y="105410"/>
                </a:lnTo>
                <a:close/>
              </a:path>
              <a:path w="1287145" h="726439">
                <a:moveTo>
                  <a:pt x="31699" y="105410"/>
                </a:moveTo>
                <a:lnTo>
                  <a:pt x="31876" y="104139"/>
                </a:lnTo>
                <a:lnTo>
                  <a:pt x="32011" y="104139"/>
                </a:lnTo>
                <a:lnTo>
                  <a:pt x="31699" y="105410"/>
                </a:lnTo>
                <a:close/>
              </a:path>
              <a:path w="1287145" h="726439">
                <a:moveTo>
                  <a:pt x="1287145" y="595629"/>
                </a:moveTo>
                <a:lnTo>
                  <a:pt x="1258570" y="595629"/>
                </a:lnTo>
                <a:lnTo>
                  <a:pt x="1258570" y="129539"/>
                </a:lnTo>
                <a:lnTo>
                  <a:pt x="1258417" y="124460"/>
                </a:lnTo>
                <a:lnTo>
                  <a:pt x="1258344" y="123189"/>
                </a:lnTo>
                <a:lnTo>
                  <a:pt x="1258011" y="119379"/>
                </a:lnTo>
                <a:lnTo>
                  <a:pt x="1257338" y="114300"/>
                </a:lnTo>
                <a:lnTo>
                  <a:pt x="1256423" y="109220"/>
                </a:lnTo>
                <a:lnTo>
                  <a:pt x="1256576" y="109220"/>
                </a:lnTo>
                <a:lnTo>
                  <a:pt x="1255268" y="104139"/>
                </a:lnTo>
                <a:lnTo>
                  <a:pt x="1284490" y="104139"/>
                </a:lnTo>
                <a:lnTo>
                  <a:pt x="1285646" y="110489"/>
                </a:lnTo>
                <a:lnTo>
                  <a:pt x="1286471" y="116839"/>
                </a:lnTo>
                <a:lnTo>
                  <a:pt x="1286979" y="123189"/>
                </a:lnTo>
                <a:lnTo>
                  <a:pt x="1287145" y="129539"/>
                </a:lnTo>
                <a:lnTo>
                  <a:pt x="1287145" y="595629"/>
                </a:lnTo>
                <a:close/>
              </a:path>
              <a:path w="1287145" h="726439">
                <a:moveTo>
                  <a:pt x="28575" y="130810"/>
                </a:moveTo>
                <a:lnTo>
                  <a:pt x="28575" y="129539"/>
                </a:lnTo>
                <a:lnTo>
                  <a:pt x="28575" y="130810"/>
                </a:lnTo>
                <a:close/>
              </a:path>
              <a:path w="1287145" h="726439">
                <a:moveTo>
                  <a:pt x="1258570" y="130810"/>
                </a:moveTo>
                <a:lnTo>
                  <a:pt x="1258539" y="129539"/>
                </a:lnTo>
                <a:lnTo>
                  <a:pt x="1258570" y="130810"/>
                </a:lnTo>
                <a:close/>
              </a:path>
              <a:path w="1287145" h="726439">
                <a:moveTo>
                  <a:pt x="28605" y="595629"/>
                </a:moveTo>
                <a:lnTo>
                  <a:pt x="28575" y="594360"/>
                </a:lnTo>
                <a:lnTo>
                  <a:pt x="28605" y="595629"/>
                </a:lnTo>
                <a:close/>
              </a:path>
              <a:path w="1287145" h="726439">
                <a:moveTo>
                  <a:pt x="1284490" y="621029"/>
                </a:moveTo>
                <a:lnTo>
                  <a:pt x="1255268" y="621029"/>
                </a:lnTo>
                <a:lnTo>
                  <a:pt x="1256576" y="615950"/>
                </a:lnTo>
                <a:lnTo>
                  <a:pt x="1256423" y="615950"/>
                </a:lnTo>
                <a:lnTo>
                  <a:pt x="1257452" y="610870"/>
                </a:lnTo>
                <a:lnTo>
                  <a:pt x="1258087" y="605789"/>
                </a:lnTo>
                <a:lnTo>
                  <a:pt x="1258455" y="600710"/>
                </a:lnTo>
                <a:lnTo>
                  <a:pt x="1258570" y="594360"/>
                </a:lnTo>
                <a:lnTo>
                  <a:pt x="1258570" y="595629"/>
                </a:lnTo>
                <a:lnTo>
                  <a:pt x="1287145" y="595629"/>
                </a:lnTo>
                <a:lnTo>
                  <a:pt x="1286979" y="601979"/>
                </a:lnTo>
                <a:lnTo>
                  <a:pt x="1286471" y="608329"/>
                </a:lnTo>
                <a:lnTo>
                  <a:pt x="1285646" y="614679"/>
                </a:lnTo>
                <a:lnTo>
                  <a:pt x="1284490" y="621029"/>
                </a:lnTo>
                <a:close/>
              </a:path>
              <a:path w="1287145" h="726439">
                <a:moveTo>
                  <a:pt x="32011" y="621029"/>
                </a:moveTo>
                <a:lnTo>
                  <a:pt x="31876" y="621029"/>
                </a:lnTo>
                <a:lnTo>
                  <a:pt x="31699" y="619760"/>
                </a:lnTo>
                <a:lnTo>
                  <a:pt x="32011" y="621029"/>
                </a:lnTo>
                <a:close/>
              </a:path>
              <a:path w="1287145" h="726439">
                <a:moveTo>
                  <a:pt x="1283332" y="626110"/>
                </a:moveTo>
                <a:lnTo>
                  <a:pt x="1253883" y="626110"/>
                </a:lnTo>
                <a:lnTo>
                  <a:pt x="1255445" y="619760"/>
                </a:lnTo>
                <a:lnTo>
                  <a:pt x="1255268" y="621029"/>
                </a:lnTo>
                <a:lnTo>
                  <a:pt x="1284490" y="621029"/>
                </a:lnTo>
                <a:lnTo>
                  <a:pt x="1283332" y="626110"/>
                </a:lnTo>
                <a:close/>
              </a:path>
              <a:path w="1287145" h="726439">
                <a:moveTo>
                  <a:pt x="33411" y="626110"/>
                </a:moveTo>
                <a:lnTo>
                  <a:pt x="33261" y="626110"/>
                </a:lnTo>
                <a:lnTo>
                  <a:pt x="33045" y="624839"/>
                </a:lnTo>
                <a:lnTo>
                  <a:pt x="33411" y="626110"/>
                </a:lnTo>
                <a:close/>
              </a:path>
              <a:path w="1287145" h="726439">
                <a:moveTo>
                  <a:pt x="1281983" y="631189"/>
                </a:moveTo>
                <a:lnTo>
                  <a:pt x="1252270" y="631189"/>
                </a:lnTo>
                <a:lnTo>
                  <a:pt x="1254099" y="624839"/>
                </a:lnTo>
                <a:lnTo>
                  <a:pt x="1253883" y="626110"/>
                </a:lnTo>
                <a:lnTo>
                  <a:pt x="1283332" y="626110"/>
                </a:lnTo>
                <a:lnTo>
                  <a:pt x="1283042" y="627379"/>
                </a:lnTo>
                <a:lnTo>
                  <a:pt x="1281983" y="631189"/>
                </a:lnTo>
                <a:close/>
              </a:path>
              <a:path w="1287145" h="726439">
                <a:moveTo>
                  <a:pt x="35153" y="631189"/>
                </a:moveTo>
                <a:lnTo>
                  <a:pt x="34874" y="631189"/>
                </a:lnTo>
                <a:lnTo>
                  <a:pt x="34632" y="629920"/>
                </a:lnTo>
                <a:lnTo>
                  <a:pt x="35153" y="631189"/>
                </a:lnTo>
                <a:close/>
              </a:path>
              <a:path w="1287145" h="726439">
                <a:moveTo>
                  <a:pt x="1279220" y="640079"/>
                </a:moveTo>
                <a:lnTo>
                  <a:pt x="1248371" y="640079"/>
                </a:lnTo>
                <a:lnTo>
                  <a:pt x="1250696" y="635000"/>
                </a:lnTo>
                <a:lnTo>
                  <a:pt x="1250429" y="635000"/>
                </a:lnTo>
                <a:lnTo>
                  <a:pt x="1252512" y="629920"/>
                </a:lnTo>
                <a:lnTo>
                  <a:pt x="1252270" y="631189"/>
                </a:lnTo>
                <a:lnTo>
                  <a:pt x="1281983" y="631189"/>
                </a:lnTo>
                <a:lnTo>
                  <a:pt x="1281277" y="633729"/>
                </a:lnTo>
                <a:lnTo>
                  <a:pt x="1279220" y="640079"/>
                </a:lnTo>
                <a:close/>
              </a:path>
              <a:path w="1287145" h="726439">
                <a:moveTo>
                  <a:pt x="39112" y="640079"/>
                </a:moveTo>
                <a:lnTo>
                  <a:pt x="38773" y="640079"/>
                </a:lnTo>
                <a:lnTo>
                  <a:pt x="38468" y="638810"/>
                </a:lnTo>
                <a:lnTo>
                  <a:pt x="39112" y="640079"/>
                </a:lnTo>
                <a:close/>
              </a:path>
              <a:path w="1287145" h="726439">
                <a:moveTo>
                  <a:pt x="1275575" y="648970"/>
                </a:moveTo>
                <a:lnTo>
                  <a:pt x="1243634" y="648970"/>
                </a:lnTo>
                <a:lnTo>
                  <a:pt x="1246428" y="643889"/>
                </a:lnTo>
                <a:lnTo>
                  <a:pt x="1246098" y="643889"/>
                </a:lnTo>
                <a:lnTo>
                  <a:pt x="1248676" y="638810"/>
                </a:lnTo>
                <a:lnTo>
                  <a:pt x="1248371" y="640079"/>
                </a:lnTo>
                <a:lnTo>
                  <a:pt x="1279220" y="640079"/>
                </a:lnTo>
                <a:lnTo>
                  <a:pt x="1276883" y="646429"/>
                </a:lnTo>
                <a:lnTo>
                  <a:pt x="1275575" y="648970"/>
                </a:lnTo>
                <a:close/>
              </a:path>
              <a:path w="1287145" h="726439">
                <a:moveTo>
                  <a:pt x="43910" y="648970"/>
                </a:moveTo>
                <a:lnTo>
                  <a:pt x="43510" y="648970"/>
                </a:lnTo>
                <a:lnTo>
                  <a:pt x="43154" y="647700"/>
                </a:lnTo>
                <a:lnTo>
                  <a:pt x="43910" y="648970"/>
                </a:lnTo>
                <a:close/>
              </a:path>
              <a:path w="1287145" h="726439">
                <a:moveTo>
                  <a:pt x="1273688" y="652779"/>
                </a:moveTo>
                <a:lnTo>
                  <a:pt x="1240967" y="652779"/>
                </a:lnTo>
                <a:lnTo>
                  <a:pt x="1243990" y="647700"/>
                </a:lnTo>
                <a:lnTo>
                  <a:pt x="1243634" y="648970"/>
                </a:lnTo>
                <a:lnTo>
                  <a:pt x="1275575" y="648970"/>
                </a:lnTo>
                <a:lnTo>
                  <a:pt x="1274267" y="651510"/>
                </a:lnTo>
                <a:lnTo>
                  <a:pt x="1273688" y="652779"/>
                </a:lnTo>
                <a:close/>
              </a:path>
              <a:path w="1287145" h="726439">
                <a:moveTo>
                  <a:pt x="46605" y="652779"/>
                </a:moveTo>
                <a:lnTo>
                  <a:pt x="46177" y="652779"/>
                </a:lnTo>
                <a:lnTo>
                  <a:pt x="45796" y="651510"/>
                </a:lnTo>
                <a:lnTo>
                  <a:pt x="46605" y="652779"/>
                </a:lnTo>
                <a:close/>
              </a:path>
              <a:path w="1287145" h="726439">
                <a:moveTo>
                  <a:pt x="1267383" y="664210"/>
                </a:moveTo>
                <a:lnTo>
                  <a:pt x="1231836" y="664210"/>
                </a:lnTo>
                <a:lnTo>
                  <a:pt x="1235494" y="660400"/>
                </a:lnTo>
                <a:lnTo>
                  <a:pt x="1235062" y="660400"/>
                </a:lnTo>
                <a:lnTo>
                  <a:pt x="1238516" y="656589"/>
                </a:lnTo>
                <a:lnTo>
                  <a:pt x="1238110" y="656589"/>
                </a:lnTo>
                <a:lnTo>
                  <a:pt x="1241348" y="651510"/>
                </a:lnTo>
                <a:lnTo>
                  <a:pt x="1240967" y="652779"/>
                </a:lnTo>
                <a:lnTo>
                  <a:pt x="1273688" y="652779"/>
                </a:lnTo>
                <a:lnTo>
                  <a:pt x="1271371" y="657860"/>
                </a:lnTo>
                <a:lnTo>
                  <a:pt x="1268234" y="662939"/>
                </a:lnTo>
                <a:lnTo>
                  <a:pt x="1267383" y="664210"/>
                </a:lnTo>
                <a:close/>
              </a:path>
              <a:path w="1287145" h="726439">
                <a:moveTo>
                  <a:pt x="55803" y="664210"/>
                </a:moveTo>
                <a:lnTo>
                  <a:pt x="55308" y="664210"/>
                </a:lnTo>
                <a:lnTo>
                  <a:pt x="54838" y="662939"/>
                </a:lnTo>
                <a:lnTo>
                  <a:pt x="55803" y="664210"/>
                </a:lnTo>
                <a:close/>
              </a:path>
              <a:path w="1287145" h="726439">
                <a:moveTo>
                  <a:pt x="1264831" y="668020"/>
                </a:moveTo>
                <a:lnTo>
                  <a:pt x="1228445" y="668020"/>
                </a:lnTo>
                <a:lnTo>
                  <a:pt x="1232306" y="662939"/>
                </a:lnTo>
                <a:lnTo>
                  <a:pt x="1231836" y="664210"/>
                </a:lnTo>
                <a:lnTo>
                  <a:pt x="1267383" y="664210"/>
                </a:lnTo>
                <a:lnTo>
                  <a:pt x="1264831" y="668020"/>
                </a:lnTo>
                <a:close/>
              </a:path>
              <a:path w="1287145" h="726439">
                <a:moveTo>
                  <a:pt x="59563" y="668020"/>
                </a:moveTo>
                <a:lnTo>
                  <a:pt x="58699" y="668020"/>
                </a:lnTo>
                <a:lnTo>
                  <a:pt x="58216" y="666750"/>
                </a:lnTo>
                <a:lnTo>
                  <a:pt x="59563" y="668020"/>
                </a:lnTo>
                <a:close/>
              </a:path>
              <a:path w="1287145" h="726439">
                <a:moveTo>
                  <a:pt x="1260230" y="674370"/>
                </a:moveTo>
                <a:lnTo>
                  <a:pt x="1221181" y="674370"/>
                </a:lnTo>
                <a:lnTo>
                  <a:pt x="1225397" y="670560"/>
                </a:lnTo>
                <a:lnTo>
                  <a:pt x="1224889" y="670560"/>
                </a:lnTo>
                <a:lnTo>
                  <a:pt x="1228928" y="666750"/>
                </a:lnTo>
                <a:lnTo>
                  <a:pt x="1228445" y="668020"/>
                </a:lnTo>
                <a:lnTo>
                  <a:pt x="1264831" y="668020"/>
                </a:lnTo>
                <a:lnTo>
                  <a:pt x="1261198" y="673100"/>
                </a:lnTo>
                <a:lnTo>
                  <a:pt x="1260230" y="674370"/>
                </a:lnTo>
                <a:close/>
              </a:path>
              <a:path w="1287145" h="726439">
                <a:moveTo>
                  <a:pt x="66907" y="674370"/>
                </a:moveTo>
                <a:lnTo>
                  <a:pt x="65963" y="674370"/>
                </a:lnTo>
                <a:lnTo>
                  <a:pt x="65443" y="673100"/>
                </a:lnTo>
                <a:lnTo>
                  <a:pt x="66907" y="674370"/>
                </a:lnTo>
                <a:close/>
              </a:path>
              <a:path w="1287145" h="726439">
                <a:moveTo>
                  <a:pt x="1253223" y="683260"/>
                </a:moveTo>
                <a:lnTo>
                  <a:pt x="1209141" y="683260"/>
                </a:lnTo>
                <a:lnTo>
                  <a:pt x="1213866" y="679450"/>
                </a:lnTo>
                <a:lnTo>
                  <a:pt x="1213294" y="679450"/>
                </a:lnTo>
                <a:lnTo>
                  <a:pt x="1217853" y="676910"/>
                </a:lnTo>
                <a:lnTo>
                  <a:pt x="1217307" y="676910"/>
                </a:lnTo>
                <a:lnTo>
                  <a:pt x="1221701" y="673100"/>
                </a:lnTo>
                <a:lnTo>
                  <a:pt x="1221181" y="674370"/>
                </a:lnTo>
                <a:lnTo>
                  <a:pt x="1260230" y="674370"/>
                </a:lnTo>
                <a:lnTo>
                  <a:pt x="1257325" y="678179"/>
                </a:lnTo>
                <a:lnTo>
                  <a:pt x="1253223" y="683260"/>
                </a:lnTo>
                <a:close/>
              </a:path>
              <a:path w="1287145" h="726439">
                <a:moveTo>
                  <a:pt x="79844" y="683260"/>
                </a:moveTo>
                <a:lnTo>
                  <a:pt x="78003" y="683260"/>
                </a:lnTo>
                <a:lnTo>
                  <a:pt x="77406" y="681989"/>
                </a:lnTo>
                <a:lnTo>
                  <a:pt x="79844" y="683260"/>
                </a:lnTo>
                <a:close/>
              </a:path>
              <a:path w="1287145" h="726439">
                <a:moveTo>
                  <a:pt x="1237979" y="697229"/>
                </a:moveTo>
                <a:lnTo>
                  <a:pt x="1166634" y="697229"/>
                </a:lnTo>
                <a:lnTo>
                  <a:pt x="1172451" y="695960"/>
                </a:lnTo>
                <a:lnTo>
                  <a:pt x="1171740" y="695960"/>
                </a:lnTo>
                <a:lnTo>
                  <a:pt x="1177467" y="694689"/>
                </a:lnTo>
                <a:lnTo>
                  <a:pt x="1181709" y="694689"/>
                </a:lnTo>
                <a:lnTo>
                  <a:pt x="1187234" y="692150"/>
                </a:lnTo>
                <a:lnTo>
                  <a:pt x="1186548" y="692150"/>
                </a:lnTo>
                <a:lnTo>
                  <a:pt x="1191958" y="690879"/>
                </a:lnTo>
                <a:lnTo>
                  <a:pt x="1191298" y="690879"/>
                </a:lnTo>
                <a:lnTo>
                  <a:pt x="1196581" y="689610"/>
                </a:lnTo>
                <a:lnTo>
                  <a:pt x="1195933" y="689610"/>
                </a:lnTo>
                <a:lnTo>
                  <a:pt x="1201089" y="687070"/>
                </a:lnTo>
                <a:lnTo>
                  <a:pt x="1200454" y="687070"/>
                </a:lnTo>
                <a:lnTo>
                  <a:pt x="1205471" y="684529"/>
                </a:lnTo>
                <a:lnTo>
                  <a:pt x="1204861" y="684529"/>
                </a:lnTo>
                <a:lnTo>
                  <a:pt x="1209738" y="681989"/>
                </a:lnTo>
                <a:lnTo>
                  <a:pt x="1209141" y="683260"/>
                </a:lnTo>
                <a:lnTo>
                  <a:pt x="1253223" y="683260"/>
                </a:lnTo>
                <a:lnTo>
                  <a:pt x="1248892" y="687070"/>
                </a:lnTo>
                <a:lnTo>
                  <a:pt x="1244358" y="692150"/>
                </a:lnTo>
                <a:lnTo>
                  <a:pt x="1239621" y="695960"/>
                </a:lnTo>
                <a:lnTo>
                  <a:pt x="1237979" y="697229"/>
                </a:lnTo>
                <a:close/>
              </a:path>
              <a:path w="1287145" h="726439">
                <a:moveTo>
                  <a:pt x="110375" y="694689"/>
                </a:moveTo>
                <a:lnTo>
                  <a:pt x="105435" y="694689"/>
                </a:lnTo>
                <a:lnTo>
                  <a:pt x="104749" y="693420"/>
                </a:lnTo>
                <a:lnTo>
                  <a:pt x="110375" y="694689"/>
                </a:lnTo>
                <a:close/>
              </a:path>
              <a:path w="1287145" h="726439">
                <a:moveTo>
                  <a:pt x="1181709" y="694689"/>
                </a:moveTo>
                <a:lnTo>
                  <a:pt x="1176769" y="694689"/>
                </a:lnTo>
                <a:lnTo>
                  <a:pt x="1182395" y="693420"/>
                </a:lnTo>
                <a:lnTo>
                  <a:pt x="1181709" y="694689"/>
                </a:lnTo>
                <a:close/>
              </a:path>
              <a:path w="1287145" h="726439">
                <a:moveTo>
                  <a:pt x="1156728" y="726439"/>
                </a:moveTo>
                <a:lnTo>
                  <a:pt x="130416" y="726439"/>
                </a:lnTo>
                <a:lnTo>
                  <a:pt x="123888" y="725170"/>
                </a:lnTo>
                <a:lnTo>
                  <a:pt x="1163256" y="725170"/>
                </a:lnTo>
                <a:lnTo>
                  <a:pt x="1156728" y="726439"/>
                </a:lnTo>
                <a:close/>
              </a:path>
            </a:pathLst>
          </a:custGeom>
          <a:solidFill>
            <a:srgbClr val="0ED5F9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/>
          <p:nvPr/>
        </p:nvSpPr>
        <p:spPr>
          <a:xfrm>
            <a:off x="2021077" y="1063904"/>
            <a:ext cx="6668147" cy="54166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240510" y="1675485"/>
            <a:ext cx="3797947" cy="53968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810423" y="2742844"/>
            <a:ext cx="193332" cy="42026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058530" y="2765805"/>
            <a:ext cx="198551" cy="37892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304211" y="2706865"/>
            <a:ext cx="5488914" cy="48966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769720" y="2762237"/>
            <a:ext cx="250342" cy="38785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810423" y="3473729"/>
            <a:ext cx="193332" cy="42026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029955" y="3498469"/>
            <a:ext cx="244982" cy="377151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304211" y="3468306"/>
            <a:ext cx="198551" cy="426783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721343" y="3437750"/>
            <a:ext cx="4146423" cy="489661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6864680" y="3525710"/>
            <a:ext cx="286067" cy="358393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7179678" y="3437750"/>
            <a:ext cx="939838" cy="487870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8096110" y="3493122"/>
            <a:ext cx="250342" cy="387858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829473" y="4266844"/>
            <a:ext cx="193332" cy="420268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2052573" y="4291584"/>
            <a:ext cx="241414" cy="380720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2323261" y="4261421"/>
            <a:ext cx="198551" cy="426783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2740393" y="4230852"/>
            <a:ext cx="4142854" cy="491451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6890537" y="4317491"/>
            <a:ext cx="312039" cy="359727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7233780" y="4234434"/>
            <a:ext cx="2773133" cy="484301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9963594" y="4391152"/>
            <a:ext cx="287654" cy="365988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10223360" y="4286237"/>
            <a:ext cx="250342" cy="387857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1846618" y="5034559"/>
            <a:ext cx="193332" cy="420268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2059000" y="5059298"/>
            <a:ext cx="264629" cy="377151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2340406" y="5029136"/>
            <a:ext cx="198551" cy="426783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2757538" y="5002148"/>
            <a:ext cx="4142866" cy="486092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6907682" y="5085207"/>
            <a:ext cx="312039" cy="359727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7247356" y="5002148"/>
            <a:ext cx="2776702" cy="484301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9980739" y="5158866"/>
            <a:ext cx="287654" cy="365988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10240505" y="5053952"/>
            <a:ext cx="250342" cy="387857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/>
          <p:nvPr/>
        </p:nvSpPr>
        <p:spPr>
          <a:xfrm>
            <a:off x="925067" y="2831592"/>
            <a:ext cx="4503420" cy="172516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99795" y="1346453"/>
            <a:ext cx="3246081" cy="48609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011752" y="1544688"/>
            <a:ext cx="957694" cy="8604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935321" y="1346466"/>
            <a:ext cx="1136408" cy="48251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692895" y="2593848"/>
            <a:ext cx="1655063" cy="167030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916000" y="5255755"/>
            <a:ext cx="3237141" cy="48966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127957" y="5457558"/>
            <a:ext cx="957694" cy="8604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055095" y="5255742"/>
            <a:ext cx="4805680" cy="491451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/>
          <p:nvPr/>
        </p:nvSpPr>
        <p:spPr>
          <a:xfrm>
            <a:off x="803376" y="1346453"/>
            <a:ext cx="3235807" cy="48430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011752" y="1544688"/>
            <a:ext cx="957694" cy="8604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954955" y="1342885"/>
            <a:ext cx="1847329" cy="48966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205483" y="2770632"/>
            <a:ext cx="2001012" cy="304495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294632" y="2508504"/>
            <a:ext cx="2203704" cy="330707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523988" y="2401823"/>
            <a:ext cx="4090415" cy="341376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/>
          <p:nvPr/>
        </p:nvSpPr>
        <p:spPr>
          <a:xfrm>
            <a:off x="3023349" y="1415694"/>
            <a:ext cx="6612585" cy="53968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177288" y="2177694"/>
            <a:ext cx="6873100" cy="54166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810423" y="3228619"/>
            <a:ext cx="193332" cy="42026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058530" y="3251580"/>
            <a:ext cx="198551" cy="37892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304211" y="3192640"/>
            <a:ext cx="5029809" cy="49322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541120" y="3248012"/>
            <a:ext cx="250342" cy="38785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810423" y="3959504"/>
            <a:ext cx="193332" cy="42026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029955" y="3984244"/>
            <a:ext cx="244982" cy="377151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304211" y="3954081"/>
            <a:ext cx="198551" cy="426783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721343" y="3923525"/>
            <a:ext cx="4146423" cy="489661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6864680" y="4011485"/>
            <a:ext cx="286067" cy="358394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7179678" y="3923525"/>
            <a:ext cx="939838" cy="487870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8096110" y="3978897"/>
            <a:ext cx="250342" cy="387857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829473" y="4752619"/>
            <a:ext cx="193332" cy="420268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2052573" y="4777359"/>
            <a:ext cx="241414" cy="380720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2323261" y="4747196"/>
            <a:ext cx="198551" cy="426783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2740393" y="4716627"/>
            <a:ext cx="4142854" cy="491451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6890537" y="4803266"/>
            <a:ext cx="312039" cy="359727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7233780" y="4720209"/>
            <a:ext cx="2773133" cy="484301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9963594" y="4876927"/>
            <a:ext cx="287654" cy="365988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10223360" y="4772012"/>
            <a:ext cx="250342" cy="387857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1846618" y="5520334"/>
            <a:ext cx="193332" cy="420268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2059000" y="5545073"/>
            <a:ext cx="264629" cy="377151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2340406" y="5514911"/>
            <a:ext cx="198551" cy="426783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2757538" y="5487923"/>
            <a:ext cx="4142866" cy="486092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6907682" y="5570982"/>
            <a:ext cx="312039" cy="359727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7247356" y="5487923"/>
            <a:ext cx="2776702" cy="484301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9980739" y="5644641"/>
            <a:ext cx="287654" cy="365988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10469105" y="5539727"/>
            <a:ext cx="250342" cy="387857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/>
          <p:nvPr/>
        </p:nvSpPr>
        <p:spPr>
          <a:xfrm>
            <a:off x="982980" y="1124711"/>
            <a:ext cx="2555747" cy="3200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609358" y="5344236"/>
            <a:ext cx="1662963" cy="44281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247341" y="5393448"/>
            <a:ext cx="226910" cy="34914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659138" y="5344236"/>
            <a:ext cx="3910063" cy="44122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040123" y="1181100"/>
            <a:ext cx="3454908" cy="41529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3965384" y="1306658"/>
            <a:ext cx="2599690" cy="5734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400" spc="5" i="1">
                <a:latin typeface="Times New Roman"/>
                <a:cs typeface="Times New Roman"/>
              </a:rPr>
              <a:t>p </a:t>
            </a:r>
            <a:r>
              <a:rPr dirty="0" sz="3400" spc="5">
                <a:latin typeface="Symbol"/>
                <a:cs typeface="Symbol"/>
              </a:rPr>
              <a:t></a:t>
            </a:r>
            <a:r>
              <a:rPr dirty="0" sz="3400" spc="5">
                <a:latin typeface="Times New Roman"/>
                <a:cs typeface="Times New Roman"/>
              </a:rPr>
              <a:t> </a:t>
            </a:r>
            <a:r>
              <a:rPr dirty="0" sz="3400" i="1">
                <a:latin typeface="Times New Roman"/>
                <a:cs typeface="Times New Roman"/>
              </a:rPr>
              <a:t>p</a:t>
            </a:r>
            <a:r>
              <a:rPr dirty="0" baseline="-23611" sz="3000">
                <a:latin typeface="Times New Roman"/>
                <a:cs typeface="Times New Roman"/>
              </a:rPr>
              <a:t>0 </a:t>
            </a:r>
            <a:r>
              <a:rPr dirty="0" sz="3400" spc="5">
                <a:latin typeface="Symbol"/>
                <a:cs typeface="Symbol"/>
              </a:rPr>
              <a:t></a:t>
            </a:r>
            <a:r>
              <a:rPr dirty="0" sz="3400" spc="5">
                <a:latin typeface="Times New Roman"/>
                <a:cs typeface="Times New Roman"/>
              </a:rPr>
              <a:t> </a:t>
            </a:r>
            <a:r>
              <a:rPr dirty="0" sz="3600" spc="-340" i="1">
                <a:latin typeface="Symbol"/>
                <a:cs typeface="Symbol"/>
              </a:rPr>
              <a:t></a:t>
            </a:r>
            <a:r>
              <a:rPr dirty="0" baseline="-23611" sz="3000" spc="-509" i="1">
                <a:latin typeface="Times New Roman"/>
                <a:cs typeface="Times New Roman"/>
              </a:rPr>
              <a:t>Hg</a:t>
            </a:r>
            <a:r>
              <a:rPr dirty="0" baseline="-23611" sz="3000" spc="-330" i="1">
                <a:latin typeface="Times New Roman"/>
                <a:cs typeface="Times New Roman"/>
              </a:rPr>
              <a:t> </a:t>
            </a:r>
            <a:r>
              <a:rPr dirty="0" sz="3400" spc="5" i="1">
                <a:latin typeface="Times New Roman"/>
                <a:cs typeface="Times New Roman"/>
              </a:rPr>
              <a:t>gh</a:t>
            </a:r>
            <a:endParaRPr sz="3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8221980" y="1114044"/>
            <a:ext cx="3314700" cy="417271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7918653" y="1306658"/>
            <a:ext cx="2710815" cy="5734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400" spc="50" i="1">
                <a:latin typeface="Times New Roman"/>
                <a:cs typeface="Times New Roman"/>
              </a:rPr>
              <a:t>p</a:t>
            </a:r>
            <a:r>
              <a:rPr dirty="0" sz="3400" spc="50">
                <a:latin typeface="Times New Roman"/>
                <a:cs typeface="Times New Roman"/>
              </a:rPr>
              <a:t>' </a:t>
            </a:r>
            <a:r>
              <a:rPr dirty="0" sz="3400" spc="5">
                <a:latin typeface="Symbol"/>
                <a:cs typeface="Symbol"/>
              </a:rPr>
              <a:t></a:t>
            </a:r>
            <a:r>
              <a:rPr dirty="0" sz="3400" spc="5">
                <a:latin typeface="Times New Roman"/>
                <a:cs typeface="Times New Roman"/>
              </a:rPr>
              <a:t> </a:t>
            </a:r>
            <a:r>
              <a:rPr dirty="0" sz="3400" i="1">
                <a:latin typeface="Times New Roman"/>
                <a:cs typeface="Times New Roman"/>
              </a:rPr>
              <a:t>p</a:t>
            </a:r>
            <a:r>
              <a:rPr dirty="0" baseline="-23611" sz="3000">
                <a:latin typeface="Times New Roman"/>
                <a:cs typeface="Times New Roman"/>
              </a:rPr>
              <a:t>0 </a:t>
            </a:r>
            <a:r>
              <a:rPr dirty="0" sz="3400" spc="5">
                <a:latin typeface="Symbol"/>
                <a:cs typeface="Symbol"/>
              </a:rPr>
              <a:t></a:t>
            </a:r>
            <a:r>
              <a:rPr dirty="0" sz="3400" spc="5">
                <a:latin typeface="Times New Roman"/>
                <a:cs typeface="Times New Roman"/>
              </a:rPr>
              <a:t> </a:t>
            </a:r>
            <a:r>
              <a:rPr dirty="0" sz="3600" spc="-340" i="1">
                <a:latin typeface="Symbol"/>
                <a:cs typeface="Symbol"/>
              </a:rPr>
              <a:t></a:t>
            </a:r>
            <a:r>
              <a:rPr dirty="0" baseline="-23611" sz="3000" spc="-509" i="1">
                <a:latin typeface="Times New Roman"/>
                <a:cs typeface="Times New Roman"/>
              </a:rPr>
              <a:t>Hg</a:t>
            </a:r>
            <a:r>
              <a:rPr dirty="0" baseline="-23611" sz="3000" spc="-382" i="1">
                <a:latin typeface="Times New Roman"/>
                <a:cs typeface="Times New Roman"/>
              </a:rPr>
              <a:t> </a:t>
            </a:r>
            <a:r>
              <a:rPr dirty="0" sz="3400" spc="15" i="1">
                <a:latin typeface="Times New Roman"/>
                <a:cs typeface="Times New Roman"/>
              </a:rPr>
              <a:t>gh</a:t>
            </a:r>
            <a:r>
              <a:rPr dirty="0" sz="3400" spc="15">
                <a:latin typeface="Times New Roman"/>
                <a:cs typeface="Times New Roman"/>
              </a:rPr>
              <a:t>'</a:t>
            </a:r>
            <a:endParaRPr sz="3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/>
          <p:nvPr/>
        </p:nvSpPr>
        <p:spPr>
          <a:xfrm>
            <a:off x="1222247" y="2066544"/>
            <a:ext cx="3014472" cy="45217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938516" y="2891027"/>
            <a:ext cx="3698748" cy="23241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995671" y="3192779"/>
            <a:ext cx="3741420" cy="211683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845828" y="1313891"/>
            <a:ext cx="1662963" cy="44281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483811" y="1363103"/>
            <a:ext cx="226910" cy="34914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895608" y="1313891"/>
            <a:ext cx="3910063" cy="44122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480752" y="1074102"/>
          <a:ext cx="7812405" cy="19221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84475"/>
                <a:gridCol w="996950"/>
                <a:gridCol w="996950"/>
                <a:gridCol w="996950"/>
                <a:gridCol w="996950"/>
                <a:gridCol w="996950"/>
              </a:tblGrid>
              <a:tr h="518160">
                <a:tc>
                  <a:txBody>
                    <a:bodyPr/>
                    <a:lstStyle/>
                    <a:p>
                      <a:pPr marL="900430">
                        <a:lnSpc>
                          <a:spcPct val="100000"/>
                        </a:lnSpc>
                        <a:spcBef>
                          <a:spcPts val="190"/>
                        </a:spcBef>
                        <a:tabLst>
                          <a:tab pos="1524635" algn="l"/>
                        </a:tabLst>
                      </a:pPr>
                      <a:r>
                        <a:rPr dirty="0" sz="2800" spc="-20" b="1">
                          <a:latin typeface="黑体"/>
                          <a:cs typeface="黑体"/>
                        </a:rPr>
                        <a:t>次	数</a:t>
                      </a:r>
                      <a:endParaRPr sz="2800">
                        <a:latin typeface="黑体"/>
                        <a:cs typeface="黑体"/>
                      </a:endParaRPr>
                    </a:p>
                  </a:txBody>
                  <a:tcPr marL="0" marR="0" marB="0" marT="24130">
                    <a:lnL w="285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2800" b="1">
                          <a:latin typeface="Times New Roman"/>
                          <a:cs typeface="Times New Roman"/>
                        </a:rPr>
                        <a:t>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413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2800" b="1">
                          <a:latin typeface="Times New Roman"/>
                          <a:cs typeface="Times New Roman"/>
                        </a:rPr>
                        <a:t>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413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2800" b="1">
                          <a:latin typeface="Times New Roman"/>
                          <a:cs typeface="Times New Roman"/>
                        </a:rPr>
                        <a:t>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413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2800" b="1">
                          <a:latin typeface="Times New Roman"/>
                          <a:cs typeface="Times New Roman"/>
                        </a:rPr>
                        <a:t>4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413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2800" b="1">
                          <a:latin typeface="Times New Roman"/>
                          <a:cs typeface="Times New Roman"/>
                        </a:rPr>
                        <a:t>5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413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3406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r>
                        <a:rPr dirty="0" sz="2800" b="1">
                          <a:latin typeface="黑体"/>
                          <a:cs typeface="黑体"/>
                        </a:rPr>
                        <a:t>压强</a:t>
                      </a:r>
                      <a:r>
                        <a:rPr dirty="0" sz="2800" spc="-125" b="1">
                          <a:latin typeface="黑体"/>
                          <a:cs typeface="黑体"/>
                        </a:rPr>
                        <a:t>（</a:t>
                      </a:r>
                      <a:r>
                        <a:rPr dirty="0" sz="2900" spc="-125" b="1" i="1">
                          <a:latin typeface="黑体"/>
                          <a:cs typeface="黑体"/>
                        </a:rPr>
                        <a:t>×</a:t>
                      </a:r>
                      <a:r>
                        <a:rPr dirty="0" sz="2800" spc="-125" b="1" i="1">
                          <a:latin typeface="Calibri"/>
                          <a:cs typeface="Calibri"/>
                        </a:rPr>
                        <a:t>10</a:t>
                      </a:r>
                      <a:r>
                        <a:rPr dirty="0" baseline="21604" sz="2700" spc="-187" b="1" i="1">
                          <a:latin typeface="Calibri"/>
                          <a:cs typeface="Calibri"/>
                        </a:rPr>
                        <a:t>5</a:t>
                      </a:r>
                      <a:r>
                        <a:rPr dirty="0" sz="2800" spc="-125" b="1" i="1">
                          <a:latin typeface="Calibri"/>
                          <a:cs typeface="Calibri"/>
                        </a:rPr>
                        <a:t>Pa</a:t>
                      </a:r>
                      <a:r>
                        <a:rPr dirty="0" sz="2800" spc="-125" b="1">
                          <a:latin typeface="Times New Roman"/>
                          <a:cs typeface="Times New Roman"/>
                        </a:rPr>
                        <a:t>)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0650">
                    <a:lnL w="285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40"/>
                        </a:spcBef>
                      </a:pPr>
                      <a:r>
                        <a:rPr dirty="0" sz="2800" spc="-5" b="1">
                          <a:latin typeface="Times New Roman"/>
                          <a:cs typeface="Times New Roman"/>
                        </a:rPr>
                        <a:t>3.0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3208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40"/>
                        </a:spcBef>
                      </a:pPr>
                      <a:r>
                        <a:rPr dirty="0" sz="2800" spc="-5" b="1">
                          <a:latin typeface="Times New Roman"/>
                          <a:cs typeface="Times New Roman"/>
                        </a:rPr>
                        <a:t>2.5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3208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40"/>
                        </a:spcBef>
                      </a:pPr>
                      <a:r>
                        <a:rPr dirty="0" sz="2800" spc="-5" b="1">
                          <a:latin typeface="Times New Roman"/>
                          <a:cs typeface="Times New Roman"/>
                        </a:rPr>
                        <a:t>2.0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3208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40"/>
                        </a:spcBef>
                      </a:pPr>
                      <a:r>
                        <a:rPr dirty="0" sz="2800" spc="-5" b="1">
                          <a:latin typeface="Times New Roman"/>
                          <a:cs typeface="Times New Roman"/>
                        </a:rPr>
                        <a:t>1.5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3208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40"/>
                        </a:spcBef>
                      </a:pPr>
                      <a:r>
                        <a:rPr dirty="0" sz="2800" spc="-5" b="1">
                          <a:latin typeface="Times New Roman"/>
                          <a:cs typeface="Times New Roman"/>
                        </a:rPr>
                        <a:t>1.0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3208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4135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dirty="0" sz="2800" b="1">
                          <a:latin typeface="黑体"/>
                          <a:cs typeface="黑体"/>
                        </a:rPr>
                        <a:t>体积</a:t>
                      </a:r>
                      <a:r>
                        <a:rPr dirty="0" sz="2800" spc="-5" b="1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dirty="0" sz="2800" spc="-5" b="1" i="1">
                          <a:latin typeface="Calibri"/>
                          <a:cs typeface="Calibri"/>
                        </a:rPr>
                        <a:t>L</a:t>
                      </a:r>
                      <a:r>
                        <a:rPr dirty="0" sz="2800" spc="-5" b="1">
                          <a:latin typeface="Times New Roman"/>
                          <a:cs typeface="Times New Roman"/>
                        </a:rPr>
                        <a:t>)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6995">
                    <a:lnL w="285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2800" spc="-5" b="1">
                          <a:latin typeface="Times New Roman"/>
                          <a:cs typeface="Times New Roman"/>
                        </a:rPr>
                        <a:t>1.3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572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2800" spc="-5" b="1">
                          <a:latin typeface="Times New Roman"/>
                          <a:cs typeface="Times New Roman"/>
                        </a:rPr>
                        <a:t>1.6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572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2800" spc="-5" b="1">
                          <a:latin typeface="Times New Roman"/>
                          <a:cs typeface="Times New Roman"/>
                        </a:rPr>
                        <a:t>2.0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572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2800" spc="-5" b="1">
                          <a:latin typeface="Times New Roman"/>
                          <a:cs typeface="Times New Roman"/>
                        </a:rPr>
                        <a:t>2.7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572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2800" spc="-5" b="1">
                          <a:latin typeface="Times New Roman"/>
                          <a:cs typeface="Times New Roman"/>
                        </a:rPr>
                        <a:t>4.0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5725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/>
          <p:nvPr/>
        </p:nvSpPr>
        <p:spPr>
          <a:xfrm>
            <a:off x="3200400" y="6229350"/>
            <a:ext cx="7010400" cy="190500"/>
          </a:xfrm>
          <a:custGeom>
            <a:avLst/>
            <a:gdLst/>
            <a:ahLst/>
            <a:cxnLst/>
            <a:rect l="l" t="t" r="r" b="b"/>
            <a:pathLst>
              <a:path w="7010400" h="190500">
                <a:moveTo>
                  <a:pt x="6819900" y="190500"/>
                </a:moveTo>
                <a:lnTo>
                  <a:pt x="6915150" y="95250"/>
                </a:lnTo>
                <a:lnTo>
                  <a:pt x="6819900" y="0"/>
                </a:lnTo>
                <a:lnTo>
                  <a:pt x="6972300" y="76200"/>
                </a:lnTo>
                <a:lnTo>
                  <a:pt x="6938962" y="76200"/>
                </a:lnTo>
                <a:lnTo>
                  <a:pt x="6938962" y="114300"/>
                </a:lnTo>
                <a:lnTo>
                  <a:pt x="6972300" y="114300"/>
                </a:lnTo>
                <a:lnTo>
                  <a:pt x="6819900" y="190500"/>
                </a:lnTo>
                <a:close/>
              </a:path>
              <a:path w="7010400" h="190500">
                <a:moveTo>
                  <a:pt x="6896100" y="114300"/>
                </a:moveTo>
                <a:lnTo>
                  <a:pt x="0" y="114300"/>
                </a:lnTo>
                <a:lnTo>
                  <a:pt x="0" y="76200"/>
                </a:lnTo>
                <a:lnTo>
                  <a:pt x="6896100" y="76200"/>
                </a:lnTo>
                <a:lnTo>
                  <a:pt x="6915150" y="95250"/>
                </a:lnTo>
                <a:lnTo>
                  <a:pt x="6896100" y="114300"/>
                </a:lnTo>
                <a:close/>
              </a:path>
              <a:path w="7010400" h="190500">
                <a:moveTo>
                  <a:pt x="6972300" y="114300"/>
                </a:moveTo>
                <a:lnTo>
                  <a:pt x="6938962" y="114300"/>
                </a:lnTo>
                <a:lnTo>
                  <a:pt x="6938962" y="76200"/>
                </a:lnTo>
                <a:lnTo>
                  <a:pt x="6972300" y="76200"/>
                </a:lnTo>
                <a:lnTo>
                  <a:pt x="7010400" y="95250"/>
                </a:lnTo>
                <a:lnTo>
                  <a:pt x="6972300" y="1143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105150" y="457200"/>
            <a:ext cx="190500" cy="5867400"/>
          </a:xfrm>
          <a:custGeom>
            <a:avLst/>
            <a:gdLst/>
            <a:ahLst/>
            <a:cxnLst/>
            <a:rect l="l" t="t" r="r" b="b"/>
            <a:pathLst>
              <a:path w="190500" h="5867400">
                <a:moveTo>
                  <a:pt x="0" y="190500"/>
                </a:moveTo>
                <a:lnTo>
                  <a:pt x="95250" y="0"/>
                </a:lnTo>
                <a:lnTo>
                  <a:pt x="130968" y="71437"/>
                </a:lnTo>
                <a:lnTo>
                  <a:pt x="76200" y="71437"/>
                </a:lnTo>
                <a:lnTo>
                  <a:pt x="76200" y="114300"/>
                </a:lnTo>
                <a:lnTo>
                  <a:pt x="0" y="190500"/>
                </a:lnTo>
                <a:close/>
              </a:path>
              <a:path w="190500" h="5867400">
                <a:moveTo>
                  <a:pt x="76200" y="114300"/>
                </a:moveTo>
                <a:lnTo>
                  <a:pt x="76200" y="71437"/>
                </a:lnTo>
                <a:lnTo>
                  <a:pt x="114300" y="71437"/>
                </a:lnTo>
                <a:lnTo>
                  <a:pt x="114300" y="95250"/>
                </a:lnTo>
                <a:lnTo>
                  <a:pt x="95250" y="95250"/>
                </a:lnTo>
                <a:lnTo>
                  <a:pt x="76200" y="114300"/>
                </a:lnTo>
                <a:close/>
              </a:path>
              <a:path w="190500" h="5867400">
                <a:moveTo>
                  <a:pt x="190500" y="190500"/>
                </a:moveTo>
                <a:lnTo>
                  <a:pt x="114300" y="114300"/>
                </a:lnTo>
                <a:lnTo>
                  <a:pt x="114300" y="71437"/>
                </a:lnTo>
                <a:lnTo>
                  <a:pt x="130968" y="71437"/>
                </a:lnTo>
                <a:lnTo>
                  <a:pt x="190500" y="190500"/>
                </a:lnTo>
                <a:close/>
              </a:path>
              <a:path w="190500" h="5867400">
                <a:moveTo>
                  <a:pt x="114300" y="5867400"/>
                </a:moveTo>
                <a:lnTo>
                  <a:pt x="76200" y="5867400"/>
                </a:lnTo>
                <a:lnTo>
                  <a:pt x="76200" y="114300"/>
                </a:lnTo>
                <a:lnTo>
                  <a:pt x="95250" y="95250"/>
                </a:lnTo>
                <a:lnTo>
                  <a:pt x="114300" y="114300"/>
                </a:lnTo>
                <a:lnTo>
                  <a:pt x="114300" y="5867400"/>
                </a:lnTo>
                <a:close/>
              </a:path>
              <a:path w="190500" h="5867400">
                <a:moveTo>
                  <a:pt x="114300" y="114300"/>
                </a:moveTo>
                <a:lnTo>
                  <a:pt x="95250" y="95250"/>
                </a:lnTo>
                <a:lnTo>
                  <a:pt x="114300" y="95250"/>
                </a:lnTo>
                <a:lnTo>
                  <a:pt x="114300" y="1143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200400" y="6167437"/>
            <a:ext cx="76200" cy="9525"/>
          </a:xfrm>
          <a:custGeom>
            <a:avLst/>
            <a:gdLst/>
            <a:ahLst/>
            <a:cxnLst/>
            <a:rect l="l" t="t" r="r" b="b"/>
            <a:pathLst>
              <a:path w="76200" h="9525">
                <a:moveTo>
                  <a:pt x="0" y="0"/>
                </a:moveTo>
                <a:lnTo>
                  <a:pt x="76200" y="0"/>
                </a:lnTo>
                <a:lnTo>
                  <a:pt x="762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200400" y="5983503"/>
            <a:ext cx="76200" cy="9525"/>
          </a:xfrm>
          <a:custGeom>
            <a:avLst/>
            <a:gdLst/>
            <a:ahLst/>
            <a:cxnLst/>
            <a:rect l="l" t="t" r="r" b="b"/>
            <a:pathLst>
              <a:path w="76200" h="9525">
                <a:moveTo>
                  <a:pt x="0" y="0"/>
                </a:moveTo>
                <a:lnTo>
                  <a:pt x="76200" y="0"/>
                </a:lnTo>
                <a:lnTo>
                  <a:pt x="762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200400" y="5799569"/>
            <a:ext cx="76200" cy="9525"/>
          </a:xfrm>
          <a:custGeom>
            <a:avLst/>
            <a:gdLst/>
            <a:ahLst/>
            <a:cxnLst/>
            <a:rect l="l" t="t" r="r" b="b"/>
            <a:pathLst>
              <a:path w="76200" h="9525">
                <a:moveTo>
                  <a:pt x="0" y="0"/>
                </a:moveTo>
                <a:lnTo>
                  <a:pt x="76200" y="0"/>
                </a:lnTo>
                <a:lnTo>
                  <a:pt x="762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200400" y="5615647"/>
            <a:ext cx="76200" cy="9525"/>
          </a:xfrm>
          <a:custGeom>
            <a:avLst/>
            <a:gdLst/>
            <a:ahLst/>
            <a:cxnLst/>
            <a:rect l="l" t="t" r="r" b="b"/>
            <a:pathLst>
              <a:path w="76200" h="9525">
                <a:moveTo>
                  <a:pt x="0" y="0"/>
                </a:moveTo>
                <a:lnTo>
                  <a:pt x="76200" y="0"/>
                </a:lnTo>
                <a:lnTo>
                  <a:pt x="762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200400" y="5436476"/>
            <a:ext cx="152400" cy="0"/>
          </a:xfrm>
          <a:custGeom>
            <a:avLst/>
            <a:gdLst/>
            <a:ahLst/>
            <a:cxnLst/>
            <a:rect l="l" t="t" r="r" b="b"/>
            <a:pathLst>
              <a:path w="152400" h="0">
                <a:moveTo>
                  <a:pt x="0" y="0"/>
                </a:moveTo>
                <a:lnTo>
                  <a:pt x="1524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200400" y="5247779"/>
            <a:ext cx="76200" cy="9525"/>
          </a:xfrm>
          <a:custGeom>
            <a:avLst/>
            <a:gdLst/>
            <a:ahLst/>
            <a:cxnLst/>
            <a:rect l="l" t="t" r="r" b="b"/>
            <a:pathLst>
              <a:path w="76200" h="9525">
                <a:moveTo>
                  <a:pt x="0" y="0"/>
                </a:moveTo>
                <a:lnTo>
                  <a:pt x="76200" y="0"/>
                </a:lnTo>
                <a:lnTo>
                  <a:pt x="762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200400" y="5063845"/>
            <a:ext cx="76200" cy="9525"/>
          </a:xfrm>
          <a:custGeom>
            <a:avLst/>
            <a:gdLst/>
            <a:ahLst/>
            <a:cxnLst/>
            <a:rect l="l" t="t" r="r" b="b"/>
            <a:pathLst>
              <a:path w="76200" h="9525">
                <a:moveTo>
                  <a:pt x="0" y="0"/>
                </a:moveTo>
                <a:lnTo>
                  <a:pt x="76200" y="0"/>
                </a:lnTo>
                <a:lnTo>
                  <a:pt x="762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200400" y="4879924"/>
            <a:ext cx="76200" cy="9525"/>
          </a:xfrm>
          <a:custGeom>
            <a:avLst/>
            <a:gdLst/>
            <a:ahLst/>
            <a:cxnLst/>
            <a:rect l="l" t="t" r="r" b="b"/>
            <a:pathLst>
              <a:path w="76200" h="9525">
                <a:moveTo>
                  <a:pt x="0" y="0"/>
                </a:moveTo>
                <a:lnTo>
                  <a:pt x="76200" y="0"/>
                </a:lnTo>
                <a:lnTo>
                  <a:pt x="762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200400" y="4695990"/>
            <a:ext cx="76200" cy="9525"/>
          </a:xfrm>
          <a:custGeom>
            <a:avLst/>
            <a:gdLst/>
            <a:ahLst/>
            <a:cxnLst/>
            <a:rect l="l" t="t" r="r" b="b"/>
            <a:pathLst>
              <a:path w="76200" h="9525">
                <a:moveTo>
                  <a:pt x="0" y="0"/>
                </a:moveTo>
                <a:lnTo>
                  <a:pt x="76200" y="0"/>
                </a:lnTo>
                <a:lnTo>
                  <a:pt x="762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200400" y="4516818"/>
            <a:ext cx="152400" cy="0"/>
          </a:xfrm>
          <a:custGeom>
            <a:avLst/>
            <a:gdLst/>
            <a:ahLst/>
            <a:cxnLst/>
            <a:rect l="l" t="t" r="r" b="b"/>
            <a:pathLst>
              <a:path w="152400" h="0">
                <a:moveTo>
                  <a:pt x="0" y="0"/>
                </a:moveTo>
                <a:lnTo>
                  <a:pt x="1524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200400" y="4328121"/>
            <a:ext cx="76200" cy="9525"/>
          </a:xfrm>
          <a:custGeom>
            <a:avLst/>
            <a:gdLst/>
            <a:ahLst/>
            <a:cxnLst/>
            <a:rect l="l" t="t" r="r" b="b"/>
            <a:pathLst>
              <a:path w="76200" h="9525">
                <a:moveTo>
                  <a:pt x="0" y="0"/>
                </a:moveTo>
                <a:lnTo>
                  <a:pt x="76200" y="0"/>
                </a:lnTo>
                <a:lnTo>
                  <a:pt x="762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200400" y="4144200"/>
            <a:ext cx="76200" cy="9525"/>
          </a:xfrm>
          <a:custGeom>
            <a:avLst/>
            <a:gdLst/>
            <a:ahLst/>
            <a:cxnLst/>
            <a:rect l="l" t="t" r="r" b="b"/>
            <a:pathLst>
              <a:path w="76200" h="9525">
                <a:moveTo>
                  <a:pt x="0" y="0"/>
                </a:moveTo>
                <a:lnTo>
                  <a:pt x="76200" y="0"/>
                </a:lnTo>
                <a:lnTo>
                  <a:pt x="762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200400" y="3960266"/>
            <a:ext cx="76200" cy="9525"/>
          </a:xfrm>
          <a:custGeom>
            <a:avLst/>
            <a:gdLst/>
            <a:ahLst/>
            <a:cxnLst/>
            <a:rect l="l" t="t" r="r" b="b"/>
            <a:pathLst>
              <a:path w="76200" h="9525">
                <a:moveTo>
                  <a:pt x="0" y="0"/>
                </a:moveTo>
                <a:lnTo>
                  <a:pt x="76200" y="0"/>
                </a:lnTo>
                <a:lnTo>
                  <a:pt x="762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200400" y="3776332"/>
            <a:ext cx="76200" cy="9525"/>
          </a:xfrm>
          <a:custGeom>
            <a:avLst/>
            <a:gdLst/>
            <a:ahLst/>
            <a:cxnLst/>
            <a:rect l="l" t="t" r="r" b="b"/>
            <a:pathLst>
              <a:path w="76200" h="9525">
                <a:moveTo>
                  <a:pt x="0" y="0"/>
                </a:moveTo>
                <a:lnTo>
                  <a:pt x="76200" y="0"/>
                </a:lnTo>
                <a:lnTo>
                  <a:pt x="762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200400" y="3597160"/>
            <a:ext cx="152400" cy="0"/>
          </a:xfrm>
          <a:custGeom>
            <a:avLst/>
            <a:gdLst/>
            <a:ahLst/>
            <a:cxnLst/>
            <a:rect l="l" t="t" r="r" b="b"/>
            <a:pathLst>
              <a:path w="152400" h="0">
                <a:moveTo>
                  <a:pt x="0" y="0"/>
                </a:moveTo>
                <a:lnTo>
                  <a:pt x="1524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200400" y="3408476"/>
            <a:ext cx="76200" cy="9525"/>
          </a:xfrm>
          <a:custGeom>
            <a:avLst/>
            <a:gdLst/>
            <a:ahLst/>
            <a:cxnLst/>
            <a:rect l="l" t="t" r="r" b="b"/>
            <a:pathLst>
              <a:path w="76200" h="9525">
                <a:moveTo>
                  <a:pt x="0" y="0"/>
                </a:moveTo>
                <a:lnTo>
                  <a:pt x="76200" y="0"/>
                </a:lnTo>
                <a:lnTo>
                  <a:pt x="762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200400" y="3224542"/>
            <a:ext cx="76200" cy="9525"/>
          </a:xfrm>
          <a:custGeom>
            <a:avLst/>
            <a:gdLst/>
            <a:ahLst/>
            <a:cxnLst/>
            <a:rect l="l" t="t" r="r" b="b"/>
            <a:pathLst>
              <a:path w="76200" h="9525">
                <a:moveTo>
                  <a:pt x="0" y="0"/>
                </a:moveTo>
                <a:lnTo>
                  <a:pt x="76200" y="0"/>
                </a:lnTo>
                <a:lnTo>
                  <a:pt x="762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3200400" y="3040608"/>
            <a:ext cx="76200" cy="9525"/>
          </a:xfrm>
          <a:custGeom>
            <a:avLst/>
            <a:gdLst/>
            <a:ahLst/>
            <a:cxnLst/>
            <a:rect l="l" t="t" r="r" b="b"/>
            <a:pathLst>
              <a:path w="76200" h="9525">
                <a:moveTo>
                  <a:pt x="0" y="0"/>
                </a:moveTo>
                <a:lnTo>
                  <a:pt x="76200" y="0"/>
                </a:lnTo>
                <a:lnTo>
                  <a:pt x="762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3200400" y="2856674"/>
            <a:ext cx="76200" cy="9525"/>
          </a:xfrm>
          <a:custGeom>
            <a:avLst/>
            <a:gdLst/>
            <a:ahLst/>
            <a:cxnLst/>
            <a:rect l="l" t="t" r="r" b="b"/>
            <a:pathLst>
              <a:path w="76200" h="9525">
                <a:moveTo>
                  <a:pt x="0" y="0"/>
                </a:moveTo>
                <a:lnTo>
                  <a:pt x="76200" y="0"/>
                </a:lnTo>
                <a:lnTo>
                  <a:pt x="762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3200400" y="2677515"/>
            <a:ext cx="152400" cy="0"/>
          </a:xfrm>
          <a:custGeom>
            <a:avLst/>
            <a:gdLst/>
            <a:ahLst/>
            <a:cxnLst/>
            <a:rect l="l" t="t" r="r" b="b"/>
            <a:pathLst>
              <a:path w="152400" h="0">
                <a:moveTo>
                  <a:pt x="0" y="0"/>
                </a:moveTo>
                <a:lnTo>
                  <a:pt x="1524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3200400" y="2488819"/>
            <a:ext cx="76200" cy="9525"/>
          </a:xfrm>
          <a:custGeom>
            <a:avLst/>
            <a:gdLst/>
            <a:ahLst/>
            <a:cxnLst/>
            <a:rect l="l" t="t" r="r" b="b"/>
            <a:pathLst>
              <a:path w="76200" h="9525">
                <a:moveTo>
                  <a:pt x="0" y="0"/>
                </a:moveTo>
                <a:lnTo>
                  <a:pt x="76200" y="0"/>
                </a:lnTo>
                <a:lnTo>
                  <a:pt x="76200" y="9524"/>
                </a:lnTo>
                <a:lnTo>
                  <a:pt x="0" y="952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3200400" y="2304884"/>
            <a:ext cx="76200" cy="9525"/>
          </a:xfrm>
          <a:custGeom>
            <a:avLst/>
            <a:gdLst/>
            <a:ahLst/>
            <a:cxnLst/>
            <a:rect l="l" t="t" r="r" b="b"/>
            <a:pathLst>
              <a:path w="76200" h="9525">
                <a:moveTo>
                  <a:pt x="0" y="0"/>
                </a:moveTo>
                <a:lnTo>
                  <a:pt x="76200" y="0"/>
                </a:lnTo>
                <a:lnTo>
                  <a:pt x="762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3200400" y="2120950"/>
            <a:ext cx="76200" cy="9525"/>
          </a:xfrm>
          <a:custGeom>
            <a:avLst/>
            <a:gdLst/>
            <a:ahLst/>
            <a:cxnLst/>
            <a:rect l="l" t="t" r="r" b="b"/>
            <a:pathLst>
              <a:path w="76200" h="9525">
                <a:moveTo>
                  <a:pt x="0" y="0"/>
                </a:moveTo>
                <a:lnTo>
                  <a:pt x="76200" y="0"/>
                </a:lnTo>
                <a:lnTo>
                  <a:pt x="76200" y="9524"/>
                </a:lnTo>
                <a:lnTo>
                  <a:pt x="0" y="952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3200400" y="1937029"/>
            <a:ext cx="76200" cy="9525"/>
          </a:xfrm>
          <a:custGeom>
            <a:avLst/>
            <a:gdLst/>
            <a:ahLst/>
            <a:cxnLst/>
            <a:rect l="l" t="t" r="r" b="b"/>
            <a:pathLst>
              <a:path w="76200" h="9525">
                <a:moveTo>
                  <a:pt x="0" y="0"/>
                </a:moveTo>
                <a:lnTo>
                  <a:pt x="76200" y="0"/>
                </a:lnTo>
                <a:lnTo>
                  <a:pt x="762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3200400" y="1757857"/>
            <a:ext cx="152400" cy="0"/>
          </a:xfrm>
          <a:custGeom>
            <a:avLst/>
            <a:gdLst/>
            <a:ahLst/>
            <a:cxnLst/>
            <a:rect l="l" t="t" r="r" b="b"/>
            <a:pathLst>
              <a:path w="152400" h="0">
                <a:moveTo>
                  <a:pt x="0" y="0"/>
                </a:moveTo>
                <a:lnTo>
                  <a:pt x="1524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3200400" y="1569161"/>
            <a:ext cx="76200" cy="9525"/>
          </a:xfrm>
          <a:custGeom>
            <a:avLst/>
            <a:gdLst/>
            <a:ahLst/>
            <a:cxnLst/>
            <a:rect l="l" t="t" r="r" b="b"/>
            <a:pathLst>
              <a:path w="76200" h="9525">
                <a:moveTo>
                  <a:pt x="0" y="0"/>
                </a:moveTo>
                <a:lnTo>
                  <a:pt x="76200" y="0"/>
                </a:lnTo>
                <a:lnTo>
                  <a:pt x="762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3200400" y="1385227"/>
            <a:ext cx="76200" cy="9525"/>
          </a:xfrm>
          <a:custGeom>
            <a:avLst/>
            <a:gdLst/>
            <a:ahLst/>
            <a:cxnLst/>
            <a:rect l="l" t="t" r="r" b="b"/>
            <a:pathLst>
              <a:path w="76200" h="9525">
                <a:moveTo>
                  <a:pt x="0" y="0"/>
                </a:moveTo>
                <a:lnTo>
                  <a:pt x="76200" y="0"/>
                </a:lnTo>
                <a:lnTo>
                  <a:pt x="762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3200400" y="1201305"/>
            <a:ext cx="76200" cy="9525"/>
          </a:xfrm>
          <a:custGeom>
            <a:avLst/>
            <a:gdLst/>
            <a:ahLst/>
            <a:cxnLst/>
            <a:rect l="l" t="t" r="r" b="b"/>
            <a:pathLst>
              <a:path w="76200" h="9525">
                <a:moveTo>
                  <a:pt x="0" y="0"/>
                </a:moveTo>
                <a:lnTo>
                  <a:pt x="76200" y="0"/>
                </a:lnTo>
                <a:lnTo>
                  <a:pt x="76200" y="9524"/>
                </a:lnTo>
                <a:lnTo>
                  <a:pt x="0" y="952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3200400" y="1017371"/>
            <a:ext cx="76200" cy="9525"/>
          </a:xfrm>
          <a:custGeom>
            <a:avLst/>
            <a:gdLst/>
            <a:ahLst/>
            <a:cxnLst/>
            <a:rect l="l" t="t" r="r" b="b"/>
            <a:pathLst>
              <a:path w="76200" h="9525">
                <a:moveTo>
                  <a:pt x="0" y="0"/>
                </a:moveTo>
                <a:lnTo>
                  <a:pt x="76200" y="0"/>
                </a:lnTo>
                <a:lnTo>
                  <a:pt x="762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3200400" y="838200"/>
            <a:ext cx="152400" cy="0"/>
          </a:xfrm>
          <a:custGeom>
            <a:avLst/>
            <a:gdLst/>
            <a:ahLst/>
            <a:cxnLst/>
            <a:rect l="l" t="t" r="r" b="b"/>
            <a:pathLst>
              <a:path w="152400" h="0">
                <a:moveTo>
                  <a:pt x="0" y="0"/>
                </a:moveTo>
                <a:lnTo>
                  <a:pt x="1524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3424237" y="6248400"/>
            <a:ext cx="9525" cy="76200"/>
          </a:xfrm>
          <a:custGeom>
            <a:avLst/>
            <a:gdLst/>
            <a:ahLst/>
            <a:cxnLst/>
            <a:rect l="l" t="t" r="r" b="b"/>
            <a:pathLst>
              <a:path w="9525" h="76200">
                <a:moveTo>
                  <a:pt x="9525" y="76200"/>
                </a:moveTo>
                <a:lnTo>
                  <a:pt x="9525" y="0"/>
                </a:lnTo>
                <a:lnTo>
                  <a:pt x="0" y="0"/>
                </a:lnTo>
                <a:lnTo>
                  <a:pt x="0" y="76200"/>
                </a:lnTo>
                <a:lnTo>
                  <a:pt x="9525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3759555" y="6172200"/>
            <a:ext cx="0" cy="152400"/>
          </a:xfrm>
          <a:custGeom>
            <a:avLst/>
            <a:gdLst/>
            <a:ahLst/>
            <a:cxnLst/>
            <a:rect l="l" t="t" r="r" b="b"/>
            <a:pathLst>
              <a:path w="0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4085348" y="6248400"/>
            <a:ext cx="9525" cy="76200"/>
          </a:xfrm>
          <a:custGeom>
            <a:avLst/>
            <a:gdLst/>
            <a:ahLst/>
            <a:cxnLst/>
            <a:rect l="l" t="t" r="r" b="b"/>
            <a:pathLst>
              <a:path w="9525" h="76200">
                <a:moveTo>
                  <a:pt x="9525" y="76200"/>
                </a:moveTo>
                <a:lnTo>
                  <a:pt x="9525" y="0"/>
                </a:lnTo>
                <a:lnTo>
                  <a:pt x="0" y="0"/>
                </a:lnTo>
                <a:lnTo>
                  <a:pt x="0" y="76200"/>
                </a:lnTo>
                <a:lnTo>
                  <a:pt x="9525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4420679" y="6172200"/>
            <a:ext cx="0" cy="152400"/>
          </a:xfrm>
          <a:custGeom>
            <a:avLst/>
            <a:gdLst/>
            <a:ahLst/>
            <a:cxnLst/>
            <a:rect l="l" t="t" r="r" b="b"/>
            <a:pathLst>
              <a:path w="0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4770081" y="6248400"/>
            <a:ext cx="9525" cy="76200"/>
          </a:xfrm>
          <a:custGeom>
            <a:avLst/>
            <a:gdLst/>
            <a:ahLst/>
            <a:cxnLst/>
            <a:rect l="l" t="t" r="r" b="b"/>
            <a:pathLst>
              <a:path w="9525" h="76200">
                <a:moveTo>
                  <a:pt x="9525" y="76200"/>
                </a:moveTo>
                <a:lnTo>
                  <a:pt x="9525" y="0"/>
                </a:lnTo>
                <a:lnTo>
                  <a:pt x="0" y="0"/>
                </a:lnTo>
                <a:lnTo>
                  <a:pt x="0" y="76200"/>
                </a:lnTo>
                <a:lnTo>
                  <a:pt x="9525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5105400" y="6172200"/>
            <a:ext cx="0" cy="152400"/>
          </a:xfrm>
          <a:custGeom>
            <a:avLst/>
            <a:gdLst/>
            <a:ahLst/>
            <a:cxnLst/>
            <a:rect l="l" t="t" r="r" b="b"/>
            <a:pathLst>
              <a:path w="0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5431193" y="6248400"/>
            <a:ext cx="9525" cy="76200"/>
          </a:xfrm>
          <a:custGeom>
            <a:avLst/>
            <a:gdLst/>
            <a:ahLst/>
            <a:cxnLst/>
            <a:rect l="l" t="t" r="r" b="b"/>
            <a:pathLst>
              <a:path w="9525" h="76200">
                <a:moveTo>
                  <a:pt x="9525" y="76200"/>
                </a:moveTo>
                <a:lnTo>
                  <a:pt x="9525" y="0"/>
                </a:lnTo>
                <a:lnTo>
                  <a:pt x="0" y="0"/>
                </a:lnTo>
                <a:lnTo>
                  <a:pt x="0" y="76200"/>
                </a:lnTo>
                <a:lnTo>
                  <a:pt x="9525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5766511" y="6172200"/>
            <a:ext cx="0" cy="152400"/>
          </a:xfrm>
          <a:custGeom>
            <a:avLst/>
            <a:gdLst/>
            <a:ahLst/>
            <a:cxnLst/>
            <a:rect l="l" t="t" r="r" b="b"/>
            <a:pathLst>
              <a:path w="0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6115926" y="6248400"/>
            <a:ext cx="9525" cy="76200"/>
          </a:xfrm>
          <a:custGeom>
            <a:avLst/>
            <a:gdLst/>
            <a:ahLst/>
            <a:cxnLst/>
            <a:rect l="l" t="t" r="r" b="b"/>
            <a:pathLst>
              <a:path w="9525" h="76200">
                <a:moveTo>
                  <a:pt x="9525" y="76200"/>
                </a:moveTo>
                <a:lnTo>
                  <a:pt x="9525" y="0"/>
                </a:lnTo>
                <a:lnTo>
                  <a:pt x="0" y="0"/>
                </a:lnTo>
                <a:lnTo>
                  <a:pt x="0" y="76200"/>
                </a:lnTo>
                <a:lnTo>
                  <a:pt x="9525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6451244" y="6172200"/>
            <a:ext cx="0" cy="152400"/>
          </a:xfrm>
          <a:custGeom>
            <a:avLst/>
            <a:gdLst/>
            <a:ahLst/>
            <a:cxnLst/>
            <a:rect l="l" t="t" r="r" b="b"/>
            <a:pathLst>
              <a:path w="0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6777037" y="6248400"/>
            <a:ext cx="9525" cy="76200"/>
          </a:xfrm>
          <a:custGeom>
            <a:avLst/>
            <a:gdLst/>
            <a:ahLst/>
            <a:cxnLst/>
            <a:rect l="l" t="t" r="r" b="b"/>
            <a:pathLst>
              <a:path w="9525" h="76200">
                <a:moveTo>
                  <a:pt x="9525" y="76200"/>
                </a:moveTo>
                <a:lnTo>
                  <a:pt x="9525" y="0"/>
                </a:lnTo>
                <a:lnTo>
                  <a:pt x="0" y="0"/>
                </a:lnTo>
                <a:lnTo>
                  <a:pt x="0" y="76200"/>
                </a:lnTo>
                <a:lnTo>
                  <a:pt x="9525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7112355" y="6172200"/>
            <a:ext cx="0" cy="152400"/>
          </a:xfrm>
          <a:custGeom>
            <a:avLst/>
            <a:gdLst/>
            <a:ahLst/>
            <a:cxnLst/>
            <a:rect l="l" t="t" r="r" b="b"/>
            <a:pathLst>
              <a:path w="0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7461757" y="6248400"/>
            <a:ext cx="9525" cy="76200"/>
          </a:xfrm>
          <a:custGeom>
            <a:avLst/>
            <a:gdLst/>
            <a:ahLst/>
            <a:cxnLst/>
            <a:rect l="l" t="t" r="r" b="b"/>
            <a:pathLst>
              <a:path w="9525" h="76200">
                <a:moveTo>
                  <a:pt x="9525" y="76200"/>
                </a:moveTo>
                <a:lnTo>
                  <a:pt x="9525" y="0"/>
                </a:lnTo>
                <a:lnTo>
                  <a:pt x="0" y="0"/>
                </a:lnTo>
                <a:lnTo>
                  <a:pt x="0" y="76200"/>
                </a:lnTo>
                <a:lnTo>
                  <a:pt x="9525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7797088" y="6172200"/>
            <a:ext cx="0" cy="152400"/>
          </a:xfrm>
          <a:custGeom>
            <a:avLst/>
            <a:gdLst/>
            <a:ahLst/>
            <a:cxnLst/>
            <a:rect l="l" t="t" r="r" b="b"/>
            <a:pathLst>
              <a:path w="0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8122881" y="6248400"/>
            <a:ext cx="9525" cy="76200"/>
          </a:xfrm>
          <a:custGeom>
            <a:avLst/>
            <a:gdLst/>
            <a:ahLst/>
            <a:cxnLst/>
            <a:rect l="l" t="t" r="r" b="b"/>
            <a:pathLst>
              <a:path w="9525" h="76200">
                <a:moveTo>
                  <a:pt x="9525" y="76200"/>
                </a:moveTo>
                <a:lnTo>
                  <a:pt x="9525" y="0"/>
                </a:lnTo>
                <a:lnTo>
                  <a:pt x="0" y="0"/>
                </a:lnTo>
                <a:lnTo>
                  <a:pt x="0" y="76200"/>
                </a:lnTo>
                <a:lnTo>
                  <a:pt x="9525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8458200" y="6172200"/>
            <a:ext cx="0" cy="152400"/>
          </a:xfrm>
          <a:custGeom>
            <a:avLst/>
            <a:gdLst/>
            <a:ahLst/>
            <a:cxnLst/>
            <a:rect l="l" t="t" r="r" b="b"/>
            <a:pathLst>
              <a:path w="0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8834437" y="6248400"/>
            <a:ext cx="9525" cy="76200"/>
          </a:xfrm>
          <a:custGeom>
            <a:avLst/>
            <a:gdLst/>
            <a:ahLst/>
            <a:cxnLst/>
            <a:rect l="l" t="t" r="r" b="b"/>
            <a:pathLst>
              <a:path w="9525" h="76200">
                <a:moveTo>
                  <a:pt x="9525" y="76200"/>
                </a:moveTo>
                <a:lnTo>
                  <a:pt x="9525" y="0"/>
                </a:lnTo>
                <a:lnTo>
                  <a:pt x="0" y="0"/>
                </a:lnTo>
                <a:lnTo>
                  <a:pt x="0" y="76200"/>
                </a:lnTo>
                <a:lnTo>
                  <a:pt x="9525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9144000" y="6172200"/>
            <a:ext cx="0" cy="152400"/>
          </a:xfrm>
          <a:custGeom>
            <a:avLst/>
            <a:gdLst/>
            <a:ahLst/>
            <a:cxnLst/>
            <a:rect l="l" t="t" r="r" b="b"/>
            <a:pathLst>
              <a:path w="0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9444037" y="6248400"/>
            <a:ext cx="9525" cy="76200"/>
          </a:xfrm>
          <a:custGeom>
            <a:avLst/>
            <a:gdLst/>
            <a:ahLst/>
            <a:cxnLst/>
            <a:rect l="l" t="t" r="r" b="b"/>
            <a:pathLst>
              <a:path w="9525" h="76200">
                <a:moveTo>
                  <a:pt x="9525" y="76200"/>
                </a:moveTo>
                <a:lnTo>
                  <a:pt x="9525" y="0"/>
                </a:lnTo>
                <a:lnTo>
                  <a:pt x="0" y="0"/>
                </a:lnTo>
                <a:lnTo>
                  <a:pt x="0" y="76200"/>
                </a:lnTo>
                <a:lnTo>
                  <a:pt x="9525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9753600" y="6172200"/>
            <a:ext cx="0" cy="152400"/>
          </a:xfrm>
          <a:custGeom>
            <a:avLst/>
            <a:gdLst/>
            <a:ahLst/>
            <a:cxnLst/>
            <a:rect l="l" t="t" r="r" b="b"/>
            <a:pathLst>
              <a:path w="0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 txBox="1"/>
          <p:nvPr/>
        </p:nvSpPr>
        <p:spPr>
          <a:xfrm>
            <a:off x="3341623" y="151779"/>
            <a:ext cx="1113790" cy="4095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500" spc="-305" b="1" i="1">
                <a:latin typeface="宋体"/>
                <a:cs typeface="宋体"/>
              </a:rPr>
              <a:t>p</a:t>
            </a:r>
            <a:r>
              <a:rPr dirty="0" sz="2400" spc="-305" b="1">
                <a:latin typeface="宋体"/>
                <a:cs typeface="宋体"/>
              </a:rPr>
              <a:t>/10</a:t>
            </a:r>
            <a:r>
              <a:rPr dirty="0" baseline="26041" sz="2400" spc="-457" b="1">
                <a:latin typeface="宋体"/>
                <a:cs typeface="宋体"/>
              </a:rPr>
              <a:t>5</a:t>
            </a:r>
            <a:r>
              <a:rPr dirty="0" sz="1600" spc="-150" b="1">
                <a:latin typeface="宋体"/>
                <a:cs typeface="宋体"/>
              </a:rPr>
              <a:t> </a:t>
            </a:r>
            <a:r>
              <a:rPr dirty="0" sz="2400" spc="-5" b="1">
                <a:latin typeface="宋体"/>
                <a:cs typeface="宋体"/>
              </a:rPr>
              <a:t>Pa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9898253" y="6409701"/>
            <a:ext cx="444500" cy="31369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850" spc="-415" b="1" i="1">
                <a:latin typeface="宋体"/>
                <a:cs typeface="宋体"/>
              </a:rPr>
              <a:t>V/L</a:t>
            </a:r>
            <a:endParaRPr sz="1850">
              <a:latin typeface="宋体"/>
              <a:cs typeface="宋体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2821939" y="4439920"/>
            <a:ext cx="1397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宋体"/>
                <a:cs typeface="宋体"/>
              </a:rPr>
              <a:t>1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2821939" y="2458720"/>
            <a:ext cx="1397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宋体"/>
                <a:cs typeface="宋体"/>
              </a:rPr>
              <a:t>2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2821939" y="706120"/>
            <a:ext cx="1397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宋体"/>
                <a:cs typeface="宋体"/>
              </a:rPr>
              <a:t>3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2811652" y="6333501"/>
            <a:ext cx="213360" cy="31369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850" spc="-35" b="1" i="1">
                <a:latin typeface="宋体"/>
                <a:cs typeface="宋体"/>
              </a:rPr>
              <a:t>0</a:t>
            </a:r>
            <a:endParaRPr sz="1850">
              <a:latin typeface="宋体"/>
              <a:cs typeface="宋体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4345940" y="6344920"/>
            <a:ext cx="1397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宋体"/>
                <a:cs typeface="宋体"/>
              </a:rPr>
              <a:t>1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5717540" y="6344920"/>
            <a:ext cx="1397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宋体"/>
                <a:cs typeface="宋体"/>
              </a:rPr>
              <a:t>2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7089140" y="6344920"/>
            <a:ext cx="1397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宋体"/>
                <a:cs typeface="宋体"/>
              </a:rPr>
              <a:t>3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8384540" y="6344920"/>
            <a:ext cx="1397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宋体"/>
                <a:cs typeface="宋体"/>
              </a:rPr>
              <a:t>4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65" name="object 65"/>
          <p:cNvSpPr/>
          <p:nvPr/>
        </p:nvSpPr>
        <p:spPr>
          <a:xfrm>
            <a:off x="4948237" y="6286500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4948237" y="6219825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4948237" y="6153150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4948237" y="6086475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4948237" y="6019800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4948237" y="5953125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4948237" y="5886450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4948237" y="5819775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4948237" y="5753100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4948237" y="5686425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4948237" y="5619750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4948237" y="5553075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4948237" y="5486400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4948237" y="5419725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4948237" y="5353050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4948237" y="5286375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4948237" y="5219700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4948237" y="5153025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4948237" y="5086350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4948237" y="5019675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4948237" y="4953000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4948237" y="4886325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4948237" y="4819650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/>
          <p:nvPr/>
        </p:nvSpPr>
        <p:spPr>
          <a:xfrm>
            <a:off x="4948237" y="4752975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/>
          <p:nvPr/>
        </p:nvSpPr>
        <p:spPr>
          <a:xfrm>
            <a:off x="4948237" y="4686300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/>
          <p:nvPr/>
        </p:nvSpPr>
        <p:spPr>
          <a:xfrm>
            <a:off x="4948237" y="4619625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1" name="object 91"/>
          <p:cNvSpPr/>
          <p:nvPr/>
        </p:nvSpPr>
        <p:spPr>
          <a:xfrm>
            <a:off x="4948237" y="4552950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/>
          <p:nvPr/>
        </p:nvSpPr>
        <p:spPr>
          <a:xfrm>
            <a:off x="4948237" y="4486275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3" name="object 93"/>
          <p:cNvSpPr/>
          <p:nvPr/>
        </p:nvSpPr>
        <p:spPr>
          <a:xfrm>
            <a:off x="4948237" y="4419600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4" name="object 94"/>
          <p:cNvSpPr/>
          <p:nvPr/>
        </p:nvSpPr>
        <p:spPr>
          <a:xfrm>
            <a:off x="4948237" y="4352925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5" name="object 95"/>
          <p:cNvSpPr/>
          <p:nvPr/>
        </p:nvSpPr>
        <p:spPr>
          <a:xfrm>
            <a:off x="4948237" y="4286250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6" name="object 96"/>
          <p:cNvSpPr/>
          <p:nvPr/>
        </p:nvSpPr>
        <p:spPr>
          <a:xfrm>
            <a:off x="4948237" y="4219575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7" name="object 97"/>
          <p:cNvSpPr/>
          <p:nvPr/>
        </p:nvSpPr>
        <p:spPr>
          <a:xfrm>
            <a:off x="4948237" y="4152900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8" name="object 98"/>
          <p:cNvSpPr/>
          <p:nvPr/>
        </p:nvSpPr>
        <p:spPr>
          <a:xfrm>
            <a:off x="4948237" y="4086225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9" name="object 99"/>
          <p:cNvSpPr/>
          <p:nvPr/>
        </p:nvSpPr>
        <p:spPr>
          <a:xfrm>
            <a:off x="4948237" y="4019550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0" name="object 100"/>
          <p:cNvSpPr/>
          <p:nvPr/>
        </p:nvSpPr>
        <p:spPr>
          <a:xfrm>
            <a:off x="4948237" y="3952875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1" name="object 101"/>
          <p:cNvSpPr/>
          <p:nvPr/>
        </p:nvSpPr>
        <p:spPr>
          <a:xfrm>
            <a:off x="4948237" y="3886200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2" name="object 102"/>
          <p:cNvSpPr/>
          <p:nvPr/>
        </p:nvSpPr>
        <p:spPr>
          <a:xfrm>
            <a:off x="4948237" y="3819525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3" name="object 103"/>
          <p:cNvSpPr/>
          <p:nvPr/>
        </p:nvSpPr>
        <p:spPr>
          <a:xfrm>
            <a:off x="4948237" y="3752850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4" name="object 104"/>
          <p:cNvSpPr/>
          <p:nvPr/>
        </p:nvSpPr>
        <p:spPr>
          <a:xfrm>
            <a:off x="4948237" y="3686175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5" name="object 105"/>
          <p:cNvSpPr/>
          <p:nvPr/>
        </p:nvSpPr>
        <p:spPr>
          <a:xfrm>
            <a:off x="4948237" y="3619500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6" name="object 106"/>
          <p:cNvSpPr/>
          <p:nvPr/>
        </p:nvSpPr>
        <p:spPr>
          <a:xfrm>
            <a:off x="4948237" y="3552825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7" name="object 107"/>
          <p:cNvSpPr/>
          <p:nvPr/>
        </p:nvSpPr>
        <p:spPr>
          <a:xfrm>
            <a:off x="4948237" y="3486150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8" name="object 108"/>
          <p:cNvSpPr/>
          <p:nvPr/>
        </p:nvSpPr>
        <p:spPr>
          <a:xfrm>
            <a:off x="4948237" y="3419475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9" name="object 109"/>
          <p:cNvSpPr/>
          <p:nvPr/>
        </p:nvSpPr>
        <p:spPr>
          <a:xfrm>
            <a:off x="4948237" y="3352800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0" name="object 110"/>
          <p:cNvSpPr/>
          <p:nvPr/>
        </p:nvSpPr>
        <p:spPr>
          <a:xfrm>
            <a:off x="4948237" y="3286125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1" name="object 111"/>
          <p:cNvSpPr/>
          <p:nvPr/>
        </p:nvSpPr>
        <p:spPr>
          <a:xfrm>
            <a:off x="4948237" y="3219450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2" name="object 112"/>
          <p:cNvSpPr/>
          <p:nvPr/>
        </p:nvSpPr>
        <p:spPr>
          <a:xfrm>
            <a:off x="4948237" y="3152775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3" name="object 113"/>
          <p:cNvSpPr/>
          <p:nvPr/>
        </p:nvSpPr>
        <p:spPr>
          <a:xfrm>
            <a:off x="4948237" y="3086100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4" name="object 114"/>
          <p:cNvSpPr/>
          <p:nvPr/>
        </p:nvSpPr>
        <p:spPr>
          <a:xfrm>
            <a:off x="4948237" y="3019425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5" name="object 115"/>
          <p:cNvSpPr/>
          <p:nvPr/>
        </p:nvSpPr>
        <p:spPr>
          <a:xfrm>
            <a:off x="4948237" y="2952750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6" name="object 116"/>
          <p:cNvSpPr/>
          <p:nvPr/>
        </p:nvSpPr>
        <p:spPr>
          <a:xfrm>
            <a:off x="4948237" y="2886075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7" name="object 117"/>
          <p:cNvSpPr/>
          <p:nvPr/>
        </p:nvSpPr>
        <p:spPr>
          <a:xfrm>
            <a:off x="4948237" y="2819400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8" name="object 118"/>
          <p:cNvSpPr/>
          <p:nvPr/>
        </p:nvSpPr>
        <p:spPr>
          <a:xfrm>
            <a:off x="4948237" y="2752725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9" name="object 119"/>
          <p:cNvSpPr/>
          <p:nvPr/>
        </p:nvSpPr>
        <p:spPr>
          <a:xfrm>
            <a:off x="4948237" y="2686050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0" name="object 120"/>
          <p:cNvSpPr/>
          <p:nvPr/>
        </p:nvSpPr>
        <p:spPr>
          <a:xfrm>
            <a:off x="4948237" y="2619375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1" name="object 121"/>
          <p:cNvSpPr/>
          <p:nvPr/>
        </p:nvSpPr>
        <p:spPr>
          <a:xfrm>
            <a:off x="4948237" y="2552700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2" name="object 122"/>
          <p:cNvSpPr/>
          <p:nvPr/>
        </p:nvSpPr>
        <p:spPr>
          <a:xfrm>
            <a:off x="4948237" y="2486025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3" name="object 123"/>
          <p:cNvSpPr/>
          <p:nvPr/>
        </p:nvSpPr>
        <p:spPr>
          <a:xfrm>
            <a:off x="4948237" y="2419350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4" name="object 124"/>
          <p:cNvSpPr/>
          <p:nvPr/>
        </p:nvSpPr>
        <p:spPr>
          <a:xfrm>
            <a:off x="4948237" y="2352675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5" name="object 125"/>
          <p:cNvSpPr/>
          <p:nvPr/>
        </p:nvSpPr>
        <p:spPr>
          <a:xfrm>
            <a:off x="4948237" y="2286000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6" name="object 126"/>
          <p:cNvSpPr/>
          <p:nvPr/>
        </p:nvSpPr>
        <p:spPr>
          <a:xfrm>
            <a:off x="4948237" y="2219325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7" name="object 127"/>
          <p:cNvSpPr/>
          <p:nvPr/>
        </p:nvSpPr>
        <p:spPr>
          <a:xfrm>
            <a:off x="4948237" y="2152650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8" name="object 128"/>
          <p:cNvSpPr/>
          <p:nvPr/>
        </p:nvSpPr>
        <p:spPr>
          <a:xfrm>
            <a:off x="4948237" y="2085975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9" name="object 129"/>
          <p:cNvSpPr/>
          <p:nvPr/>
        </p:nvSpPr>
        <p:spPr>
          <a:xfrm>
            <a:off x="4948237" y="2019300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0" name="object 130"/>
          <p:cNvSpPr/>
          <p:nvPr/>
        </p:nvSpPr>
        <p:spPr>
          <a:xfrm>
            <a:off x="4948237" y="1952625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1" name="object 131"/>
          <p:cNvSpPr/>
          <p:nvPr/>
        </p:nvSpPr>
        <p:spPr>
          <a:xfrm>
            <a:off x="4948237" y="1885950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2" name="object 132"/>
          <p:cNvSpPr/>
          <p:nvPr/>
        </p:nvSpPr>
        <p:spPr>
          <a:xfrm>
            <a:off x="4948237" y="1819275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3" name="object 133"/>
          <p:cNvSpPr/>
          <p:nvPr/>
        </p:nvSpPr>
        <p:spPr>
          <a:xfrm>
            <a:off x="4948237" y="1752600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4" name="object 134"/>
          <p:cNvSpPr/>
          <p:nvPr/>
        </p:nvSpPr>
        <p:spPr>
          <a:xfrm>
            <a:off x="4948237" y="1685925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5" name="object 135"/>
          <p:cNvSpPr/>
          <p:nvPr/>
        </p:nvSpPr>
        <p:spPr>
          <a:xfrm>
            <a:off x="4948237" y="1619250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6" name="object 136"/>
          <p:cNvSpPr/>
          <p:nvPr/>
        </p:nvSpPr>
        <p:spPr>
          <a:xfrm>
            <a:off x="4948237" y="1552575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7" name="object 137"/>
          <p:cNvSpPr/>
          <p:nvPr/>
        </p:nvSpPr>
        <p:spPr>
          <a:xfrm>
            <a:off x="4948237" y="1485900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8" name="object 138"/>
          <p:cNvSpPr/>
          <p:nvPr/>
        </p:nvSpPr>
        <p:spPr>
          <a:xfrm>
            <a:off x="4948237" y="1419225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9" name="object 139"/>
          <p:cNvSpPr/>
          <p:nvPr/>
        </p:nvSpPr>
        <p:spPr>
          <a:xfrm>
            <a:off x="4948237" y="1352550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0" name="object 140"/>
          <p:cNvSpPr/>
          <p:nvPr/>
        </p:nvSpPr>
        <p:spPr>
          <a:xfrm>
            <a:off x="4948237" y="1285875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1" name="object 141"/>
          <p:cNvSpPr/>
          <p:nvPr/>
        </p:nvSpPr>
        <p:spPr>
          <a:xfrm>
            <a:off x="4948237" y="1219200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2" name="object 142"/>
          <p:cNvSpPr/>
          <p:nvPr/>
        </p:nvSpPr>
        <p:spPr>
          <a:xfrm>
            <a:off x="4948237" y="1152525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3" name="object 143"/>
          <p:cNvSpPr/>
          <p:nvPr/>
        </p:nvSpPr>
        <p:spPr>
          <a:xfrm>
            <a:off x="4948237" y="1085850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4" name="object 144"/>
          <p:cNvSpPr/>
          <p:nvPr/>
        </p:nvSpPr>
        <p:spPr>
          <a:xfrm>
            <a:off x="4948237" y="1019175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5" name="object 145"/>
          <p:cNvSpPr/>
          <p:nvPr/>
        </p:nvSpPr>
        <p:spPr>
          <a:xfrm>
            <a:off x="4948237" y="952500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6" name="object 146"/>
          <p:cNvSpPr/>
          <p:nvPr/>
        </p:nvSpPr>
        <p:spPr>
          <a:xfrm>
            <a:off x="4948237" y="885825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7" name="object 147"/>
          <p:cNvSpPr/>
          <p:nvPr/>
        </p:nvSpPr>
        <p:spPr>
          <a:xfrm>
            <a:off x="4948237" y="838200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9525" y="19050"/>
                </a:moveTo>
                <a:lnTo>
                  <a:pt x="0" y="19050"/>
                </a:lnTo>
                <a:lnTo>
                  <a:pt x="0" y="0"/>
                </a:lnTo>
                <a:lnTo>
                  <a:pt x="9525" y="0"/>
                </a:lnTo>
                <a:lnTo>
                  <a:pt x="9525" y="1905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8" name="object 148"/>
          <p:cNvSpPr/>
          <p:nvPr/>
        </p:nvSpPr>
        <p:spPr>
          <a:xfrm>
            <a:off x="3200400" y="8334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9" name="object 149"/>
          <p:cNvSpPr/>
          <p:nvPr/>
        </p:nvSpPr>
        <p:spPr>
          <a:xfrm>
            <a:off x="3267075" y="8334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0" name="object 150"/>
          <p:cNvSpPr/>
          <p:nvPr/>
        </p:nvSpPr>
        <p:spPr>
          <a:xfrm>
            <a:off x="3333750" y="8334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1" name="object 151"/>
          <p:cNvSpPr/>
          <p:nvPr/>
        </p:nvSpPr>
        <p:spPr>
          <a:xfrm>
            <a:off x="3400425" y="8334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2" name="object 152"/>
          <p:cNvSpPr/>
          <p:nvPr/>
        </p:nvSpPr>
        <p:spPr>
          <a:xfrm>
            <a:off x="3467100" y="8334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3" name="object 153"/>
          <p:cNvSpPr/>
          <p:nvPr/>
        </p:nvSpPr>
        <p:spPr>
          <a:xfrm>
            <a:off x="3533775" y="8334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4" name="object 154"/>
          <p:cNvSpPr/>
          <p:nvPr/>
        </p:nvSpPr>
        <p:spPr>
          <a:xfrm>
            <a:off x="3600450" y="8334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5" name="object 155"/>
          <p:cNvSpPr/>
          <p:nvPr/>
        </p:nvSpPr>
        <p:spPr>
          <a:xfrm>
            <a:off x="3667125" y="8334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6" name="object 156"/>
          <p:cNvSpPr/>
          <p:nvPr/>
        </p:nvSpPr>
        <p:spPr>
          <a:xfrm>
            <a:off x="3733800" y="8334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7" name="object 157"/>
          <p:cNvSpPr/>
          <p:nvPr/>
        </p:nvSpPr>
        <p:spPr>
          <a:xfrm>
            <a:off x="3800475" y="8334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8" name="object 158"/>
          <p:cNvSpPr/>
          <p:nvPr/>
        </p:nvSpPr>
        <p:spPr>
          <a:xfrm>
            <a:off x="3867150" y="8334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9" name="object 159"/>
          <p:cNvSpPr/>
          <p:nvPr/>
        </p:nvSpPr>
        <p:spPr>
          <a:xfrm>
            <a:off x="3933825" y="8334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0" name="object 160"/>
          <p:cNvSpPr/>
          <p:nvPr/>
        </p:nvSpPr>
        <p:spPr>
          <a:xfrm>
            <a:off x="4000500" y="8334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1" name="object 161"/>
          <p:cNvSpPr/>
          <p:nvPr/>
        </p:nvSpPr>
        <p:spPr>
          <a:xfrm>
            <a:off x="4067175" y="8334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2" name="object 162"/>
          <p:cNvSpPr/>
          <p:nvPr/>
        </p:nvSpPr>
        <p:spPr>
          <a:xfrm>
            <a:off x="4133850" y="8334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3" name="object 163"/>
          <p:cNvSpPr/>
          <p:nvPr/>
        </p:nvSpPr>
        <p:spPr>
          <a:xfrm>
            <a:off x="4200525" y="8334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4" name="object 164"/>
          <p:cNvSpPr/>
          <p:nvPr/>
        </p:nvSpPr>
        <p:spPr>
          <a:xfrm>
            <a:off x="4267200" y="8334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5" name="object 165"/>
          <p:cNvSpPr/>
          <p:nvPr/>
        </p:nvSpPr>
        <p:spPr>
          <a:xfrm>
            <a:off x="4333875" y="8334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6" name="object 166"/>
          <p:cNvSpPr/>
          <p:nvPr/>
        </p:nvSpPr>
        <p:spPr>
          <a:xfrm>
            <a:off x="4400550" y="8334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7" name="object 167"/>
          <p:cNvSpPr/>
          <p:nvPr/>
        </p:nvSpPr>
        <p:spPr>
          <a:xfrm>
            <a:off x="4467225" y="8334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8" name="object 168"/>
          <p:cNvSpPr/>
          <p:nvPr/>
        </p:nvSpPr>
        <p:spPr>
          <a:xfrm>
            <a:off x="4533900" y="8334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9" name="object 169"/>
          <p:cNvSpPr/>
          <p:nvPr/>
        </p:nvSpPr>
        <p:spPr>
          <a:xfrm>
            <a:off x="4600575" y="8334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0" name="object 170"/>
          <p:cNvSpPr/>
          <p:nvPr/>
        </p:nvSpPr>
        <p:spPr>
          <a:xfrm>
            <a:off x="4667250" y="8334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1" name="object 171"/>
          <p:cNvSpPr/>
          <p:nvPr/>
        </p:nvSpPr>
        <p:spPr>
          <a:xfrm>
            <a:off x="4733925" y="8334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2" name="object 172"/>
          <p:cNvSpPr/>
          <p:nvPr/>
        </p:nvSpPr>
        <p:spPr>
          <a:xfrm>
            <a:off x="4800600" y="8334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3" name="object 173"/>
          <p:cNvSpPr/>
          <p:nvPr/>
        </p:nvSpPr>
        <p:spPr>
          <a:xfrm>
            <a:off x="4876800" y="7620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76200"/>
                </a:moveTo>
                <a:lnTo>
                  <a:pt x="23268" y="73206"/>
                </a:lnTo>
                <a:lnTo>
                  <a:pt x="11158" y="65041"/>
                </a:lnTo>
                <a:lnTo>
                  <a:pt x="2993" y="52931"/>
                </a:lnTo>
                <a:lnTo>
                  <a:pt x="0" y="38100"/>
                </a:lnTo>
                <a:lnTo>
                  <a:pt x="2993" y="23268"/>
                </a:lnTo>
                <a:lnTo>
                  <a:pt x="11158" y="11158"/>
                </a:lnTo>
                <a:lnTo>
                  <a:pt x="23268" y="2993"/>
                </a:lnTo>
                <a:lnTo>
                  <a:pt x="38100" y="0"/>
                </a:lnTo>
                <a:lnTo>
                  <a:pt x="52931" y="2993"/>
                </a:lnTo>
                <a:lnTo>
                  <a:pt x="65041" y="11158"/>
                </a:lnTo>
                <a:lnTo>
                  <a:pt x="73206" y="23268"/>
                </a:lnTo>
                <a:lnTo>
                  <a:pt x="76200" y="38100"/>
                </a:lnTo>
                <a:lnTo>
                  <a:pt x="73206" y="52931"/>
                </a:lnTo>
                <a:lnTo>
                  <a:pt x="65041" y="65041"/>
                </a:lnTo>
                <a:lnTo>
                  <a:pt x="52931" y="73206"/>
                </a:lnTo>
                <a:lnTo>
                  <a:pt x="381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4" name="object 174"/>
          <p:cNvSpPr/>
          <p:nvPr/>
        </p:nvSpPr>
        <p:spPr>
          <a:xfrm>
            <a:off x="4872037" y="757237"/>
            <a:ext cx="85725" cy="85725"/>
          </a:xfrm>
          <a:custGeom>
            <a:avLst/>
            <a:gdLst/>
            <a:ahLst/>
            <a:cxnLst/>
            <a:rect l="l" t="t" r="r" b="b"/>
            <a:pathLst>
              <a:path w="85725" h="85725">
                <a:moveTo>
                  <a:pt x="43103" y="85725"/>
                </a:moveTo>
                <a:lnTo>
                  <a:pt x="42621" y="85725"/>
                </a:lnTo>
                <a:lnTo>
                  <a:pt x="38722" y="85521"/>
                </a:lnTo>
                <a:lnTo>
                  <a:pt x="5295" y="63500"/>
                </a:lnTo>
                <a:lnTo>
                  <a:pt x="0" y="43103"/>
                </a:lnTo>
                <a:lnTo>
                  <a:pt x="0" y="42621"/>
                </a:lnTo>
                <a:lnTo>
                  <a:pt x="18707" y="7454"/>
                </a:lnTo>
                <a:lnTo>
                  <a:pt x="42621" y="0"/>
                </a:lnTo>
                <a:lnTo>
                  <a:pt x="43103" y="0"/>
                </a:lnTo>
                <a:lnTo>
                  <a:pt x="69782" y="9525"/>
                </a:lnTo>
                <a:lnTo>
                  <a:pt x="42621" y="9525"/>
                </a:lnTo>
                <a:lnTo>
                  <a:pt x="42862" y="9536"/>
                </a:lnTo>
                <a:lnTo>
                  <a:pt x="40244" y="9664"/>
                </a:lnTo>
                <a:lnTo>
                  <a:pt x="39687" y="9664"/>
                </a:lnTo>
                <a:lnTo>
                  <a:pt x="39204" y="9715"/>
                </a:lnTo>
                <a:lnTo>
                  <a:pt x="39358" y="9715"/>
                </a:lnTo>
                <a:lnTo>
                  <a:pt x="36561" y="10147"/>
                </a:lnTo>
                <a:lnTo>
                  <a:pt x="36372" y="10147"/>
                </a:lnTo>
                <a:lnTo>
                  <a:pt x="35902" y="10248"/>
                </a:lnTo>
                <a:lnTo>
                  <a:pt x="33258" y="10947"/>
                </a:lnTo>
                <a:lnTo>
                  <a:pt x="32715" y="11087"/>
                </a:lnTo>
                <a:lnTo>
                  <a:pt x="30153" y="12052"/>
                </a:lnTo>
                <a:lnTo>
                  <a:pt x="29667" y="12230"/>
                </a:lnTo>
                <a:lnTo>
                  <a:pt x="27220" y="13436"/>
                </a:lnTo>
                <a:lnTo>
                  <a:pt x="26771" y="13652"/>
                </a:lnTo>
                <a:lnTo>
                  <a:pt x="24448" y="15087"/>
                </a:lnTo>
                <a:lnTo>
                  <a:pt x="24028" y="15341"/>
                </a:lnTo>
                <a:lnTo>
                  <a:pt x="21475" y="17271"/>
                </a:lnTo>
                <a:lnTo>
                  <a:pt x="19518" y="19088"/>
                </a:lnTo>
                <a:lnTo>
                  <a:pt x="19126" y="19443"/>
                </a:lnTo>
                <a:lnTo>
                  <a:pt x="17314" y="21475"/>
                </a:lnTo>
                <a:lnTo>
                  <a:pt x="15371" y="24028"/>
                </a:lnTo>
                <a:lnTo>
                  <a:pt x="13682" y="26771"/>
                </a:lnTo>
                <a:lnTo>
                  <a:pt x="12259" y="29667"/>
                </a:lnTo>
                <a:lnTo>
                  <a:pt x="11114" y="32715"/>
                </a:lnTo>
                <a:lnTo>
                  <a:pt x="10268" y="35902"/>
                </a:lnTo>
                <a:lnTo>
                  <a:pt x="9813" y="38722"/>
                </a:lnTo>
                <a:lnTo>
                  <a:pt x="9715" y="39204"/>
                </a:lnTo>
                <a:lnTo>
                  <a:pt x="9548" y="42621"/>
                </a:lnTo>
                <a:lnTo>
                  <a:pt x="9664" y="46037"/>
                </a:lnTo>
                <a:lnTo>
                  <a:pt x="10176" y="49352"/>
                </a:lnTo>
                <a:lnTo>
                  <a:pt x="10969" y="52552"/>
                </a:lnTo>
                <a:lnTo>
                  <a:pt x="11979" y="55371"/>
                </a:lnTo>
                <a:lnTo>
                  <a:pt x="12052" y="55625"/>
                </a:lnTo>
                <a:lnTo>
                  <a:pt x="13457" y="58546"/>
                </a:lnTo>
                <a:lnTo>
                  <a:pt x="13652" y="58953"/>
                </a:lnTo>
                <a:lnTo>
                  <a:pt x="15111" y="61315"/>
                </a:lnTo>
                <a:lnTo>
                  <a:pt x="15341" y="61696"/>
                </a:lnTo>
                <a:lnTo>
                  <a:pt x="17007" y="63893"/>
                </a:lnTo>
                <a:lnTo>
                  <a:pt x="17272" y="64249"/>
                </a:lnTo>
                <a:lnTo>
                  <a:pt x="19156" y="66281"/>
                </a:lnTo>
                <a:lnTo>
                  <a:pt x="19443" y="66598"/>
                </a:lnTo>
                <a:lnTo>
                  <a:pt x="21522" y="68453"/>
                </a:lnTo>
                <a:lnTo>
                  <a:pt x="24068" y="70383"/>
                </a:lnTo>
                <a:lnTo>
                  <a:pt x="24409" y="70637"/>
                </a:lnTo>
                <a:lnTo>
                  <a:pt x="26821" y="72072"/>
                </a:lnTo>
                <a:lnTo>
                  <a:pt x="27177" y="72288"/>
                </a:lnTo>
                <a:lnTo>
                  <a:pt x="29729" y="73494"/>
                </a:lnTo>
                <a:lnTo>
                  <a:pt x="30099" y="73672"/>
                </a:lnTo>
                <a:lnTo>
                  <a:pt x="32790" y="74637"/>
                </a:lnTo>
                <a:lnTo>
                  <a:pt x="33172" y="74777"/>
                </a:lnTo>
                <a:lnTo>
                  <a:pt x="35977" y="75476"/>
                </a:lnTo>
                <a:lnTo>
                  <a:pt x="36372" y="75577"/>
                </a:lnTo>
                <a:lnTo>
                  <a:pt x="36561" y="75577"/>
                </a:lnTo>
                <a:lnTo>
                  <a:pt x="39358" y="76009"/>
                </a:lnTo>
                <a:lnTo>
                  <a:pt x="39204" y="76009"/>
                </a:lnTo>
                <a:lnTo>
                  <a:pt x="39687" y="76060"/>
                </a:lnTo>
                <a:lnTo>
                  <a:pt x="40244" y="76060"/>
                </a:lnTo>
                <a:lnTo>
                  <a:pt x="42862" y="76188"/>
                </a:lnTo>
                <a:lnTo>
                  <a:pt x="42621" y="76200"/>
                </a:lnTo>
                <a:lnTo>
                  <a:pt x="69782" y="76200"/>
                </a:lnTo>
                <a:lnTo>
                  <a:pt x="67017" y="78270"/>
                </a:lnTo>
                <a:lnTo>
                  <a:pt x="47002" y="85521"/>
                </a:lnTo>
                <a:lnTo>
                  <a:pt x="43103" y="85725"/>
                </a:lnTo>
                <a:close/>
              </a:path>
              <a:path w="85725" h="85725">
                <a:moveTo>
                  <a:pt x="42862" y="9536"/>
                </a:moveTo>
                <a:lnTo>
                  <a:pt x="42621" y="9525"/>
                </a:lnTo>
                <a:lnTo>
                  <a:pt x="43103" y="9525"/>
                </a:lnTo>
                <a:lnTo>
                  <a:pt x="42862" y="9536"/>
                </a:lnTo>
                <a:close/>
              </a:path>
              <a:path w="85725" h="85725">
                <a:moveTo>
                  <a:pt x="46295" y="9704"/>
                </a:moveTo>
                <a:lnTo>
                  <a:pt x="42862" y="9536"/>
                </a:lnTo>
                <a:lnTo>
                  <a:pt x="69797" y="9536"/>
                </a:lnTo>
                <a:lnTo>
                  <a:pt x="69965" y="9664"/>
                </a:lnTo>
                <a:lnTo>
                  <a:pt x="46037" y="9664"/>
                </a:lnTo>
                <a:lnTo>
                  <a:pt x="46295" y="9704"/>
                </a:lnTo>
                <a:close/>
              </a:path>
              <a:path w="85725" h="85725">
                <a:moveTo>
                  <a:pt x="39429" y="9704"/>
                </a:moveTo>
                <a:lnTo>
                  <a:pt x="39687" y="9664"/>
                </a:lnTo>
                <a:lnTo>
                  <a:pt x="40244" y="9664"/>
                </a:lnTo>
                <a:lnTo>
                  <a:pt x="39429" y="9704"/>
                </a:lnTo>
                <a:close/>
              </a:path>
              <a:path w="85725" h="85725">
                <a:moveTo>
                  <a:pt x="70022" y="9715"/>
                </a:moveTo>
                <a:lnTo>
                  <a:pt x="46415" y="9704"/>
                </a:lnTo>
                <a:lnTo>
                  <a:pt x="46037" y="9664"/>
                </a:lnTo>
                <a:lnTo>
                  <a:pt x="69965" y="9664"/>
                </a:lnTo>
                <a:close/>
              </a:path>
              <a:path w="85725" h="85725">
                <a:moveTo>
                  <a:pt x="39358" y="9715"/>
                </a:moveTo>
                <a:lnTo>
                  <a:pt x="39204" y="9715"/>
                </a:lnTo>
                <a:lnTo>
                  <a:pt x="39429" y="9704"/>
                </a:lnTo>
                <a:close/>
              </a:path>
              <a:path w="85725" h="85725">
                <a:moveTo>
                  <a:pt x="49635" y="10220"/>
                </a:moveTo>
                <a:lnTo>
                  <a:pt x="46295" y="9704"/>
                </a:lnTo>
                <a:lnTo>
                  <a:pt x="46520" y="9715"/>
                </a:lnTo>
                <a:lnTo>
                  <a:pt x="70022" y="9715"/>
                </a:lnTo>
                <a:lnTo>
                  <a:pt x="70504" y="10147"/>
                </a:lnTo>
                <a:lnTo>
                  <a:pt x="49352" y="10147"/>
                </a:lnTo>
                <a:lnTo>
                  <a:pt x="49635" y="10220"/>
                </a:lnTo>
                <a:close/>
              </a:path>
              <a:path w="85725" h="85725">
                <a:moveTo>
                  <a:pt x="36089" y="10220"/>
                </a:moveTo>
                <a:lnTo>
                  <a:pt x="36372" y="10147"/>
                </a:lnTo>
                <a:lnTo>
                  <a:pt x="36561" y="10147"/>
                </a:lnTo>
                <a:lnTo>
                  <a:pt x="36089" y="10220"/>
                </a:lnTo>
                <a:close/>
              </a:path>
              <a:path w="85725" h="85725">
                <a:moveTo>
                  <a:pt x="70617" y="10248"/>
                </a:moveTo>
                <a:lnTo>
                  <a:pt x="49822" y="10248"/>
                </a:lnTo>
                <a:lnTo>
                  <a:pt x="49352" y="10147"/>
                </a:lnTo>
                <a:lnTo>
                  <a:pt x="70504" y="10147"/>
                </a:lnTo>
                <a:close/>
              </a:path>
              <a:path w="85725" h="85725">
                <a:moveTo>
                  <a:pt x="35977" y="10248"/>
                </a:moveTo>
                <a:close/>
              </a:path>
              <a:path w="85725" h="85725">
                <a:moveTo>
                  <a:pt x="71552" y="11087"/>
                </a:moveTo>
                <a:lnTo>
                  <a:pt x="53009" y="11087"/>
                </a:lnTo>
                <a:lnTo>
                  <a:pt x="52552" y="10947"/>
                </a:lnTo>
                <a:lnTo>
                  <a:pt x="49635" y="10220"/>
                </a:lnTo>
                <a:lnTo>
                  <a:pt x="49822" y="10248"/>
                </a:lnTo>
                <a:lnTo>
                  <a:pt x="70617" y="10248"/>
                </a:lnTo>
                <a:lnTo>
                  <a:pt x="71552" y="11087"/>
                </a:lnTo>
                <a:close/>
              </a:path>
              <a:path w="85725" h="85725">
                <a:moveTo>
                  <a:pt x="32968" y="11022"/>
                </a:moveTo>
                <a:lnTo>
                  <a:pt x="33172" y="10947"/>
                </a:lnTo>
                <a:lnTo>
                  <a:pt x="32968" y="11022"/>
                </a:lnTo>
                <a:close/>
              </a:path>
              <a:path w="85725" h="85725">
                <a:moveTo>
                  <a:pt x="52756" y="11022"/>
                </a:moveTo>
                <a:lnTo>
                  <a:pt x="52466" y="10947"/>
                </a:lnTo>
                <a:lnTo>
                  <a:pt x="52756" y="11022"/>
                </a:lnTo>
                <a:close/>
              </a:path>
              <a:path w="85725" h="85725">
                <a:moveTo>
                  <a:pt x="32790" y="11087"/>
                </a:moveTo>
                <a:lnTo>
                  <a:pt x="32968" y="11022"/>
                </a:lnTo>
                <a:lnTo>
                  <a:pt x="32790" y="11087"/>
                </a:lnTo>
                <a:close/>
              </a:path>
              <a:path w="85725" h="85725">
                <a:moveTo>
                  <a:pt x="72828" y="12230"/>
                </a:moveTo>
                <a:lnTo>
                  <a:pt x="56057" y="12230"/>
                </a:lnTo>
                <a:lnTo>
                  <a:pt x="55625" y="12052"/>
                </a:lnTo>
                <a:lnTo>
                  <a:pt x="52756" y="11022"/>
                </a:lnTo>
                <a:lnTo>
                  <a:pt x="53009" y="11087"/>
                </a:lnTo>
                <a:lnTo>
                  <a:pt x="71552" y="11087"/>
                </a:lnTo>
                <a:lnTo>
                  <a:pt x="72828" y="12230"/>
                </a:lnTo>
                <a:close/>
              </a:path>
              <a:path w="85725" h="85725">
                <a:moveTo>
                  <a:pt x="29926" y="12135"/>
                </a:moveTo>
                <a:lnTo>
                  <a:pt x="30099" y="12052"/>
                </a:lnTo>
                <a:lnTo>
                  <a:pt x="29926" y="12135"/>
                </a:lnTo>
                <a:close/>
              </a:path>
              <a:path w="85725" h="85725">
                <a:moveTo>
                  <a:pt x="55798" y="12135"/>
                </a:moveTo>
                <a:lnTo>
                  <a:pt x="55571" y="12052"/>
                </a:lnTo>
                <a:lnTo>
                  <a:pt x="55798" y="12135"/>
                </a:lnTo>
                <a:close/>
              </a:path>
              <a:path w="85725" h="85725">
                <a:moveTo>
                  <a:pt x="29729" y="12230"/>
                </a:moveTo>
                <a:lnTo>
                  <a:pt x="29926" y="12135"/>
                </a:lnTo>
                <a:lnTo>
                  <a:pt x="29729" y="12230"/>
                </a:lnTo>
                <a:close/>
              </a:path>
              <a:path w="85725" h="85725">
                <a:moveTo>
                  <a:pt x="74172" y="13652"/>
                </a:moveTo>
                <a:lnTo>
                  <a:pt x="58953" y="13652"/>
                </a:lnTo>
                <a:lnTo>
                  <a:pt x="58547" y="13436"/>
                </a:lnTo>
                <a:lnTo>
                  <a:pt x="55798" y="12135"/>
                </a:lnTo>
                <a:lnTo>
                  <a:pt x="56057" y="12230"/>
                </a:lnTo>
                <a:lnTo>
                  <a:pt x="72828" y="12230"/>
                </a:lnTo>
                <a:lnTo>
                  <a:pt x="73329" y="12712"/>
                </a:lnTo>
                <a:lnTo>
                  <a:pt x="74172" y="13652"/>
                </a:lnTo>
                <a:close/>
              </a:path>
              <a:path w="85725" h="85725">
                <a:moveTo>
                  <a:pt x="27012" y="13536"/>
                </a:moveTo>
                <a:lnTo>
                  <a:pt x="27177" y="13436"/>
                </a:lnTo>
                <a:lnTo>
                  <a:pt x="27012" y="13536"/>
                </a:lnTo>
                <a:close/>
              </a:path>
              <a:path w="85725" h="85725">
                <a:moveTo>
                  <a:pt x="58712" y="13536"/>
                </a:moveTo>
                <a:lnTo>
                  <a:pt x="58504" y="13436"/>
                </a:lnTo>
                <a:lnTo>
                  <a:pt x="58712" y="13536"/>
                </a:lnTo>
                <a:close/>
              </a:path>
              <a:path w="85725" h="85725">
                <a:moveTo>
                  <a:pt x="26821" y="13652"/>
                </a:moveTo>
                <a:lnTo>
                  <a:pt x="27012" y="13536"/>
                </a:lnTo>
                <a:lnTo>
                  <a:pt x="26821" y="13652"/>
                </a:lnTo>
                <a:close/>
              </a:path>
              <a:path w="85725" h="85725">
                <a:moveTo>
                  <a:pt x="75685" y="15341"/>
                </a:moveTo>
                <a:lnTo>
                  <a:pt x="61696" y="15341"/>
                </a:lnTo>
                <a:lnTo>
                  <a:pt x="61315" y="15087"/>
                </a:lnTo>
                <a:lnTo>
                  <a:pt x="58712" y="13536"/>
                </a:lnTo>
                <a:lnTo>
                  <a:pt x="58953" y="13652"/>
                </a:lnTo>
                <a:lnTo>
                  <a:pt x="74172" y="13652"/>
                </a:lnTo>
                <a:lnTo>
                  <a:pt x="75685" y="15341"/>
                </a:lnTo>
                <a:close/>
              </a:path>
              <a:path w="85725" h="85725">
                <a:moveTo>
                  <a:pt x="24240" y="15213"/>
                </a:moveTo>
                <a:lnTo>
                  <a:pt x="24409" y="15087"/>
                </a:lnTo>
                <a:lnTo>
                  <a:pt x="24240" y="15213"/>
                </a:lnTo>
                <a:close/>
              </a:path>
              <a:path w="85725" h="85725">
                <a:moveTo>
                  <a:pt x="61484" y="15213"/>
                </a:moveTo>
                <a:lnTo>
                  <a:pt x="61276" y="15087"/>
                </a:lnTo>
                <a:lnTo>
                  <a:pt x="61484" y="15213"/>
                </a:lnTo>
                <a:close/>
              </a:path>
              <a:path w="85725" h="85725">
                <a:moveTo>
                  <a:pt x="24068" y="15341"/>
                </a:moveTo>
                <a:lnTo>
                  <a:pt x="24240" y="15213"/>
                </a:lnTo>
                <a:lnTo>
                  <a:pt x="24068" y="15341"/>
                </a:lnTo>
                <a:close/>
              </a:path>
              <a:path w="85725" h="85725">
                <a:moveTo>
                  <a:pt x="77195" y="17271"/>
                </a:moveTo>
                <a:lnTo>
                  <a:pt x="64249" y="17271"/>
                </a:lnTo>
                <a:lnTo>
                  <a:pt x="61484" y="15213"/>
                </a:lnTo>
                <a:lnTo>
                  <a:pt x="61696" y="15341"/>
                </a:lnTo>
                <a:lnTo>
                  <a:pt x="75685" y="15341"/>
                </a:lnTo>
                <a:lnTo>
                  <a:pt x="76073" y="15773"/>
                </a:lnTo>
                <a:lnTo>
                  <a:pt x="77195" y="17271"/>
                </a:lnTo>
                <a:close/>
              </a:path>
              <a:path w="85725" h="85725">
                <a:moveTo>
                  <a:pt x="21740" y="17074"/>
                </a:moveTo>
                <a:close/>
              </a:path>
              <a:path w="85725" h="85725">
                <a:moveTo>
                  <a:pt x="21522" y="17271"/>
                </a:moveTo>
                <a:lnTo>
                  <a:pt x="21740" y="17074"/>
                </a:lnTo>
                <a:lnTo>
                  <a:pt x="21522" y="17271"/>
                </a:lnTo>
                <a:close/>
              </a:path>
              <a:path w="85725" h="85725">
                <a:moveTo>
                  <a:pt x="78740" y="19443"/>
                </a:moveTo>
                <a:lnTo>
                  <a:pt x="66598" y="19443"/>
                </a:lnTo>
                <a:lnTo>
                  <a:pt x="66281" y="19126"/>
                </a:lnTo>
                <a:lnTo>
                  <a:pt x="63984" y="17074"/>
                </a:lnTo>
                <a:lnTo>
                  <a:pt x="64249" y="17271"/>
                </a:lnTo>
                <a:lnTo>
                  <a:pt x="77195" y="17271"/>
                </a:lnTo>
                <a:lnTo>
                  <a:pt x="78270" y="18707"/>
                </a:lnTo>
                <a:lnTo>
                  <a:pt x="78740" y="19443"/>
                </a:lnTo>
                <a:close/>
              </a:path>
              <a:path w="85725" h="85725">
                <a:moveTo>
                  <a:pt x="19292" y="19292"/>
                </a:moveTo>
                <a:lnTo>
                  <a:pt x="19443" y="19126"/>
                </a:lnTo>
                <a:lnTo>
                  <a:pt x="19292" y="19292"/>
                </a:lnTo>
                <a:close/>
              </a:path>
              <a:path w="85725" h="85725">
                <a:moveTo>
                  <a:pt x="66432" y="19292"/>
                </a:moveTo>
                <a:lnTo>
                  <a:pt x="66248" y="19126"/>
                </a:lnTo>
                <a:lnTo>
                  <a:pt x="66432" y="19292"/>
                </a:lnTo>
                <a:close/>
              </a:path>
              <a:path w="85725" h="85725">
                <a:moveTo>
                  <a:pt x="19156" y="19443"/>
                </a:moveTo>
                <a:lnTo>
                  <a:pt x="19292" y="19292"/>
                </a:lnTo>
                <a:lnTo>
                  <a:pt x="19156" y="19443"/>
                </a:lnTo>
                <a:close/>
              </a:path>
              <a:path w="85725" h="85725">
                <a:moveTo>
                  <a:pt x="80190" y="21831"/>
                </a:moveTo>
                <a:lnTo>
                  <a:pt x="68732" y="21831"/>
                </a:lnTo>
                <a:lnTo>
                  <a:pt x="68452" y="21475"/>
                </a:lnTo>
                <a:lnTo>
                  <a:pt x="66432" y="19292"/>
                </a:lnTo>
                <a:lnTo>
                  <a:pt x="66598" y="19443"/>
                </a:lnTo>
                <a:lnTo>
                  <a:pt x="78740" y="19443"/>
                </a:lnTo>
                <a:lnTo>
                  <a:pt x="80190" y="21831"/>
                </a:lnTo>
                <a:close/>
              </a:path>
              <a:path w="85725" h="85725">
                <a:moveTo>
                  <a:pt x="17074" y="21740"/>
                </a:moveTo>
                <a:lnTo>
                  <a:pt x="17272" y="21475"/>
                </a:lnTo>
                <a:lnTo>
                  <a:pt x="17074" y="21740"/>
                </a:lnTo>
                <a:close/>
              </a:path>
              <a:path w="85725" h="85725">
                <a:moveTo>
                  <a:pt x="68650" y="21740"/>
                </a:moveTo>
                <a:lnTo>
                  <a:pt x="68410" y="21475"/>
                </a:lnTo>
                <a:lnTo>
                  <a:pt x="68650" y="21740"/>
                </a:lnTo>
                <a:close/>
              </a:path>
              <a:path w="85725" h="85725">
                <a:moveTo>
                  <a:pt x="17007" y="21831"/>
                </a:moveTo>
                <a:close/>
              </a:path>
              <a:path w="85725" h="85725">
                <a:moveTo>
                  <a:pt x="81509" y="24409"/>
                </a:moveTo>
                <a:lnTo>
                  <a:pt x="70637" y="24409"/>
                </a:lnTo>
                <a:lnTo>
                  <a:pt x="70383" y="24028"/>
                </a:lnTo>
                <a:lnTo>
                  <a:pt x="68650" y="21740"/>
                </a:lnTo>
                <a:lnTo>
                  <a:pt x="80190" y="21831"/>
                </a:lnTo>
                <a:lnTo>
                  <a:pt x="80657" y="22631"/>
                </a:lnTo>
                <a:lnTo>
                  <a:pt x="81509" y="24409"/>
                </a:lnTo>
                <a:close/>
              </a:path>
              <a:path w="85725" h="85725">
                <a:moveTo>
                  <a:pt x="15213" y="24240"/>
                </a:moveTo>
                <a:lnTo>
                  <a:pt x="15341" y="24028"/>
                </a:lnTo>
                <a:lnTo>
                  <a:pt x="15213" y="24240"/>
                </a:lnTo>
                <a:close/>
              </a:path>
              <a:path w="85725" h="85725">
                <a:moveTo>
                  <a:pt x="70511" y="24240"/>
                </a:moveTo>
                <a:lnTo>
                  <a:pt x="70353" y="24028"/>
                </a:lnTo>
                <a:lnTo>
                  <a:pt x="70511" y="24240"/>
                </a:lnTo>
                <a:close/>
              </a:path>
              <a:path w="85725" h="85725">
                <a:moveTo>
                  <a:pt x="15111" y="24409"/>
                </a:moveTo>
                <a:lnTo>
                  <a:pt x="15213" y="24240"/>
                </a:lnTo>
                <a:lnTo>
                  <a:pt x="15111" y="24409"/>
                </a:lnTo>
                <a:close/>
              </a:path>
              <a:path w="85725" h="85725">
                <a:moveTo>
                  <a:pt x="82723" y="27178"/>
                </a:moveTo>
                <a:lnTo>
                  <a:pt x="72288" y="27178"/>
                </a:lnTo>
                <a:lnTo>
                  <a:pt x="72072" y="26771"/>
                </a:lnTo>
                <a:lnTo>
                  <a:pt x="70511" y="24240"/>
                </a:lnTo>
                <a:lnTo>
                  <a:pt x="70637" y="24409"/>
                </a:lnTo>
                <a:lnTo>
                  <a:pt x="81509" y="24409"/>
                </a:lnTo>
                <a:lnTo>
                  <a:pt x="82257" y="25971"/>
                </a:lnTo>
                <a:lnTo>
                  <a:pt x="82723" y="27178"/>
                </a:lnTo>
                <a:close/>
              </a:path>
              <a:path w="85725" h="85725">
                <a:moveTo>
                  <a:pt x="13536" y="27012"/>
                </a:moveTo>
                <a:lnTo>
                  <a:pt x="13652" y="26771"/>
                </a:lnTo>
                <a:lnTo>
                  <a:pt x="13536" y="27012"/>
                </a:lnTo>
                <a:close/>
              </a:path>
              <a:path w="85725" h="85725">
                <a:moveTo>
                  <a:pt x="72188" y="27012"/>
                </a:moveTo>
                <a:lnTo>
                  <a:pt x="72042" y="26771"/>
                </a:lnTo>
                <a:lnTo>
                  <a:pt x="72188" y="27012"/>
                </a:lnTo>
                <a:close/>
              </a:path>
              <a:path w="85725" h="85725">
                <a:moveTo>
                  <a:pt x="13457" y="27178"/>
                </a:moveTo>
                <a:lnTo>
                  <a:pt x="13536" y="27012"/>
                </a:lnTo>
                <a:lnTo>
                  <a:pt x="13457" y="27178"/>
                </a:lnTo>
                <a:close/>
              </a:path>
              <a:path w="85725" h="85725">
                <a:moveTo>
                  <a:pt x="83780" y="30098"/>
                </a:moveTo>
                <a:lnTo>
                  <a:pt x="73672" y="30098"/>
                </a:lnTo>
                <a:lnTo>
                  <a:pt x="73494" y="29667"/>
                </a:lnTo>
                <a:lnTo>
                  <a:pt x="72188" y="27012"/>
                </a:lnTo>
                <a:lnTo>
                  <a:pt x="72288" y="27178"/>
                </a:lnTo>
                <a:lnTo>
                  <a:pt x="82723" y="27178"/>
                </a:lnTo>
                <a:lnTo>
                  <a:pt x="83780" y="30098"/>
                </a:lnTo>
                <a:close/>
              </a:path>
              <a:path w="85725" h="85725">
                <a:moveTo>
                  <a:pt x="12135" y="29926"/>
                </a:moveTo>
                <a:lnTo>
                  <a:pt x="12230" y="29667"/>
                </a:lnTo>
                <a:lnTo>
                  <a:pt x="12135" y="29926"/>
                </a:lnTo>
                <a:close/>
              </a:path>
              <a:path w="85725" h="85725">
                <a:moveTo>
                  <a:pt x="73589" y="29926"/>
                </a:moveTo>
                <a:lnTo>
                  <a:pt x="73465" y="29667"/>
                </a:lnTo>
                <a:lnTo>
                  <a:pt x="73589" y="29926"/>
                </a:lnTo>
                <a:close/>
              </a:path>
              <a:path w="85725" h="85725">
                <a:moveTo>
                  <a:pt x="12072" y="30098"/>
                </a:moveTo>
                <a:lnTo>
                  <a:pt x="12135" y="29926"/>
                </a:lnTo>
                <a:lnTo>
                  <a:pt x="12072" y="30098"/>
                </a:lnTo>
                <a:close/>
              </a:path>
              <a:path w="85725" h="85725">
                <a:moveTo>
                  <a:pt x="84585" y="33172"/>
                </a:moveTo>
                <a:lnTo>
                  <a:pt x="74777" y="33172"/>
                </a:lnTo>
                <a:lnTo>
                  <a:pt x="74637" y="32715"/>
                </a:lnTo>
                <a:lnTo>
                  <a:pt x="73589" y="29926"/>
                </a:lnTo>
                <a:lnTo>
                  <a:pt x="73672" y="30098"/>
                </a:lnTo>
                <a:lnTo>
                  <a:pt x="83780" y="30098"/>
                </a:lnTo>
                <a:lnTo>
                  <a:pt x="84585" y="33172"/>
                </a:lnTo>
                <a:close/>
              </a:path>
              <a:path w="85725" h="85725">
                <a:moveTo>
                  <a:pt x="11022" y="32968"/>
                </a:moveTo>
                <a:lnTo>
                  <a:pt x="11087" y="32715"/>
                </a:lnTo>
                <a:lnTo>
                  <a:pt x="11022" y="32968"/>
                </a:lnTo>
                <a:close/>
              </a:path>
              <a:path w="85725" h="85725">
                <a:moveTo>
                  <a:pt x="74702" y="32968"/>
                </a:moveTo>
                <a:lnTo>
                  <a:pt x="74610" y="32715"/>
                </a:lnTo>
                <a:lnTo>
                  <a:pt x="74702" y="32968"/>
                </a:lnTo>
                <a:close/>
              </a:path>
              <a:path w="85725" h="85725">
                <a:moveTo>
                  <a:pt x="10969" y="33172"/>
                </a:moveTo>
                <a:lnTo>
                  <a:pt x="11022" y="32968"/>
                </a:lnTo>
                <a:lnTo>
                  <a:pt x="10969" y="33172"/>
                </a:lnTo>
                <a:close/>
              </a:path>
              <a:path w="85725" h="85725">
                <a:moveTo>
                  <a:pt x="85187" y="36372"/>
                </a:moveTo>
                <a:lnTo>
                  <a:pt x="75577" y="36372"/>
                </a:lnTo>
                <a:lnTo>
                  <a:pt x="75476" y="35902"/>
                </a:lnTo>
                <a:lnTo>
                  <a:pt x="74702" y="32968"/>
                </a:lnTo>
                <a:lnTo>
                  <a:pt x="74777" y="33172"/>
                </a:lnTo>
                <a:lnTo>
                  <a:pt x="84585" y="33172"/>
                </a:lnTo>
                <a:lnTo>
                  <a:pt x="84899" y="34467"/>
                </a:lnTo>
                <a:lnTo>
                  <a:pt x="85187" y="36372"/>
                </a:lnTo>
                <a:close/>
              </a:path>
              <a:path w="85725" h="85725">
                <a:moveTo>
                  <a:pt x="10220" y="36089"/>
                </a:moveTo>
                <a:lnTo>
                  <a:pt x="10248" y="35902"/>
                </a:lnTo>
                <a:lnTo>
                  <a:pt x="10220" y="36089"/>
                </a:lnTo>
                <a:close/>
              </a:path>
              <a:path w="85725" h="85725">
                <a:moveTo>
                  <a:pt x="75504" y="36089"/>
                </a:moveTo>
                <a:lnTo>
                  <a:pt x="75456" y="35902"/>
                </a:lnTo>
                <a:lnTo>
                  <a:pt x="75504" y="36089"/>
                </a:lnTo>
                <a:close/>
              </a:path>
              <a:path w="85725" h="85725">
                <a:moveTo>
                  <a:pt x="10176" y="36372"/>
                </a:moveTo>
                <a:lnTo>
                  <a:pt x="10220" y="36089"/>
                </a:lnTo>
                <a:lnTo>
                  <a:pt x="10176" y="36372"/>
                </a:lnTo>
                <a:close/>
              </a:path>
              <a:path w="85725" h="85725">
                <a:moveTo>
                  <a:pt x="85572" y="39687"/>
                </a:moveTo>
                <a:lnTo>
                  <a:pt x="76060" y="39687"/>
                </a:lnTo>
                <a:lnTo>
                  <a:pt x="76009" y="39204"/>
                </a:lnTo>
                <a:lnTo>
                  <a:pt x="75838" y="38252"/>
                </a:lnTo>
                <a:lnTo>
                  <a:pt x="75504" y="36089"/>
                </a:lnTo>
                <a:lnTo>
                  <a:pt x="75577" y="36372"/>
                </a:lnTo>
                <a:lnTo>
                  <a:pt x="85187" y="36372"/>
                </a:lnTo>
                <a:lnTo>
                  <a:pt x="85471" y="38252"/>
                </a:lnTo>
                <a:lnTo>
                  <a:pt x="85572" y="39687"/>
                </a:lnTo>
                <a:close/>
              </a:path>
              <a:path w="85725" h="85725">
                <a:moveTo>
                  <a:pt x="9704" y="39429"/>
                </a:moveTo>
                <a:lnTo>
                  <a:pt x="9715" y="39204"/>
                </a:lnTo>
                <a:lnTo>
                  <a:pt x="9704" y="39429"/>
                </a:lnTo>
                <a:close/>
              </a:path>
              <a:path w="85725" h="85725">
                <a:moveTo>
                  <a:pt x="76020" y="39429"/>
                </a:moveTo>
                <a:lnTo>
                  <a:pt x="75985" y="39204"/>
                </a:lnTo>
                <a:lnTo>
                  <a:pt x="76020" y="39429"/>
                </a:lnTo>
                <a:close/>
              </a:path>
              <a:path w="85725" h="85725">
                <a:moveTo>
                  <a:pt x="9691" y="39687"/>
                </a:moveTo>
                <a:lnTo>
                  <a:pt x="9704" y="39429"/>
                </a:lnTo>
                <a:lnTo>
                  <a:pt x="9691" y="39687"/>
                </a:lnTo>
                <a:close/>
              </a:path>
              <a:path w="85725" h="85725">
                <a:moveTo>
                  <a:pt x="85725" y="43103"/>
                </a:moveTo>
                <a:lnTo>
                  <a:pt x="76200" y="43103"/>
                </a:lnTo>
                <a:lnTo>
                  <a:pt x="76200" y="42621"/>
                </a:lnTo>
                <a:lnTo>
                  <a:pt x="76020" y="39429"/>
                </a:lnTo>
                <a:lnTo>
                  <a:pt x="76060" y="39687"/>
                </a:lnTo>
                <a:lnTo>
                  <a:pt x="85572" y="39687"/>
                </a:lnTo>
                <a:lnTo>
                  <a:pt x="85725" y="42621"/>
                </a:lnTo>
                <a:lnTo>
                  <a:pt x="85725" y="43103"/>
                </a:lnTo>
                <a:close/>
              </a:path>
              <a:path w="85725" h="85725">
                <a:moveTo>
                  <a:pt x="9536" y="42862"/>
                </a:moveTo>
                <a:lnTo>
                  <a:pt x="9525" y="42621"/>
                </a:lnTo>
                <a:lnTo>
                  <a:pt x="9536" y="42862"/>
                </a:lnTo>
                <a:close/>
              </a:path>
              <a:path w="85725" h="85725">
                <a:moveTo>
                  <a:pt x="76188" y="42862"/>
                </a:moveTo>
                <a:lnTo>
                  <a:pt x="76176" y="42621"/>
                </a:lnTo>
                <a:lnTo>
                  <a:pt x="76188" y="42862"/>
                </a:lnTo>
                <a:close/>
              </a:path>
              <a:path w="85725" h="85725">
                <a:moveTo>
                  <a:pt x="9548" y="43103"/>
                </a:moveTo>
                <a:lnTo>
                  <a:pt x="9536" y="42862"/>
                </a:lnTo>
                <a:lnTo>
                  <a:pt x="9548" y="43103"/>
                </a:lnTo>
                <a:close/>
              </a:path>
              <a:path w="85725" h="85725">
                <a:moveTo>
                  <a:pt x="85546" y="46520"/>
                </a:moveTo>
                <a:lnTo>
                  <a:pt x="76009" y="46520"/>
                </a:lnTo>
                <a:lnTo>
                  <a:pt x="76060" y="46037"/>
                </a:lnTo>
                <a:lnTo>
                  <a:pt x="76188" y="42862"/>
                </a:lnTo>
                <a:lnTo>
                  <a:pt x="76200" y="43103"/>
                </a:lnTo>
                <a:lnTo>
                  <a:pt x="85725" y="43103"/>
                </a:lnTo>
                <a:lnTo>
                  <a:pt x="85546" y="46520"/>
                </a:lnTo>
                <a:close/>
              </a:path>
              <a:path w="85725" h="85725">
                <a:moveTo>
                  <a:pt x="9704" y="46295"/>
                </a:moveTo>
                <a:lnTo>
                  <a:pt x="9664" y="46037"/>
                </a:lnTo>
                <a:lnTo>
                  <a:pt x="9704" y="46295"/>
                </a:lnTo>
                <a:close/>
              </a:path>
              <a:path w="85725" h="85725">
                <a:moveTo>
                  <a:pt x="76020" y="46295"/>
                </a:moveTo>
                <a:lnTo>
                  <a:pt x="76033" y="46037"/>
                </a:lnTo>
                <a:lnTo>
                  <a:pt x="76020" y="46295"/>
                </a:lnTo>
                <a:close/>
              </a:path>
              <a:path w="85725" h="85725">
                <a:moveTo>
                  <a:pt x="9739" y="46520"/>
                </a:moveTo>
                <a:lnTo>
                  <a:pt x="9704" y="46295"/>
                </a:lnTo>
                <a:lnTo>
                  <a:pt x="9739" y="46520"/>
                </a:lnTo>
                <a:close/>
              </a:path>
              <a:path w="85725" h="85725">
                <a:moveTo>
                  <a:pt x="85116" y="49822"/>
                </a:moveTo>
                <a:lnTo>
                  <a:pt x="75476" y="49822"/>
                </a:lnTo>
                <a:lnTo>
                  <a:pt x="75577" y="49352"/>
                </a:lnTo>
                <a:lnTo>
                  <a:pt x="76020" y="46295"/>
                </a:lnTo>
                <a:lnTo>
                  <a:pt x="76009" y="46520"/>
                </a:lnTo>
                <a:lnTo>
                  <a:pt x="85546" y="46520"/>
                </a:lnTo>
                <a:lnTo>
                  <a:pt x="85471" y="47472"/>
                </a:lnTo>
                <a:lnTo>
                  <a:pt x="85116" y="49822"/>
                </a:lnTo>
                <a:close/>
              </a:path>
              <a:path w="85725" h="85725">
                <a:moveTo>
                  <a:pt x="10220" y="49635"/>
                </a:moveTo>
                <a:lnTo>
                  <a:pt x="10147" y="49352"/>
                </a:lnTo>
                <a:lnTo>
                  <a:pt x="10220" y="49635"/>
                </a:lnTo>
                <a:close/>
              </a:path>
              <a:path w="85725" h="85725">
                <a:moveTo>
                  <a:pt x="75504" y="49635"/>
                </a:moveTo>
                <a:lnTo>
                  <a:pt x="75548" y="49352"/>
                </a:lnTo>
                <a:lnTo>
                  <a:pt x="75504" y="49635"/>
                </a:lnTo>
                <a:close/>
              </a:path>
              <a:path w="85725" h="85725">
                <a:moveTo>
                  <a:pt x="10268" y="49822"/>
                </a:moveTo>
                <a:lnTo>
                  <a:pt x="10220" y="49635"/>
                </a:lnTo>
                <a:lnTo>
                  <a:pt x="10268" y="49822"/>
                </a:lnTo>
                <a:close/>
              </a:path>
              <a:path w="85725" h="85725">
                <a:moveTo>
                  <a:pt x="84467" y="53009"/>
                </a:moveTo>
                <a:lnTo>
                  <a:pt x="74637" y="53009"/>
                </a:lnTo>
                <a:lnTo>
                  <a:pt x="74777" y="52552"/>
                </a:lnTo>
                <a:lnTo>
                  <a:pt x="75504" y="49635"/>
                </a:lnTo>
                <a:lnTo>
                  <a:pt x="75476" y="49822"/>
                </a:lnTo>
                <a:lnTo>
                  <a:pt x="85116" y="49822"/>
                </a:lnTo>
                <a:lnTo>
                  <a:pt x="84899" y="51257"/>
                </a:lnTo>
                <a:lnTo>
                  <a:pt x="84467" y="53009"/>
                </a:lnTo>
                <a:close/>
              </a:path>
              <a:path w="85725" h="85725">
                <a:moveTo>
                  <a:pt x="11022" y="52756"/>
                </a:moveTo>
                <a:lnTo>
                  <a:pt x="10947" y="52552"/>
                </a:lnTo>
                <a:lnTo>
                  <a:pt x="11022" y="52756"/>
                </a:lnTo>
                <a:close/>
              </a:path>
              <a:path w="85725" h="85725">
                <a:moveTo>
                  <a:pt x="74702" y="52756"/>
                </a:moveTo>
                <a:lnTo>
                  <a:pt x="74755" y="52552"/>
                </a:lnTo>
                <a:lnTo>
                  <a:pt x="74702" y="52756"/>
                </a:lnTo>
                <a:close/>
              </a:path>
              <a:path w="85725" h="85725">
                <a:moveTo>
                  <a:pt x="11114" y="53009"/>
                </a:moveTo>
                <a:lnTo>
                  <a:pt x="11022" y="52756"/>
                </a:lnTo>
                <a:lnTo>
                  <a:pt x="11114" y="53009"/>
                </a:lnTo>
                <a:close/>
              </a:path>
              <a:path w="85725" h="85725">
                <a:moveTo>
                  <a:pt x="83634" y="56057"/>
                </a:moveTo>
                <a:lnTo>
                  <a:pt x="73494" y="56057"/>
                </a:lnTo>
                <a:lnTo>
                  <a:pt x="73672" y="55625"/>
                </a:lnTo>
                <a:lnTo>
                  <a:pt x="73745" y="55371"/>
                </a:lnTo>
                <a:lnTo>
                  <a:pt x="74702" y="52756"/>
                </a:lnTo>
                <a:lnTo>
                  <a:pt x="74637" y="53009"/>
                </a:lnTo>
                <a:lnTo>
                  <a:pt x="84467" y="53009"/>
                </a:lnTo>
                <a:lnTo>
                  <a:pt x="83718" y="55829"/>
                </a:lnTo>
                <a:lnTo>
                  <a:pt x="83634" y="56057"/>
                </a:lnTo>
                <a:close/>
              </a:path>
              <a:path w="85725" h="85725">
                <a:moveTo>
                  <a:pt x="12135" y="55798"/>
                </a:moveTo>
                <a:lnTo>
                  <a:pt x="12052" y="55625"/>
                </a:lnTo>
                <a:lnTo>
                  <a:pt x="12135" y="55798"/>
                </a:lnTo>
                <a:close/>
              </a:path>
              <a:path w="85725" h="85725">
                <a:moveTo>
                  <a:pt x="73589" y="55798"/>
                </a:moveTo>
                <a:lnTo>
                  <a:pt x="73652" y="55625"/>
                </a:lnTo>
                <a:lnTo>
                  <a:pt x="73589" y="55798"/>
                </a:lnTo>
                <a:close/>
              </a:path>
              <a:path w="85725" h="85725">
                <a:moveTo>
                  <a:pt x="12259" y="56057"/>
                </a:moveTo>
                <a:lnTo>
                  <a:pt x="12135" y="55798"/>
                </a:lnTo>
                <a:lnTo>
                  <a:pt x="12259" y="56057"/>
                </a:lnTo>
                <a:close/>
              </a:path>
              <a:path w="85725" h="85725">
                <a:moveTo>
                  <a:pt x="82575" y="58953"/>
                </a:moveTo>
                <a:lnTo>
                  <a:pt x="72072" y="58953"/>
                </a:lnTo>
                <a:lnTo>
                  <a:pt x="72288" y="58546"/>
                </a:lnTo>
                <a:lnTo>
                  <a:pt x="73589" y="55798"/>
                </a:lnTo>
                <a:lnTo>
                  <a:pt x="73494" y="56057"/>
                </a:lnTo>
                <a:lnTo>
                  <a:pt x="83634" y="56057"/>
                </a:lnTo>
                <a:lnTo>
                  <a:pt x="82575" y="58953"/>
                </a:lnTo>
                <a:close/>
              </a:path>
              <a:path w="85725" h="85725">
                <a:moveTo>
                  <a:pt x="13536" y="58712"/>
                </a:moveTo>
                <a:lnTo>
                  <a:pt x="13436" y="58546"/>
                </a:lnTo>
                <a:lnTo>
                  <a:pt x="13536" y="58712"/>
                </a:lnTo>
                <a:close/>
              </a:path>
              <a:path w="85725" h="85725">
                <a:moveTo>
                  <a:pt x="72188" y="58712"/>
                </a:moveTo>
                <a:lnTo>
                  <a:pt x="72267" y="58546"/>
                </a:lnTo>
                <a:lnTo>
                  <a:pt x="72188" y="58712"/>
                </a:lnTo>
                <a:close/>
              </a:path>
              <a:path w="85725" h="85725">
                <a:moveTo>
                  <a:pt x="13682" y="58953"/>
                </a:moveTo>
                <a:lnTo>
                  <a:pt x="13536" y="58712"/>
                </a:lnTo>
                <a:lnTo>
                  <a:pt x="13682" y="58953"/>
                </a:lnTo>
                <a:close/>
              </a:path>
              <a:path w="85725" h="85725">
                <a:moveTo>
                  <a:pt x="81326" y="61696"/>
                </a:moveTo>
                <a:lnTo>
                  <a:pt x="70383" y="61696"/>
                </a:lnTo>
                <a:lnTo>
                  <a:pt x="70637" y="61315"/>
                </a:lnTo>
                <a:lnTo>
                  <a:pt x="72188" y="58712"/>
                </a:lnTo>
                <a:lnTo>
                  <a:pt x="72072" y="58953"/>
                </a:lnTo>
                <a:lnTo>
                  <a:pt x="82575" y="58953"/>
                </a:lnTo>
                <a:lnTo>
                  <a:pt x="82257" y="59753"/>
                </a:lnTo>
                <a:lnTo>
                  <a:pt x="81326" y="61696"/>
                </a:lnTo>
                <a:close/>
              </a:path>
              <a:path w="85725" h="85725">
                <a:moveTo>
                  <a:pt x="15213" y="61484"/>
                </a:moveTo>
                <a:lnTo>
                  <a:pt x="15087" y="61315"/>
                </a:lnTo>
                <a:lnTo>
                  <a:pt x="15213" y="61484"/>
                </a:lnTo>
                <a:close/>
              </a:path>
              <a:path w="85725" h="85725">
                <a:moveTo>
                  <a:pt x="70511" y="61484"/>
                </a:moveTo>
                <a:lnTo>
                  <a:pt x="70613" y="61315"/>
                </a:lnTo>
                <a:lnTo>
                  <a:pt x="70511" y="61484"/>
                </a:lnTo>
                <a:close/>
              </a:path>
              <a:path w="85725" h="85725">
                <a:moveTo>
                  <a:pt x="15371" y="61696"/>
                </a:moveTo>
                <a:lnTo>
                  <a:pt x="15213" y="61484"/>
                </a:lnTo>
                <a:lnTo>
                  <a:pt x="15371" y="61696"/>
                </a:lnTo>
                <a:close/>
              </a:path>
              <a:path w="85725" h="85725">
                <a:moveTo>
                  <a:pt x="79974" y="64249"/>
                </a:moveTo>
                <a:lnTo>
                  <a:pt x="68452" y="64249"/>
                </a:lnTo>
                <a:lnTo>
                  <a:pt x="68732" y="63893"/>
                </a:lnTo>
                <a:lnTo>
                  <a:pt x="70511" y="61484"/>
                </a:lnTo>
                <a:lnTo>
                  <a:pt x="70383" y="61696"/>
                </a:lnTo>
                <a:lnTo>
                  <a:pt x="81326" y="61696"/>
                </a:lnTo>
                <a:lnTo>
                  <a:pt x="80657" y="63093"/>
                </a:lnTo>
                <a:lnTo>
                  <a:pt x="79974" y="64249"/>
                </a:lnTo>
                <a:close/>
              </a:path>
              <a:path w="85725" h="85725">
                <a:moveTo>
                  <a:pt x="68650" y="63984"/>
                </a:moveTo>
                <a:close/>
              </a:path>
              <a:path w="85725" h="85725">
                <a:moveTo>
                  <a:pt x="17314" y="64249"/>
                </a:moveTo>
                <a:lnTo>
                  <a:pt x="17074" y="63984"/>
                </a:lnTo>
                <a:lnTo>
                  <a:pt x="17314" y="64249"/>
                </a:lnTo>
                <a:close/>
              </a:path>
              <a:path w="85725" h="85725">
                <a:moveTo>
                  <a:pt x="78547" y="66598"/>
                </a:moveTo>
                <a:lnTo>
                  <a:pt x="66281" y="66598"/>
                </a:lnTo>
                <a:lnTo>
                  <a:pt x="66598" y="66281"/>
                </a:lnTo>
                <a:lnTo>
                  <a:pt x="68650" y="63984"/>
                </a:lnTo>
                <a:lnTo>
                  <a:pt x="68452" y="64249"/>
                </a:lnTo>
                <a:lnTo>
                  <a:pt x="79974" y="64249"/>
                </a:lnTo>
                <a:lnTo>
                  <a:pt x="78547" y="66598"/>
                </a:lnTo>
                <a:close/>
              </a:path>
              <a:path w="85725" h="85725">
                <a:moveTo>
                  <a:pt x="19292" y="66432"/>
                </a:moveTo>
                <a:lnTo>
                  <a:pt x="19126" y="66281"/>
                </a:lnTo>
                <a:lnTo>
                  <a:pt x="19292" y="66432"/>
                </a:lnTo>
                <a:close/>
              </a:path>
              <a:path w="85725" h="85725">
                <a:moveTo>
                  <a:pt x="66432" y="66432"/>
                </a:moveTo>
                <a:lnTo>
                  <a:pt x="66568" y="66281"/>
                </a:lnTo>
                <a:lnTo>
                  <a:pt x="66432" y="66432"/>
                </a:lnTo>
                <a:close/>
              </a:path>
              <a:path w="85725" h="85725">
                <a:moveTo>
                  <a:pt x="19476" y="66598"/>
                </a:moveTo>
                <a:lnTo>
                  <a:pt x="19292" y="66432"/>
                </a:lnTo>
                <a:lnTo>
                  <a:pt x="19476" y="66598"/>
                </a:lnTo>
                <a:close/>
              </a:path>
              <a:path w="85725" h="85725">
                <a:moveTo>
                  <a:pt x="76986" y="68732"/>
                </a:moveTo>
                <a:lnTo>
                  <a:pt x="63893" y="68732"/>
                </a:lnTo>
                <a:lnTo>
                  <a:pt x="64249" y="68453"/>
                </a:lnTo>
                <a:lnTo>
                  <a:pt x="66432" y="66432"/>
                </a:lnTo>
                <a:lnTo>
                  <a:pt x="66281" y="66598"/>
                </a:lnTo>
                <a:lnTo>
                  <a:pt x="78547" y="66598"/>
                </a:lnTo>
                <a:lnTo>
                  <a:pt x="78270" y="67017"/>
                </a:lnTo>
                <a:lnTo>
                  <a:pt x="76986" y="68732"/>
                </a:lnTo>
                <a:close/>
              </a:path>
              <a:path w="85725" h="85725">
                <a:moveTo>
                  <a:pt x="21740" y="68650"/>
                </a:moveTo>
                <a:lnTo>
                  <a:pt x="21475" y="68453"/>
                </a:lnTo>
                <a:lnTo>
                  <a:pt x="21740" y="68650"/>
                </a:lnTo>
                <a:close/>
              </a:path>
              <a:path w="85725" h="85725">
                <a:moveTo>
                  <a:pt x="63984" y="68650"/>
                </a:moveTo>
                <a:lnTo>
                  <a:pt x="64202" y="68453"/>
                </a:lnTo>
                <a:lnTo>
                  <a:pt x="63984" y="68650"/>
                </a:lnTo>
                <a:close/>
              </a:path>
              <a:path w="85725" h="85725">
                <a:moveTo>
                  <a:pt x="75458" y="70637"/>
                </a:moveTo>
                <a:lnTo>
                  <a:pt x="61315" y="70637"/>
                </a:lnTo>
                <a:lnTo>
                  <a:pt x="61696" y="70383"/>
                </a:lnTo>
                <a:lnTo>
                  <a:pt x="63984" y="68650"/>
                </a:lnTo>
                <a:lnTo>
                  <a:pt x="76986" y="68732"/>
                </a:lnTo>
                <a:lnTo>
                  <a:pt x="76073" y="69951"/>
                </a:lnTo>
                <a:lnTo>
                  <a:pt x="75458" y="70637"/>
                </a:lnTo>
                <a:close/>
              </a:path>
              <a:path w="85725" h="85725">
                <a:moveTo>
                  <a:pt x="24240" y="70511"/>
                </a:moveTo>
                <a:lnTo>
                  <a:pt x="24028" y="70383"/>
                </a:lnTo>
                <a:lnTo>
                  <a:pt x="24240" y="70511"/>
                </a:lnTo>
                <a:close/>
              </a:path>
              <a:path w="85725" h="85725">
                <a:moveTo>
                  <a:pt x="61484" y="70511"/>
                </a:moveTo>
                <a:lnTo>
                  <a:pt x="61656" y="70383"/>
                </a:lnTo>
                <a:lnTo>
                  <a:pt x="61484" y="70511"/>
                </a:lnTo>
                <a:close/>
              </a:path>
              <a:path w="85725" h="85725">
                <a:moveTo>
                  <a:pt x="24448" y="70637"/>
                </a:moveTo>
                <a:lnTo>
                  <a:pt x="24240" y="70511"/>
                </a:lnTo>
                <a:lnTo>
                  <a:pt x="24448" y="70637"/>
                </a:lnTo>
                <a:close/>
              </a:path>
              <a:path w="85725" h="85725">
                <a:moveTo>
                  <a:pt x="73978" y="72288"/>
                </a:moveTo>
                <a:lnTo>
                  <a:pt x="58547" y="72288"/>
                </a:lnTo>
                <a:lnTo>
                  <a:pt x="58953" y="72072"/>
                </a:lnTo>
                <a:lnTo>
                  <a:pt x="61484" y="70511"/>
                </a:lnTo>
                <a:lnTo>
                  <a:pt x="61315" y="70637"/>
                </a:lnTo>
                <a:lnTo>
                  <a:pt x="75458" y="70637"/>
                </a:lnTo>
                <a:lnTo>
                  <a:pt x="73978" y="72288"/>
                </a:lnTo>
                <a:close/>
              </a:path>
              <a:path w="85725" h="85725">
                <a:moveTo>
                  <a:pt x="27012" y="72188"/>
                </a:moveTo>
                <a:lnTo>
                  <a:pt x="26771" y="72072"/>
                </a:lnTo>
                <a:lnTo>
                  <a:pt x="27012" y="72188"/>
                </a:lnTo>
                <a:close/>
              </a:path>
              <a:path w="85725" h="85725">
                <a:moveTo>
                  <a:pt x="58712" y="72188"/>
                </a:moveTo>
                <a:lnTo>
                  <a:pt x="58903" y="72072"/>
                </a:lnTo>
                <a:lnTo>
                  <a:pt x="58712" y="72188"/>
                </a:lnTo>
                <a:close/>
              </a:path>
              <a:path w="85725" h="85725">
                <a:moveTo>
                  <a:pt x="27220" y="72288"/>
                </a:moveTo>
                <a:lnTo>
                  <a:pt x="27012" y="72188"/>
                </a:lnTo>
                <a:lnTo>
                  <a:pt x="27220" y="72288"/>
                </a:lnTo>
                <a:close/>
              </a:path>
              <a:path w="85725" h="85725">
                <a:moveTo>
                  <a:pt x="72629" y="73672"/>
                </a:moveTo>
                <a:lnTo>
                  <a:pt x="55625" y="73672"/>
                </a:lnTo>
                <a:lnTo>
                  <a:pt x="56057" y="73494"/>
                </a:lnTo>
                <a:lnTo>
                  <a:pt x="58712" y="72188"/>
                </a:lnTo>
                <a:lnTo>
                  <a:pt x="58547" y="72288"/>
                </a:lnTo>
                <a:lnTo>
                  <a:pt x="73978" y="72288"/>
                </a:lnTo>
                <a:lnTo>
                  <a:pt x="73329" y="73012"/>
                </a:lnTo>
                <a:lnTo>
                  <a:pt x="72629" y="73672"/>
                </a:lnTo>
                <a:close/>
              </a:path>
              <a:path w="85725" h="85725">
                <a:moveTo>
                  <a:pt x="29926" y="73589"/>
                </a:moveTo>
                <a:lnTo>
                  <a:pt x="29667" y="73494"/>
                </a:lnTo>
                <a:lnTo>
                  <a:pt x="29926" y="73589"/>
                </a:lnTo>
                <a:close/>
              </a:path>
              <a:path w="85725" h="85725">
                <a:moveTo>
                  <a:pt x="55798" y="73589"/>
                </a:moveTo>
                <a:lnTo>
                  <a:pt x="55995" y="73494"/>
                </a:lnTo>
                <a:lnTo>
                  <a:pt x="55798" y="73589"/>
                </a:lnTo>
                <a:close/>
              </a:path>
              <a:path w="85725" h="85725">
                <a:moveTo>
                  <a:pt x="30153" y="73672"/>
                </a:moveTo>
                <a:lnTo>
                  <a:pt x="29926" y="73589"/>
                </a:lnTo>
                <a:lnTo>
                  <a:pt x="30153" y="73672"/>
                </a:lnTo>
                <a:close/>
              </a:path>
              <a:path w="85725" h="85725">
                <a:moveTo>
                  <a:pt x="71396" y="74777"/>
                </a:moveTo>
                <a:lnTo>
                  <a:pt x="52552" y="74777"/>
                </a:lnTo>
                <a:lnTo>
                  <a:pt x="53009" y="74637"/>
                </a:lnTo>
                <a:lnTo>
                  <a:pt x="55798" y="73589"/>
                </a:lnTo>
                <a:lnTo>
                  <a:pt x="55625" y="73672"/>
                </a:lnTo>
                <a:lnTo>
                  <a:pt x="72629" y="73672"/>
                </a:lnTo>
                <a:lnTo>
                  <a:pt x="71396" y="74777"/>
                </a:lnTo>
                <a:close/>
              </a:path>
              <a:path w="85725" h="85725">
                <a:moveTo>
                  <a:pt x="32968" y="74702"/>
                </a:moveTo>
                <a:lnTo>
                  <a:pt x="32715" y="74637"/>
                </a:lnTo>
                <a:lnTo>
                  <a:pt x="32968" y="74702"/>
                </a:lnTo>
                <a:close/>
              </a:path>
              <a:path w="85725" h="85725">
                <a:moveTo>
                  <a:pt x="52756" y="74702"/>
                </a:moveTo>
                <a:lnTo>
                  <a:pt x="52934" y="74637"/>
                </a:lnTo>
                <a:lnTo>
                  <a:pt x="52756" y="74702"/>
                </a:lnTo>
                <a:close/>
              </a:path>
              <a:path w="85725" h="85725">
                <a:moveTo>
                  <a:pt x="33258" y="74777"/>
                </a:moveTo>
                <a:lnTo>
                  <a:pt x="32968" y="74702"/>
                </a:lnTo>
                <a:lnTo>
                  <a:pt x="33258" y="74777"/>
                </a:lnTo>
                <a:close/>
              </a:path>
              <a:path w="85725" h="85725">
                <a:moveTo>
                  <a:pt x="70504" y="75577"/>
                </a:moveTo>
                <a:lnTo>
                  <a:pt x="49352" y="75577"/>
                </a:lnTo>
                <a:lnTo>
                  <a:pt x="49822" y="75476"/>
                </a:lnTo>
                <a:lnTo>
                  <a:pt x="52756" y="74702"/>
                </a:lnTo>
                <a:lnTo>
                  <a:pt x="52552" y="74777"/>
                </a:lnTo>
                <a:lnTo>
                  <a:pt x="71396" y="74777"/>
                </a:lnTo>
                <a:lnTo>
                  <a:pt x="70504" y="75577"/>
                </a:lnTo>
                <a:close/>
              </a:path>
              <a:path w="85725" h="85725">
                <a:moveTo>
                  <a:pt x="49635" y="75504"/>
                </a:moveTo>
                <a:lnTo>
                  <a:pt x="49822" y="75476"/>
                </a:lnTo>
                <a:lnTo>
                  <a:pt x="49635" y="75504"/>
                </a:lnTo>
                <a:close/>
              </a:path>
              <a:path w="85725" h="85725">
                <a:moveTo>
                  <a:pt x="36561" y="75577"/>
                </a:moveTo>
                <a:lnTo>
                  <a:pt x="36372" y="75577"/>
                </a:lnTo>
                <a:lnTo>
                  <a:pt x="36089" y="75504"/>
                </a:lnTo>
                <a:lnTo>
                  <a:pt x="36561" y="75577"/>
                </a:lnTo>
                <a:close/>
              </a:path>
              <a:path w="85725" h="85725">
                <a:moveTo>
                  <a:pt x="69965" y="76060"/>
                </a:moveTo>
                <a:lnTo>
                  <a:pt x="46037" y="76060"/>
                </a:lnTo>
                <a:lnTo>
                  <a:pt x="46520" y="76009"/>
                </a:lnTo>
                <a:lnTo>
                  <a:pt x="46366" y="76009"/>
                </a:lnTo>
                <a:lnTo>
                  <a:pt x="49635" y="75504"/>
                </a:lnTo>
                <a:lnTo>
                  <a:pt x="49352" y="75577"/>
                </a:lnTo>
                <a:lnTo>
                  <a:pt x="70504" y="75577"/>
                </a:lnTo>
                <a:lnTo>
                  <a:pt x="70022" y="76009"/>
                </a:lnTo>
                <a:lnTo>
                  <a:pt x="46295" y="76020"/>
                </a:lnTo>
                <a:lnTo>
                  <a:pt x="70010" y="76020"/>
                </a:lnTo>
                <a:close/>
              </a:path>
              <a:path w="85725" h="85725">
                <a:moveTo>
                  <a:pt x="40244" y="76060"/>
                </a:moveTo>
                <a:lnTo>
                  <a:pt x="39687" y="76060"/>
                </a:lnTo>
                <a:lnTo>
                  <a:pt x="39429" y="76020"/>
                </a:lnTo>
                <a:lnTo>
                  <a:pt x="40244" y="76060"/>
                </a:lnTo>
                <a:close/>
              </a:path>
              <a:path w="85725" h="85725">
                <a:moveTo>
                  <a:pt x="69782" y="76200"/>
                </a:moveTo>
                <a:lnTo>
                  <a:pt x="42862" y="76188"/>
                </a:lnTo>
                <a:lnTo>
                  <a:pt x="46295" y="76020"/>
                </a:lnTo>
                <a:lnTo>
                  <a:pt x="46037" y="76060"/>
                </a:lnTo>
                <a:lnTo>
                  <a:pt x="69965" y="76060"/>
                </a:lnTo>
                <a:lnTo>
                  <a:pt x="69782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5" name="object 175"/>
          <p:cNvSpPr/>
          <p:nvPr/>
        </p:nvSpPr>
        <p:spPr>
          <a:xfrm>
            <a:off x="3200400" y="17478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6" name="object 176"/>
          <p:cNvSpPr/>
          <p:nvPr/>
        </p:nvSpPr>
        <p:spPr>
          <a:xfrm>
            <a:off x="3267075" y="17478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7" name="object 177"/>
          <p:cNvSpPr/>
          <p:nvPr/>
        </p:nvSpPr>
        <p:spPr>
          <a:xfrm>
            <a:off x="3333750" y="17478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8" name="object 178"/>
          <p:cNvSpPr/>
          <p:nvPr/>
        </p:nvSpPr>
        <p:spPr>
          <a:xfrm>
            <a:off x="3400425" y="17478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9" name="object 179"/>
          <p:cNvSpPr/>
          <p:nvPr/>
        </p:nvSpPr>
        <p:spPr>
          <a:xfrm>
            <a:off x="3467100" y="17478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0" name="object 180"/>
          <p:cNvSpPr/>
          <p:nvPr/>
        </p:nvSpPr>
        <p:spPr>
          <a:xfrm>
            <a:off x="3533775" y="17478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1" name="object 181"/>
          <p:cNvSpPr/>
          <p:nvPr/>
        </p:nvSpPr>
        <p:spPr>
          <a:xfrm>
            <a:off x="3600450" y="17478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2" name="object 182"/>
          <p:cNvSpPr/>
          <p:nvPr/>
        </p:nvSpPr>
        <p:spPr>
          <a:xfrm>
            <a:off x="3667125" y="17478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3" name="object 183"/>
          <p:cNvSpPr/>
          <p:nvPr/>
        </p:nvSpPr>
        <p:spPr>
          <a:xfrm>
            <a:off x="3733800" y="17478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4" name="object 184"/>
          <p:cNvSpPr/>
          <p:nvPr/>
        </p:nvSpPr>
        <p:spPr>
          <a:xfrm>
            <a:off x="3800475" y="17478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5" name="object 185"/>
          <p:cNvSpPr/>
          <p:nvPr/>
        </p:nvSpPr>
        <p:spPr>
          <a:xfrm>
            <a:off x="3867150" y="17478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6" name="object 186"/>
          <p:cNvSpPr/>
          <p:nvPr/>
        </p:nvSpPr>
        <p:spPr>
          <a:xfrm>
            <a:off x="3933825" y="17478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7" name="object 187"/>
          <p:cNvSpPr/>
          <p:nvPr/>
        </p:nvSpPr>
        <p:spPr>
          <a:xfrm>
            <a:off x="4000500" y="17478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8" name="object 188"/>
          <p:cNvSpPr/>
          <p:nvPr/>
        </p:nvSpPr>
        <p:spPr>
          <a:xfrm>
            <a:off x="4067175" y="17478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9" name="object 189"/>
          <p:cNvSpPr/>
          <p:nvPr/>
        </p:nvSpPr>
        <p:spPr>
          <a:xfrm>
            <a:off x="4133850" y="17478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0" name="object 190"/>
          <p:cNvSpPr/>
          <p:nvPr/>
        </p:nvSpPr>
        <p:spPr>
          <a:xfrm>
            <a:off x="4200525" y="17478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1" name="object 191"/>
          <p:cNvSpPr/>
          <p:nvPr/>
        </p:nvSpPr>
        <p:spPr>
          <a:xfrm>
            <a:off x="4267200" y="17478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2" name="object 192"/>
          <p:cNvSpPr/>
          <p:nvPr/>
        </p:nvSpPr>
        <p:spPr>
          <a:xfrm>
            <a:off x="4333875" y="17478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3" name="object 193"/>
          <p:cNvSpPr/>
          <p:nvPr/>
        </p:nvSpPr>
        <p:spPr>
          <a:xfrm>
            <a:off x="4400550" y="17478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4" name="object 194"/>
          <p:cNvSpPr/>
          <p:nvPr/>
        </p:nvSpPr>
        <p:spPr>
          <a:xfrm>
            <a:off x="4467225" y="17478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5" name="object 195"/>
          <p:cNvSpPr/>
          <p:nvPr/>
        </p:nvSpPr>
        <p:spPr>
          <a:xfrm>
            <a:off x="4533900" y="17478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6" name="object 196"/>
          <p:cNvSpPr/>
          <p:nvPr/>
        </p:nvSpPr>
        <p:spPr>
          <a:xfrm>
            <a:off x="4600575" y="17478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7" name="object 197"/>
          <p:cNvSpPr/>
          <p:nvPr/>
        </p:nvSpPr>
        <p:spPr>
          <a:xfrm>
            <a:off x="4667250" y="17478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8" name="object 198"/>
          <p:cNvSpPr/>
          <p:nvPr/>
        </p:nvSpPr>
        <p:spPr>
          <a:xfrm>
            <a:off x="4733925" y="17478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9" name="object 199"/>
          <p:cNvSpPr/>
          <p:nvPr/>
        </p:nvSpPr>
        <p:spPr>
          <a:xfrm>
            <a:off x="4800600" y="17478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0" name="object 200"/>
          <p:cNvSpPr/>
          <p:nvPr/>
        </p:nvSpPr>
        <p:spPr>
          <a:xfrm>
            <a:off x="4867275" y="17478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1" name="object 201"/>
          <p:cNvSpPr/>
          <p:nvPr/>
        </p:nvSpPr>
        <p:spPr>
          <a:xfrm>
            <a:off x="4933950" y="17478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2" name="object 202"/>
          <p:cNvSpPr/>
          <p:nvPr/>
        </p:nvSpPr>
        <p:spPr>
          <a:xfrm>
            <a:off x="5000625" y="17478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3" name="object 203"/>
          <p:cNvSpPr/>
          <p:nvPr/>
        </p:nvSpPr>
        <p:spPr>
          <a:xfrm>
            <a:off x="5067300" y="17478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4" name="object 204"/>
          <p:cNvSpPr/>
          <p:nvPr/>
        </p:nvSpPr>
        <p:spPr>
          <a:xfrm>
            <a:off x="5133975" y="17478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5" name="object 205"/>
          <p:cNvSpPr/>
          <p:nvPr/>
        </p:nvSpPr>
        <p:spPr>
          <a:xfrm>
            <a:off x="5200650" y="17478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6" name="object 206"/>
          <p:cNvSpPr/>
          <p:nvPr/>
        </p:nvSpPr>
        <p:spPr>
          <a:xfrm>
            <a:off x="3200400" y="26622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7" name="object 207"/>
          <p:cNvSpPr/>
          <p:nvPr/>
        </p:nvSpPr>
        <p:spPr>
          <a:xfrm>
            <a:off x="3267075" y="26622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8" name="object 208"/>
          <p:cNvSpPr/>
          <p:nvPr/>
        </p:nvSpPr>
        <p:spPr>
          <a:xfrm>
            <a:off x="3333750" y="26622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9" name="object 209"/>
          <p:cNvSpPr/>
          <p:nvPr/>
        </p:nvSpPr>
        <p:spPr>
          <a:xfrm>
            <a:off x="3400425" y="26622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0" name="object 210"/>
          <p:cNvSpPr/>
          <p:nvPr/>
        </p:nvSpPr>
        <p:spPr>
          <a:xfrm>
            <a:off x="3467100" y="26622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1" name="object 211"/>
          <p:cNvSpPr/>
          <p:nvPr/>
        </p:nvSpPr>
        <p:spPr>
          <a:xfrm>
            <a:off x="3533775" y="26622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2" name="object 212"/>
          <p:cNvSpPr/>
          <p:nvPr/>
        </p:nvSpPr>
        <p:spPr>
          <a:xfrm>
            <a:off x="3600450" y="26622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3" name="object 213"/>
          <p:cNvSpPr/>
          <p:nvPr/>
        </p:nvSpPr>
        <p:spPr>
          <a:xfrm>
            <a:off x="3667125" y="26622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4" name="object 214"/>
          <p:cNvSpPr/>
          <p:nvPr/>
        </p:nvSpPr>
        <p:spPr>
          <a:xfrm>
            <a:off x="3733800" y="26622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5" name="object 215"/>
          <p:cNvSpPr/>
          <p:nvPr/>
        </p:nvSpPr>
        <p:spPr>
          <a:xfrm>
            <a:off x="3800475" y="26622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6" name="object 216"/>
          <p:cNvSpPr/>
          <p:nvPr/>
        </p:nvSpPr>
        <p:spPr>
          <a:xfrm>
            <a:off x="3867150" y="26622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7" name="object 217"/>
          <p:cNvSpPr/>
          <p:nvPr/>
        </p:nvSpPr>
        <p:spPr>
          <a:xfrm>
            <a:off x="3933825" y="26622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8" name="object 218"/>
          <p:cNvSpPr/>
          <p:nvPr/>
        </p:nvSpPr>
        <p:spPr>
          <a:xfrm>
            <a:off x="4000500" y="26622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9" name="object 219"/>
          <p:cNvSpPr/>
          <p:nvPr/>
        </p:nvSpPr>
        <p:spPr>
          <a:xfrm>
            <a:off x="4067175" y="26622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0" name="object 220"/>
          <p:cNvSpPr/>
          <p:nvPr/>
        </p:nvSpPr>
        <p:spPr>
          <a:xfrm>
            <a:off x="4133850" y="26622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1" name="object 221"/>
          <p:cNvSpPr/>
          <p:nvPr/>
        </p:nvSpPr>
        <p:spPr>
          <a:xfrm>
            <a:off x="4200525" y="26622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2" name="object 222"/>
          <p:cNvSpPr/>
          <p:nvPr/>
        </p:nvSpPr>
        <p:spPr>
          <a:xfrm>
            <a:off x="4267200" y="26622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3" name="object 223"/>
          <p:cNvSpPr/>
          <p:nvPr/>
        </p:nvSpPr>
        <p:spPr>
          <a:xfrm>
            <a:off x="4333875" y="26622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4" name="object 224"/>
          <p:cNvSpPr/>
          <p:nvPr/>
        </p:nvSpPr>
        <p:spPr>
          <a:xfrm>
            <a:off x="4400550" y="26622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5" name="object 225"/>
          <p:cNvSpPr/>
          <p:nvPr/>
        </p:nvSpPr>
        <p:spPr>
          <a:xfrm>
            <a:off x="4467225" y="26622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6" name="object 226"/>
          <p:cNvSpPr/>
          <p:nvPr/>
        </p:nvSpPr>
        <p:spPr>
          <a:xfrm>
            <a:off x="4533900" y="26622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7" name="object 227"/>
          <p:cNvSpPr/>
          <p:nvPr/>
        </p:nvSpPr>
        <p:spPr>
          <a:xfrm>
            <a:off x="4600575" y="26622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8" name="object 228"/>
          <p:cNvSpPr/>
          <p:nvPr/>
        </p:nvSpPr>
        <p:spPr>
          <a:xfrm>
            <a:off x="4667250" y="26622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9" name="object 229"/>
          <p:cNvSpPr/>
          <p:nvPr/>
        </p:nvSpPr>
        <p:spPr>
          <a:xfrm>
            <a:off x="4733925" y="26622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0" name="object 230"/>
          <p:cNvSpPr/>
          <p:nvPr/>
        </p:nvSpPr>
        <p:spPr>
          <a:xfrm>
            <a:off x="4800600" y="26622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1" name="object 231"/>
          <p:cNvSpPr/>
          <p:nvPr/>
        </p:nvSpPr>
        <p:spPr>
          <a:xfrm>
            <a:off x="4867275" y="26622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2" name="object 232"/>
          <p:cNvSpPr/>
          <p:nvPr/>
        </p:nvSpPr>
        <p:spPr>
          <a:xfrm>
            <a:off x="4933950" y="26622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3" name="object 233"/>
          <p:cNvSpPr/>
          <p:nvPr/>
        </p:nvSpPr>
        <p:spPr>
          <a:xfrm>
            <a:off x="5000625" y="26622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4" name="object 234"/>
          <p:cNvSpPr/>
          <p:nvPr/>
        </p:nvSpPr>
        <p:spPr>
          <a:xfrm>
            <a:off x="5067300" y="26622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5" name="object 235"/>
          <p:cNvSpPr/>
          <p:nvPr/>
        </p:nvSpPr>
        <p:spPr>
          <a:xfrm>
            <a:off x="5133975" y="26622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6" name="object 236"/>
          <p:cNvSpPr/>
          <p:nvPr/>
        </p:nvSpPr>
        <p:spPr>
          <a:xfrm>
            <a:off x="5200650" y="26622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7" name="object 237"/>
          <p:cNvSpPr/>
          <p:nvPr/>
        </p:nvSpPr>
        <p:spPr>
          <a:xfrm>
            <a:off x="5267325" y="26622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8" name="object 238"/>
          <p:cNvSpPr/>
          <p:nvPr/>
        </p:nvSpPr>
        <p:spPr>
          <a:xfrm>
            <a:off x="5334000" y="26622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9" name="object 239"/>
          <p:cNvSpPr/>
          <p:nvPr/>
        </p:nvSpPr>
        <p:spPr>
          <a:xfrm>
            <a:off x="5400675" y="26622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0" name="object 240"/>
          <p:cNvSpPr/>
          <p:nvPr/>
        </p:nvSpPr>
        <p:spPr>
          <a:xfrm>
            <a:off x="5467350" y="26622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1" name="object 241"/>
          <p:cNvSpPr/>
          <p:nvPr/>
        </p:nvSpPr>
        <p:spPr>
          <a:xfrm>
            <a:off x="5534025" y="26622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2" name="object 242"/>
          <p:cNvSpPr/>
          <p:nvPr/>
        </p:nvSpPr>
        <p:spPr>
          <a:xfrm>
            <a:off x="5600700" y="26622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3" name="object 243"/>
          <p:cNvSpPr/>
          <p:nvPr/>
        </p:nvSpPr>
        <p:spPr>
          <a:xfrm>
            <a:off x="5667375" y="26622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4" name="object 244"/>
          <p:cNvSpPr/>
          <p:nvPr/>
        </p:nvSpPr>
        <p:spPr>
          <a:xfrm>
            <a:off x="5734050" y="26622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5" name="object 245"/>
          <p:cNvSpPr/>
          <p:nvPr/>
        </p:nvSpPr>
        <p:spPr>
          <a:xfrm>
            <a:off x="5786437" y="6286500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6" name="object 246"/>
          <p:cNvSpPr/>
          <p:nvPr/>
        </p:nvSpPr>
        <p:spPr>
          <a:xfrm>
            <a:off x="5786437" y="6219825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7" name="object 247"/>
          <p:cNvSpPr/>
          <p:nvPr/>
        </p:nvSpPr>
        <p:spPr>
          <a:xfrm>
            <a:off x="5786437" y="6153150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8" name="object 248"/>
          <p:cNvSpPr/>
          <p:nvPr/>
        </p:nvSpPr>
        <p:spPr>
          <a:xfrm>
            <a:off x="5786437" y="6086475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9" name="object 249"/>
          <p:cNvSpPr/>
          <p:nvPr/>
        </p:nvSpPr>
        <p:spPr>
          <a:xfrm>
            <a:off x="5786437" y="6019800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0" name="object 250"/>
          <p:cNvSpPr/>
          <p:nvPr/>
        </p:nvSpPr>
        <p:spPr>
          <a:xfrm>
            <a:off x="5786437" y="5953125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1" name="object 251"/>
          <p:cNvSpPr/>
          <p:nvPr/>
        </p:nvSpPr>
        <p:spPr>
          <a:xfrm>
            <a:off x="5786437" y="5886450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2" name="object 252"/>
          <p:cNvSpPr/>
          <p:nvPr/>
        </p:nvSpPr>
        <p:spPr>
          <a:xfrm>
            <a:off x="5786437" y="5819775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3" name="object 253"/>
          <p:cNvSpPr/>
          <p:nvPr/>
        </p:nvSpPr>
        <p:spPr>
          <a:xfrm>
            <a:off x="5786437" y="5753100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4" name="object 254"/>
          <p:cNvSpPr/>
          <p:nvPr/>
        </p:nvSpPr>
        <p:spPr>
          <a:xfrm>
            <a:off x="5786437" y="5686425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5" name="object 255"/>
          <p:cNvSpPr/>
          <p:nvPr/>
        </p:nvSpPr>
        <p:spPr>
          <a:xfrm>
            <a:off x="5786437" y="5619750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6" name="object 256"/>
          <p:cNvSpPr/>
          <p:nvPr/>
        </p:nvSpPr>
        <p:spPr>
          <a:xfrm>
            <a:off x="5786437" y="5553075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7" name="object 257"/>
          <p:cNvSpPr/>
          <p:nvPr/>
        </p:nvSpPr>
        <p:spPr>
          <a:xfrm>
            <a:off x="5786437" y="5486400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8" name="object 258"/>
          <p:cNvSpPr/>
          <p:nvPr/>
        </p:nvSpPr>
        <p:spPr>
          <a:xfrm>
            <a:off x="5786437" y="5419725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9" name="object 259"/>
          <p:cNvSpPr/>
          <p:nvPr/>
        </p:nvSpPr>
        <p:spPr>
          <a:xfrm>
            <a:off x="5786437" y="5353050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0" name="object 260"/>
          <p:cNvSpPr/>
          <p:nvPr/>
        </p:nvSpPr>
        <p:spPr>
          <a:xfrm>
            <a:off x="5786437" y="5286375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1" name="object 261"/>
          <p:cNvSpPr/>
          <p:nvPr/>
        </p:nvSpPr>
        <p:spPr>
          <a:xfrm>
            <a:off x="5786437" y="5219700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2" name="object 262"/>
          <p:cNvSpPr/>
          <p:nvPr/>
        </p:nvSpPr>
        <p:spPr>
          <a:xfrm>
            <a:off x="5786437" y="5153025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3" name="object 263"/>
          <p:cNvSpPr/>
          <p:nvPr/>
        </p:nvSpPr>
        <p:spPr>
          <a:xfrm>
            <a:off x="5786437" y="5086350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4" name="object 264"/>
          <p:cNvSpPr/>
          <p:nvPr/>
        </p:nvSpPr>
        <p:spPr>
          <a:xfrm>
            <a:off x="5786437" y="5019675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5" name="object 265"/>
          <p:cNvSpPr/>
          <p:nvPr/>
        </p:nvSpPr>
        <p:spPr>
          <a:xfrm>
            <a:off x="5786437" y="4953000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6" name="object 266"/>
          <p:cNvSpPr/>
          <p:nvPr/>
        </p:nvSpPr>
        <p:spPr>
          <a:xfrm>
            <a:off x="5786437" y="4886325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7" name="object 267"/>
          <p:cNvSpPr/>
          <p:nvPr/>
        </p:nvSpPr>
        <p:spPr>
          <a:xfrm>
            <a:off x="5786437" y="4819650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8" name="object 268"/>
          <p:cNvSpPr/>
          <p:nvPr/>
        </p:nvSpPr>
        <p:spPr>
          <a:xfrm>
            <a:off x="5786437" y="4752975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9" name="object 269"/>
          <p:cNvSpPr/>
          <p:nvPr/>
        </p:nvSpPr>
        <p:spPr>
          <a:xfrm>
            <a:off x="5786437" y="4686300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0" name="object 270"/>
          <p:cNvSpPr/>
          <p:nvPr/>
        </p:nvSpPr>
        <p:spPr>
          <a:xfrm>
            <a:off x="5786437" y="4619625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1" name="object 271"/>
          <p:cNvSpPr/>
          <p:nvPr/>
        </p:nvSpPr>
        <p:spPr>
          <a:xfrm>
            <a:off x="5786437" y="4552950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2" name="object 272"/>
          <p:cNvSpPr/>
          <p:nvPr/>
        </p:nvSpPr>
        <p:spPr>
          <a:xfrm>
            <a:off x="5786437" y="4486275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3" name="object 273"/>
          <p:cNvSpPr/>
          <p:nvPr/>
        </p:nvSpPr>
        <p:spPr>
          <a:xfrm>
            <a:off x="5786437" y="4419600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4" name="object 274"/>
          <p:cNvSpPr/>
          <p:nvPr/>
        </p:nvSpPr>
        <p:spPr>
          <a:xfrm>
            <a:off x="5786437" y="4352925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5" name="object 275"/>
          <p:cNvSpPr/>
          <p:nvPr/>
        </p:nvSpPr>
        <p:spPr>
          <a:xfrm>
            <a:off x="5786437" y="4286250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6" name="object 276"/>
          <p:cNvSpPr/>
          <p:nvPr/>
        </p:nvSpPr>
        <p:spPr>
          <a:xfrm>
            <a:off x="5786437" y="4219575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7" name="object 277"/>
          <p:cNvSpPr/>
          <p:nvPr/>
        </p:nvSpPr>
        <p:spPr>
          <a:xfrm>
            <a:off x="5786437" y="4152900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8" name="object 278"/>
          <p:cNvSpPr/>
          <p:nvPr/>
        </p:nvSpPr>
        <p:spPr>
          <a:xfrm>
            <a:off x="5786437" y="4086225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9" name="object 279"/>
          <p:cNvSpPr/>
          <p:nvPr/>
        </p:nvSpPr>
        <p:spPr>
          <a:xfrm>
            <a:off x="5786437" y="4019550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0" name="object 280"/>
          <p:cNvSpPr/>
          <p:nvPr/>
        </p:nvSpPr>
        <p:spPr>
          <a:xfrm>
            <a:off x="5786437" y="3952875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1" name="object 281"/>
          <p:cNvSpPr/>
          <p:nvPr/>
        </p:nvSpPr>
        <p:spPr>
          <a:xfrm>
            <a:off x="5786437" y="3886200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2" name="object 282"/>
          <p:cNvSpPr/>
          <p:nvPr/>
        </p:nvSpPr>
        <p:spPr>
          <a:xfrm>
            <a:off x="5786437" y="3819525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3" name="object 283"/>
          <p:cNvSpPr/>
          <p:nvPr/>
        </p:nvSpPr>
        <p:spPr>
          <a:xfrm>
            <a:off x="5786437" y="3752850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4" name="object 284"/>
          <p:cNvSpPr/>
          <p:nvPr/>
        </p:nvSpPr>
        <p:spPr>
          <a:xfrm>
            <a:off x="5786437" y="3686175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5" name="object 285"/>
          <p:cNvSpPr/>
          <p:nvPr/>
        </p:nvSpPr>
        <p:spPr>
          <a:xfrm>
            <a:off x="5786437" y="3619500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6" name="object 286"/>
          <p:cNvSpPr/>
          <p:nvPr/>
        </p:nvSpPr>
        <p:spPr>
          <a:xfrm>
            <a:off x="5786437" y="3552825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7" name="object 287"/>
          <p:cNvSpPr/>
          <p:nvPr/>
        </p:nvSpPr>
        <p:spPr>
          <a:xfrm>
            <a:off x="5786437" y="3486150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8" name="object 288"/>
          <p:cNvSpPr/>
          <p:nvPr/>
        </p:nvSpPr>
        <p:spPr>
          <a:xfrm>
            <a:off x="5786437" y="3419475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9" name="object 289"/>
          <p:cNvSpPr/>
          <p:nvPr/>
        </p:nvSpPr>
        <p:spPr>
          <a:xfrm>
            <a:off x="5786437" y="3352800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0" name="object 290"/>
          <p:cNvSpPr/>
          <p:nvPr/>
        </p:nvSpPr>
        <p:spPr>
          <a:xfrm>
            <a:off x="5786437" y="3286125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1" name="object 291"/>
          <p:cNvSpPr/>
          <p:nvPr/>
        </p:nvSpPr>
        <p:spPr>
          <a:xfrm>
            <a:off x="5786437" y="3219450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2" name="object 292"/>
          <p:cNvSpPr/>
          <p:nvPr/>
        </p:nvSpPr>
        <p:spPr>
          <a:xfrm>
            <a:off x="5786437" y="3152775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3" name="object 293"/>
          <p:cNvSpPr/>
          <p:nvPr/>
        </p:nvSpPr>
        <p:spPr>
          <a:xfrm>
            <a:off x="5786437" y="3086100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4" name="object 294"/>
          <p:cNvSpPr/>
          <p:nvPr/>
        </p:nvSpPr>
        <p:spPr>
          <a:xfrm>
            <a:off x="5786437" y="3019425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5" name="object 295"/>
          <p:cNvSpPr/>
          <p:nvPr/>
        </p:nvSpPr>
        <p:spPr>
          <a:xfrm>
            <a:off x="5786437" y="2952750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6" name="object 296"/>
          <p:cNvSpPr/>
          <p:nvPr/>
        </p:nvSpPr>
        <p:spPr>
          <a:xfrm>
            <a:off x="5786437" y="2886075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7" name="object 297"/>
          <p:cNvSpPr/>
          <p:nvPr/>
        </p:nvSpPr>
        <p:spPr>
          <a:xfrm>
            <a:off x="5786437" y="2819400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8" name="object 298"/>
          <p:cNvSpPr/>
          <p:nvPr/>
        </p:nvSpPr>
        <p:spPr>
          <a:xfrm>
            <a:off x="5786437" y="2752725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9" name="object 299"/>
          <p:cNvSpPr/>
          <p:nvPr/>
        </p:nvSpPr>
        <p:spPr>
          <a:xfrm>
            <a:off x="5786437" y="2686050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0" name="object 300"/>
          <p:cNvSpPr/>
          <p:nvPr/>
        </p:nvSpPr>
        <p:spPr>
          <a:xfrm>
            <a:off x="6624637" y="6286500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1" name="object 301"/>
          <p:cNvSpPr/>
          <p:nvPr/>
        </p:nvSpPr>
        <p:spPr>
          <a:xfrm>
            <a:off x="6624637" y="6219825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2" name="object 302"/>
          <p:cNvSpPr/>
          <p:nvPr/>
        </p:nvSpPr>
        <p:spPr>
          <a:xfrm>
            <a:off x="6624637" y="6153150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3" name="object 303"/>
          <p:cNvSpPr/>
          <p:nvPr/>
        </p:nvSpPr>
        <p:spPr>
          <a:xfrm>
            <a:off x="6624637" y="6086475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4" name="object 304"/>
          <p:cNvSpPr/>
          <p:nvPr/>
        </p:nvSpPr>
        <p:spPr>
          <a:xfrm>
            <a:off x="6624637" y="6019800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5" name="object 305"/>
          <p:cNvSpPr/>
          <p:nvPr/>
        </p:nvSpPr>
        <p:spPr>
          <a:xfrm>
            <a:off x="6624637" y="5953125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6" name="object 306"/>
          <p:cNvSpPr/>
          <p:nvPr/>
        </p:nvSpPr>
        <p:spPr>
          <a:xfrm>
            <a:off x="6624637" y="5886450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7" name="object 307"/>
          <p:cNvSpPr/>
          <p:nvPr/>
        </p:nvSpPr>
        <p:spPr>
          <a:xfrm>
            <a:off x="6624637" y="5819775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8" name="object 308"/>
          <p:cNvSpPr/>
          <p:nvPr/>
        </p:nvSpPr>
        <p:spPr>
          <a:xfrm>
            <a:off x="6624637" y="5753100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9" name="object 309"/>
          <p:cNvSpPr/>
          <p:nvPr/>
        </p:nvSpPr>
        <p:spPr>
          <a:xfrm>
            <a:off x="6624637" y="5686425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0" name="object 310"/>
          <p:cNvSpPr/>
          <p:nvPr/>
        </p:nvSpPr>
        <p:spPr>
          <a:xfrm>
            <a:off x="6624637" y="5619750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1" name="object 311"/>
          <p:cNvSpPr/>
          <p:nvPr/>
        </p:nvSpPr>
        <p:spPr>
          <a:xfrm>
            <a:off x="6624637" y="5553075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2" name="object 312"/>
          <p:cNvSpPr/>
          <p:nvPr/>
        </p:nvSpPr>
        <p:spPr>
          <a:xfrm>
            <a:off x="6624637" y="5486400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3" name="object 313"/>
          <p:cNvSpPr/>
          <p:nvPr/>
        </p:nvSpPr>
        <p:spPr>
          <a:xfrm>
            <a:off x="6624637" y="5419725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4" name="object 314"/>
          <p:cNvSpPr/>
          <p:nvPr/>
        </p:nvSpPr>
        <p:spPr>
          <a:xfrm>
            <a:off x="6624637" y="5353050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5" name="object 315"/>
          <p:cNvSpPr/>
          <p:nvPr/>
        </p:nvSpPr>
        <p:spPr>
          <a:xfrm>
            <a:off x="6624637" y="5286375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6" name="object 316"/>
          <p:cNvSpPr/>
          <p:nvPr/>
        </p:nvSpPr>
        <p:spPr>
          <a:xfrm>
            <a:off x="6624637" y="5219700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7" name="object 317"/>
          <p:cNvSpPr/>
          <p:nvPr/>
        </p:nvSpPr>
        <p:spPr>
          <a:xfrm>
            <a:off x="6624637" y="5153025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8" name="object 318"/>
          <p:cNvSpPr/>
          <p:nvPr/>
        </p:nvSpPr>
        <p:spPr>
          <a:xfrm>
            <a:off x="6624637" y="5086350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9" name="object 319"/>
          <p:cNvSpPr/>
          <p:nvPr/>
        </p:nvSpPr>
        <p:spPr>
          <a:xfrm>
            <a:off x="6624637" y="5019675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0" name="object 320"/>
          <p:cNvSpPr/>
          <p:nvPr/>
        </p:nvSpPr>
        <p:spPr>
          <a:xfrm>
            <a:off x="6624637" y="4953000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1" name="object 321"/>
          <p:cNvSpPr/>
          <p:nvPr/>
        </p:nvSpPr>
        <p:spPr>
          <a:xfrm>
            <a:off x="6624637" y="4886325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2" name="object 322"/>
          <p:cNvSpPr/>
          <p:nvPr/>
        </p:nvSpPr>
        <p:spPr>
          <a:xfrm>
            <a:off x="6624637" y="4819650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3" name="object 323"/>
          <p:cNvSpPr/>
          <p:nvPr/>
        </p:nvSpPr>
        <p:spPr>
          <a:xfrm>
            <a:off x="6624637" y="4752975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4" name="object 324"/>
          <p:cNvSpPr/>
          <p:nvPr/>
        </p:nvSpPr>
        <p:spPr>
          <a:xfrm>
            <a:off x="6624637" y="4686300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5" name="object 325"/>
          <p:cNvSpPr/>
          <p:nvPr/>
        </p:nvSpPr>
        <p:spPr>
          <a:xfrm>
            <a:off x="6624637" y="4619625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6" name="object 326"/>
          <p:cNvSpPr/>
          <p:nvPr/>
        </p:nvSpPr>
        <p:spPr>
          <a:xfrm>
            <a:off x="6624637" y="4552950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7" name="object 327"/>
          <p:cNvSpPr/>
          <p:nvPr/>
        </p:nvSpPr>
        <p:spPr>
          <a:xfrm>
            <a:off x="6624637" y="4486275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8" name="object 328"/>
          <p:cNvSpPr/>
          <p:nvPr/>
        </p:nvSpPr>
        <p:spPr>
          <a:xfrm>
            <a:off x="6624637" y="4419600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9" name="object 329"/>
          <p:cNvSpPr/>
          <p:nvPr/>
        </p:nvSpPr>
        <p:spPr>
          <a:xfrm>
            <a:off x="6624637" y="4352925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0" name="object 330"/>
          <p:cNvSpPr/>
          <p:nvPr/>
        </p:nvSpPr>
        <p:spPr>
          <a:xfrm>
            <a:off x="6624637" y="4286250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1" name="object 331"/>
          <p:cNvSpPr/>
          <p:nvPr/>
        </p:nvSpPr>
        <p:spPr>
          <a:xfrm>
            <a:off x="6624637" y="4219575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2" name="object 332"/>
          <p:cNvSpPr/>
          <p:nvPr/>
        </p:nvSpPr>
        <p:spPr>
          <a:xfrm>
            <a:off x="6624637" y="4152900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3" name="object 333"/>
          <p:cNvSpPr/>
          <p:nvPr/>
        </p:nvSpPr>
        <p:spPr>
          <a:xfrm>
            <a:off x="6624637" y="4086225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4" name="object 334"/>
          <p:cNvSpPr/>
          <p:nvPr/>
        </p:nvSpPr>
        <p:spPr>
          <a:xfrm>
            <a:off x="6624637" y="4019550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5" name="object 335"/>
          <p:cNvSpPr/>
          <p:nvPr/>
        </p:nvSpPr>
        <p:spPr>
          <a:xfrm>
            <a:off x="6624637" y="3952875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6" name="object 336"/>
          <p:cNvSpPr/>
          <p:nvPr/>
        </p:nvSpPr>
        <p:spPr>
          <a:xfrm>
            <a:off x="6624637" y="3886200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7" name="object 337"/>
          <p:cNvSpPr/>
          <p:nvPr/>
        </p:nvSpPr>
        <p:spPr>
          <a:xfrm>
            <a:off x="6624637" y="3819525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8" name="object 338"/>
          <p:cNvSpPr/>
          <p:nvPr/>
        </p:nvSpPr>
        <p:spPr>
          <a:xfrm>
            <a:off x="6624637" y="3752850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9" name="object 339"/>
          <p:cNvSpPr/>
          <p:nvPr/>
        </p:nvSpPr>
        <p:spPr>
          <a:xfrm>
            <a:off x="6624637" y="3686175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0" name="object 340"/>
          <p:cNvSpPr/>
          <p:nvPr/>
        </p:nvSpPr>
        <p:spPr>
          <a:xfrm>
            <a:off x="6624637" y="3619500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1" name="object 341"/>
          <p:cNvSpPr/>
          <p:nvPr/>
        </p:nvSpPr>
        <p:spPr>
          <a:xfrm>
            <a:off x="5329237" y="6286500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2" name="object 342"/>
          <p:cNvSpPr/>
          <p:nvPr/>
        </p:nvSpPr>
        <p:spPr>
          <a:xfrm>
            <a:off x="5329237" y="6219825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3" name="object 343"/>
          <p:cNvSpPr/>
          <p:nvPr/>
        </p:nvSpPr>
        <p:spPr>
          <a:xfrm>
            <a:off x="5329237" y="6153150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4" name="object 344"/>
          <p:cNvSpPr/>
          <p:nvPr/>
        </p:nvSpPr>
        <p:spPr>
          <a:xfrm>
            <a:off x="5329237" y="6086475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5" name="object 345"/>
          <p:cNvSpPr/>
          <p:nvPr/>
        </p:nvSpPr>
        <p:spPr>
          <a:xfrm>
            <a:off x="5329237" y="6019800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6" name="object 346"/>
          <p:cNvSpPr/>
          <p:nvPr/>
        </p:nvSpPr>
        <p:spPr>
          <a:xfrm>
            <a:off x="5329237" y="5953125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7" name="object 347"/>
          <p:cNvSpPr/>
          <p:nvPr/>
        </p:nvSpPr>
        <p:spPr>
          <a:xfrm>
            <a:off x="5329237" y="5886450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8" name="object 348"/>
          <p:cNvSpPr/>
          <p:nvPr/>
        </p:nvSpPr>
        <p:spPr>
          <a:xfrm>
            <a:off x="5329237" y="5819775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9" name="object 349"/>
          <p:cNvSpPr/>
          <p:nvPr/>
        </p:nvSpPr>
        <p:spPr>
          <a:xfrm>
            <a:off x="5329237" y="5753100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0" name="object 350"/>
          <p:cNvSpPr/>
          <p:nvPr/>
        </p:nvSpPr>
        <p:spPr>
          <a:xfrm>
            <a:off x="5329237" y="5686425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1" name="object 351"/>
          <p:cNvSpPr/>
          <p:nvPr/>
        </p:nvSpPr>
        <p:spPr>
          <a:xfrm>
            <a:off x="5329237" y="5619750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2" name="object 352"/>
          <p:cNvSpPr/>
          <p:nvPr/>
        </p:nvSpPr>
        <p:spPr>
          <a:xfrm>
            <a:off x="5329237" y="5553075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3" name="object 353"/>
          <p:cNvSpPr/>
          <p:nvPr/>
        </p:nvSpPr>
        <p:spPr>
          <a:xfrm>
            <a:off x="5329237" y="5486400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4" name="object 354"/>
          <p:cNvSpPr/>
          <p:nvPr/>
        </p:nvSpPr>
        <p:spPr>
          <a:xfrm>
            <a:off x="5329237" y="5419725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5" name="object 355"/>
          <p:cNvSpPr/>
          <p:nvPr/>
        </p:nvSpPr>
        <p:spPr>
          <a:xfrm>
            <a:off x="5329237" y="5353050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6" name="object 356"/>
          <p:cNvSpPr/>
          <p:nvPr/>
        </p:nvSpPr>
        <p:spPr>
          <a:xfrm>
            <a:off x="5329237" y="5286375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7" name="object 357"/>
          <p:cNvSpPr/>
          <p:nvPr/>
        </p:nvSpPr>
        <p:spPr>
          <a:xfrm>
            <a:off x="5329237" y="5219700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8" name="object 358"/>
          <p:cNvSpPr/>
          <p:nvPr/>
        </p:nvSpPr>
        <p:spPr>
          <a:xfrm>
            <a:off x="5329237" y="5153025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9" name="object 359"/>
          <p:cNvSpPr/>
          <p:nvPr/>
        </p:nvSpPr>
        <p:spPr>
          <a:xfrm>
            <a:off x="5329237" y="5086350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0" name="object 360"/>
          <p:cNvSpPr/>
          <p:nvPr/>
        </p:nvSpPr>
        <p:spPr>
          <a:xfrm>
            <a:off x="5329237" y="5019675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1" name="object 361"/>
          <p:cNvSpPr/>
          <p:nvPr/>
        </p:nvSpPr>
        <p:spPr>
          <a:xfrm>
            <a:off x="5329237" y="4953000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2" name="object 362"/>
          <p:cNvSpPr/>
          <p:nvPr/>
        </p:nvSpPr>
        <p:spPr>
          <a:xfrm>
            <a:off x="5329237" y="4886325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3" name="object 363"/>
          <p:cNvSpPr/>
          <p:nvPr/>
        </p:nvSpPr>
        <p:spPr>
          <a:xfrm>
            <a:off x="5329237" y="4819650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4" name="object 364"/>
          <p:cNvSpPr/>
          <p:nvPr/>
        </p:nvSpPr>
        <p:spPr>
          <a:xfrm>
            <a:off x="5329237" y="4752975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5" name="object 365"/>
          <p:cNvSpPr/>
          <p:nvPr/>
        </p:nvSpPr>
        <p:spPr>
          <a:xfrm>
            <a:off x="5329237" y="4686300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6" name="object 366"/>
          <p:cNvSpPr/>
          <p:nvPr/>
        </p:nvSpPr>
        <p:spPr>
          <a:xfrm>
            <a:off x="5329237" y="4619625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7" name="object 367"/>
          <p:cNvSpPr/>
          <p:nvPr/>
        </p:nvSpPr>
        <p:spPr>
          <a:xfrm>
            <a:off x="5329237" y="4552950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8" name="object 368"/>
          <p:cNvSpPr/>
          <p:nvPr/>
        </p:nvSpPr>
        <p:spPr>
          <a:xfrm>
            <a:off x="5329237" y="4486275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9" name="object 369"/>
          <p:cNvSpPr/>
          <p:nvPr/>
        </p:nvSpPr>
        <p:spPr>
          <a:xfrm>
            <a:off x="5329237" y="4419600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0" name="object 370"/>
          <p:cNvSpPr/>
          <p:nvPr/>
        </p:nvSpPr>
        <p:spPr>
          <a:xfrm>
            <a:off x="5329237" y="4352925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1" name="object 371"/>
          <p:cNvSpPr/>
          <p:nvPr/>
        </p:nvSpPr>
        <p:spPr>
          <a:xfrm>
            <a:off x="5329237" y="4286250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2" name="object 372"/>
          <p:cNvSpPr/>
          <p:nvPr/>
        </p:nvSpPr>
        <p:spPr>
          <a:xfrm>
            <a:off x="5329237" y="4219575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3" name="object 373"/>
          <p:cNvSpPr/>
          <p:nvPr/>
        </p:nvSpPr>
        <p:spPr>
          <a:xfrm>
            <a:off x="5329237" y="4152900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4" name="object 374"/>
          <p:cNvSpPr/>
          <p:nvPr/>
        </p:nvSpPr>
        <p:spPr>
          <a:xfrm>
            <a:off x="5329237" y="4086225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5" name="object 375"/>
          <p:cNvSpPr/>
          <p:nvPr/>
        </p:nvSpPr>
        <p:spPr>
          <a:xfrm>
            <a:off x="5329237" y="4019550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6" name="object 376"/>
          <p:cNvSpPr/>
          <p:nvPr/>
        </p:nvSpPr>
        <p:spPr>
          <a:xfrm>
            <a:off x="5329237" y="3952875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7" name="object 377"/>
          <p:cNvSpPr/>
          <p:nvPr/>
        </p:nvSpPr>
        <p:spPr>
          <a:xfrm>
            <a:off x="5329237" y="3886200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8" name="object 378"/>
          <p:cNvSpPr/>
          <p:nvPr/>
        </p:nvSpPr>
        <p:spPr>
          <a:xfrm>
            <a:off x="5329237" y="3819525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9" name="object 379"/>
          <p:cNvSpPr/>
          <p:nvPr/>
        </p:nvSpPr>
        <p:spPr>
          <a:xfrm>
            <a:off x="5329237" y="3752850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0" name="object 380"/>
          <p:cNvSpPr/>
          <p:nvPr/>
        </p:nvSpPr>
        <p:spPr>
          <a:xfrm>
            <a:off x="5329237" y="3686175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1" name="object 381"/>
          <p:cNvSpPr/>
          <p:nvPr/>
        </p:nvSpPr>
        <p:spPr>
          <a:xfrm>
            <a:off x="5329237" y="3619500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2" name="object 382"/>
          <p:cNvSpPr/>
          <p:nvPr/>
        </p:nvSpPr>
        <p:spPr>
          <a:xfrm>
            <a:off x="5329237" y="3552825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3" name="object 383"/>
          <p:cNvSpPr/>
          <p:nvPr/>
        </p:nvSpPr>
        <p:spPr>
          <a:xfrm>
            <a:off x="5329237" y="3486150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4" name="object 384"/>
          <p:cNvSpPr/>
          <p:nvPr/>
        </p:nvSpPr>
        <p:spPr>
          <a:xfrm>
            <a:off x="5329237" y="3419475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5" name="object 385"/>
          <p:cNvSpPr/>
          <p:nvPr/>
        </p:nvSpPr>
        <p:spPr>
          <a:xfrm>
            <a:off x="5329237" y="3352800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6" name="object 386"/>
          <p:cNvSpPr/>
          <p:nvPr/>
        </p:nvSpPr>
        <p:spPr>
          <a:xfrm>
            <a:off x="5329237" y="3286125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7" name="object 387"/>
          <p:cNvSpPr/>
          <p:nvPr/>
        </p:nvSpPr>
        <p:spPr>
          <a:xfrm>
            <a:off x="5329237" y="3219450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8" name="object 388"/>
          <p:cNvSpPr/>
          <p:nvPr/>
        </p:nvSpPr>
        <p:spPr>
          <a:xfrm>
            <a:off x="5329237" y="3152775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9" name="object 389"/>
          <p:cNvSpPr/>
          <p:nvPr/>
        </p:nvSpPr>
        <p:spPr>
          <a:xfrm>
            <a:off x="5329237" y="3086100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0" name="object 390"/>
          <p:cNvSpPr/>
          <p:nvPr/>
        </p:nvSpPr>
        <p:spPr>
          <a:xfrm>
            <a:off x="5329237" y="3019425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1" name="object 391"/>
          <p:cNvSpPr/>
          <p:nvPr/>
        </p:nvSpPr>
        <p:spPr>
          <a:xfrm>
            <a:off x="5329237" y="2952750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2" name="object 392"/>
          <p:cNvSpPr/>
          <p:nvPr/>
        </p:nvSpPr>
        <p:spPr>
          <a:xfrm>
            <a:off x="5329237" y="2886075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3" name="object 393"/>
          <p:cNvSpPr/>
          <p:nvPr/>
        </p:nvSpPr>
        <p:spPr>
          <a:xfrm>
            <a:off x="5329237" y="2819400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4" name="object 394"/>
          <p:cNvSpPr/>
          <p:nvPr/>
        </p:nvSpPr>
        <p:spPr>
          <a:xfrm>
            <a:off x="5329237" y="2752725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5" name="object 395"/>
          <p:cNvSpPr/>
          <p:nvPr/>
        </p:nvSpPr>
        <p:spPr>
          <a:xfrm>
            <a:off x="5329237" y="2686050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6" name="object 396"/>
          <p:cNvSpPr/>
          <p:nvPr/>
        </p:nvSpPr>
        <p:spPr>
          <a:xfrm>
            <a:off x="5329237" y="2619375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7" name="object 397"/>
          <p:cNvSpPr/>
          <p:nvPr/>
        </p:nvSpPr>
        <p:spPr>
          <a:xfrm>
            <a:off x="5329237" y="2552700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8" name="object 398"/>
          <p:cNvSpPr/>
          <p:nvPr/>
        </p:nvSpPr>
        <p:spPr>
          <a:xfrm>
            <a:off x="5329237" y="2486025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9" name="object 399"/>
          <p:cNvSpPr/>
          <p:nvPr/>
        </p:nvSpPr>
        <p:spPr>
          <a:xfrm>
            <a:off x="5329237" y="2419350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0" name="object 400"/>
          <p:cNvSpPr/>
          <p:nvPr/>
        </p:nvSpPr>
        <p:spPr>
          <a:xfrm>
            <a:off x="5329237" y="2352675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1" name="object 401"/>
          <p:cNvSpPr/>
          <p:nvPr/>
        </p:nvSpPr>
        <p:spPr>
          <a:xfrm>
            <a:off x="5329237" y="2286000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2" name="object 402"/>
          <p:cNvSpPr/>
          <p:nvPr/>
        </p:nvSpPr>
        <p:spPr>
          <a:xfrm>
            <a:off x="5329237" y="2219325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3" name="object 403"/>
          <p:cNvSpPr/>
          <p:nvPr/>
        </p:nvSpPr>
        <p:spPr>
          <a:xfrm>
            <a:off x="5329237" y="2152650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4" name="object 404"/>
          <p:cNvSpPr/>
          <p:nvPr/>
        </p:nvSpPr>
        <p:spPr>
          <a:xfrm>
            <a:off x="5329237" y="2085975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5" name="object 405"/>
          <p:cNvSpPr/>
          <p:nvPr/>
        </p:nvSpPr>
        <p:spPr>
          <a:xfrm>
            <a:off x="5329237" y="2019300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6" name="object 406"/>
          <p:cNvSpPr/>
          <p:nvPr/>
        </p:nvSpPr>
        <p:spPr>
          <a:xfrm>
            <a:off x="5329237" y="1952625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7" name="object 407"/>
          <p:cNvSpPr/>
          <p:nvPr/>
        </p:nvSpPr>
        <p:spPr>
          <a:xfrm>
            <a:off x="5329237" y="1885950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8" name="object 408"/>
          <p:cNvSpPr/>
          <p:nvPr/>
        </p:nvSpPr>
        <p:spPr>
          <a:xfrm>
            <a:off x="5329237" y="1819275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9" name="object 409"/>
          <p:cNvSpPr/>
          <p:nvPr/>
        </p:nvSpPr>
        <p:spPr>
          <a:xfrm>
            <a:off x="5329237" y="1752600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0" name="object 410"/>
          <p:cNvSpPr/>
          <p:nvPr/>
        </p:nvSpPr>
        <p:spPr>
          <a:xfrm>
            <a:off x="3200400" y="35766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1" name="object 411"/>
          <p:cNvSpPr/>
          <p:nvPr/>
        </p:nvSpPr>
        <p:spPr>
          <a:xfrm>
            <a:off x="3267075" y="35766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2" name="object 412"/>
          <p:cNvSpPr/>
          <p:nvPr/>
        </p:nvSpPr>
        <p:spPr>
          <a:xfrm>
            <a:off x="3333750" y="35766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3" name="object 413"/>
          <p:cNvSpPr/>
          <p:nvPr/>
        </p:nvSpPr>
        <p:spPr>
          <a:xfrm>
            <a:off x="3400425" y="35766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4" name="object 414"/>
          <p:cNvSpPr/>
          <p:nvPr/>
        </p:nvSpPr>
        <p:spPr>
          <a:xfrm>
            <a:off x="3467100" y="35766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5" name="object 415"/>
          <p:cNvSpPr/>
          <p:nvPr/>
        </p:nvSpPr>
        <p:spPr>
          <a:xfrm>
            <a:off x="3533775" y="35766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6" name="object 416"/>
          <p:cNvSpPr/>
          <p:nvPr/>
        </p:nvSpPr>
        <p:spPr>
          <a:xfrm>
            <a:off x="3600450" y="35766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7" name="object 417"/>
          <p:cNvSpPr/>
          <p:nvPr/>
        </p:nvSpPr>
        <p:spPr>
          <a:xfrm>
            <a:off x="3667125" y="35766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8" name="object 418"/>
          <p:cNvSpPr/>
          <p:nvPr/>
        </p:nvSpPr>
        <p:spPr>
          <a:xfrm>
            <a:off x="3733800" y="35766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9" name="object 419"/>
          <p:cNvSpPr/>
          <p:nvPr/>
        </p:nvSpPr>
        <p:spPr>
          <a:xfrm>
            <a:off x="3800475" y="35766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0" name="object 420"/>
          <p:cNvSpPr/>
          <p:nvPr/>
        </p:nvSpPr>
        <p:spPr>
          <a:xfrm>
            <a:off x="3867150" y="35766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1" name="object 421"/>
          <p:cNvSpPr/>
          <p:nvPr/>
        </p:nvSpPr>
        <p:spPr>
          <a:xfrm>
            <a:off x="3933825" y="35766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2" name="object 422"/>
          <p:cNvSpPr/>
          <p:nvPr/>
        </p:nvSpPr>
        <p:spPr>
          <a:xfrm>
            <a:off x="4000500" y="35766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3" name="object 423"/>
          <p:cNvSpPr/>
          <p:nvPr/>
        </p:nvSpPr>
        <p:spPr>
          <a:xfrm>
            <a:off x="4067175" y="35766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4" name="object 424"/>
          <p:cNvSpPr/>
          <p:nvPr/>
        </p:nvSpPr>
        <p:spPr>
          <a:xfrm>
            <a:off x="4133850" y="35766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5" name="object 425"/>
          <p:cNvSpPr/>
          <p:nvPr/>
        </p:nvSpPr>
        <p:spPr>
          <a:xfrm>
            <a:off x="4200525" y="35766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6" name="object 426"/>
          <p:cNvSpPr/>
          <p:nvPr/>
        </p:nvSpPr>
        <p:spPr>
          <a:xfrm>
            <a:off x="4267200" y="35766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7" name="object 427"/>
          <p:cNvSpPr/>
          <p:nvPr/>
        </p:nvSpPr>
        <p:spPr>
          <a:xfrm>
            <a:off x="4333875" y="35766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8" name="object 428"/>
          <p:cNvSpPr/>
          <p:nvPr/>
        </p:nvSpPr>
        <p:spPr>
          <a:xfrm>
            <a:off x="4400550" y="35766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9" name="object 429"/>
          <p:cNvSpPr/>
          <p:nvPr/>
        </p:nvSpPr>
        <p:spPr>
          <a:xfrm>
            <a:off x="4467225" y="35766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0" name="object 430"/>
          <p:cNvSpPr/>
          <p:nvPr/>
        </p:nvSpPr>
        <p:spPr>
          <a:xfrm>
            <a:off x="4533900" y="35766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1" name="object 431"/>
          <p:cNvSpPr/>
          <p:nvPr/>
        </p:nvSpPr>
        <p:spPr>
          <a:xfrm>
            <a:off x="4600575" y="35766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2" name="object 432"/>
          <p:cNvSpPr/>
          <p:nvPr/>
        </p:nvSpPr>
        <p:spPr>
          <a:xfrm>
            <a:off x="4667250" y="35766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3" name="object 433"/>
          <p:cNvSpPr/>
          <p:nvPr/>
        </p:nvSpPr>
        <p:spPr>
          <a:xfrm>
            <a:off x="4733925" y="35766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4" name="object 434"/>
          <p:cNvSpPr/>
          <p:nvPr/>
        </p:nvSpPr>
        <p:spPr>
          <a:xfrm>
            <a:off x="4800600" y="35766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5" name="object 435"/>
          <p:cNvSpPr/>
          <p:nvPr/>
        </p:nvSpPr>
        <p:spPr>
          <a:xfrm>
            <a:off x="4867275" y="35766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6" name="object 436"/>
          <p:cNvSpPr/>
          <p:nvPr/>
        </p:nvSpPr>
        <p:spPr>
          <a:xfrm>
            <a:off x="4933950" y="35766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7" name="object 437"/>
          <p:cNvSpPr/>
          <p:nvPr/>
        </p:nvSpPr>
        <p:spPr>
          <a:xfrm>
            <a:off x="5000625" y="35766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8" name="object 438"/>
          <p:cNvSpPr/>
          <p:nvPr/>
        </p:nvSpPr>
        <p:spPr>
          <a:xfrm>
            <a:off x="5067300" y="35766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9" name="object 439"/>
          <p:cNvSpPr/>
          <p:nvPr/>
        </p:nvSpPr>
        <p:spPr>
          <a:xfrm>
            <a:off x="5133975" y="35766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0" name="object 440"/>
          <p:cNvSpPr/>
          <p:nvPr/>
        </p:nvSpPr>
        <p:spPr>
          <a:xfrm>
            <a:off x="5200650" y="35766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1" name="object 441"/>
          <p:cNvSpPr/>
          <p:nvPr/>
        </p:nvSpPr>
        <p:spPr>
          <a:xfrm>
            <a:off x="5267325" y="35766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2" name="object 442"/>
          <p:cNvSpPr/>
          <p:nvPr/>
        </p:nvSpPr>
        <p:spPr>
          <a:xfrm>
            <a:off x="5334000" y="35766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3" name="object 443"/>
          <p:cNvSpPr/>
          <p:nvPr/>
        </p:nvSpPr>
        <p:spPr>
          <a:xfrm>
            <a:off x="5400675" y="35766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4" name="object 444"/>
          <p:cNvSpPr/>
          <p:nvPr/>
        </p:nvSpPr>
        <p:spPr>
          <a:xfrm>
            <a:off x="5467350" y="35766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5" name="object 445"/>
          <p:cNvSpPr/>
          <p:nvPr/>
        </p:nvSpPr>
        <p:spPr>
          <a:xfrm>
            <a:off x="5534025" y="35766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6" name="object 446"/>
          <p:cNvSpPr/>
          <p:nvPr/>
        </p:nvSpPr>
        <p:spPr>
          <a:xfrm>
            <a:off x="5600700" y="35766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7" name="object 447"/>
          <p:cNvSpPr/>
          <p:nvPr/>
        </p:nvSpPr>
        <p:spPr>
          <a:xfrm>
            <a:off x="5667375" y="35766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8" name="object 448"/>
          <p:cNvSpPr/>
          <p:nvPr/>
        </p:nvSpPr>
        <p:spPr>
          <a:xfrm>
            <a:off x="5734050" y="35766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9" name="object 449"/>
          <p:cNvSpPr/>
          <p:nvPr/>
        </p:nvSpPr>
        <p:spPr>
          <a:xfrm>
            <a:off x="5800725" y="35766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0" name="object 450"/>
          <p:cNvSpPr/>
          <p:nvPr/>
        </p:nvSpPr>
        <p:spPr>
          <a:xfrm>
            <a:off x="5867400" y="35766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1" name="object 451"/>
          <p:cNvSpPr/>
          <p:nvPr/>
        </p:nvSpPr>
        <p:spPr>
          <a:xfrm>
            <a:off x="5934075" y="35766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2" name="object 452"/>
          <p:cNvSpPr/>
          <p:nvPr/>
        </p:nvSpPr>
        <p:spPr>
          <a:xfrm>
            <a:off x="6000750" y="35766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3" name="object 453"/>
          <p:cNvSpPr/>
          <p:nvPr/>
        </p:nvSpPr>
        <p:spPr>
          <a:xfrm>
            <a:off x="6067425" y="35766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4" name="object 454"/>
          <p:cNvSpPr/>
          <p:nvPr/>
        </p:nvSpPr>
        <p:spPr>
          <a:xfrm>
            <a:off x="6134100" y="35766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5" name="object 455"/>
          <p:cNvSpPr/>
          <p:nvPr/>
        </p:nvSpPr>
        <p:spPr>
          <a:xfrm>
            <a:off x="6200775" y="35766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6" name="object 456"/>
          <p:cNvSpPr/>
          <p:nvPr/>
        </p:nvSpPr>
        <p:spPr>
          <a:xfrm>
            <a:off x="6267450" y="35766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7" name="object 457"/>
          <p:cNvSpPr/>
          <p:nvPr/>
        </p:nvSpPr>
        <p:spPr>
          <a:xfrm>
            <a:off x="6334125" y="35766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8" name="object 458"/>
          <p:cNvSpPr/>
          <p:nvPr/>
        </p:nvSpPr>
        <p:spPr>
          <a:xfrm>
            <a:off x="6400800" y="35766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9" name="object 459"/>
          <p:cNvSpPr/>
          <p:nvPr/>
        </p:nvSpPr>
        <p:spPr>
          <a:xfrm>
            <a:off x="6467475" y="35766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0" name="object 460"/>
          <p:cNvSpPr/>
          <p:nvPr/>
        </p:nvSpPr>
        <p:spPr>
          <a:xfrm>
            <a:off x="6534150" y="35766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1" name="object 461"/>
          <p:cNvSpPr/>
          <p:nvPr/>
        </p:nvSpPr>
        <p:spPr>
          <a:xfrm>
            <a:off x="6600825" y="3576637"/>
            <a:ext cx="28575" cy="9525"/>
          </a:xfrm>
          <a:custGeom>
            <a:avLst/>
            <a:gdLst/>
            <a:ahLst/>
            <a:cxnLst/>
            <a:rect l="l" t="t" r="r" b="b"/>
            <a:pathLst>
              <a:path w="28575" h="9525">
                <a:moveTo>
                  <a:pt x="28575" y="9525"/>
                </a:moveTo>
                <a:lnTo>
                  <a:pt x="0" y="9525"/>
                </a:lnTo>
                <a:lnTo>
                  <a:pt x="0" y="0"/>
                </a:lnTo>
                <a:lnTo>
                  <a:pt x="28575" y="0"/>
                </a:lnTo>
                <a:lnTo>
                  <a:pt x="28575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2" name="object 462"/>
          <p:cNvSpPr/>
          <p:nvPr/>
        </p:nvSpPr>
        <p:spPr>
          <a:xfrm>
            <a:off x="8453437" y="6362700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3" name="object 463"/>
          <p:cNvSpPr/>
          <p:nvPr/>
        </p:nvSpPr>
        <p:spPr>
          <a:xfrm>
            <a:off x="8453437" y="6296025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4" name="object 464"/>
          <p:cNvSpPr/>
          <p:nvPr/>
        </p:nvSpPr>
        <p:spPr>
          <a:xfrm>
            <a:off x="8453437" y="6229350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5" name="object 465"/>
          <p:cNvSpPr/>
          <p:nvPr/>
        </p:nvSpPr>
        <p:spPr>
          <a:xfrm>
            <a:off x="8453437" y="6162675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6" name="object 466"/>
          <p:cNvSpPr/>
          <p:nvPr/>
        </p:nvSpPr>
        <p:spPr>
          <a:xfrm>
            <a:off x="8453437" y="6096000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7" name="object 467"/>
          <p:cNvSpPr/>
          <p:nvPr/>
        </p:nvSpPr>
        <p:spPr>
          <a:xfrm>
            <a:off x="8453437" y="6029325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8" name="object 468"/>
          <p:cNvSpPr/>
          <p:nvPr/>
        </p:nvSpPr>
        <p:spPr>
          <a:xfrm>
            <a:off x="8453437" y="5962650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9" name="object 469"/>
          <p:cNvSpPr/>
          <p:nvPr/>
        </p:nvSpPr>
        <p:spPr>
          <a:xfrm>
            <a:off x="8453437" y="5895975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0" name="object 470"/>
          <p:cNvSpPr/>
          <p:nvPr/>
        </p:nvSpPr>
        <p:spPr>
          <a:xfrm>
            <a:off x="8453437" y="5829300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1" name="object 471"/>
          <p:cNvSpPr/>
          <p:nvPr/>
        </p:nvSpPr>
        <p:spPr>
          <a:xfrm>
            <a:off x="8453437" y="5762625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2" name="object 472"/>
          <p:cNvSpPr/>
          <p:nvPr/>
        </p:nvSpPr>
        <p:spPr>
          <a:xfrm>
            <a:off x="8453437" y="5695950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3" name="object 473"/>
          <p:cNvSpPr/>
          <p:nvPr/>
        </p:nvSpPr>
        <p:spPr>
          <a:xfrm>
            <a:off x="8453437" y="5629275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4" name="object 474"/>
          <p:cNvSpPr/>
          <p:nvPr/>
        </p:nvSpPr>
        <p:spPr>
          <a:xfrm>
            <a:off x="8453437" y="5562600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5" name="object 475"/>
          <p:cNvSpPr/>
          <p:nvPr/>
        </p:nvSpPr>
        <p:spPr>
          <a:xfrm>
            <a:off x="8453437" y="5495925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6" name="object 476"/>
          <p:cNvSpPr/>
          <p:nvPr/>
        </p:nvSpPr>
        <p:spPr>
          <a:xfrm>
            <a:off x="8453437" y="5429250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7" name="object 477"/>
          <p:cNvSpPr/>
          <p:nvPr/>
        </p:nvSpPr>
        <p:spPr>
          <a:xfrm>
            <a:off x="8453437" y="5362575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8" name="object 478"/>
          <p:cNvSpPr/>
          <p:nvPr/>
        </p:nvSpPr>
        <p:spPr>
          <a:xfrm>
            <a:off x="8453437" y="5295900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9" name="object 479"/>
          <p:cNvSpPr/>
          <p:nvPr/>
        </p:nvSpPr>
        <p:spPr>
          <a:xfrm>
            <a:off x="8453437" y="5229225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0" name="object 480"/>
          <p:cNvSpPr/>
          <p:nvPr/>
        </p:nvSpPr>
        <p:spPr>
          <a:xfrm>
            <a:off x="8453437" y="5162550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1" name="object 481"/>
          <p:cNvSpPr/>
          <p:nvPr/>
        </p:nvSpPr>
        <p:spPr>
          <a:xfrm>
            <a:off x="8453437" y="5095875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2" name="object 482"/>
          <p:cNvSpPr/>
          <p:nvPr/>
        </p:nvSpPr>
        <p:spPr>
          <a:xfrm>
            <a:off x="8453437" y="5029200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3" name="object 483"/>
          <p:cNvSpPr/>
          <p:nvPr/>
        </p:nvSpPr>
        <p:spPr>
          <a:xfrm>
            <a:off x="8453437" y="4962525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4" name="object 484"/>
          <p:cNvSpPr/>
          <p:nvPr/>
        </p:nvSpPr>
        <p:spPr>
          <a:xfrm>
            <a:off x="8453437" y="4895850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5" name="object 485"/>
          <p:cNvSpPr/>
          <p:nvPr/>
        </p:nvSpPr>
        <p:spPr>
          <a:xfrm>
            <a:off x="8453437" y="4829175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6" name="object 486"/>
          <p:cNvSpPr/>
          <p:nvPr/>
        </p:nvSpPr>
        <p:spPr>
          <a:xfrm>
            <a:off x="8453437" y="4762500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7" name="object 487"/>
          <p:cNvSpPr/>
          <p:nvPr/>
        </p:nvSpPr>
        <p:spPr>
          <a:xfrm>
            <a:off x="8453437" y="4695825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8" name="object 488"/>
          <p:cNvSpPr/>
          <p:nvPr/>
        </p:nvSpPr>
        <p:spPr>
          <a:xfrm>
            <a:off x="8453437" y="4629150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5" y="38100"/>
                </a:moveTo>
                <a:lnTo>
                  <a:pt x="0" y="38100"/>
                </a:lnTo>
                <a:lnTo>
                  <a:pt x="0" y="0"/>
                </a:lnTo>
                <a:lnTo>
                  <a:pt x="9525" y="0"/>
                </a:lnTo>
                <a:lnTo>
                  <a:pt x="9525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9" name="object 489"/>
          <p:cNvSpPr/>
          <p:nvPr/>
        </p:nvSpPr>
        <p:spPr>
          <a:xfrm>
            <a:off x="8453437" y="4572000"/>
            <a:ext cx="9525" cy="28575"/>
          </a:xfrm>
          <a:custGeom>
            <a:avLst/>
            <a:gdLst/>
            <a:ahLst/>
            <a:cxnLst/>
            <a:rect l="l" t="t" r="r" b="b"/>
            <a:pathLst>
              <a:path w="9525" h="28575">
                <a:moveTo>
                  <a:pt x="9525" y="28575"/>
                </a:moveTo>
                <a:lnTo>
                  <a:pt x="0" y="28575"/>
                </a:lnTo>
                <a:lnTo>
                  <a:pt x="0" y="0"/>
                </a:lnTo>
                <a:lnTo>
                  <a:pt x="9525" y="0"/>
                </a:lnTo>
                <a:lnTo>
                  <a:pt x="9525" y="2857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0" name="object 490"/>
          <p:cNvSpPr/>
          <p:nvPr/>
        </p:nvSpPr>
        <p:spPr>
          <a:xfrm>
            <a:off x="3200400" y="44910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1" name="object 491"/>
          <p:cNvSpPr/>
          <p:nvPr/>
        </p:nvSpPr>
        <p:spPr>
          <a:xfrm>
            <a:off x="3267075" y="44910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2" name="object 492"/>
          <p:cNvSpPr/>
          <p:nvPr/>
        </p:nvSpPr>
        <p:spPr>
          <a:xfrm>
            <a:off x="3333750" y="44910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3" name="object 493"/>
          <p:cNvSpPr/>
          <p:nvPr/>
        </p:nvSpPr>
        <p:spPr>
          <a:xfrm>
            <a:off x="3400425" y="44910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4" name="object 494"/>
          <p:cNvSpPr/>
          <p:nvPr/>
        </p:nvSpPr>
        <p:spPr>
          <a:xfrm>
            <a:off x="3467100" y="44910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5" name="object 495"/>
          <p:cNvSpPr/>
          <p:nvPr/>
        </p:nvSpPr>
        <p:spPr>
          <a:xfrm>
            <a:off x="3533775" y="44910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6" name="object 496"/>
          <p:cNvSpPr/>
          <p:nvPr/>
        </p:nvSpPr>
        <p:spPr>
          <a:xfrm>
            <a:off x="3600450" y="44910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7" name="object 497"/>
          <p:cNvSpPr/>
          <p:nvPr/>
        </p:nvSpPr>
        <p:spPr>
          <a:xfrm>
            <a:off x="3667125" y="44910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8" name="object 498"/>
          <p:cNvSpPr/>
          <p:nvPr/>
        </p:nvSpPr>
        <p:spPr>
          <a:xfrm>
            <a:off x="3733800" y="44910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9" name="object 499"/>
          <p:cNvSpPr/>
          <p:nvPr/>
        </p:nvSpPr>
        <p:spPr>
          <a:xfrm>
            <a:off x="3800475" y="44910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0" name="object 500"/>
          <p:cNvSpPr/>
          <p:nvPr/>
        </p:nvSpPr>
        <p:spPr>
          <a:xfrm>
            <a:off x="3867150" y="44910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1" name="object 501"/>
          <p:cNvSpPr/>
          <p:nvPr/>
        </p:nvSpPr>
        <p:spPr>
          <a:xfrm>
            <a:off x="3933825" y="44910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2" name="object 502"/>
          <p:cNvSpPr/>
          <p:nvPr/>
        </p:nvSpPr>
        <p:spPr>
          <a:xfrm>
            <a:off x="4000500" y="44910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3" name="object 503"/>
          <p:cNvSpPr/>
          <p:nvPr/>
        </p:nvSpPr>
        <p:spPr>
          <a:xfrm>
            <a:off x="4067175" y="44910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4" name="object 504"/>
          <p:cNvSpPr/>
          <p:nvPr/>
        </p:nvSpPr>
        <p:spPr>
          <a:xfrm>
            <a:off x="4133850" y="44910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5" name="object 505"/>
          <p:cNvSpPr/>
          <p:nvPr/>
        </p:nvSpPr>
        <p:spPr>
          <a:xfrm>
            <a:off x="4200525" y="44910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6" name="object 506"/>
          <p:cNvSpPr/>
          <p:nvPr/>
        </p:nvSpPr>
        <p:spPr>
          <a:xfrm>
            <a:off x="4267200" y="44910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7" name="object 507"/>
          <p:cNvSpPr/>
          <p:nvPr/>
        </p:nvSpPr>
        <p:spPr>
          <a:xfrm>
            <a:off x="4333875" y="44910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8" name="object 508"/>
          <p:cNvSpPr/>
          <p:nvPr/>
        </p:nvSpPr>
        <p:spPr>
          <a:xfrm>
            <a:off x="4400550" y="44910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9" name="object 509"/>
          <p:cNvSpPr/>
          <p:nvPr/>
        </p:nvSpPr>
        <p:spPr>
          <a:xfrm>
            <a:off x="4467225" y="44910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0" name="object 510"/>
          <p:cNvSpPr/>
          <p:nvPr/>
        </p:nvSpPr>
        <p:spPr>
          <a:xfrm>
            <a:off x="4533900" y="44910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1" name="object 511"/>
          <p:cNvSpPr/>
          <p:nvPr/>
        </p:nvSpPr>
        <p:spPr>
          <a:xfrm>
            <a:off x="4600575" y="44910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2" name="object 512"/>
          <p:cNvSpPr/>
          <p:nvPr/>
        </p:nvSpPr>
        <p:spPr>
          <a:xfrm>
            <a:off x="4667250" y="44910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3" name="object 513"/>
          <p:cNvSpPr/>
          <p:nvPr/>
        </p:nvSpPr>
        <p:spPr>
          <a:xfrm>
            <a:off x="4733925" y="44910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4" name="object 514"/>
          <p:cNvSpPr/>
          <p:nvPr/>
        </p:nvSpPr>
        <p:spPr>
          <a:xfrm>
            <a:off x="4800600" y="44910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5" name="object 515"/>
          <p:cNvSpPr/>
          <p:nvPr/>
        </p:nvSpPr>
        <p:spPr>
          <a:xfrm>
            <a:off x="4867275" y="44910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6" name="object 516"/>
          <p:cNvSpPr/>
          <p:nvPr/>
        </p:nvSpPr>
        <p:spPr>
          <a:xfrm>
            <a:off x="4933950" y="44910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7" name="object 517"/>
          <p:cNvSpPr/>
          <p:nvPr/>
        </p:nvSpPr>
        <p:spPr>
          <a:xfrm>
            <a:off x="5000625" y="44910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8" name="object 518"/>
          <p:cNvSpPr/>
          <p:nvPr/>
        </p:nvSpPr>
        <p:spPr>
          <a:xfrm>
            <a:off x="5067300" y="44910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9" name="object 519"/>
          <p:cNvSpPr/>
          <p:nvPr/>
        </p:nvSpPr>
        <p:spPr>
          <a:xfrm>
            <a:off x="5133975" y="44910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0" name="object 520"/>
          <p:cNvSpPr/>
          <p:nvPr/>
        </p:nvSpPr>
        <p:spPr>
          <a:xfrm>
            <a:off x="5200650" y="44910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1" name="object 521"/>
          <p:cNvSpPr/>
          <p:nvPr/>
        </p:nvSpPr>
        <p:spPr>
          <a:xfrm>
            <a:off x="5267325" y="44910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2" name="object 522"/>
          <p:cNvSpPr/>
          <p:nvPr/>
        </p:nvSpPr>
        <p:spPr>
          <a:xfrm>
            <a:off x="5334000" y="44910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3" name="object 523"/>
          <p:cNvSpPr/>
          <p:nvPr/>
        </p:nvSpPr>
        <p:spPr>
          <a:xfrm>
            <a:off x="5400675" y="44910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4" name="object 524"/>
          <p:cNvSpPr/>
          <p:nvPr/>
        </p:nvSpPr>
        <p:spPr>
          <a:xfrm>
            <a:off x="5467350" y="44910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5" name="object 525"/>
          <p:cNvSpPr/>
          <p:nvPr/>
        </p:nvSpPr>
        <p:spPr>
          <a:xfrm>
            <a:off x="5534025" y="44910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6" name="object 526"/>
          <p:cNvSpPr/>
          <p:nvPr/>
        </p:nvSpPr>
        <p:spPr>
          <a:xfrm>
            <a:off x="5600700" y="44910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7" name="object 527"/>
          <p:cNvSpPr/>
          <p:nvPr/>
        </p:nvSpPr>
        <p:spPr>
          <a:xfrm>
            <a:off x="5667375" y="44910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8" name="object 528"/>
          <p:cNvSpPr/>
          <p:nvPr/>
        </p:nvSpPr>
        <p:spPr>
          <a:xfrm>
            <a:off x="5734050" y="44910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9" name="object 529"/>
          <p:cNvSpPr/>
          <p:nvPr/>
        </p:nvSpPr>
        <p:spPr>
          <a:xfrm>
            <a:off x="5800725" y="44910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0" name="object 530"/>
          <p:cNvSpPr/>
          <p:nvPr/>
        </p:nvSpPr>
        <p:spPr>
          <a:xfrm>
            <a:off x="5867400" y="44910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1" name="object 531"/>
          <p:cNvSpPr/>
          <p:nvPr/>
        </p:nvSpPr>
        <p:spPr>
          <a:xfrm>
            <a:off x="5934075" y="44910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2" name="object 532"/>
          <p:cNvSpPr/>
          <p:nvPr/>
        </p:nvSpPr>
        <p:spPr>
          <a:xfrm>
            <a:off x="6000750" y="44910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3" name="object 533"/>
          <p:cNvSpPr/>
          <p:nvPr/>
        </p:nvSpPr>
        <p:spPr>
          <a:xfrm>
            <a:off x="6067425" y="44910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4" name="object 534"/>
          <p:cNvSpPr/>
          <p:nvPr/>
        </p:nvSpPr>
        <p:spPr>
          <a:xfrm>
            <a:off x="6134100" y="44910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5" name="object 535"/>
          <p:cNvSpPr/>
          <p:nvPr/>
        </p:nvSpPr>
        <p:spPr>
          <a:xfrm>
            <a:off x="6200775" y="44910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6" name="object 536"/>
          <p:cNvSpPr/>
          <p:nvPr/>
        </p:nvSpPr>
        <p:spPr>
          <a:xfrm>
            <a:off x="6267450" y="44910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7" name="object 537"/>
          <p:cNvSpPr/>
          <p:nvPr/>
        </p:nvSpPr>
        <p:spPr>
          <a:xfrm>
            <a:off x="6334125" y="44910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8" name="object 538"/>
          <p:cNvSpPr/>
          <p:nvPr/>
        </p:nvSpPr>
        <p:spPr>
          <a:xfrm>
            <a:off x="6400800" y="44910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9" name="object 539"/>
          <p:cNvSpPr/>
          <p:nvPr/>
        </p:nvSpPr>
        <p:spPr>
          <a:xfrm>
            <a:off x="6467475" y="44910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0" name="object 540"/>
          <p:cNvSpPr/>
          <p:nvPr/>
        </p:nvSpPr>
        <p:spPr>
          <a:xfrm>
            <a:off x="6534150" y="44910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1" name="object 541"/>
          <p:cNvSpPr/>
          <p:nvPr/>
        </p:nvSpPr>
        <p:spPr>
          <a:xfrm>
            <a:off x="6600825" y="44910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2" name="object 542"/>
          <p:cNvSpPr/>
          <p:nvPr/>
        </p:nvSpPr>
        <p:spPr>
          <a:xfrm>
            <a:off x="6667500" y="44910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3" name="object 543"/>
          <p:cNvSpPr/>
          <p:nvPr/>
        </p:nvSpPr>
        <p:spPr>
          <a:xfrm>
            <a:off x="6734175" y="44910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4" name="object 544"/>
          <p:cNvSpPr/>
          <p:nvPr/>
        </p:nvSpPr>
        <p:spPr>
          <a:xfrm>
            <a:off x="6800850" y="44910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5" name="object 545"/>
          <p:cNvSpPr/>
          <p:nvPr/>
        </p:nvSpPr>
        <p:spPr>
          <a:xfrm>
            <a:off x="6867525" y="44910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6" name="object 546"/>
          <p:cNvSpPr/>
          <p:nvPr/>
        </p:nvSpPr>
        <p:spPr>
          <a:xfrm>
            <a:off x="6934200" y="44910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7" name="object 547"/>
          <p:cNvSpPr/>
          <p:nvPr/>
        </p:nvSpPr>
        <p:spPr>
          <a:xfrm>
            <a:off x="7000875" y="44910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8" name="object 548"/>
          <p:cNvSpPr/>
          <p:nvPr/>
        </p:nvSpPr>
        <p:spPr>
          <a:xfrm>
            <a:off x="7067550" y="44910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9" name="object 549"/>
          <p:cNvSpPr/>
          <p:nvPr/>
        </p:nvSpPr>
        <p:spPr>
          <a:xfrm>
            <a:off x="7134225" y="44910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0" name="object 550"/>
          <p:cNvSpPr/>
          <p:nvPr/>
        </p:nvSpPr>
        <p:spPr>
          <a:xfrm>
            <a:off x="7200900" y="44910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1" name="object 551"/>
          <p:cNvSpPr/>
          <p:nvPr/>
        </p:nvSpPr>
        <p:spPr>
          <a:xfrm>
            <a:off x="7267575" y="44910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2" name="object 552"/>
          <p:cNvSpPr/>
          <p:nvPr/>
        </p:nvSpPr>
        <p:spPr>
          <a:xfrm>
            <a:off x="7334250" y="44910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3" name="object 553"/>
          <p:cNvSpPr/>
          <p:nvPr/>
        </p:nvSpPr>
        <p:spPr>
          <a:xfrm>
            <a:off x="7400925" y="44910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4" name="object 554"/>
          <p:cNvSpPr/>
          <p:nvPr/>
        </p:nvSpPr>
        <p:spPr>
          <a:xfrm>
            <a:off x="7467600" y="44910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5" name="object 555"/>
          <p:cNvSpPr/>
          <p:nvPr/>
        </p:nvSpPr>
        <p:spPr>
          <a:xfrm>
            <a:off x="7534275" y="44910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6" name="object 556"/>
          <p:cNvSpPr/>
          <p:nvPr/>
        </p:nvSpPr>
        <p:spPr>
          <a:xfrm>
            <a:off x="7600950" y="44910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7" name="object 557"/>
          <p:cNvSpPr/>
          <p:nvPr/>
        </p:nvSpPr>
        <p:spPr>
          <a:xfrm>
            <a:off x="7667625" y="44910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8" name="object 558"/>
          <p:cNvSpPr/>
          <p:nvPr/>
        </p:nvSpPr>
        <p:spPr>
          <a:xfrm>
            <a:off x="7734300" y="44910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9" name="object 559"/>
          <p:cNvSpPr/>
          <p:nvPr/>
        </p:nvSpPr>
        <p:spPr>
          <a:xfrm>
            <a:off x="7800975" y="44910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0" name="object 560"/>
          <p:cNvSpPr/>
          <p:nvPr/>
        </p:nvSpPr>
        <p:spPr>
          <a:xfrm>
            <a:off x="7867650" y="44910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1" name="object 561"/>
          <p:cNvSpPr/>
          <p:nvPr/>
        </p:nvSpPr>
        <p:spPr>
          <a:xfrm>
            <a:off x="7934325" y="44910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2" name="object 562"/>
          <p:cNvSpPr/>
          <p:nvPr/>
        </p:nvSpPr>
        <p:spPr>
          <a:xfrm>
            <a:off x="8001000" y="44910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3" name="object 563"/>
          <p:cNvSpPr/>
          <p:nvPr/>
        </p:nvSpPr>
        <p:spPr>
          <a:xfrm>
            <a:off x="8067675" y="44910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4" name="object 564"/>
          <p:cNvSpPr/>
          <p:nvPr/>
        </p:nvSpPr>
        <p:spPr>
          <a:xfrm>
            <a:off x="8134350" y="44910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5" name="object 565"/>
          <p:cNvSpPr/>
          <p:nvPr/>
        </p:nvSpPr>
        <p:spPr>
          <a:xfrm>
            <a:off x="8201025" y="44910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6" name="object 566"/>
          <p:cNvSpPr/>
          <p:nvPr/>
        </p:nvSpPr>
        <p:spPr>
          <a:xfrm>
            <a:off x="8267700" y="44910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7" name="object 567"/>
          <p:cNvSpPr/>
          <p:nvPr/>
        </p:nvSpPr>
        <p:spPr>
          <a:xfrm>
            <a:off x="8334375" y="44910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8" name="object 568"/>
          <p:cNvSpPr/>
          <p:nvPr/>
        </p:nvSpPr>
        <p:spPr>
          <a:xfrm>
            <a:off x="8401050" y="4491037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9" name="object 569"/>
          <p:cNvSpPr/>
          <p:nvPr/>
        </p:nvSpPr>
        <p:spPr>
          <a:xfrm>
            <a:off x="5257800" y="17526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76200"/>
                </a:moveTo>
                <a:lnTo>
                  <a:pt x="23268" y="73206"/>
                </a:lnTo>
                <a:lnTo>
                  <a:pt x="11158" y="65041"/>
                </a:lnTo>
                <a:lnTo>
                  <a:pt x="2993" y="52931"/>
                </a:lnTo>
                <a:lnTo>
                  <a:pt x="0" y="38100"/>
                </a:lnTo>
                <a:lnTo>
                  <a:pt x="2993" y="23268"/>
                </a:lnTo>
                <a:lnTo>
                  <a:pt x="11158" y="11158"/>
                </a:lnTo>
                <a:lnTo>
                  <a:pt x="23268" y="2993"/>
                </a:lnTo>
                <a:lnTo>
                  <a:pt x="38100" y="0"/>
                </a:lnTo>
                <a:lnTo>
                  <a:pt x="52931" y="2993"/>
                </a:lnTo>
                <a:lnTo>
                  <a:pt x="65041" y="11158"/>
                </a:lnTo>
                <a:lnTo>
                  <a:pt x="73206" y="23268"/>
                </a:lnTo>
                <a:lnTo>
                  <a:pt x="76200" y="38100"/>
                </a:lnTo>
                <a:lnTo>
                  <a:pt x="73206" y="52931"/>
                </a:lnTo>
                <a:lnTo>
                  <a:pt x="65041" y="65041"/>
                </a:lnTo>
                <a:lnTo>
                  <a:pt x="52931" y="73206"/>
                </a:lnTo>
                <a:lnTo>
                  <a:pt x="381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0" name="object 570"/>
          <p:cNvSpPr/>
          <p:nvPr/>
        </p:nvSpPr>
        <p:spPr>
          <a:xfrm>
            <a:off x="5253037" y="1747837"/>
            <a:ext cx="85725" cy="85725"/>
          </a:xfrm>
          <a:custGeom>
            <a:avLst/>
            <a:gdLst/>
            <a:ahLst/>
            <a:cxnLst/>
            <a:rect l="l" t="t" r="r" b="b"/>
            <a:pathLst>
              <a:path w="85725" h="85725">
                <a:moveTo>
                  <a:pt x="43103" y="85725"/>
                </a:moveTo>
                <a:lnTo>
                  <a:pt x="42621" y="85725"/>
                </a:lnTo>
                <a:lnTo>
                  <a:pt x="38722" y="85521"/>
                </a:lnTo>
                <a:lnTo>
                  <a:pt x="5295" y="63500"/>
                </a:lnTo>
                <a:lnTo>
                  <a:pt x="0" y="43103"/>
                </a:lnTo>
                <a:lnTo>
                  <a:pt x="0" y="42621"/>
                </a:lnTo>
                <a:lnTo>
                  <a:pt x="18707" y="7454"/>
                </a:lnTo>
                <a:lnTo>
                  <a:pt x="42621" y="0"/>
                </a:lnTo>
                <a:lnTo>
                  <a:pt x="43103" y="0"/>
                </a:lnTo>
                <a:lnTo>
                  <a:pt x="69782" y="9525"/>
                </a:lnTo>
                <a:lnTo>
                  <a:pt x="42621" y="9525"/>
                </a:lnTo>
                <a:lnTo>
                  <a:pt x="42862" y="9536"/>
                </a:lnTo>
                <a:lnTo>
                  <a:pt x="40244" y="9664"/>
                </a:lnTo>
                <a:lnTo>
                  <a:pt x="39687" y="9664"/>
                </a:lnTo>
                <a:lnTo>
                  <a:pt x="39204" y="9715"/>
                </a:lnTo>
                <a:lnTo>
                  <a:pt x="39358" y="9715"/>
                </a:lnTo>
                <a:lnTo>
                  <a:pt x="36561" y="10147"/>
                </a:lnTo>
                <a:lnTo>
                  <a:pt x="36372" y="10147"/>
                </a:lnTo>
                <a:lnTo>
                  <a:pt x="35902" y="10248"/>
                </a:lnTo>
                <a:lnTo>
                  <a:pt x="33258" y="10947"/>
                </a:lnTo>
                <a:lnTo>
                  <a:pt x="32715" y="11087"/>
                </a:lnTo>
                <a:lnTo>
                  <a:pt x="30153" y="12052"/>
                </a:lnTo>
                <a:lnTo>
                  <a:pt x="29667" y="12230"/>
                </a:lnTo>
                <a:lnTo>
                  <a:pt x="27220" y="13436"/>
                </a:lnTo>
                <a:lnTo>
                  <a:pt x="26771" y="13652"/>
                </a:lnTo>
                <a:lnTo>
                  <a:pt x="24448" y="15087"/>
                </a:lnTo>
                <a:lnTo>
                  <a:pt x="24028" y="15341"/>
                </a:lnTo>
                <a:lnTo>
                  <a:pt x="21475" y="17272"/>
                </a:lnTo>
                <a:lnTo>
                  <a:pt x="19518" y="19088"/>
                </a:lnTo>
                <a:lnTo>
                  <a:pt x="19126" y="19443"/>
                </a:lnTo>
                <a:lnTo>
                  <a:pt x="17314" y="21475"/>
                </a:lnTo>
                <a:lnTo>
                  <a:pt x="15371" y="24028"/>
                </a:lnTo>
                <a:lnTo>
                  <a:pt x="13682" y="26771"/>
                </a:lnTo>
                <a:lnTo>
                  <a:pt x="12259" y="29667"/>
                </a:lnTo>
                <a:lnTo>
                  <a:pt x="11114" y="32715"/>
                </a:lnTo>
                <a:lnTo>
                  <a:pt x="10268" y="35902"/>
                </a:lnTo>
                <a:lnTo>
                  <a:pt x="9813" y="38722"/>
                </a:lnTo>
                <a:lnTo>
                  <a:pt x="9715" y="39204"/>
                </a:lnTo>
                <a:lnTo>
                  <a:pt x="9548" y="42621"/>
                </a:lnTo>
                <a:lnTo>
                  <a:pt x="9664" y="46037"/>
                </a:lnTo>
                <a:lnTo>
                  <a:pt x="10176" y="49352"/>
                </a:lnTo>
                <a:lnTo>
                  <a:pt x="10969" y="52552"/>
                </a:lnTo>
                <a:lnTo>
                  <a:pt x="11979" y="55372"/>
                </a:lnTo>
                <a:lnTo>
                  <a:pt x="12052" y="55625"/>
                </a:lnTo>
                <a:lnTo>
                  <a:pt x="13457" y="58547"/>
                </a:lnTo>
                <a:lnTo>
                  <a:pt x="13652" y="58953"/>
                </a:lnTo>
                <a:lnTo>
                  <a:pt x="15111" y="61315"/>
                </a:lnTo>
                <a:lnTo>
                  <a:pt x="15341" y="61696"/>
                </a:lnTo>
                <a:lnTo>
                  <a:pt x="17007" y="63893"/>
                </a:lnTo>
                <a:lnTo>
                  <a:pt x="17272" y="64249"/>
                </a:lnTo>
                <a:lnTo>
                  <a:pt x="19156" y="66281"/>
                </a:lnTo>
                <a:lnTo>
                  <a:pt x="19443" y="66598"/>
                </a:lnTo>
                <a:lnTo>
                  <a:pt x="21522" y="68452"/>
                </a:lnTo>
                <a:lnTo>
                  <a:pt x="24068" y="70383"/>
                </a:lnTo>
                <a:lnTo>
                  <a:pt x="24409" y="70637"/>
                </a:lnTo>
                <a:lnTo>
                  <a:pt x="26821" y="72072"/>
                </a:lnTo>
                <a:lnTo>
                  <a:pt x="27177" y="72288"/>
                </a:lnTo>
                <a:lnTo>
                  <a:pt x="29729" y="73494"/>
                </a:lnTo>
                <a:lnTo>
                  <a:pt x="30099" y="73672"/>
                </a:lnTo>
                <a:lnTo>
                  <a:pt x="32790" y="74637"/>
                </a:lnTo>
                <a:lnTo>
                  <a:pt x="33172" y="74777"/>
                </a:lnTo>
                <a:lnTo>
                  <a:pt x="35977" y="75476"/>
                </a:lnTo>
                <a:lnTo>
                  <a:pt x="36372" y="75577"/>
                </a:lnTo>
                <a:lnTo>
                  <a:pt x="36561" y="75577"/>
                </a:lnTo>
                <a:lnTo>
                  <a:pt x="39358" y="76009"/>
                </a:lnTo>
                <a:lnTo>
                  <a:pt x="39204" y="76009"/>
                </a:lnTo>
                <a:lnTo>
                  <a:pt x="39687" y="76060"/>
                </a:lnTo>
                <a:lnTo>
                  <a:pt x="40244" y="76060"/>
                </a:lnTo>
                <a:lnTo>
                  <a:pt x="42862" y="76188"/>
                </a:lnTo>
                <a:lnTo>
                  <a:pt x="42621" y="76200"/>
                </a:lnTo>
                <a:lnTo>
                  <a:pt x="69782" y="76200"/>
                </a:lnTo>
                <a:lnTo>
                  <a:pt x="67017" y="78270"/>
                </a:lnTo>
                <a:lnTo>
                  <a:pt x="47002" y="85521"/>
                </a:lnTo>
                <a:lnTo>
                  <a:pt x="43103" y="85725"/>
                </a:lnTo>
                <a:close/>
              </a:path>
              <a:path w="85725" h="85725">
                <a:moveTo>
                  <a:pt x="42862" y="9536"/>
                </a:moveTo>
                <a:lnTo>
                  <a:pt x="42621" y="9525"/>
                </a:lnTo>
                <a:lnTo>
                  <a:pt x="43103" y="9525"/>
                </a:lnTo>
                <a:lnTo>
                  <a:pt x="42862" y="9536"/>
                </a:lnTo>
                <a:close/>
              </a:path>
              <a:path w="85725" h="85725">
                <a:moveTo>
                  <a:pt x="46295" y="9704"/>
                </a:moveTo>
                <a:lnTo>
                  <a:pt x="42862" y="9536"/>
                </a:lnTo>
                <a:lnTo>
                  <a:pt x="69797" y="9536"/>
                </a:lnTo>
                <a:lnTo>
                  <a:pt x="69965" y="9664"/>
                </a:lnTo>
                <a:lnTo>
                  <a:pt x="46037" y="9664"/>
                </a:lnTo>
                <a:lnTo>
                  <a:pt x="46295" y="9704"/>
                </a:lnTo>
                <a:close/>
              </a:path>
              <a:path w="85725" h="85725">
                <a:moveTo>
                  <a:pt x="39429" y="9704"/>
                </a:moveTo>
                <a:lnTo>
                  <a:pt x="39687" y="9664"/>
                </a:lnTo>
                <a:lnTo>
                  <a:pt x="40244" y="9664"/>
                </a:lnTo>
                <a:lnTo>
                  <a:pt x="39429" y="9704"/>
                </a:lnTo>
                <a:close/>
              </a:path>
              <a:path w="85725" h="85725">
                <a:moveTo>
                  <a:pt x="70022" y="9715"/>
                </a:moveTo>
                <a:lnTo>
                  <a:pt x="46415" y="9704"/>
                </a:lnTo>
                <a:lnTo>
                  <a:pt x="46037" y="9664"/>
                </a:lnTo>
                <a:lnTo>
                  <a:pt x="69965" y="9664"/>
                </a:lnTo>
                <a:close/>
              </a:path>
              <a:path w="85725" h="85725">
                <a:moveTo>
                  <a:pt x="39358" y="9715"/>
                </a:moveTo>
                <a:lnTo>
                  <a:pt x="39204" y="9715"/>
                </a:lnTo>
                <a:lnTo>
                  <a:pt x="39429" y="9704"/>
                </a:lnTo>
                <a:close/>
              </a:path>
              <a:path w="85725" h="85725">
                <a:moveTo>
                  <a:pt x="49635" y="10220"/>
                </a:moveTo>
                <a:lnTo>
                  <a:pt x="46295" y="9704"/>
                </a:lnTo>
                <a:lnTo>
                  <a:pt x="46520" y="9715"/>
                </a:lnTo>
                <a:lnTo>
                  <a:pt x="70022" y="9715"/>
                </a:lnTo>
                <a:lnTo>
                  <a:pt x="70504" y="10147"/>
                </a:lnTo>
                <a:lnTo>
                  <a:pt x="49352" y="10147"/>
                </a:lnTo>
                <a:lnTo>
                  <a:pt x="49635" y="10220"/>
                </a:lnTo>
                <a:close/>
              </a:path>
              <a:path w="85725" h="85725">
                <a:moveTo>
                  <a:pt x="36089" y="10220"/>
                </a:moveTo>
                <a:lnTo>
                  <a:pt x="36372" y="10147"/>
                </a:lnTo>
                <a:lnTo>
                  <a:pt x="36561" y="10147"/>
                </a:lnTo>
                <a:lnTo>
                  <a:pt x="36089" y="10220"/>
                </a:lnTo>
                <a:close/>
              </a:path>
              <a:path w="85725" h="85725">
                <a:moveTo>
                  <a:pt x="70617" y="10248"/>
                </a:moveTo>
                <a:lnTo>
                  <a:pt x="49822" y="10248"/>
                </a:lnTo>
                <a:lnTo>
                  <a:pt x="49352" y="10147"/>
                </a:lnTo>
                <a:lnTo>
                  <a:pt x="70504" y="10147"/>
                </a:lnTo>
                <a:close/>
              </a:path>
              <a:path w="85725" h="85725">
                <a:moveTo>
                  <a:pt x="35977" y="10248"/>
                </a:moveTo>
                <a:close/>
              </a:path>
              <a:path w="85725" h="85725">
                <a:moveTo>
                  <a:pt x="71552" y="11087"/>
                </a:moveTo>
                <a:lnTo>
                  <a:pt x="53009" y="11087"/>
                </a:lnTo>
                <a:lnTo>
                  <a:pt x="52552" y="10947"/>
                </a:lnTo>
                <a:lnTo>
                  <a:pt x="49635" y="10220"/>
                </a:lnTo>
                <a:lnTo>
                  <a:pt x="49822" y="10248"/>
                </a:lnTo>
                <a:lnTo>
                  <a:pt x="70617" y="10248"/>
                </a:lnTo>
                <a:lnTo>
                  <a:pt x="71552" y="11087"/>
                </a:lnTo>
                <a:close/>
              </a:path>
              <a:path w="85725" h="85725">
                <a:moveTo>
                  <a:pt x="32968" y="11022"/>
                </a:moveTo>
                <a:lnTo>
                  <a:pt x="33172" y="10947"/>
                </a:lnTo>
                <a:lnTo>
                  <a:pt x="32968" y="11022"/>
                </a:lnTo>
                <a:close/>
              </a:path>
              <a:path w="85725" h="85725">
                <a:moveTo>
                  <a:pt x="52756" y="11022"/>
                </a:moveTo>
                <a:lnTo>
                  <a:pt x="52466" y="10947"/>
                </a:lnTo>
                <a:lnTo>
                  <a:pt x="52756" y="11022"/>
                </a:lnTo>
                <a:close/>
              </a:path>
              <a:path w="85725" h="85725">
                <a:moveTo>
                  <a:pt x="32790" y="11087"/>
                </a:moveTo>
                <a:lnTo>
                  <a:pt x="32968" y="11022"/>
                </a:lnTo>
                <a:lnTo>
                  <a:pt x="32790" y="11087"/>
                </a:lnTo>
                <a:close/>
              </a:path>
              <a:path w="85725" h="85725">
                <a:moveTo>
                  <a:pt x="72828" y="12230"/>
                </a:moveTo>
                <a:lnTo>
                  <a:pt x="56057" y="12230"/>
                </a:lnTo>
                <a:lnTo>
                  <a:pt x="55625" y="12052"/>
                </a:lnTo>
                <a:lnTo>
                  <a:pt x="52756" y="11022"/>
                </a:lnTo>
                <a:lnTo>
                  <a:pt x="53009" y="11087"/>
                </a:lnTo>
                <a:lnTo>
                  <a:pt x="71552" y="11087"/>
                </a:lnTo>
                <a:lnTo>
                  <a:pt x="72828" y="12230"/>
                </a:lnTo>
                <a:close/>
              </a:path>
              <a:path w="85725" h="85725">
                <a:moveTo>
                  <a:pt x="29926" y="12135"/>
                </a:moveTo>
                <a:lnTo>
                  <a:pt x="30099" y="12052"/>
                </a:lnTo>
                <a:lnTo>
                  <a:pt x="29926" y="12135"/>
                </a:lnTo>
                <a:close/>
              </a:path>
              <a:path w="85725" h="85725">
                <a:moveTo>
                  <a:pt x="55798" y="12135"/>
                </a:moveTo>
                <a:lnTo>
                  <a:pt x="55571" y="12052"/>
                </a:lnTo>
                <a:lnTo>
                  <a:pt x="55798" y="12135"/>
                </a:lnTo>
                <a:close/>
              </a:path>
              <a:path w="85725" h="85725">
                <a:moveTo>
                  <a:pt x="29729" y="12230"/>
                </a:moveTo>
                <a:lnTo>
                  <a:pt x="29926" y="12135"/>
                </a:lnTo>
                <a:lnTo>
                  <a:pt x="29729" y="12230"/>
                </a:lnTo>
                <a:close/>
              </a:path>
              <a:path w="85725" h="85725">
                <a:moveTo>
                  <a:pt x="74172" y="13652"/>
                </a:moveTo>
                <a:lnTo>
                  <a:pt x="58953" y="13652"/>
                </a:lnTo>
                <a:lnTo>
                  <a:pt x="58547" y="13436"/>
                </a:lnTo>
                <a:lnTo>
                  <a:pt x="55798" y="12135"/>
                </a:lnTo>
                <a:lnTo>
                  <a:pt x="56057" y="12230"/>
                </a:lnTo>
                <a:lnTo>
                  <a:pt x="72828" y="12230"/>
                </a:lnTo>
                <a:lnTo>
                  <a:pt x="73329" y="12712"/>
                </a:lnTo>
                <a:lnTo>
                  <a:pt x="74172" y="13652"/>
                </a:lnTo>
                <a:close/>
              </a:path>
              <a:path w="85725" h="85725">
                <a:moveTo>
                  <a:pt x="27012" y="13536"/>
                </a:moveTo>
                <a:lnTo>
                  <a:pt x="27177" y="13436"/>
                </a:lnTo>
                <a:lnTo>
                  <a:pt x="27012" y="13536"/>
                </a:lnTo>
                <a:close/>
              </a:path>
              <a:path w="85725" h="85725">
                <a:moveTo>
                  <a:pt x="58712" y="13536"/>
                </a:moveTo>
                <a:lnTo>
                  <a:pt x="58504" y="13436"/>
                </a:lnTo>
                <a:lnTo>
                  <a:pt x="58712" y="13536"/>
                </a:lnTo>
                <a:close/>
              </a:path>
              <a:path w="85725" h="85725">
                <a:moveTo>
                  <a:pt x="26821" y="13652"/>
                </a:moveTo>
                <a:lnTo>
                  <a:pt x="27012" y="13536"/>
                </a:lnTo>
                <a:lnTo>
                  <a:pt x="26821" y="13652"/>
                </a:lnTo>
                <a:close/>
              </a:path>
              <a:path w="85725" h="85725">
                <a:moveTo>
                  <a:pt x="75685" y="15341"/>
                </a:moveTo>
                <a:lnTo>
                  <a:pt x="61696" y="15341"/>
                </a:lnTo>
                <a:lnTo>
                  <a:pt x="61315" y="15087"/>
                </a:lnTo>
                <a:lnTo>
                  <a:pt x="58712" y="13536"/>
                </a:lnTo>
                <a:lnTo>
                  <a:pt x="58953" y="13652"/>
                </a:lnTo>
                <a:lnTo>
                  <a:pt x="74172" y="13652"/>
                </a:lnTo>
                <a:lnTo>
                  <a:pt x="75685" y="15341"/>
                </a:lnTo>
                <a:close/>
              </a:path>
              <a:path w="85725" h="85725">
                <a:moveTo>
                  <a:pt x="24240" y="15213"/>
                </a:moveTo>
                <a:lnTo>
                  <a:pt x="24409" y="15087"/>
                </a:lnTo>
                <a:lnTo>
                  <a:pt x="24240" y="15213"/>
                </a:lnTo>
                <a:close/>
              </a:path>
              <a:path w="85725" h="85725">
                <a:moveTo>
                  <a:pt x="61484" y="15213"/>
                </a:moveTo>
                <a:lnTo>
                  <a:pt x="61276" y="15087"/>
                </a:lnTo>
                <a:lnTo>
                  <a:pt x="61484" y="15213"/>
                </a:lnTo>
                <a:close/>
              </a:path>
              <a:path w="85725" h="85725">
                <a:moveTo>
                  <a:pt x="24068" y="15341"/>
                </a:moveTo>
                <a:lnTo>
                  <a:pt x="24240" y="15213"/>
                </a:lnTo>
                <a:lnTo>
                  <a:pt x="24068" y="15341"/>
                </a:lnTo>
                <a:close/>
              </a:path>
              <a:path w="85725" h="85725">
                <a:moveTo>
                  <a:pt x="77195" y="17272"/>
                </a:moveTo>
                <a:lnTo>
                  <a:pt x="64249" y="17272"/>
                </a:lnTo>
                <a:lnTo>
                  <a:pt x="61484" y="15213"/>
                </a:lnTo>
                <a:lnTo>
                  <a:pt x="61696" y="15341"/>
                </a:lnTo>
                <a:lnTo>
                  <a:pt x="75685" y="15341"/>
                </a:lnTo>
                <a:lnTo>
                  <a:pt x="76073" y="15773"/>
                </a:lnTo>
                <a:lnTo>
                  <a:pt x="77195" y="17272"/>
                </a:lnTo>
                <a:close/>
              </a:path>
              <a:path w="85725" h="85725">
                <a:moveTo>
                  <a:pt x="21740" y="17074"/>
                </a:moveTo>
                <a:close/>
              </a:path>
              <a:path w="85725" h="85725">
                <a:moveTo>
                  <a:pt x="21522" y="17272"/>
                </a:moveTo>
                <a:lnTo>
                  <a:pt x="21740" y="17074"/>
                </a:lnTo>
                <a:lnTo>
                  <a:pt x="21522" y="17272"/>
                </a:lnTo>
                <a:close/>
              </a:path>
              <a:path w="85725" h="85725">
                <a:moveTo>
                  <a:pt x="78740" y="19443"/>
                </a:moveTo>
                <a:lnTo>
                  <a:pt x="66598" y="19443"/>
                </a:lnTo>
                <a:lnTo>
                  <a:pt x="66281" y="19126"/>
                </a:lnTo>
                <a:lnTo>
                  <a:pt x="63984" y="17074"/>
                </a:lnTo>
                <a:lnTo>
                  <a:pt x="64249" y="17272"/>
                </a:lnTo>
                <a:lnTo>
                  <a:pt x="77195" y="17272"/>
                </a:lnTo>
                <a:lnTo>
                  <a:pt x="78270" y="18707"/>
                </a:lnTo>
                <a:lnTo>
                  <a:pt x="78740" y="19443"/>
                </a:lnTo>
                <a:close/>
              </a:path>
              <a:path w="85725" h="85725">
                <a:moveTo>
                  <a:pt x="19292" y="19292"/>
                </a:moveTo>
                <a:lnTo>
                  <a:pt x="19443" y="19126"/>
                </a:lnTo>
                <a:lnTo>
                  <a:pt x="19292" y="19292"/>
                </a:lnTo>
                <a:close/>
              </a:path>
              <a:path w="85725" h="85725">
                <a:moveTo>
                  <a:pt x="66432" y="19292"/>
                </a:moveTo>
                <a:lnTo>
                  <a:pt x="66248" y="19126"/>
                </a:lnTo>
                <a:lnTo>
                  <a:pt x="66432" y="19292"/>
                </a:lnTo>
                <a:close/>
              </a:path>
              <a:path w="85725" h="85725">
                <a:moveTo>
                  <a:pt x="19156" y="19443"/>
                </a:moveTo>
                <a:lnTo>
                  <a:pt x="19292" y="19292"/>
                </a:lnTo>
                <a:lnTo>
                  <a:pt x="19156" y="19443"/>
                </a:lnTo>
                <a:close/>
              </a:path>
              <a:path w="85725" h="85725">
                <a:moveTo>
                  <a:pt x="80190" y="21831"/>
                </a:moveTo>
                <a:lnTo>
                  <a:pt x="68732" y="21831"/>
                </a:lnTo>
                <a:lnTo>
                  <a:pt x="68452" y="21475"/>
                </a:lnTo>
                <a:lnTo>
                  <a:pt x="66432" y="19292"/>
                </a:lnTo>
                <a:lnTo>
                  <a:pt x="66598" y="19443"/>
                </a:lnTo>
                <a:lnTo>
                  <a:pt x="78740" y="19443"/>
                </a:lnTo>
                <a:lnTo>
                  <a:pt x="80190" y="21831"/>
                </a:lnTo>
                <a:close/>
              </a:path>
              <a:path w="85725" h="85725">
                <a:moveTo>
                  <a:pt x="17074" y="21740"/>
                </a:moveTo>
                <a:lnTo>
                  <a:pt x="17272" y="21475"/>
                </a:lnTo>
                <a:lnTo>
                  <a:pt x="17074" y="21740"/>
                </a:lnTo>
                <a:close/>
              </a:path>
              <a:path w="85725" h="85725">
                <a:moveTo>
                  <a:pt x="68650" y="21740"/>
                </a:moveTo>
                <a:lnTo>
                  <a:pt x="68410" y="21475"/>
                </a:lnTo>
                <a:lnTo>
                  <a:pt x="68650" y="21740"/>
                </a:lnTo>
                <a:close/>
              </a:path>
              <a:path w="85725" h="85725">
                <a:moveTo>
                  <a:pt x="17007" y="21831"/>
                </a:moveTo>
                <a:close/>
              </a:path>
              <a:path w="85725" h="85725">
                <a:moveTo>
                  <a:pt x="81509" y="24409"/>
                </a:moveTo>
                <a:lnTo>
                  <a:pt x="70637" y="24409"/>
                </a:lnTo>
                <a:lnTo>
                  <a:pt x="70383" y="24028"/>
                </a:lnTo>
                <a:lnTo>
                  <a:pt x="68650" y="21740"/>
                </a:lnTo>
                <a:lnTo>
                  <a:pt x="80190" y="21831"/>
                </a:lnTo>
                <a:lnTo>
                  <a:pt x="80657" y="22631"/>
                </a:lnTo>
                <a:lnTo>
                  <a:pt x="81509" y="24409"/>
                </a:lnTo>
                <a:close/>
              </a:path>
              <a:path w="85725" h="85725">
                <a:moveTo>
                  <a:pt x="15213" y="24240"/>
                </a:moveTo>
                <a:lnTo>
                  <a:pt x="15341" y="24028"/>
                </a:lnTo>
                <a:lnTo>
                  <a:pt x="15213" y="24240"/>
                </a:lnTo>
                <a:close/>
              </a:path>
              <a:path w="85725" h="85725">
                <a:moveTo>
                  <a:pt x="70511" y="24240"/>
                </a:moveTo>
                <a:lnTo>
                  <a:pt x="70353" y="24028"/>
                </a:lnTo>
                <a:lnTo>
                  <a:pt x="70511" y="24240"/>
                </a:lnTo>
                <a:close/>
              </a:path>
              <a:path w="85725" h="85725">
                <a:moveTo>
                  <a:pt x="15111" y="24409"/>
                </a:moveTo>
                <a:lnTo>
                  <a:pt x="15213" y="24240"/>
                </a:lnTo>
                <a:lnTo>
                  <a:pt x="15111" y="24409"/>
                </a:lnTo>
                <a:close/>
              </a:path>
              <a:path w="85725" h="85725">
                <a:moveTo>
                  <a:pt x="82723" y="27177"/>
                </a:moveTo>
                <a:lnTo>
                  <a:pt x="72288" y="27177"/>
                </a:lnTo>
                <a:lnTo>
                  <a:pt x="72072" y="26771"/>
                </a:lnTo>
                <a:lnTo>
                  <a:pt x="70511" y="24240"/>
                </a:lnTo>
                <a:lnTo>
                  <a:pt x="70637" y="24409"/>
                </a:lnTo>
                <a:lnTo>
                  <a:pt x="81509" y="24409"/>
                </a:lnTo>
                <a:lnTo>
                  <a:pt x="82257" y="25971"/>
                </a:lnTo>
                <a:lnTo>
                  <a:pt x="82723" y="27177"/>
                </a:lnTo>
                <a:close/>
              </a:path>
              <a:path w="85725" h="85725">
                <a:moveTo>
                  <a:pt x="13536" y="27012"/>
                </a:moveTo>
                <a:lnTo>
                  <a:pt x="13652" y="26771"/>
                </a:lnTo>
                <a:lnTo>
                  <a:pt x="13536" y="27012"/>
                </a:lnTo>
                <a:close/>
              </a:path>
              <a:path w="85725" h="85725">
                <a:moveTo>
                  <a:pt x="72188" y="27012"/>
                </a:moveTo>
                <a:lnTo>
                  <a:pt x="72042" y="26771"/>
                </a:lnTo>
                <a:lnTo>
                  <a:pt x="72188" y="27012"/>
                </a:lnTo>
                <a:close/>
              </a:path>
              <a:path w="85725" h="85725">
                <a:moveTo>
                  <a:pt x="13457" y="27177"/>
                </a:moveTo>
                <a:lnTo>
                  <a:pt x="13536" y="27012"/>
                </a:lnTo>
                <a:lnTo>
                  <a:pt x="13457" y="27177"/>
                </a:lnTo>
                <a:close/>
              </a:path>
              <a:path w="85725" h="85725">
                <a:moveTo>
                  <a:pt x="83780" y="30099"/>
                </a:moveTo>
                <a:lnTo>
                  <a:pt x="73672" y="30099"/>
                </a:lnTo>
                <a:lnTo>
                  <a:pt x="73494" y="29667"/>
                </a:lnTo>
                <a:lnTo>
                  <a:pt x="72188" y="27012"/>
                </a:lnTo>
                <a:lnTo>
                  <a:pt x="72288" y="27177"/>
                </a:lnTo>
                <a:lnTo>
                  <a:pt x="82723" y="27177"/>
                </a:lnTo>
                <a:lnTo>
                  <a:pt x="83780" y="30099"/>
                </a:lnTo>
                <a:close/>
              </a:path>
              <a:path w="85725" h="85725">
                <a:moveTo>
                  <a:pt x="12135" y="29926"/>
                </a:moveTo>
                <a:lnTo>
                  <a:pt x="12230" y="29667"/>
                </a:lnTo>
                <a:lnTo>
                  <a:pt x="12135" y="29926"/>
                </a:lnTo>
                <a:close/>
              </a:path>
              <a:path w="85725" h="85725">
                <a:moveTo>
                  <a:pt x="73589" y="29926"/>
                </a:moveTo>
                <a:lnTo>
                  <a:pt x="73465" y="29667"/>
                </a:lnTo>
                <a:lnTo>
                  <a:pt x="73589" y="29926"/>
                </a:lnTo>
                <a:close/>
              </a:path>
              <a:path w="85725" h="85725">
                <a:moveTo>
                  <a:pt x="12072" y="30099"/>
                </a:moveTo>
                <a:lnTo>
                  <a:pt x="12135" y="29926"/>
                </a:lnTo>
                <a:lnTo>
                  <a:pt x="12072" y="30099"/>
                </a:lnTo>
                <a:close/>
              </a:path>
              <a:path w="85725" h="85725">
                <a:moveTo>
                  <a:pt x="84585" y="33172"/>
                </a:moveTo>
                <a:lnTo>
                  <a:pt x="74777" y="33172"/>
                </a:lnTo>
                <a:lnTo>
                  <a:pt x="74637" y="32715"/>
                </a:lnTo>
                <a:lnTo>
                  <a:pt x="73589" y="29926"/>
                </a:lnTo>
                <a:lnTo>
                  <a:pt x="73672" y="30099"/>
                </a:lnTo>
                <a:lnTo>
                  <a:pt x="83780" y="30099"/>
                </a:lnTo>
                <a:lnTo>
                  <a:pt x="84585" y="33172"/>
                </a:lnTo>
                <a:close/>
              </a:path>
              <a:path w="85725" h="85725">
                <a:moveTo>
                  <a:pt x="11022" y="32968"/>
                </a:moveTo>
                <a:lnTo>
                  <a:pt x="11087" y="32715"/>
                </a:lnTo>
                <a:lnTo>
                  <a:pt x="11022" y="32968"/>
                </a:lnTo>
                <a:close/>
              </a:path>
              <a:path w="85725" h="85725">
                <a:moveTo>
                  <a:pt x="74702" y="32968"/>
                </a:moveTo>
                <a:lnTo>
                  <a:pt x="74610" y="32715"/>
                </a:lnTo>
                <a:lnTo>
                  <a:pt x="74702" y="32968"/>
                </a:lnTo>
                <a:close/>
              </a:path>
              <a:path w="85725" h="85725">
                <a:moveTo>
                  <a:pt x="10969" y="33172"/>
                </a:moveTo>
                <a:lnTo>
                  <a:pt x="11022" y="32968"/>
                </a:lnTo>
                <a:lnTo>
                  <a:pt x="10969" y="33172"/>
                </a:lnTo>
                <a:close/>
              </a:path>
              <a:path w="85725" h="85725">
                <a:moveTo>
                  <a:pt x="85187" y="36372"/>
                </a:moveTo>
                <a:lnTo>
                  <a:pt x="75577" y="36372"/>
                </a:lnTo>
                <a:lnTo>
                  <a:pt x="75476" y="35902"/>
                </a:lnTo>
                <a:lnTo>
                  <a:pt x="74702" y="32968"/>
                </a:lnTo>
                <a:lnTo>
                  <a:pt x="74777" y="33172"/>
                </a:lnTo>
                <a:lnTo>
                  <a:pt x="84585" y="33172"/>
                </a:lnTo>
                <a:lnTo>
                  <a:pt x="84899" y="34467"/>
                </a:lnTo>
                <a:lnTo>
                  <a:pt x="85187" y="36372"/>
                </a:lnTo>
                <a:close/>
              </a:path>
              <a:path w="85725" h="85725">
                <a:moveTo>
                  <a:pt x="10220" y="36089"/>
                </a:moveTo>
                <a:lnTo>
                  <a:pt x="10248" y="35902"/>
                </a:lnTo>
                <a:lnTo>
                  <a:pt x="10220" y="36089"/>
                </a:lnTo>
                <a:close/>
              </a:path>
              <a:path w="85725" h="85725">
                <a:moveTo>
                  <a:pt x="75504" y="36089"/>
                </a:moveTo>
                <a:lnTo>
                  <a:pt x="75456" y="35902"/>
                </a:lnTo>
                <a:lnTo>
                  <a:pt x="75504" y="36089"/>
                </a:lnTo>
                <a:close/>
              </a:path>
              <a:path w="85725" h="85725">
                <a:moveTo>
                  <a:pt x="10176" y="36372"/>
                </a:moveTo>
                <a:lnTo>
                  <a:pt x="10220" y="36089"/>
                </a:lnTo>
                <a:lnTo>
                  <a:pt x="10176" y="36372"/>
                </a:lnTo>
                <a:close/>
              </a:path>
              <a:path w="85725" h="85725">
                <a:moveTo>
                  <a:pt x="85572" y="39687"/>
                </a:moveTo>
                <a:lnTo>
                  <a:pt x="76060" y="39687"/>
                </a:lnTo>
                <a:lnTo>
                  <a:pt x="76009" y="39204"/>
                </a:lnTo>
                <a:lnTo>
                  <a:pt x="75838" y="38252"/>
                </a:lnTo>
                <a:lnTo>
                  <a:pt x="75504" y="36089"/>
                </a:lnTo>
                <a:lnTo>
                  <a:pt x="75577" y="36372"/>
                </a:lnTo>
                <a:lnTo>
                  <a:pt x="85187" y="36372"/>
                </a:lnTo>
                <a:lnTo>
                  <a:pt x="85471" y="38252"/>
                </a:lnTo>
                <a:lnTo>
                  <a:pt x="85572" y="39687"/>
                </a:lnTo>
                <a:close/>
              </a:path>
              <a:path w="85725" h="85725">
                <a:moveTo>
                  <a:pt x="9704" y="39429"/>
                </a:moveTo>
                <a:lnTo>
                  <a:pt x="9715" y="39204"/>
                </a:lnTo>
                <a:lnTo>
                  <a:pt x="9704" y="39429"/>
                </a:lnTo>
                <a:close/>
              </a:path>
              <a:path w="85725" h="85725">
                <a:moveTo>
                  <a:pt x="76020" y="39429"/>
                </a:moveTo>
                <a:lnTo>
                  <a:pt x="75985" y="39204"/>
                </a:lnTo>
                <a:lnTo>
                  <a:pt x="76020" y="39429"/>
                </a:lnTo>
                <a:close/>
              </a:path>
              <a:path w="85725" h="85725">
                <a:moveTo>
                  <a:pt x="9691" y="39687"/>
                </a:moveTo>
                <a:lnTo>
                  <a:pt x="9704" y="39429"/>
                </a:lnTo>
                <a:lnTo>
                  <a:pt x="9691" y="39687"/>
                </a:lnTo>
                <a:close/>
              </a:path>
              <a:path w="85725" h="85725">
                <a:moveTo>
                  <a:pt x="85725" y="43103"/>
                </a:moveTo>
                <a:lnTo>
                  <a:pt x="76200" y="43103"/>
                </a:lnTo>
                <a:lnTo>
                  <a:pt x="76200" y="42621"/>
                </a:lnTo>
                <a:lnTo>
                  <a:pt x="76020" y="39429"/>
                </a:lnTo>
                <a:lnTo>
                  <a:pt x="76060" y="39687"/>
                </a:lnTo>
                <a:lnTo>
                  <a:pt x="85572" y="39687"/>
                </a:lnTo>
                <a:lnTo>
                  <a:pt x="85725" y="42621"/>
                </a:lnTo>
                <a:lnTo>
                  <a:pt x="85725" y="43103"/>
                </a:lnTo>
                <a:close/>
              </a:path>
              <a:path w="85725" h="85725">
                <a:moveTo>
                  <a:pt x="9536" y="42862"/>
                </a:moveTo>
                <a:lnTo>
                  <a:pt x="9525" y="42621"/>
                </a:lnTo>
                <a:lnTo>
                  <a:pt x="9536" y="42862"/>
                </a:lnTo>
                <a:close/>
              </a:path>
              <a:path w="85725" h="85725">
                <a:moveTo>
                  <a:pt x="76188" y="42862"/>
                </a:moveTo>
                <a:lnTo>
                  <a:pt x="76176" y="42621"/>
                </a:lnTo>
                <a:lnTo>
                  <a:pt x="76188" y="42862"/>
                </a:lnTo>
                <a:close/>
              </a:path>
              <a:path w="85725" h="85725">
                <a:moveTo>
                  <a:pt x="9548" y="43103"/>
                </a:moveTo>
                <a:lnTo>
                  <a:pt x="9536" y="42862"/>
                </a:lnTo>
                <a:lnTo>
                  <a:pt x="9548" y="43103"/>
                </a:lnTo>
                <a:close/>
              </a:path>
              <a:path w="85725" h="85725">
                <a:moveTo>
                  <a:pt x="85546" y="46520"/>
                </a:moveTo>
                <a:lnTo>
                  <a:pt x="76009" y="46520"/>
                </a:lnTo>
                <a:lnTo>
                  <a:pt x="76060" y="46037"/>
                </a:lnTo>
                <a:lnTo>
                  <a:pt x="76188" y="42862"/>
                </a:lnTo>
                <a:lnTo>
                  <a:pt x="76200" y="43103"/>
                </a:lnTo>
                <a:lnTo>
                  <a:pt x="85725" y="43103"/>
                </a:lnTo>
                <a:lnTo>
                  <a:pt x="85546" y="46520"/>
                </a:lnTo>
                <a:close/>
              </a:path>
              <a:path w="85725" h="85725">
                <a:moveTo>
                  <a:pt x="9704" y="46295"/>
                </a:moveTo>
                <a:lnTo>
                  <a:pt x="9664" y="46037"/>
                </a:lnTo>
                <a:lnTo>
                  <a:pt x="9704" y="46295"/>
                </a:lnTo>
                <a:close/>
              </a:path>
              <a:path w="85725" h="85725">
                <a:moveTo>
                  <a:pt x="76020" y="46295"/>
                </a:moveTo>
                <a:lnTo>
                  <a:pt x="76033" y="46037"/>
                </a:lnTo>
                <a:lnTo>
                  <a:pt x="76020" y="46295"/>
                </a:lnTo>
                <a:close/>
              </a:path>
              <a:path w="85725" h="85725">
                <a:moveTo>
                  <a:pt x="9739" y="46520"/>
                </a:moveTo>
                <a:lnTo>
                  <a:pt x="9704" y="46295"/>
                </a:lnTo>
                <a:lnTo>
                  <a:pt x="9739" y="46520"/>
                </a:lnTo>
                <a:close/>
              </a:path>
              <a:path w="85725" h="85725">
                <a:moveTo>
                  <a:pt x="85116" y="49822"/>
                </a:moveTo>
                <a:lnTo>
                  <a:pt x="75476" y="49822"/>
                </a:lnTo>
                <a:lnTo>
                  <a:pt x="75577" y="49352"/>
                </a:lnTo>
                <a:lnTo>
                  <a:pt x="76020" y="46295"/>
                </a:lnTo>
                <a:lnTo>
                  <a:pt x="76009" y="46520"/>
                </a:lnTo>
                <a:lnTo>
                  <a:pt x="85546" y="46520"/>
                </a:lnTo>
                <a:lnTo>
                  <a:pt x="85471" y="47472"/>
                </a:lnTo>
                <a:lnTo>
                  <a:pt x="85116" y="49822"/>
                </a:lnTo>
                <a:close/>
              </a:path>
              <a:path w="85725" h="85725">
                <a:moveTo>
                  <a:pt x="10220" y="49635"/>
                </a:moveTo>
                <a:lnTo>
                  <a:pt x="10147" y="49352"/>
                </a:lnTo>
                <a:lnTo>
                  <a:pt x="10220" y="49635"/>
                </a:lnTo>
                <a:close/>
              </a:path>
              <a:path w="85725" h="85725">
                <a:moveTo>
                  <a:pt x="75504" y="49635"/>
                </a:moveTo>
                <a:lnTo>
                  <a:pt x="75548" y="49352"/>
                </a:lnTo>
                <a:lnTo>
                  <a:pt x="75504" y="49635"/>
                </a:lnTo>
                <a:close/>
              </a:path>
              <a:path w="85725" h="85725">
                <a:moveTo>
                  <a:pt x="10268" y="49822"/>
                </a:moveTo>
                <a:lnTo>
                  <a:pt x="10220" y="49635"/>
                </a:lnTo>
                <a:lnTo>
                  <a:pt x="10268" y="49822"/>
                </a:lnTo>
                <a:close/>
              </a:path>
              <a:path w="85725" h="85725">
                <a:moveTo>
                  <a:pt x="84467" y="53009"/>
                </a:moveTo>
                <a:lnTo>
                  <a:pt x="74637" y="53009"/>
                </a:lnTo>
                <a:lnTo>
                  <a:pt x="74777" y="52552"/>
                </a:lnTo>
                <a:lnTo>
                  <a:pt x="75504" y="49635"/>
                </a:lnTo>
                <a:lnTo>
                  <a:pt x="75476" y="49822"/>
                </a:lnTo>
                <a:lnTo>
                  <a:pt x="85116" y="49822"/>
                </a:lnTo>
                <a:lnTo>
                  <a:pt x="84899" y="51257"/>
                </a:lnTo>
                <a:lnTo>
                  <a:pt x="84467" y="53009"/>
                </a:lnTo>
                <a:close/>
              </a:path>
              <a:path w="85725" h="85725">
                <a:moveTo>
                  <a:pt x="11022" y="52756"/>
                </a:moveTo>
                <a:lnTo>
                  <a:pt x="10947" y="52552"/>
                </a:lnTo>
                <a:lnTo>
                  <a:pt x="11022" y="52756"/>
                </a:lnTo>
                <a:close/>
              </a:path>
              <a:path w="85725" h="85725">
                <a:moveTo>
                  <a:pt x="74702" y="52756"/>
                </a:moveTo>
                <a:lnTo>
                  <a:pt x="74755" y="52552"/>
                </a:lnTo>
                <a:lnTo>
                  <a:pt x="74702" y="52756"/>
                </a:lnTo>
                <a:close/>
              </a:path>
              <a:path w="85725" h="85725">
                <a:moveTo>
                  <a:pt x="11114" y="53009"/>
                </a:moveTo>
                <a:lnTo>
                  <a:pt x="11022" y="52756"/>
                </a:lnTo>
                <a:lnTo>
                  <a:pt x="11114" y="53009"/>
                </a:lnTo>
                <a:close/>
              </a:path>
              <a:path w="85725" h="85725">
                <a:moveTo>
                  <a:pt x="83634" y="56057"/>
                </a:moveTo>
                <a:lnTo>
                  <a:pt x="73494" y="56057"/>
                </a:lnTo>
                <a:lnTo>
                  <a:pt x="73672" y="55625"/>
                </a:lnTo>
                <a:lnTo>
                  <a:pt x="73745" y="55372"/>
                </a:lnTo>
                <a:lnTo>
                  <a:pt x="74702" y="52756"/>
                </a:lnTo>
                <a:lnTo>
                  <a:pt x="74637" y="53009"/>
                </a:lnTo>
                <a:lnTo>
                  <a:pt x="84467" y="53009"/>
                </a:lnTo>
                <a:lnTo>
                  <a:pt x="83718" y="55829"/>
                </a:lnTo>
                <a:lnTo>
                  <a:pt x="83634" y="56057"/>
                </a:lnTo>
                <a:close/>
              </a:path>
              <a:path w="85725" h="85725">
                <a:moveTo>
                  <a:pt x="12135" y="55798"/>
                </a:moveTo>
                <a:lnTo>
                  <a:pt x="12052" y="55625"/>
                </a:lnTo>
                <a:lnTo>
                  <a:pt x="12135" y="55798"/>
                </a:lnTo>
                <a:close/>
              </a:path>
              <a:path w="85725" h="85725">
                <a:moveTo>
                  <a:pt x="73589" y="55798"/>
                </a:moveTo>
                <a:lnTo>
                  <a:pt x="73652" y="55625"/>
                </a:lnTo>
                <a:lnTo>
                  <a:pt x="73589" y="55798"/>
                </a:lnTo>
                <a:close/>
              </a:path>
              <a:path w="85725" h="85725">
                <a:moveTo>
                  <a:pt x="12259" y="56057"/>
                </a:moveTo>
                <a:lnTo>
                  <a:pt x="12135" y="55798"/>
                </a:lnTo>
                <a:lnTo>
                  <a:pt x="12259" y="56057"/>
                </a:lnTo>
                <a:close/>
              </a:path>
              <a:path w="85725" h="85725">
                <a:moveTo>
                  <a:pt x="82575" y="58953"/>
                </a:moveTo>
                <a:lnTo>
                  <a:pt x="72072" y="58953"/>
                </a:lnTo>
                <a:lnTo>
                  <a:pt x="72288" y="58547"/>
                </a:lnTo>
                <a:lnTo>
                  <a:pt x="73589" y="55798"/>
                </a:lnTo>
                <a:lnTo>
                  <a:pt x="73494" y="56057"/>
                </a:lnTo>
                <a:lnTo>
                  <a:pt x="83634" y="56057"/>
                </a:lnTo>
                <a:lnTo>
                  <a:pt x="82575" y="58953"/>
                </a:lnTo>
                <a:close/>
              </a:path>
              <a:path w="85725" h="85725">
                <a:moveTo>
                  <a:pt x="13536" y="58712"/>
                </a:moveTo>
                <a:lnTo>
                  <a:pt x="13436" y="58547"/>
                </a:lnTo>
                <a:lnTo>
                  <a:pt x="13536" y="58712"/>
                </a:lnTo>
                <a:close/>
              </a:path>
              <a:path w="85725" h="85725">
                <a:moveTo>
                  <a:pt x="72188" y="58712"/>
                </a:moveTo>
                <a:lnTo>
                  <a:pt x="72267" y="58547"/>
                </a:lnTo>
                <a:lnTo>
                  <a:pt x="72188" y="58712"/>
                </a:lnTo>
                <a:close/>
              </a:path>
              <a:path w="85725" h="85725">
                <a:moveTo>
                  <a:pt x="13682" y="58953"/>
                </a:moveTo>
                <a:lnTo>
                  <a:pt x="13536" y="58712"/>
                </a:lnTo>
                <a:lnTo>
                  <a:pt x="13682" y="58953"/>
                </a:lnTo>
                <a:close/>
              </a:path>
              <a:path w="85725" h="85725">
                <a:moveTo>
                  <a:pt x="81326" y="61696"/>
                </a:moveTo>
                <a:lnTo>
                  <a:pt x="70383" y="61696"/>
                </a:lnTo>
                <a:lnTo>
                  <a:pt x="70637" y="61315"/>
                </a:lnTo>
                <a:lnTo>
                  <a:pt x="72188" y="58712"/>
                </a:lnTo>
                <a:lnTo>
                  <a:pt x="72072" y="58953"/>
                </a:lnTo>
                <a:lnTo>
                  <a:pt x="82575" y="58953"/>
                </a:lnTo>
                <a:lnTo>
                  <a:pt x="82257" y="59753"/>
                </a:lnTo>
                <a:lnTo>
                  <a:pt x="81326" y="61696"/>
                </a:lnTo>
                <a:close/>
              </a:path>
              <a:path w="85725" h="85725">
                <a:moveTo>
                  <a:pt x="15213" y="61484"/>
                </a:moveTo>
                <a:lnTo>
                  <a:pt x="15087" y="61315"/>
                </a:lnTo>
                <a:lnTo>
                  <a:pt x="15213" y="61484"/>
                </a:lnTo>
                <a:close/>
              </a:path>
              <a:path w="85725" h="85725">
                <a:moveTo>
                  <a:pt x="70511" y="61484"/>
                </a:moveTo>
                <a:lnTo>
                  <a:pt x="70613" y="61315"/>
                </a:lnTo>
                <a:lnTo>
                  <a:pt x="70511" y="61484"/>
                </a:lnTo>
                <a:close/>
              </a:path>
              <a:path w="85725" h="85725">
                <a:moveTo>
                  <a:pt x="15371" y="61696"/>
                </a:moveTo>
                <a:lnTo>
                  <a:pt x="15213" y="61484"/>
                </a:lnTo>
                <a:lnTo>
                  <a:pt x="15371" y="61696"/>
                </a:lnTo>
                <a:close/>
              </a:path>
              <a:path w="85725" h="85725">
                <a:moveTo>
                  <a:pt x="79974" y="64249"/>
                </a:moveTo>
                <a:lnTo>
                  <a:pt x="68452" y="64249"/>
                </a:lnTo>
                <a:lnTo>
                  <a:pt x="68732" y="63893"/>
                </a:lnTo>
                <a:lnTo>
                  <a:pt x="70511" y="61484"/>
                </a:lnTo>
                <a:lnTo>
                  <a:pt x="70383" y="61696"/>
                </a:lnTo>
                <a:lnTo>
                  <a:pt x="81326" y="61696"/>
                </a:lnTo>
                <a:lnTo>
                  <a:pt x="80657" y="63093"/>
                </a:lnTo>
                <a:lnTo>
                  <a:pt x="79974" y="64249"/>
                </a:lnTo>
                <a:close/>
              </a:path>
              <a:path w="85725" h="85725">
                <a:moveTo>
                  <a:pt x="68650" y="63984"/>
                </a:moveTo>
                <a:close/>
              </a:path>
              <a:path w="85725" h="85725">
                <a:moveTo>
                  <a:pt x="17314" y="64249"/>
                </a:moveTo>
                <a:lnTo>
                  <a:pt x="17074" y="63984"/>
                </a:lnTo>
                <a:lnTo>
                  <a:pt x="17314" y="64249"/>
                </a:lnTo>
                <a:close/>
              </a:path>
              <a:path w="85725" h="85725">
                <a:moveTo>
                  <a:pt x="78547" y="66598"/>
                </a:moveTo>
                <a:lnTo>
                  <a:pt x="66281" y="66598"/>
                </a:lnTo>
                <a:lnTo>
                  <a:pt x="66598" y="66281"/>
                </a:lnTo>
                <a:lnTo>
                  <a:pt x="68650" y="63984"/>
                </a:lnTo>
                <a:lnTo>
                  <a:pt x="68452" y="64249"/>
                </a:lnTo>
                <a:lnTo>
                  <a:pt x="79974" y="64249"/>
                </a:lnTo>
                <a:lnTo>
                  <a:pt x="78547" y="66598"/>
                </a:lnTo>
                <a:close/>
              </a:path>
              <a:path w="85725" h="85725">
                <a:moveTo>
                  <a:pt x="19292" y="66432"/>
                </a:moveTo>
                <a:lnTo>
                  <a:pt x="19126" y="66281"/>
                </a:lnTo>
                <a:lnTo>
                  <a:pt x="19292" y="66432"/>
                </a:lnTo>
                <a:close/>
              </a:path>
              <a:path w="85725" h="85725">
                <a:moveTo>
                  <a:pt x="66432" y="66432"/>
                </a:moveTo>
                <a:lnTo>
                  <a:pt x="66568" y="66281"/>
                </a:lnTo>
                <a:lnTo>
                  <a:pt x="66432" y="66432"/>
                </a:lnTo>
                <a:close/>
              </a:path>
              <a:path w="85725" h="85725">
                <a:moveTo>
                  <a:pt x="19476" y="66598"/>
                </a:moveTo>
                <a:lnTo>
                  <a:pt x="19292" y="66432"/>
                </a:lnTo>
                <a:lnTo>
                  <a:pt x="19476" y="66598"/>
                </a:lnTo>
                <a:close/>
              </a:path>
              <a:path w="85725" h="85725">
                <a:moveTo>
                  <a:pt x="76986" y="68732"/>
                </a:moveTo>
                <a:lnTo>
                  <a:pt x="63893" y="68732"/>
                </a:lnTo>
                <a:lnTo>
                  <a:pt x="64249" y="68452"/>
                </a:lnTo>
                <a:lnTo>
                  <a:pt x="66432" y="66432"/>
                </a:lnTo>
                <a:lnTo>
                  <a:pt x="66281" y="66598"/>
                </a:lnTo>
                <a:lnTo>
                  <a:pt x="78547" y="66598"/>
                </a:lnTo>
                <a:lnTo>
                  <a:pt x="78270" y="67017"/>
                </a:lnTo>
                <a:lnTo>
                  <a:pt x="76986" y="68732"/>
                </a:lnTo>
                <a:close/>
              </a:path>
              <a:path w="85725" h="85725">
                <a:moveTo>
                  <a:pt x="21740" y="68650"/>
                </a:moveTo>
                <a:lnTo>
                  <a:pt x="21475" y="68452"/>
                </a:lnTo>
                <a:lnTo>
                  <a:pt x="21740" y="68650"/>
                </a:lnTo>
                <a:close/>
              </a:path>
              <a:path w="85725" h="85725">
                <a:moveTo>
                  <a:pt x="63984" y="68650"/>
                </a:moveTo>
                <a:lnTo>
                  <a:pt x="64202" y="68452"/>
                </a:lnTo>
                <a:lnTo>
                  <a:pt x="63984" y="68650"/>
                </a:lnTo>
                <a:close/>
              </a:path>
              <a:path w="85725" h="85725">
                <a:moveTo>
                  <a:pt x="75458" y="70637"/>
                </a:moveTo>
                <a:lnTo>
                  <a:pt x="61315" y="70637"/>
                </a:lnTo>
                <a:lnTo>
                  <a:pt x="61696" y="70383"/>
                </a:lnTo>
                <a:lnTo>
                  <a:pt x="63984" y="68650"/>
                </a:lnTo>
                <a:lnTo>
                  <a:pt x="76986" y="68732"/>
                </a:lnTo>
                <a:lnTo>
                  <a:pt x="76073" y="69951"/>
                </a:lnTo>
                <a:lnTo>
                  <a:pt x="75458" y="70637"/>
                </a:lnTo>
                <a:close/>
              </a:path>
              <a:path w="85725" h="85725">
                <a:moveTo>
                  <a:pt x="24240" y="70511"/>
                </a:moveTo>
                <a:lnTo>
                  <a:pt x="24028" y="70383"/>
                </a:lnTo>
                <a:lnTo>
                  <a:pt x="24240" y="70511"/>
                </a:lnTo>
                <a:close/>
              </a:path>
              <a:path w="85725" h="85725">
                <a:moveTo>
                  <a:pt x="61484" y="70511"/>
                </a:moveTo>
                <a:lnTo>
                  <a:pt x="61656" y="70383"/>
                </a:lnTo>
                <a:lnTo>
                  <a:pt x="61484" y="70511"/>
                </a:lnTo>
                <a:close/>
              </a:path>
              <a:path w="85725" h="85725">
                <a:moveTo>
                  <a:pt x="24448" y="70637"/>
                </a:moveTo>
                <a:lnTo>
                  <a:pt x="24240" y="70511"/>
                </a:lnTo>
                <a:lnTo>
                  <a:pt x="24448" y="70637"/>
                </a:lnTo>
                <a:close/>
              </a:path>
              <a:path w="85725" h="85725">
                <a:moveTo>
                  <a:pt x="73978" y="72288"/>
                </a:moveTo>
                <a:lnTo>
                  <a:pt x="58547" y="72288"/>
                </a:lnTo>
                <a:lnTo>
                  <a:pt x="58953" y="72072"/>
                </a:lnTo>
                <a:lnTo>
                  <a:pt x="61484" y="70511"/>
                </a:lnTo>
                <a:lnTo>
                  <a:pt x="61315" y="70637"/>
                </a:lnTo>
                <a:lnTo>
                  <a:pt x="75458" y="70637"/>
                </a:lnTo>
                <a:lnTo>
                  <a:pt x="73978" y="72288"/>
                </a:lnTo>
                <a:close/>
              </a:path>
              <a:path w="85725" h="85725">
                <a:moveTo>
                  <a:pt x="27012" y="72188"/>
                </a:moveTo>
                <a:lnTo>
                  <a:pt x="26771" y="72072"/>
                </a:lnTo>
                <a:lnTo>
                  <a:pt x="27012" y="72188"/>
                </a:lnTo>
                <a:close/>
              </a:path>
              <a:path w="85725" h="85725">
                <a:moveTo>
                  <a:pt x="58712" y="72188"/>
                </a:moveTo>
                <a:lnTo>
                  <a:pt x="58903" y="72072"/>
                </a:lnTo>
                <a:lnTo>
                  <a:pt x="58712" y="72188"/>
                </a:lnTo>
                <a:close/>
              </a:path>
              <a:path w="85725" h="85725">
                <a:moveTo>
                  <a:pt x="27220" y="72288"/>
                </a:moveTo>
                <a:lnTo>
                  <a:pt x="27012" y="72188"/>
                </a:lnTo>
                <a:lnTo>
                  <a:pt x="27220" y="72288"/>
                </a:lnTo>
                <a:close/>
              </a:path>
              <a:path w="85725" h="85725">
                <a:moveTo>
                  <a:pt x="72629" y="73672"/>
                </a:moveTo>
                <a:lnTo>
                  <a:pt x="55625" y="73672"/>
                </a:lnTo>
                <a:lnTo>
                  <a:pt x="56057" y="73494"/>
                </a:lnTo>
                <a:lnTo>
                  <a:pt x="58712" y="72188"/>
                </a:lnTo>
                <a:lnTo>
                  <a:pt x="58547" y="72288"/>
                </a:lnTo>
                <a:lnTo>
                  <a:pt x="73978" y="72288"/>
                </a:lnTo>
                <a:lnTo>
                  <a:pt x="73329" y="73012"/>
                </a:lnTo>
                <a:lnTo>
                  <a:pt x="72629" y="73672"/>
                </a:lnTo>
                <a:close/>
              </a:path>
              <a:path w="85725" h="85725">
                <a:moveTo>
                  <a:pt x="29926" y="73589"/>
                </a:moveTo>
                <a:lnTo>
                  <a:pt x="29667" y="73494"/>
                </a:lnTo>
                <a:lnTo>
                  <a:pt x="29926" y="73589"/>
                </a:lnTo>
                <a:close/>
              </a:path>
              <a:path w="85725" h="85725">
                <a:moveTo>
                  <a:pt x="55798" y="73589"/>
                </a:moveTo>
                <a:lnTo>
                  <a:pt x="55995" y="73494"/>
                </a:lnTo>
                <a:lnTo>
                  <a:pt x="55798" y="73589"/>
                </a:lnTo>
                <a:close/>
              </a:path>
              <a:path w="85725" h="85725">
                <a:moveTo>
                  <a:pt x="30153" y="73672"/>
                </a:moveTo>
                <a:lnTo>
                  <a:pt x="29926" y="73589"/>
                </a:lnTo>
                <a:lnTo>
                  <a:pt x="30153" y="73672"/>
                </a:lnTo>
                <a:close/>
              </a:path>
              <a:path w="85725" h="85725">
                <a:moveTo>
                  <a:pt x="71396" y="74777"/>
                </a:moveTo>
                <a:lnTo>
                  <a:pt x="52552" y="74777"/>
                </a:lnTo>
                <a:lnTo>
                  <a:pt x="53009" y="74637"/>
                </a:lnTo>
                <a:lnTo>
                  <a:pt x="55798" y="73589"/>
                </a:lnTo>
                <a:lnTo>
                  <a:pt x="55625" y="73672"/>
                </a:lnTo>
                <a:lnTo>
                  <a:pt x="72629" y="73672"/>
                </a:lnTo>
                <a:lnTo>
                  <a:pt x="71396" y="74777"/>
                </a:lnTo>
                <a:close/>
              </a:path>
              <a:path w="85725" h="85725">
                <a:moveTo>
                  <a:pt x="32968" y="74702"/>
                </a:moveTo>
                <a:lnTo>
                  <a:pt x="32715" y="74637"/>
                </a:lnTo>
                <a:lnTo>
                  <a:pt x="32968" y="74702"/>
                </a:lnTo>
                <a:close/>
              </a:path>
              <a:path w="85725" h="85725">
                <a:moveTo>
                  <a:pt x="52756" y="74702"/>
                </a:moveTo>
                <a:lnTo>
                  <a:pt x="52934" y="74637"/>
                </a:lnTo>
                <a:lnTo>
                  <a:pt x="52756" y="74702"/>
                </a:lnTo>
                <a:close/>
              </a:path>
              <a:path w="85725" h="85725">
                <a:moveTo>
                  <a:pt x="33258" y="74777"/>
                </a:moveTo>
                <a:lnTo>
                  <a:pt x="32968" y="74702"/>
                </a:lnTo>
                <a:lnTo>
                  <a:pt x="33258" y="74777"/>
                </a:lnTo>
                <a:close/>
              </a:path>
              <a:path w="85725" h="85725">
                <a:moveTo>
                  <a:pt x="70504" y="75577"/>
                </a:moveTo>
                <a:lnTo>
                  <a:pt x="49352" y="75577"/>
                </a:lnTo>
                <a:lnTo>
                  <a:pt x="49822" y="75476"/>
                </a:lnTo>
                <a:lnTo>
                  <a:pt x="52756" y="74702"/>
                </a:lnTo>
                <a:lnTo>
                  <a:pt x="52552" y="74777"/>
                </a:lnTo>
                <a:lnTo>
                  <a:pt x="71396" y="74777"/>
                </a:lnTo>
                <a:lnTo>
                  <a:pt x="70504" y="75577"/>
                </a:lnTo>
                <a:close/>
              </a:path>
              <a:path w="85725" h="85725">
                <a:moveTo>
                  <a:pt x="49635" y="75504"/>
                </a:moveTo>
                <a:lnTo>
                  <a:pt x="49822" y="75476"/>
                </a:lnTo>
                <a:lnTo>
                  <a:pt x="49635" y="75504"/>
                </a:lnTo>
                <a:close/>
              </a:path>
              <a:path w="85725" h="85725">
                <a:moveTo>
                  <a:pt x="36561" y="75577"/>
                </a:moveTo>
                <a:lnTo>
                  <a:pt x="36372" y="75577"/>
                </a:lnTo>
                <a:lnTo>
                  <a:pt x="36089" y="75504"/>
                </a:lnTo>
                <a:lnTo>
                  <a:pt x="36561" y="75577"/>
                </a:lnTo>
                <a:close/>
              </a:path>
              <a:path w="85725" h="85725">
                <a:moveTo>
                  <a:pt x="69965" y="76060"/>
                </a:moveTo>
                <a:lnTo>
                  <a:pt x="46037" y="76060"/>
                </a:lnTo>
                <a:lnTo>
                  <a:pt x="46520" y="76009"/>
                </a:lnTo>
                <a:lnTo>
                  <a:pt x="46366" y="76009"/>
                </a:lnTo>
                <a:lnTo>
                  <a:pt x="49635" y="75504"/>
                </a:lnTo>
                <a:lnTo>
                  <a:pt x="49352" y="75577"/>
                </a:lnTo>
                <a:lnTo>
                  <a:pt x="70504" y="75577"/>
                </a:lnTo>
                <a:lnTo>
                  <a:pt x="70022" y="76009"/>
                </a:lnTo>
                <a:lnTo>
                  <a:pt x="46295" y="76020"/>
                </a:lnTo>
                <a:lnTo>
                  <a:pt x="70010" y="76020"/>
                </a:lnTo>
                <a:close/>
              </a:path>
              <a:path w="85725" h="85725">
                <a:moveTo>
                  <a:pt x="40244" y="76060"/>
                </a:moveTo>
                <a:lnTo>
                  <a:pt x="39687" y="76060"/>
                </a:lnTo>
                <a:lnTo>
                  <a:pt x="39429" y="76020"/>
                </a:lnTo>
                <a:lnTo>
                  <a:pt x="40244" y="76060"/>
                </a:lnTo>
                <a:close/>
              </a:path>
              <a:path w="85725" h="85725">
                <a:moveTo>
                  <a:pt x="69782" y="76200"/>
                </a:moveTo>
                <a:lnTo>
                  <a:pt x="42862" y="76188"/>
                </a:lnTo>
                <a:lnTo>
                  <a:pt x="46295" y="76020"/>
                </a:lnTo>
                <a:lnTo>
                  <a:pt x="46037" y="76060"/>
                </a:lnTo>
                <a:lnTo>
                  <a:pt x="69965" y="76060"/>
                </a:lnTo>
                <a:lnTo>
                  <a:pt x="69782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1" name="object 571"/>
          <p:cNvSpPr/>
          <p:nvPr/>
        </p:nvSpPr>
        <p:spPr>
          <a:xfrm>
            <a:off x="5715000" y="26670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76200"/>
                </a:moveTo>
                <a:lnTo>
                  <a:pt x="23268" y="73206"/>
                </a:lnTo>
                <a:lnTo>
                  <a:pt x="11158" y="65041"/>
                </a:lnTo>
                <a:lnTo>
                  <a:pt x="2993" y="52931"/>
                </a:lnTo>
                <a:lnTo>
                  <a:pt x="0" y="38100"/>
                </a:lnTo>
                <a:lnTo>
                  <a:pt x="2993" y="23268"/>
                </a:lnTo>
                <a:lnTo>
                  <a:pt x="11158" y="11158"/>
                </a:lnTo>
                <a:lnTo>
                  <a:pt x="23268" y="2993"/>
                </a:lnTo>
                <a:lnTo>
                  <a:pt x="38100" y="0"/>
                </a:lnTo>
                <a:lnTo>
                  <a:pt x="52931" y="2993"/>
                </a:lnTo>
                <a:lnTo>
                  <a:pt x="65041" y="11158"/>
                </a:lnTo>
                <a:lnTo>
                  <a:pt x="73206" y="23268"/>
                </a:lnTo>
                <a:lnTo>
                  <a:pt x="76200" y="38100"/>
                </a:lnTo>
                <a:lnTo>
                  <a:pt x="73206" y="52931"/>
                </a:lnTo>
                <a:lnTo>
                  <a:pt x="65041" y="65041"/>
                </a:lnTo>
                <a:lnTo>
                  <a:pt x="52931" y="73206"/>
                </a:lnTo>
                <a:lnTo>
                  <a:pt x="381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2" name="object 572"/>
          <p:cNvSpPr/>
          <p:nvPr/>
        </p:nvSpPr>
        <p:spPr>
          <a:xfrm>
            <a:off x="5710237" y="2662237"/>
            <a:ext cx="85725" cy="85725"/>
          </a:xfrm>
          <a:custGeom>
            <a:avLst/>
            <a:gdLst/>
            <a:ahLst/>
            <a:cxnLst/>
            <a:rect l="l" t="t" r="r" b="b"/>
            <a:pathLst>
              <a:path w="85725" h="85725">
                <a:moveTo>
                  <a:pt x="43103" y="85725"/>
                </a:moveTo>
                <a:lnTo>
                  <a:pt x="42621" y="85725"/>
                </a:lnTo>
                <a:lnTo>
                  <a:pt x="38722" y="85521"/>
                </a:lnTo>
                <a:lnTo>
                  <a:pt x="5295" y="63500"/>
                </a:lnTo>
                <a:lnTo>
                  <a:pt x="0" y="43103"/>
                </a:lnTo>
                <a:lnTo>
                  <a:pt x="0" y="42621"/>
                </a:lnTo>
                <a:lnTo>
                  <a:pt x="18707" y="7454"/>
                </a:lnTo>
                <a:lnTo>
                  <a:pt x="42621" y="0"/>
                </a:lnTo>
                <a:lnTo>
                  <a:pt x="43103" y="0"/>
                </a:lnTo>
                <a:lnTo>
                  <a:pt x="69782" y="9525"/>
                </a:lnTo>
                <a:lnTo>
                  <a:pt x="42621" y="9525"/>
                </a:lnTo>
                <a:lnTo>
                  <a:pt x="42862" y="9536"/>
                </a:lnTo>
                <a:lnTo>
                  <a:pt x="40244" y="9664"/>
                </a:lnTo>
                <a:lnTo>
                  <a:pt x="39687" y="9664"/>
                </a:lnTo>
                <a:lnTo>
                  <a:pt x="39204" y="9715"/>
                </a:lnTo>
                <a:lnTo>
                  <a:pt x="39358" y="9715"/>
                </a:lnTo>
                <a:lnTo>
                  <a:pt x="36561" y="10147"/>
                </a:lnTo>
                <a:lnTo>
                  <a:pt x="36372" y="10147"/>
                </a:lnTo>
                <a:lnTo>
                  <a:pt x="35902" y="10248"/>
                </a:lnTo>
                <a:lnTo>
                  <a:pt x="33258" y="10947"/>
                </a:lnTo>
                <a:lnTo>
                  <a:pt x="32715" y="11087"/>
                </a:lnTo>
                <a:lnTo>
                  <a:pt x="30153" y="12052"/>
                </a:lnTo>
                <a:lnTo>
                  <a:pt x="29667" y="12230"/>
                </a:lnTo>
                <a:lnTo>
                  <a:pt x="27220" y="13436"/>
                </a:lnTo>
                <a:lnTo>
                  <a:pt x="26771" y="13652"/>
                </a:lnTo>
                <a:lnTo>
                  <a:pt x="24448" y="15087"/>
                </a:lnTo>
                <a:lnTo>
                  <a:pt x="24028" y="15341"/>
                </a:lnTo>
                <a:lnTo>
                  <a:pt x="21475" y="17272"/>
                </a:lnTo>
                <a:lnTo>
                  <a:pt x="19518" y="19088"/>
                </a:lnTo>
                <a:lnTo>
                  <a:pt x="19126" y="19443"/>
                </a:lnTo>
                <a:lnTo>
                  <a:pt x="17314" y="21475"/>
                </a:lnTo>
                <a:lnTo>
                  <a:pt x="15371" y="24028"/>
                </a:lnTo>
                <a:lnTo>
                  <a:pt x="13682" y="26771"/>
                </a:lnTo>
                <a:lnTo>
                  <a:pt x="12259" y="29667"/>
                </a:lnTo>
                <a:lnTo>
                  <a:pt x="11114" y="32715"/>
                </a:lnTo>
                <a:lnTo>
                  <a:pt x="10268" y="35902"/>
                </a:lnTo>
                <a:lnTo>
                  <a:pt x="9813" y="38722"/>
                </a:lnTo>
                <a:lnTo>
                  <a:pt x="9715" y="39204"/>
                </a:lnTo>
                <a:lnTo>
                  <a:pt x="9548" y="42621"/>
                </a:lnTo>
                <a:lnTo>
                  <a:pt x="9664" y="46037"/>
                </a:lnTo>
                <a:lnTo>
                  <a:pt x="10176" y="49352"/>
                </a:lnTo>
                <a:lnTo>
                  <a:pt x="10969" y="52552"/>
                </a:lnTo>
                <a:lnTo>
                  <a:pt x="11979" y="55372"/>
                </a:lnTo>
                <a:lnTo>
                  <a:pt x="12052" y="55625"/>
                </a:lnTo>
                <a:lnTo>
                  <a:pt x="13457" y="58547"/>
                </a:lnTo>
                <a:lnTo>
                  <a:pt x="13652" y="58953"/>
                </a:lnTo>
                <a:lnTo>
                  <a:pt x="15111" y="61315"/>
                </a:lnTo>
                <a:lnTo>
                  <a:pt x="15341" y="61696"/>
                </a:lnTo>
                <a:lnTo>
                  <a:pt x="17007" y="63893"/>
                </a:lnTo>
                <a:lnTo>
                  <a:pt x="17272" y="64249"/>
                </a:lnTo>
                <a:lnTo>
                  <a:pt x="19156" y="66281"/>
                </a:lnTo>
                <a:lnTo>
                  <a:pt x="19443" y="66598"/>
                </a:lnTo>
                <a:lnTo>
                  <a:pt x="21522" y="68452"/>
                </a:lnTo>
                <a:lnTo>
                  <a:pt x="24068" y="70383"/>
                </a:lnTo>
                <a:lnTo>
                  <a:pt x="24409" y="70637"/>
                </a:lnTo>
                <a:lnTo>
                  <a:pt x="26821" y="72072"/>
                </a:lnTo>
                <a:lnTo>
                  <a:pt x="27177" y="72288"/>
                </a:lnTo>
                <a:lnTo>
                  <a:pt x="29729" y="73494"/>
                </a:lnTo>
                <a:lnTo>
                  <a:pt x="30099" y="73672"/>
                </a:lnTo>
                <a:lnTo>
                  <a:pt x="32790" y="74637"/>
                </a:lnTo>
                <a:lnTo>
                  <a:pt x="33172" y="74777"/>
                </a:lnTo>
                <a:lnTo>
                  <a:pt x="35977" y="75476"/>
                </a:lnTo>
                <a:lnTo>
                  <a:pt x="36372" y="75577"/>
                </a:lnTo>
                <a:lnTo>
                  <a:pt x="36561" y="75577"/>
                </a:lnTo>
                <a:lnTo>
                  <a:pt x="39358" y="76009"/>
                </a:lnTo>
                <a:lnTo>
                  <a:pt x="39204" y="76009"/>
                </a:lnTo>
                <a:lnTo>
                  <a:pt x="39687" y="76060"/>
                </a:lnTo>
                <a:lnTo>
                  <a:pt x="40244" y="76060"/>
                </a:lnTo>
                <a:lnTo>
                  <a:pt x="42862" y="76188"/>
                </a:lnTo>
                <a:lnTo>
                  <a:pt x="42621" y="76200"/>
                </a:lnTo>
                <a:lnTo>
                  <a:pt x="69782" y="76200"/>
                </a:lnTo>
                <a:lnTo>
                  <a:pt x="67017" y="78270"/>
                </a:lnTo>
                <a:lnTo>
                  <a:pt x="47002" y="85521"/>
                </a:lnTo>
                <a:lnTo>
                  <a:pt x="43103" y="85725"/>
                </a:lnTo>
                <a:close/>
              </a:path>
              <a:path w="85725" h="85725">
                <a:moveTo>
                  <a:pt x="42862" y="9536"/>
                </a:moveTo>
                <a:lnTo>
                  <a:pt x="42621" y="9525"/>
                </a:lnTo>
                <a:lnTo>
                  <a:pt x="43103" y="9525"/>
                </a:lnTo>
                <a:lnTo>
                  <a:pt x="42862" y="9536"/>
                </a:lnTo>
                <a:close/>
              </a:path>
              <a:path w="85725" h="85725">
                <a:moveTo>
                  <a:pt x="46295" y="9704"/>
                </a:moveTo>
                <a:lnTo>
                  <a:pt x="42862" y="9536"/>
                </a:lnTo>
                <a:lnTo>
                  <a:pt x="69797" y="9536"/>
                </a:lnTo>
                <a:lnTo>
                  <a:pt x="69965" y="9664"/>
                </a:lnTo>
                <a:lnTo>
                  <a:pt x="46037" y="9664"/>
                </a:lnTo>
                <a:lnTo>
                  <a:pt x="46295" y="9704"/>
                </a:lnTo>
                <a:close/>
              </a:path>
              <a:path w="85725" h="85725">
                <a:moveTo>
                  <a:pt x="39429" y="9704"/>
                </a:moveTo>
                <a:lnTo>
                  <a:pt x="39687" y="9664"/>
                </a:lnTo>
                <a:lnTo>
                  <a:pt x="40244" y="9664"/>
                </a:lnTo>
                <a:lnTo>
                  <a:pt x="39429" y="9704"/>
                </a:lnTo>
                <a:close/>
              </a:path>
              <a:path w="85725" h="85725">
                <a:moveTo>
                  <a:pt x="70022" y="9715"/>
                </a:moveTo>
                <a:lnTo>
                  <a:pt x="46415" y="9704"/>
                </a:lnTo>
                <a:lnTo>
                  <a:pt x="46037" y="9664"/>
                </a:lnTo>
                <a:lnTo>
                  <a:pt x="69965" y="9664"/>
                </a:lnTo>
                <a:close/>
              </a:path>
              <a:path w="85725" h="85725">
                <a:moveTo>
                  <a:pt x="39358" y="9715"/>
                </a:moveTo>
                <a:lnTo>
                  <a:pt x="39204" y="9715"/>
                </a:lnTo>
                <a:lnTo>
                  <a:pt x="39429" y="9704"/>
                </a:lnTo>
                <a:close/>
              </a:path>
              <a:path w="85725" h="85725">
                <a:moveTo>
                  <a:pt x="49635" y="10220"/>
                </a:moveTo>
                <a:lnTo>
                  <a:pt x="46295" y="9704"/>
                </a:lnTo>
                <a:lnTo>
                  <a:pt x="46520" y="9715"/>
                </a:lnTo>
                <a:lnTo>
                  <a:pt x="70022" y="9715"/>
                </a:lnTo>
                <a:lnTo>
                  <a:pt x="70504" y="10147"/>
                </a:lnTo>
                <a:lnTo>
                  <a:pt x="49352" y="10147"/>
                </a:lnTo>
                <a:lnTo>
                  <a:pt x="49635" y="10220"/>
                </a:lnTo>
                <a:close/>
              </a:path>
              <a:path w="85725" h="85725">
                <a:moveTo>
                  <a:pt x="36089" y="10220"/>
                </a:moveTo>
                <a:lnTo>
                  <a:pt x="36372" y="10147"/>
                </a:lnTo>
                <a:lnTo>
                  <a:pt x="36561" y="10147"/>
                </a:lnTo>
                <a:lnTo>
                  <a:pt x="36089" y="10220"/>
                </a:lnTo>
                <a:close/>
              </a:path>
              <a:path w="85725" h="85725">
                <a:moveTo>
                  <a:pt x="70617" y="10248"/>
                </a:moveTo>
                <a:lnTo>
                  <a:pt x="49822" y="10248"/>
                </a:lnTo>
                <a:lnTo>
                  <a:pt x="49352" y="10147"/>
                </a:lnTo>
                <a:lnTo>
                  <a:pt x="70504" y="10147"/>
                </a:lnTo>
                <a:close/>
              </a:path>
              <a:path w="85725" h="85725">
                <a:moveTo>
                  <a:pt x="35977" y="10248"/>
                </a:moveTo>
                <a:close/>
              </a:path>
              <a:path w="85725" h="85725">
                <a:moveTo>
                  <a:pt x="71552" y="11087"/>
                </a:moveTo>
                <a:lnTo>
                  <a:pt x="53009" y="11087"/>
                </a:lnTo>
                <a:lnTo>
                  <a:pt x="52552" y="10947"/>
                </a:lnTo>
                <a:lnTo>
                  <a:pt x="49635" y="10220"/>
                </a:lnTo>
                <a:lnTo>
                  <a:pt x="49822" y="10248"/>
                </a:lnTo>
                <a:lnTo>
                  <a:pt x="70617" y="10248"/>
                </a:lnTo>
                <a:lnTo>
                  <a:pt x="71552" y="11087"/>
                </a:lnTo>
                <a:close/>
              </a:path>
              <a:path w="85725" h="85725">
                <a:moveTo>
                  <a:pt x="32968" y="11022"/>
                </a:moveTo>
                <a:lnTo>
                  <a:pt x="33172" y="10947"/>
                </a:lnTo>
                <a:lnTo>
                  <a:pt x="32968" y="11022"/>
                </a:lnTo>
                <a:close/>
              </a:path>
              <a:path w="85725" h="85725">
                <a:moveTo>
                  <a:pt x="52756" y="11022"/>
                </a:moveTo>
                <a:lnTo>
                  <a:pt x="52466" y="10947"/>
                </a:lnTo>
                <a:lnTo>
                  <a:pt x="52756" y="11022"/>
                </a:lnTo>
                <a:close/>
              </a:path>
              <a:path w="85725" h="85725">
                <a:moveTo>
                  <a:pt x="32790" y="11087"/>
                </a:moveTo>
                <a:lnTo>
                  <a:pt x="32968" y="11022"/>
                </a:lnTo>
                <a:lnTo>
                  <a:pt x="32790" y="11087"/>
                </a:lnTo>
                <a:close/>
              </a:path>
              <a:path w="85725" h="85725">
                <a:moveTo>
                  <a:pt x="72828" y="12230"/>
                </a:moveTo>
                <a:lnTo>
                  <a:pt x="56057" y="12230"/>
                </a:lnTo>
                <a:lnTo>
                  <a:pt x="55625" y="12052"/>
                </a:lnTo>
                <a:lnTo>
                  <a:pt x="52756" y="11022"/>
                </a:lnTo>
                <a:lnTo>
                  <a:pt x="53009" y="11087"/>
                </a:lnTo>
                <a:lnTo>
                  <a:pt x="71552" y="11087"/>
                </a:lnTo>
                <a:lnTo>
                  <a:pt x="72828" y="12230"/>
                </a:lnTo>
                <a:close/>
              </a:path>
              <a:path w="85725" h="85725">
                <a:moveTo>
                  <a:pt x="29926" y="12135"/>
                </a:moveTo>
                <a:lnTo>
                  <a:pt x="30099" y="12052"/>
                </a:lnTo>
                <a:lnTo>
                  <a:pt x="29926" y="12135"/>
                </a:lnTo>
                <a:close/>
              </a:path>
              <a:path w="85725" h="85725">
                <a:moveTo>
                  <a:pt x="55798" y="12135"/>
                </a:moveTo>
                <a:lnTo>
                  <a:pt x="55571" y="12052"/>
                </a:lnTo>
                <a:lnTo>
                  <a:pt x="55798" y="12135"/>
                </a:lnTo>
                <a:close/>
              </a:path>
              <a:path w="85725" h="85725">
                <a:moveTo>
                  <a:pt x="29729" y="12230"/>
                </a:moveTo>
                <a:lnTo>
                  <a:pt x="29926" y="12135"/>
                </a:lnTo>
                <a:lnTo>
                  <a:pt x="29729" y="12230"/>
                </a:lnTo>
                <a:close/>
              </a:path>
              <a:path w="85725" h="85725">
                <a:moveTo>
                  <a:pt x="74172" y="13652"/>
                </a:moveTo>
                <a:lnTo>
                  <a:pt x="58953" y="13652"/>
                </a:lnTo>
                <a:lnTo>
                  <a:pt x="58547" y="13436"/>
                </a:lnTo>
                <a:lnTo>
                  <a:pt x="55798" y="12135"/>
                </a:lnTo>
                <a:lnTo>
                  <a:pt x="56057" y="12230"/>
                </a:lnTo>
                <a:lnTo>
                  <a:pt x="72828" y="12230"/>
                </a:lnTo>
                <a:lnTo>
                  <a:pt x="73329" y="12712"/>
                </a:lnTo>
                <a:lnTo>
                  <a:pt x="74172" y="13652"/>
                </a:lnTo>
                <a:close/>
              </a:path>
              <a:path w="85725" h="85725">
                <a:moveTo>
                  <a:pt x="27012" y="13536"/>
                </a:moveTo>
                <a:lnTo>
                  <a:pt x="27177" y="13436"/>
                </a:lnTo>
                <a:lnTo>
                  <a:pt x="27012" y="13536"/>
                </a:lnTo>
                <a:close/>
              </a:path>
              <a:path w="85725" h="85725">
                <a:moveTo>
                  <a:pt x="58712" y="13536"/>
                </a:moveTo>
                <a:lnTo>
                  <a:pt x="58504" y="13436"/>
                </a:lnTo>
                <a:lnTo>
                  <a:pt x="58712" y="13536"/>
                </a:lnTo>
                <a:close/>
              </a:path>
              <a:path w="85725" h="85725">
                <a:moveTo>
                  <a:pt x="26821" y="13652"/>
                </a:moveTo>
                <a:lnTo>
                  <a:pt x="27012" y="13536"/>
                </a:lnTo>
                <a:lnTo>
                  <a:pt x="26821" y="13652"/>
                </a:lnTo>
                <a:close/>
              </a:path>
              <a:path w="85725" h="85725">
                <a:moveTo>
                  <a:pt x="75685" y="15341"/>
                </a:moveTo>
                <a:lnTo>
                  <a:pt x="61696" y="15341"/>
                </a:lnTo>
                <a:lnTo>
                  <a:pt x="61315" y="15087"/>
                </a:lnTo>
                <a:lnTo>
                  <a:pt x="58712" y="13536"/>
                </a:lnTo>
                <a:lnTo>
                  <a:pt x="58953" y="13652"/>
                </a:lnTo>
                <a:lnTo>
                  <a:pt x="74172" y="13652"/>
                </a:lnTo>
                <a:lnTo>
                  <a:pt x="75685" y="15341"/>
                </a:lnTo>
                <a:close/>
              </a:path>
              <a:path w="85725" h="85725">
                <a:moveTo>
                  <a:pt x="24240" y="15213"/>
                </a:moveTo>
                <a:lnTo>
                  <a:pt x="24409" y="15087"/>
                </a:lnTo>
                <a:lnTo>
                  <a:pt x="24240" y="15213"/>
                </a:lnTo>
                <a:close/>
              </a:path>
              <a:path w="85725" h="85725">
                <a:moveTo>
                  <a:pt x="61484" y="15213"/>
                </a:moveTo>
                <a:lnTo>
                  <a:pt x="61276" y="15087"/>
                </a:lnTo>
                <a:lnTo>
                  <a:pt x="61484" y="15213"/>
                </a:lnTo>
                <a:close/>
              </a:path>
              <a:path w="85725" h="85725">
                <a:moveTo>
                  <a:pt x="24068" y="15341"/>
                </a:moveTo>
                <a:lnTo>
                  <a:pt x="24240" y="15213"/>
                </a:lnTo>
                <a:lnTo>
                  <a:pt x="24068" y="15341"/>
                </a:lnTo>
                <a:close/>
              </a:path>
              <a:path w="85725" h="85725">
                <a:moveTo>
                  <a:pt x="77195" y="17272"/>
                </a:moveTo>
                <a:lnTo>
                  <a:pt x="64249" y="17272"/>
                </a:lnTo>
                <a:lnTo>
                  <a:pt x="61484" y="15213"/>
                </a:lnTo>
                <a:lnTo>
                  <a:pt x="61696" y="15341"/>
                </a:lnTo>
                <a:lnTo>
                  <a:pt x="75685" y="15341"/>
                </a:lnTo>
                <a:lnTo>
                  <a:pt x="76073" y="15773"/>
                </a:lnTo>
                <a:lnTo>
                  <a:pt x="77195" y="17272"/>
                </a:lnTo>
                <a:close/>
              </a:path>
              <a:path w="85725" h="85725">
                <a:moveTo>
                  <a:pt x="21740" y="17074"/>
                </a:moveTo>
                <a:close/>
              </a:path>
              <a:path w="85725" h="85725">
                <a:moveTo>
                  <a:pt x="21522" y="17272"/>
                </a:moveTo>
                <a:lnTo>
                  <a:pt x="21740" y="17074"/>
                </a:lnTo>
                <a:lnTo>
                  <a:pt x="21522" y="17272"/>
                </a:lnTo>
                <a:close/>
              </a:path>
              <a:path w="85725" h="85725">
                <a:moveTo>
                  <a:pt x="78740" y="19443"/>
                </a:moveTo>
                <a:lnTo>
                  <a:pt x="66598" y="19443"/>
                </a:lnTo>
                <a:lnTo>
                  <a:pt x="66281" y="19126"/>
                </a:lnTo>
                <a:lnTo>
                  <a:pt x="63984" y="17074"/>
                </a:lnTo>
                <a:lnTo>
                  <a:pt x="64249" y="17272"/>
                </a:lnTo>
                <a:lnTo>
                  <a:pt x="77195" y="17272"/>
                </a:lnTo>
                <a:lnTo>
                  <a:pt x="78270" y="18707"/>
                </a:lnTo>
                <a:lnTo>
                  <a:pt x="78740" y="19443"/>
                </a:lnTo>
                <a:close/>
              </a:path>
              <a:path w="85725" h="85725">
                <a:moveTo>
                  <a:pt x="19292" y="19292"/>
                </a:moveTo>
                <a:lnTo>
                  <a:pt x="19443" y="19126"/>
                </a:lnTo>
                <a:lnTo>
                  <a:pt x="19292" y="19292"/>
                </a:lnTo>
                <a:close/>
              </a:path>
              <a:path w="85725" h="85725">
                <a:moveTo>
                  <a:pt x="66432" y="19292"/>
                </a:moveTo>
                <a:lnTo>
                  <a:pt x="66248" y="19126"/>
                </a:lnTo>
                <a:lnTo>
                  <a:pt x="66432" y="19292"/>
                </a:lnTo>
                <a:close/>
              </a:path>
              <a:path w="85725" h="85725">
                <a:moveTo>
                  <a:pt x="19156" y="19443"/>
                </a:moveTo>
                <a:lnTo>
                  <a:pt x="19292" y="19292"/>
                </a:lnTo>
                <a:lnTo>
                  <a:pt x="19156" y="19443"/>
                </a:lnTo>
                <a:close/>
              </a:path>
              <a:path w="85725" h="85725">
                <a:moveTo>
                  <a:pt x="80190" y="21831"/>
                </a:moveTo>
                <a:lnTo>
                  <a:pt x="68732" y="21831"/>
                </a:lnTo>
                <a:lnTo>
                  <a:pt x="68452" y="21475"/>
                </a:lnTo>
                <a:lnTo>
                  <a:pt x="66432" y="19292"/>
                </a:lnTo>
                <a:lnTo>
                  <a:pt x="66598" y="19443"/>
                </a:lnTo>
                <a:lnTo>
                  <a:pt x="78740" y="19443"/>
                </a:lnTo>
                <a:lnTo>
                  <a:pt x="80190" y="21831"/>
                </a:lnTo>
                <a:close/>
              </a:path>
              <a:path w="85725" h="85725">
                <a:moveTo>
                  <a:pt x="17074" y="21740"/>
                </a:moveTo>
                <a:lnTo>
                  <a:pt x="17272" y="21475"/>
                </a:lnTo>
                <a:lnTo>
                  <a:pt x="17074" y="21740"/>
                </a:lnTo>
                <a:close/>
              </a:path>
              <a:path w="85725" h="85725">
                <a:moveTo>
                  <a:pt x="68650" y="21740"/>
                </a:moveTo>
                <a:lnTo>
                  <a:pt x="68410" y="21475"/>
                </a:lnTo>
                <a:lnTo>
                  <a:pt x="68650" y="21740"/>
                </a:lnTo>
                <a:close/>
              </a:path>
              <a:path w="85725" h="85725">
                <a:moveTo>
                  <a:pt x="17007" y="21831"/>
                </a:moveTo>
                <a:close/>
              </a:path>
              <a:path w="85725" h="85725">
                <a:moveTo>
                  <a:pt x="81509" y="24409"/>
                </a:moveTo>
                <a:lnTo>
                  <a:pt x="70637" y="24409"/>
                </a:lnTo>
                <a:lnTo>
                  <a:pt x="70383" y="24028"/>
                </a:lnTo>
                <a:lnTo>
                  <a:pt x="68650" y="21740"/>
                </a:lnTo>
                <a:lnTo>
                  <a:pt x="80190" y="21831"/>
                </a:lnTo>
                <a:lnTo>
                  <a:pt x="80657" y="22631"/>
                </a:lnTo>
                <a:lnTo>
                  <a:pt x="81509" y="24409"/>
                </a:lnTo>
                <a:close/>
              </a:path>
              <a:path w="85725" h="85725">
                <a:moveTo>
                  <a:pt x="15213" y="24240"/>
                </a:moveTo>
                <a:lnTo>
                  <a:pt x="15341" y="24028"/>
                </a:lnTo>
                <a:lnTo>
                  <a:pt x="15213" y="24240"/>
                </a:lnTo>
                <a:close/>
              </a:path>
              <a:path w="85725" h="85725">
                <a:moveTo>
                  <a:pt x="70511" y="24240"/>
                </a:moveTo>
                <a:lnTo>
                  <a:pt x="70353" y="24028"/>
                </a:lnTo>
                <a:lnTo>
                  <a:pt x="70511" y="24240"/>
                </a:lnTo>
                <a:close/>
              </a:path>
              <a:path w="85725" h="85725">
                <a:moveTo>
                  <a:pt x="15111" y="24409"/>
                </a:moveTo>
                <a:lnTo>
                  <a:pt x="15213" y="24240"/>
                </a:lnTo>
                <a:lnTo>
                  <a:pt x="15111" y="24409"/>
                </a:lnTo>
                <a:close/>
              </a:path>
              <a:path w="85725" h="85725">
                <a:moveTo>
                  <a:pt x="82723" y="27177"/>
                </a:moveTo>
                <a:lnTo>
                  <a:pt x="72288" y="27177"/>
                </a:lnTo>
                <a:lnTo>
                  <a:pt x="72072" y="26771"/>
                </a:lnTo>
                <a:lnTo>
                  <a:pt x="70511" y="24240"/>
                </a:lnTo>
                <a:lnTo>
                  <a:pt x="70637" y="24409"/>
                </a:lnTo>
                <a:lnTo>
                  <a:pt x="81509" y="24409"/>
                </a:lnTo>
                <a:lnTo>
                  <a:pt x="82257" y="25971"/>
                </a:lnTo>
                <a:lnTo>
                  <a:pt x="82723" y="27177"/>
                </a:lnTo>
                <a:close/>
              </a:path>
              <a:path w="85725" h="85725">
                <a:moveTo>
                  <a:pt x="13536" y="27012"/>
                </a:moveTo>
                <a:lnTo>
                  <a:pt x="13652" y="26771"/>
                </a:lnTo>
                <a:lnTo>
                  <a:pt x="13536" y="27012"/>
                </a:lnTo>
                <a:close/>
              </a:path>
              <a:path w="85725" h="85725">
                <a:moveTo>
                  <a:pt x="72188" y="27012"/>
                </a:moveTo>
                <a:lnTo>
                  <a:pt x="72042" y="26771"/>
                </a:lnTo>
                <a:lnTo>
                  <a:pt x="72188" y="27012"/>
                </a:lnTo>
                <a:close/>
              </a:path>
              <a:path w="85725" h="85725">
                <a:moveTo>
                  <a:pt x="13457" y="27177"/>
                </a:moveTo>
                <a:lnTo>
                  <a:pt x="13536" y="27012"/>
                </a:lnTo>
                <a:lnTo>
                  <a:pt x="13457" y="27177"/>
                </a:lnTo>
                <a:close/>
              </a:path>
              <a:path w="85725" h="85725">
                <a:moveTo>
                  <a:pt x="83780" y="30099"/>
                </a:moveTo>
                <a:lnTo>
                  <a:pt x="73672" y="30099"/>
                </a:lnTo>
                <a:lnTo>
                  <a:pt x="73494" y="29667"/>
                </a:lnTo>
                <a:lnTo>
                  <a:pt x="72188" y="27012"/>
                </a:lnTo>
                <a:lnTo>
                  <a:pt x="72288" y="27177"/>
                </a:lnTo>
                <a:lnTo>
                  <a:pt x="82723" y="27177"/>
                </a:lnTo>
                <a:lnTo>
                  <a:pt x="83780" y="30099"/>
                </a:lnTo>
                <a:close/>
              </a:path>
              <a:path w="85725" h="85725">
                <a:moveTo>
                  <a:pt x="12135" y="29926"/>
                </a:moveTo>
                <a:lnTo>
                  <a:pt x="12230" y="29667"/>
                </a:lnTo>
                <a:lnTo>
                  <a:pt x="12135" y="29926"/>
                </a:lnTo>
                <a:close/>
              </a:path>
              <a:path w="85725" h="85725">
                <a:moveTo>
                  <a:pt x="73589" y="29926"/>
                </a:moveTo>
                <a:lnTo>
                  <a:pt x="73465" y="29667"/>
                </a:lnTo>
                <a:lnTo>
                  <a:pt x="73589" y="29926"/>
                </a:lnTo>
                <a:close/>
              </a:path>
              <a:path w="85725" h="85725">
                <a:moveTo>
                  <a:pt x="12072" y="30099"/>
                </a:moveTo>
                <a:lnTo>
                  <a:pt x="12135" y="29926"/>
                </a:lnTo>
                <a:lnTo>
                  <a:pt x="12072" y="30099"/>
                </a:lnTo>
                <a:close/>
              </a:path>
              <a:path w="85725" h="85725">
                <a:moveTo>
                  <a:pt x="84585" y="33172"/>
                </a:moveTo>
                <a:lnTo>
                  <a:pt x="74777" y="33172"/>
                </a:lnTo>
                <a:lnTo>
                  <a:pt x="74637" y="32715"/>
                </a:lnTo>
                <a:lnTo>
                  <a:pt x="73589" y="29926"/>
                </a:lnTo>
                <a:lnTo>
                  <a:pt x="73672" y="30099"/>
                </a:lnTo>
                <a:lnTo>
                  <a:pt x="83780" y="30099"/>
                </a:lnTo>
                <a:lnTo>
                  <a:pt x="84585" y="33172"/>
                </a:lnTo>
                <a:close/>
              </a:path>
              <a:path w="85725" h="85725">
                <a:moveTo>
                  <a:pt x="11022" y="32968"/>
                </a:moveTo>
                <a:lnTo>
                  <a:pt x="11087" y="32715"/>
                </a:lnTo>
                <a:lnTo>
                  <a:pt x="11022" y="32968"/>
                </a:lnTo>
                <a:close/>
              </a:path>
              <a:path w="85725" h="85725">
                <a:moveTo>
                  <a:pt x="74702" y="32968"/>
                </a:moveTo>
                <a:lnTo>
                  <a:pt x="74610" y="32715"/>
                </a:lnTo>
                <a:lnTo>
                  <a:pt x="74702" y="32968"/>
                </a:lnTo>
                <a:close/>
              </a:path>
              <a:path w="85725" h="85725">
                <a:moveTo>
                  <a:pt x="10969" y="33172"/>
                </a:moveTo>
                <a:lnTo>
                  <a:pt x="11022" y="32968"/>
                </a:lnTo>
                <a:lnTo>
                  <a:pt x="10969" y="33172"/>
                </a:lnTo>
                <a:close/>
              </a:path>
              <a:path w="85725" h="85725">
                <a:moveTo>
                  <a:pt x="85187" y="36372"/>
                </a:moveTo>
                <a:lnTo>
                  <a:pt x="75577" y="36372"/>
                </a:lnTo>
                <a:lnTo>
                  <a:pt x="75476" y="35902"/>
                </a:lnTo>
                <a:lnTo>
                  <a:pt x="74702" y="32968"/>
                </a:lnTo>
                <a:lnTo>
                  <a:pt x="74777" y="33172"/>
                </a:lnTo>
                <a:lnTo>
                  <a:pt x="84585" y="33172"/>
                </a:lnTo>
                <a:lnTo>
                  <a:pt x="84899" y="34467"/>
                </a:lnTo>
                <a:lnTo>
                  <a:pt x="85187" y="36372"/>
                </a:lnTo>
                <a:close/>
              </a:path>
              <a:path w="85725" h="85725">
                <a:moveTo>
                  <a:pt x="10220" y="36089"/>
                </a:moveTo>
                <a:lnTo>
                  <a:pt x="10248" y="35902"/>
                </a:lnTo>
                <a:lnTo>
                  <a:pt x="10220" y="36089"/>
                </a:lnTo>
                <a:close/>
              </a:path>
              <a:path w="85725" h="85725">
                <a:moveTo>
                  <a:pt x="75504" y="36089"/>
                </a:moveTo>
                <a:lnTo>
                  <a:pt x="75456" y="35902"/>
                </a:lnTo>
                <a:lnTo>
                  <a:pt x="75504" y="36089"/>
                </a:lnTo>
                <a:close/>
              </a:path>
              <a:path w="85725" h="85725">
                <a:moveTo>
                  <a:pt x="10176" y="36372"/>
                </a:moveTo>
                <a:lnTo>
                  <a:pt x="10220" y="36089"/>
                </a:lnTo>
                <a:lnTo>
                  <a:pt x="10176" y="36372"/>
                </a:lnTo>
                <a:close/>
              </a:path>
              <a:path w="85725" h="85725">
                <a:moveTo>
                  <a:pt x="85572" y="39687"/>
                </a:moveTo>
                <a:lnTo>
                  <a:pt x="76060" y="39687"/>
                </a:lnTo>
                <a:lnTo>
                  <a:pt x="76009" y="39204"/>
                </a:lnTo>
                <a:lnTo>
                  <a:pt x="75838" y="38252"/>
                </a:lnTo>
                <a:lnTo>
                  <a:pt x="75504" y="36089"/>
                </a:lnTo>
                <a:lnTo>
                  <a:pt x="75577" y="36372"/>
                </a:lnTo>
                <a:lnTo>
                  <a:pt x="85187" y="36372"/>
                </a:lnTo>
                <a:lnTo>
                  <a:pt x="85471" y="38252"/>
                </a:lnTo>
                <a:lnTo>
                  <a:pt x="85572" y="39687"/>
                </a:lnTo>
                <a:close/>
              </a:path>
              <a:path w="85725" h="85725">
                <a:moveTo>
                  <a:pt x="9704" y="39429"/>
                </a:moveTo>
                <a:lnTo>
                  <a:pt x="9715" y="39204"/>
                </a:lnTo>
                <a:lnTo>
                  <a:pt x="9704" y="39429"/>
                </a:lnTo>
                <a:close/>
              </a:path>
              <a:path w="85725" h="85725">
                <a:moveTo>
                  <a:pt x="76020" y="39429"/>
                </a:moveTo>
                <a:lnTo>
                  <a:pt x="75985" y="39204"/>
                </a:lnTo>
                <a:lnTo>
                  <a:pt x="76020" y="39429"/>
                </a:lnTo>
                <a:close/>
              </a:path>
              <a:path w="85725" h="85725">
                <a:moveTo>
                  <a:pt x="9691" y="39687"/>
                </a:moveTo>
                <a:lnTo>
                  <a:pt x="9704" y="39429"/>
                </a:lnTo>
                <a:lnTo>
                  <a:pt x="9691" y="39687"/>
                </a:lnTo>
                <a:close/>
              </a:path>
              <a:path w="85725" h="85725">
                <a:moveTo>
                  <a:pt x="85725" y="43103"/>
                </a:moveTo>
                <a:lnTo>
                  <a:pt x="76200" y="43103"/>
                </a:lnTo>
                <a:lnTo>
                  <a:pt x="76200" y="42621"/>
                </a:lnTo>
                <a:lnTo>
                  <a:pt x="76020" y="39429"/>
                </a:lnTo>
                <a:lnTo>
                  <a:pt x="76060" y="39687"/>
                </a:lnTo>
                <a:lnTo>
                  <a:pt x="85572" y="39687"/>
                </a:lnTo>
                <a:lnTo>
                  <a:pt x="85725" y="42621"/>
                </a:lnTo>
                <a:lnTo>
                  <a:pt x="85725" y="43103"/>
                </a:lnTo>
                <a:close/>
              </a:path>
              <a:path w="85725" h="85725">
                <a:moveTo>
                  <a:pt x="9536" y="42862"/>
                </a:moveTo>
                <a:lnTo>
                  <a:pt x="9525" y="42621"/>
                </a:lnTo>
                <a:lnTo>
                  <a:pt x="9536" y="42862"/>
                </a:lnTo>
                <a:close/>
              </a:path>
              <a:path w="85725" h="85725">
                <a:moveTo>
                  <a:pt x="76188" y="42862"/>
                </a:moveTo>
                <a:lnTo>
                  <a:pt x="76176" y="42621"/>
                </a:lnTo>
                <a:lnTo>
                  <a:pt x="76188" y="42862"/>
                </a:lnTo>
                <a:close/>
              </a:path>
              <a:path w="85725" h="85725">
                <a:moveTo>
                  <a:pt x="9548" y="43103"/>
                </a:moveTo>
                <a:lnTo>
                  <a:pt x="9536" y="42862"/>
                </a:lnTo>
                <a:lnTo>
                  <a:pt x="9548" y="43103"/>
                </a:lnTo>
                <a:close/>
              </a:path>
              <a:path w="85725" h="85725">
                <a:moveTo>
                  <a:pt x="85546" y="46520"/>
                </a:moveTo>
                <a:lnTo>
                  <a:pt x="76009" y="46520"/>
                </a:lnTo>
                <a:lnTo>
                  <a:pt x="76060" y="46037"/>
                </a:lnTo>
                <a:lnTo>
                  <a:pt x="76188" y="42862"/>
                </a:lnTo>
                <a:lnTo>
                  <a:pt x="76200" y="43103"/>
                </a:lnTo>
                <a:lnTo>
                  <a:pt x="85725" y="43103"/>
                </a:lnTo>
                <a:lnTo>
                  <a:pt x="85546" y="46520"/>
                </a:lnTo>
                <a:close/>
              </a:path>
              <a:path w="85725" h="85725">
                <a:moveTo>
                  <a:pt x="9704" y="46295"/>
                </a:moveTo>
                <a:lnTo>
                  <a:pt x="9664" y="46037"/>
                </a:lnTo>
                <a:lnTo>
                  <a:pt x="9704" y="46295"/>
                </a:lnTo>
                <a:close/>
              </a:path>
              <a:path w="85725" h="85725">
                <a:moveTo>
                  <a:pt x="76020" y="46295"/>
                </a:moveTo>
                <a:lnTo>
                  <a:pt x="76033" y="46037"/>
                </a:lnTo>
                <a:lnTo>
                  <a:pt x="76020" y="46295"/>
                </a:lnTo>
                <a:close/>
              </a:path>
              <a:path w="85725" h="85725">
                <a:moveTo>
                  <a:pt x="9739" y="46520"/>
                </a:moveTo>
                <a:lnTo>
                  <a:pt x="9704" y="46295"/>
                </a:lnTo>
                <a:lnTo>
                  <a:pt x="9739" y="46520"/>
                </a:lnTo>
                <a:close/>
              </a:path>
              <a:path w="85725" h="85725">
                <a:moveTo>
                  <a:pt x="85116" y="49822"/>
                </a:moveTo>
                <a:lnTo>
                  <a:pt x="75476" y="49822"/>
                </a:lnTo>
                <a:lnTo>
                  <a:pt x="75577" y="49352"/>
                </a:lnTo>
                <a:lnTo>
                  <a:pt x="76020" y="46295"/>
                </a:lnTo>
                <a:lnTo>
                  <a:pt x="76009" y="46520"/>
                </a:lnTo>
                <a:lnTo>
                  <a:pt x="85546" y="46520"/>
                </a:lnTo>
                <a:lnTo>
                  <a:pt x="85471" y="47472"/>
                </a:lnTo>
                <a:lnTo>
                  <a:pt x="85116" y="49822"/>
                </a:lnTo>
                <a:close/>
              </a:path>
              <a:path w="85725" h="85725">
                <a:moveTo>
                  <a:pt x="10220" y="49635"/>
                </a:moveTo>
                <a:lnTo>
                  <a:pt x="10147" y="49352"/>
                </a:lnTo>
                <a:lnTo>
                  <a:pt x="10220" y="49635"/>
                </a:lnTo>
                <a:close/>
              </a:path>
              <a:path w="85725" h="85725">
                <a:moveTo>
                  <a:pt x="75504" y="49635"/>
                </a:moveTo>
                <a:lnTo>
                  <a:pt x="75548" y="49352"/>
                </a:lnTo>
                <a:lnTo>
                  <a:pt x="75504" y="49635"/>
                </a:lnTo>
                <a:close/>
              </a:path>
              <a:path w="85725" h="85725">
                <a:moveTo>
                  <a:pt x="10268" y="49822"/>
                </a:moveTo>
                <a:lnTo>
                  <a:pt x="10220" y="49635"/>
                </a:lnTo>
                <a:lnTo>
                  <a:pt x="10268" y="49822"/>
                </a:lnTo>
                <a:close/>
              </a:path>
              <a:path w="85725" h="85725">
                <a:moveTo>
                  <a:pt x="84467" y="53009"/>
                </a:moveTo>
                <a:lnTo>
                  <a:pt x="74637" y="53009"/>
                </a:lnTo>
                <a:lnTo>
                  <a:pt x="74777" y="52552"/>
                </a:lnTo>
                <a:lnTo>
                  <a:pt x="75504" y="49635"/>
                </a:lnTo>
                <a:lnTo>
                  <a:pt x="75476" y="49822"/>
                </a:lnTo>
                <a:lnTo>
                  <a:pt x="85116" y="49822"/>
                </a:lnTo>
                <a:lnTo>
                  <a:pt x="84899" y="51257"/>
                </a:lnTo>
                <a:lnTo>
                  <a:pt x="84467" y="53009"/>
                </a:lnTo>
                <a:close/>
              </a:path>
              <a:path w="85725" h="85725">
                <a:moveTo>
                  <a:pt x="11022" y="52756"/>
                </a:moveTo>
                <a:lnTo>
                  <a:pt x="10947" y="52552"/>
                </a:lnTo>
                <a:lnTo>
                  <a:pt x="11022" y="52756"/>
                </a:lnTo>
                <a:close/>
              </a:path>
              <a:path w="85725" h="85725">
                <a:moveTo>
                  <a:pt x="74702" y="52756"/>
                </a:moveTo>
                <a:lnTo>
                  <a:pt x="74755" y="52552"/>
                </a:lnTo>
                <a:lnTo>
                  <a:pt x="74702" y="52756"/>
                </a:lnTo>
                <a:close/>
              </a:path>
              <a:path w="85725" h="85725">
                <a:moveTo>
                  <a:pt x="11114" y="53009"/>
                </a:moveTo>
                <a:lnTo>
                  <a:pt x="11022" y="52756"/>
                </a:lnTo>
                <a:lnTo>
                  <a:pt x="11114" y="53009"/>
                </a:lnTo>
                <a:close/>
              </a:path>
              <a:path w="85725" h="85725">
                <a:moveTo>
                  <a:pt x="83634" y="56057"/>
                </a:moveTo>
                <a:lnTo>
                  <a:pt x="73494" y="56057"/>
                </a:lnTo>
                <a:lnTo>
                  <a:pt x="73672" y="55625"/>
                </a:lnTo>
                <a:lnTo>
                  <a:pt x="73745" y="55372"/>
                </a:lnTo>
                <a:lnTo>
                  <a:pt x="74702" y="52756"/>
                </a:lnTo>
                <a:lnTo>
                  <a:pt x="74637" y="53009"/>
                </a:lnTo>
                <a:lnTo>
                  <a:pt x="84467" y="53009"/>
                </a:lnTo>
                <a:lnTo>
                  <a:pt x="83718" y="55829"/>
                </a:lnTo>
                <a:lnTo>
                  <a:pt x="83634" y="56057"/>
                </a:lnTo>
                <a:close/>
              </a:path>
              <a:path w="85725" h="85725">
                <a:moveTo>
                  <a:pt x="12135" y="55798"/>
                </a:moveTo>
                <a:lnTo>
                  <a:pt x="12052" y="55625"/>
                </a:lnTo>
                <a:lnTo>
                  <a:pt x="12135" y="55798"/>
                </a:lnTo>
                <a:close/>
              </a:path>
              <a:path w="85725" h="85725">
                <a:moveTo>
                  <a:pt x="73589" y="55798"/>
                </a:moveTo>
                <a:lnTo>
                  <a:pt x="73652" y="55625"/>
                </a:lnTo>
                <a:lnTo>
                  <a:pt x="73589" y="55798"/>
                </a:lnTo>
                <a:close/>
              </a:path>
              <a:path w="85725" h="85725">
                <a:moveTo>
                  <a:pt x="12259" y="56057"/>
                </a:moveTo>
                <a:lnTo>
                  <a:pt x="12135" y="55798"/>
                </a:lnTo>
                <a:lnTo>
                  <a:pt x="12259" y="56057"/>
                </a:lnTo>
                <a:close/>
              </a:path>
              <a:path w="85725" h="85725">
                <a:moveTo>
                  <a:pt x="82575" y="58953"/>
                </a:moveTo>
                <a:lnTo>
                  <a:pt x="72072" y="58953"/>
                </a:lnTo>
                <a:lnTo>
                  <a:pt x="72288" y="58547"/>
                </a:lnTo>
                <a:lnTo>
                  <a:pt x="73589" y="55798"/>
                </a:lnTo>
                <a:lnTo>
                  <a:pt x="73494" y="56057"/>
                </a:lnTo>
                <a:lnTo>
                  <a:pt x="83634" y="56057"/>
                </a:lnTo>
                <a:lnTo>
                  <a:pt x="82575" y="58953"/>
                </a:lnTo>
                <a:close/>
              </a:path>
              <a:path w="85725" h="85725">
                <a:moveTo>
                  <a:pt x="13536" y="58712"/>
                </a:moveTo>
                <a:lnTo>
                  <a:pt x="13436" y="58547"/>
                </a:lnTo>
                <a:lnTo>
                  <a:pt x="13536" y="58712"/>
                </a:lnTo>
                <a:close/>
              </a:path>
              <a:path w="85725" h="85725">
                <a:moveTo>
                  <a:pt x="72188" y="58712"/>
                </a:moveTo>
                <a:lnTo>
                  <a:pt x="72267" y="58547"/>
                </a:lnTo>
                <a:lnTo>
                  <a:pt x="72188" y="58712"/>
                </a:lnTo>
                <a:close/>
              </a:path>
              <a:path w="85725" h="85725">
                <a:moveTo>
                  <a:pt x="13682" y="58953"/>
                </a:moveTo>
                <a:lnTo>
                  <a:pt x="13536" y="58712"/>
                </a:lnTo>
                <a:lnTo>
                  <a:pt x="13682" y="58953"/>
                </a:lnTo>
                <a:close/>
              </a:path>
              <a:path w="85725" h="85725">
                <a:moveTo>
                  <a:pt x="81326" y="61696"/>
                </a:moveTo>
                <a:lnTo>
                  <a:pt x="70383" y="61696"/>
                </a:lnTo>
                <a:lnTo>
                  <a:pt x="70637" y="61315"/>
                </a:lnTo>
                <a:lnTo>
                  <a:pt x="72188" y="58712"/>
                </a:lnTo>
                <a:lnTo>
                  <a:pt x="72072" y="58953"/>
                </a:lnTo>
                <a:lnTo>
                  <a:pt x="82575" y="58953"/>
                </a:lnTo>
                <a:lnTo>
                  <a:pt x="82257" y="59753"/>
                </a:lnTo>
                <a:lnTo>
                  <a:pt x="81326" y="61696"/>
                </a:lnTo>
                <a:close/>
              </a:path>
              <a:path w="85725" h="85725">
                <a:moveTo>
                  <a:pt x="15213" y="61484"/>
                </a:moveTo>
                <a:lnTo>
                  <a:pt x="15087" y="61315"/>
                </a:lnTo>
                <a:lnTo>
                  <a:pt x="15213" y="61484"/>
                </a:lnTo>
                <a:close/>
              </a:path>
              <a:path w="85725" h="85725">
                <a:moveTo>
                  <a:pt x="70511" y="61484"/>
                </a:moveTo>
                <a:lnTo>
                  <a:pt x="70613" y="61315"/>
                </a:lnTo>
                <a:lnTo>
                  <a:pt x="70511" y="61484"/>
                </a:lnTo>
                <a:close/>
              </a:path>
              <a:path w="85725" h="85725">
                <a:moveTo>
                  <a:pt x="15371" y="61696"/>
                </a:moveTo>
                <a:lnTo>
                  <a:pt x="15213" y="61484"/>
                </a:lnTo>
                <a:lnTo>
                  <a:pt x="15371" y="61696"/>
                </a:lnTo>
                <a:close/>
              </a:path>
              <a:path w="85725" h="85725">
                <a:moveTo>
                  <a:pt x="79974" y="64249"/>
                </a:moveTo>
                <a:lnTo>
                  <a:pt x="68452" y="64249"/>
                </a:lnTo>
                <a:lnTo>
                  <a:pt x="68732" y="63893"/>
                </a:lnTo>
                <a:lnTo>
                  <a:pt x="70511" y="61484"/>
                </a:lnTo>
                <a:lnTo>
                  <a:pt x="70383" y="61696"/>
                </a:lnTo>
                <a:lnTo>
                  <a:pt x="81326" y="61696"/>
                </a:lnTo>
                <a:lnTo>
                  <a:pt x="80657" y="63093"/>
                </a:lnTo>
                <a:lnTo>
                  <a:pt x="79974" y="64249"/>
                </a:lnTo>
                <a:close/>
              </a:path>
              <a:path w="85725" h="85725">
                <a:moveTo>
                  <a:pt x="68650" y="63984"/>
                </a:moveTo>
                <a:close/>
              </a:path>
              <a:path w="85725" h="85725">
                <a:moveTo>
                  <a:pt x="17314" y="64249"/>
                </a:moveTo>
                <a:lnTo>
                  <a:pt x="17074" y="63984"/>
                </a:lnTo>
                <a:lnTo>
                  <a:pt x="17314" y="64249"/>
                </a:lnTo>
                <a:close/>
              </a:path>
              <a:path w="85725" h="85725">
                <a:moveTo>
                  <a:pt x="78547" y="66598"/>
                </a:moveTo>
                <a:lnTo>
                  <a:pt x="66281" y="66598"/>
                </a:lnTo>
                <a:lnTo>
                  <a:pt x="66598" y="66281"/>
                </a:lnTo>
                <a:lnTo>
                  <a:pt x="68650" y="63984"/>
                </a:lnTo>
                <a:lnTo>
                  <a:pt x="68452" y="64249"/>
                </a:lnTo>
                <a:lnTo>
                  <a:pt x="79974" y="64249"/>
                </a:lnTo>
                <a:lnTo>
                  <a:pt x="78547" y="66598"/>
                </a:lnTo>
                <a:close/>
              </a:path>
              <a:path w="85725" h="85725">
                <a:moveTo>
                  <a:pt x="19292" y="66432"/>
                </a:moveTo>
                <a:lnTo>
                  <a:pt x="19126" y="66281"/>
                </a:lnTo>
                <a:lnTo>
                  <a:pt x="19292" y="66432"/>
                </a:lnTo>
                <a:close/>
              </a:path>
              <a:path w="85725" h="85725">
                <a:moveTo>
                  <a:pt x="66432" y="66432"/>
                </a:moveTo>
                <a:lnTo>
                  <a:pt x="66568" y="66281"/>
                </a:lnTo>
                <a:lnTo>
                  <a:pt x="66432" y="66432"/>
                </a:lnTo>
                <a:close/>
              </a:path>
              <a:path w="85725" h="85725">
                <a:moveTo>
                  <a:pt x="19476" y="66598"/>
                </a:moveTo>
                <a:lnTo>
                  <a:pt x="19292" y="66432"/>
                </a:lnTo>
                <a:lnTo>
                  <a:pt x="19476" y="66598"/>
                </a:lnTo>
                <a:close/>
              </a:path>
              <a:path w="85725" h="85725">
                <a:moveTo>
                  <a:pt x="76986" y="68732"/>
                </a:moveTo>
                <a:lnTo>
                  <a:pt x="63893" y="68732"/>
                </a:lnTo>
                <a:lnTo>
                  <a:pt x="64249" y="68452"/>
                </a:lnTo>
                <a:lnTo>
                  <a:pt x="66432" y="66432"/>
                </a:lnTo>
                <a:lnTo>
                  <a:pt x="66281" y="66598"/>
                </a:lnTo>
                <a:lnTo>
                  <a:pt x="78547" y="66598"/>
                </a:lnTo>
                <a:lnTo>
                  <a:pt x="78270" y="67017"/>
                </a:lnTo>
                <a:lnTo>
                  <a:pt x="76986" y="68732"/>
                </a:lnTo>
                <a:close/>
              </a:path>
              <a:path w="85725" h="85725">
                <a:moveTo>
                  <a:pt x="21740" y="68650"/>
                </a:moveTo>
                <a:lnTo>
                  <a:pt x="21475" y="68452"/>
                </a:lnTo>
                <a:lnTo>
                  <a:pt x="21740" y="68650"/>
                </a:lnTo>
                <a:close/>
              </a:path>
              <a:path w="85725" h="85725">
                <a:moveTo>
                  <a:pt x="63984" y="68650"/>
                </a:moveTo>
                <a:lnTo>
                  <a:pt x="64202" y="68452"/>
                </a:lnTo>
                <a:lnTo>
                  <a:pt x="63984" y="68650"/>
                </a:lnTo>
                <a:close/>
              </a:path>
              <a:path w="85725" h="85725">
                <a:moveTo>
                  <a:pt x="75458" y="70637"/>
                </a:moveTo>
                <a:lnTo>
                  <a:pt x="61315" y="70637"/>
                </a:lnTo>
                <a:lnTo>
                  <a:pt x="61696" y="70383"/>
                </a:lnTo>
                <a:lnTo>
                  <a:pt x="63984" y="68650"/>
                </a:lnTo>
                <a:lnTo>
                  <a:pt x="76986" y="68732"/>
                </a:lnTo>
                <a:lnTo>
                  <a:pt x="76073" y="69951"/>
                </a:lnTo>
                <a:lnTo>
                  <a:pt x="75458" y="70637"/>
                </a:lnTo>
                <a:close/>
              </a:path>
              <a:path w="85725" h="85725">
                <a:moveTo>
                  <a:pt x="24240" y="70511"/>
                </a:moveTo>
                <a:lnTo>
                  <a:pt x="24028" y="70383"/>
                </a:lnTo>
                <a:lnTo>
                  <a:pt x="24240" y="70511"/>
                </a:lnTo>
                <a:close/>
              </a:path>
              <a:path w="85725" h="85725">
                <a:moveTo>
                  <a:pt x="61484" y="70511"/>
                </a:moveTo>
                <a:lnTo>
                  <a:pt x="61656" y="70383"/>
                </a:lnTo>
                <a:lnTo>
                  <a:pt x="61484" y="70511"/>
                </a:lnTo>
                <a:close/>
              </a:path>
              <a:path w="85725" h="85725">
                <a:moveTo>
                  <a:pt x="24448" y="70637"/>
                </a:moveTo>
                <a:lnTo>
                  <a:pt x="24240" y="70511"/>
                </a:lnTo>
                <a:lnTo>
                  <a:pt x="24448" y="70637"/>
                </a:lnTo>
                <a:close/>
              </a:path>
              <a:path w="85725" h="85725">
                <a:moveTo>
                  <a:pt x="73978" y="72288"/>
                </a:moveTo>
                <a:lnTo>
                  <a:pt x="58547" y="72288"/>
                </a:lnTo>
                <a:lnTo>
                  <a:pt x="58953" y="72072"/>
                </a:lnTo>
                <a:lnTo>
                  <a:pt x="61484" y="70511"/>
                </a:lnTo>
                <a:lnTo>
                  <a:pt x="61315" y="70637"/>
                </a:lnTo>
                <a:lnTo>
                  <a:pt x="75458" y="70637"/>
                </a:lnTo>
                <a:lnTo>
                  <a:pt x="73978" y="72288"/>
                </a:lnTo>
                <a:close/>
              </a:path>
              <a:path w="85725" h="85725">
                <a:moveTo>
                  <a:pt x="27012" y="72188"/>
                </a:moveTo>
                <a:lnTo>
                  <a:pt x="26771" y="72072"/>
                </a:lnTo>
                <a:lnTo>
                  <a:pt x="27012" y="72188"/>
                </a:lnTo>
                <a:close/>
              </a:path>
              <a:path w="85725" h="85725">
                <a:moveTo>
                  <a:pt x="58712" y="72188"/>
                </a:moveTo>
                <a:lnTo>
                  <a:pt x="58903" y="72072"/>
                </a:lnTo>
                <a:lnTo>
                  <a:pt x="58712" y="72188"/>
                </a:lnTo>
                <a:close/>
              </a:path>
              <a:path w="85725" h="85725">
                <a:moveTo>
                  <a:pt x="27220" y="72288"/>
                </a:moveTo>
                <a:lnTo>
                  <a:pt x="27012" y="72188"/>
                </a:lnTo>
                <a:lnTo>
                  <a:pt x="27220" y="72288"/>
                </a:lnTo>
                <a:close/>
              </a:path>
              <a:path w="85725" h="85725">
                <a:moveTo>
                  <a:pt x="72629" y="73672"/>
                </a:moveTo>
                <a:lnTo>
                  <a:pt x="55625" y="73672"/>
                </a:lnTo>
                <a:lnTo>
                  <a:pt x="56057" y="73494"/>
                </a:lnTo>
                <a:lnTo>
                  <a:pt x="58712" y="72188"/>
                </a:lnTo>
                <a:lnTo>
                  <a:pt x="58547" y="72288"/>
                </a:lnTo>
                <a:lnTo>
                  <a:pt x="73978" y="72288"/>
                </a:lnTo>
                <a:lnTo>
                  <a:pt x="73329" y="73012"/>
                </a:lnTo>
                <a:lnTo>
                  <a:pt x="72629" y="73672"/>
                </a:lnTo>
                <a:close/>
              </a:path>
              <a:path w="85725" h="85725">
                <a:moveTo>
                  <a:pt x="29926" y="73589"/>
                </a:moveTo>
                <a:lnTo>
                  <a:pt x="29667" y="73494"/>
                </a:lnTo>
                <a:lnTo>
                  <a:pt x="29926" y="73589"/>
                </a:lnTo>
                <a:close/>
              </a:path>
              <a:path w="85725" h="85725">
                <a:moveTo>
                  <a:pt x="55798" y="73589"/>
                </a:moveTo>
                <a:lnTo>
                  <a:pt x="55995" y="73494"/>
                </a:lnTo>
                <a:lnTo>
                  <a:pt x="55798" y="73589"/>
                </a:lnTo>
                <a:close/>
              </a:path>
              <a:path w="85725" h="85725">
                <a:moveTo>
                  <a:pt x="30153" y="73672"/>
                </a:moveTo>
                <a:lnTo>
                  <a:pt x="29926" y="73589"/>
                </a:lnTo>
                <a:lnTo>
                  <a:pt x="30153" y="73672"/>
                </a:lnTo>
                <a:close/>
              </a:path>
              <a:path w="85725" h="85725">
                <a:moveTo>
                  <a:pt x="71396" y="74777"/>
                </a:moveTo>
                <a:lnTo>
                  <a:pt x="52552" y="74777"/>
                </a:lnTo>
                <a:lnTo>
                  <a:pt x="53009" y="74637"/>
                </a:lnTo>
                <a:lnTo>
                  <a:pt x="55798" y="73589"/>
                </a:lnTo>
                <a:lnTo>
                  <a:pt x="55625" y="73672"/>
                </a:lnTo>
                <a:lnTo>
                  <a:pt x="72629" y="73672"/>
                </a:lnTo>
                <a:lnTo>
                  <a:pt x="71396" y="74777"/>
                </a:lnTo>
                <a:close/>
              </a:path>
              <a:path w="85725" h="85725">
                <a:moveTo>
                  <a:pt x="32968" y="74702"/>
                </a:moveTo>
                <a:lnTo>
                  <a:pt x="32715" y="74637"/>
                </a:lnTo>
                <a:lnTo>
                  <a:pt x="32968" y="74702"/>
                </a:lnTo>
                <a:close/>
              </a:path>
              <a:path w="85725" h="85725">
                <a:moveTo>
                  <a:pt x="52756" y="74702"/>
                </a:moveTo>
                <a:lnTo>
                  <a:pt x="52934" y="74637"/>
                </a:lnTo>
                <a:lnTo>
                  <a:pt x="52756" y="74702"/>
                </a:lnTo>
                <a:close/>
              </a:path>
              <a:path w="85725" h="85725">
                <a:moveTo>
                  <a:pt x="33258" y="74777"/>
                </a:moveTo>
                <a:lnTo>
                  <a:pt x="32968" y="74702"/>
                </a:lnTo>
                <a:lnTo>
                  <a:pt x="33258" y="74777"/>
                </a:lnTo>
                <a:close/>
              </a:path>
              <a:path w="85725" h="85725">
                <a:moveTo>
                  <a:pt x="70504" y="75577"/>
                </a:moveTo>
                <a:lnTo>
                  <a:pt x="49352" y="75577"/>
                </a:lnTo>
                <a:lnTo>
                  <a:pt x="49822" y="75476"/>
                </a:lnTo>
                <a:lnTo>
                  <a:pt x="52756" y="74702"/>
                </a:lnTo>
                <a:lnTo>
                  <a:pt x="52552" y="74777"/>
                </a:lnTo>
                <a:lnTo>
                  <a:pt x="71396" y="74777"/>
                </a:lnTo>
                <a:lnTo>
                  <a:pt x="70504" y="75577"/>
                </a:lnTo>
                <a:close/>
              </a:path>
              <a:path w="85725" h="85725">
                <a:moveTo>
                  <a:pt x="49635" y="75504"/>
                </a:moveTo>
                <a:lnTo>
                  <a:pt x="49822" y="75476"/>
                </a:lnTo>
                <a:lnTo>
                  <a:pt x="49635" y="75504"/>
                </a:lnTo>
                <a:close/>
              </a:path>
              <a:path w="85725" h="85725">
                <a:moveTo>
                  <a:pt x="36561" y="75577"/>
                </a:moveTo>
                <a:lnTo>
                  <a:pt x="36372" y="75577"/>
                </a:lnTo>
                <a:lnTo>
                  <a:pt x="36089" y="75504"/>
                </a:lnTo>
                <a:lnTo>
                  <a:pt x="36561" y="75577"/>
                </a:lnTo>
                <a:close/>
              </a:path>
              <a:path w="85725" h="85725">
                <a:moveTo>
                  <a:pt x="69965" y="76060"/>
                </a:moveTo>
                <a:lnTo>
                  <a:pt x="46037" y="76060"/>
                </a:lnTo>
                <a:lnTo>
                  <a:pt x="46520" y="76009"/>
                </a:lnTo>
                <a:lnTo>
                  <a:pt x="46366" y="76009"/>
                </a:lnTo>
                <a:lnTo>
                  <a:pt x="49635" y="75504"/>
                </a:lnTo>
                <a:lnTo>
                  <a:pt x="49352" y="75577"/>
                </a:lnTo>
                <a:lnTo>
                  <a:pt x="70504" y="75577"/>
                </a:lnTo>
                <a:lnTo>
                  <a:pt x="70022" y="76009"/>
                </a:lnTo>
                <a:lnTo>
                  <a:pt x="46295" y="76020"/>
                </a:lnTo>
                <a:lnTo>
                  <a:pt x="70010" y="76020"/>
                </a:lnTo>
                <a:close/>
              </a:path>
              <a:path w="85725" h="85725">
                <a:moveTo>
                  <a:pt x="40244" y="76060"/>
                </a:moveTo>
                <a:lnTo>
                  <a:pt x="39687" y="76060"/>
                </a:lnTo>
                <a:lnTo>
                  <a:pt x="39429" y="76020"/>
                </a:lnTo>
                <a:lnTo>
                  <a:pt x="40244" y="76060"/>
                </a:lnTo>
                <a:close/>
              </a:path>
              <a:path w="85725" h="85725">
                <a:moveTo>
                  <a:pt x="69782" y="76200"/>
                </a:moveTo>
                <a:lnTo>
                  <a:pt x="42862" y="76188"/>
                </a:lnTo>
                <a:lnTo>
                  <a:pt x="46295" y="76020"/>
                </a:lnTo>
                <a:lnTo>
                  <a:pt x="46037" y="76060"/>
                </a:lnTo>
                <a:lnTo>
                  <a:pt x="69965" y="76060"/>
                </a:lnTo>
                <a:lnTo>
                  <a:pt x="69782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3" name="object 573"/>
          <p:cNvSpPr/>
          <p:nvPr/>
        </p:nvSpPr>
        <p:spPr>
          <a:xfrm>
            <a:off x="6553200" y="35052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76200"/>
                </a:moveTo>
                <a:lnTo>
                  <a:pt x="23268" y="73206"/>
                </a:lnTo>
                <a:lnTo>
                  <a:pt x="11158" y="65041"/>
                </a:lnTo>
                <a:lnTo>
                  <a:pt x="2993" y="52931"/>
                </a:lnTo>
                <a:lnTo>
                  <a:pt x="0" y="38100"/>
                </a:lnTo>
                <a:lnTo>
                  <a:pt x="2993" y="23268"/>
                </a:lnTo>
                <a:lnTo>
                  <a:pt x="11158" y="11158"/>
                </a:lnTo>
                <a:lnTo>
                  <a:pt x="23268" y="2993"/>
                </a:lnTo>
                <a:lnTo>
                  <a:pt x="38100" y="0"/>
                </a:lnTo>
                <a:lnTo>
                  <a:pt x="52931" y="2993"/>
                </a:lnTo>
                <a:lnTo>
                  <a:pt x="65041" y="11158"/>
                </a:lnTo>
                <a:lnTo>
                  <a:pt x="73206" y="23268"/>
                </a:lnTo>
                <a:lnTo>
                  <a:pt x="76200" y="38100"/>
                </a:lnTo>
                <a:lnTo>
                  <a:pt x="73206" y="52931"/>
                </a:lnTo>
                <a:lnTo>
                  <a:pt x="65041" y="65041"/>
                </a:lnTo>
                <a:lnTo>
                  <a:pt x="52931" y="73206"/>
                </a:lnTo>
                <a:lnTo>
                  <a:pt x="381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4" name="object 574"/>
          <p:cNvSpPr/>
          <p:nvPr/>
        </p:nvSpPr>
        <p:spPr>
          <a:xfrm>
            <a:off x="6548437" y="3500437"/>
            <a:ext cx="85725" cy="85725"/>
          </a:xfrm>
          <a:custGeom>
            <a:avLst/>
            <a:gdLst/>
            <a:ahLst/>
            <a:cxnLst/>
            <a:rect l="l" t="t" r="r" b="b"/>
            <a:pathLst>
              <a:path w="85725" h="85725">
                <a:moveTo>
                  <a:pt x="47002" y="126"/>
                </a:moveTo>
                <a:lnTo>
                  <a:pt x="38722" y="126"/>
                </a:lnTo>
                <a:lnTo>
                  <a:pt x="42621" y="0"/>
                </a:lnTo>
                <a:lnTo>
                  <a:pt x="43103" y="0"/>
                </a:lnTo>
                <a:lnTo>
                  <a:pt x="47002" y="126"/>
                </a:lnTo>
                <a:close/>
              </a:path>
              <a:path w="85725" h="85725">
                <a:moveTo>
                  <a:pt x="47472" y="85471"/>
                </a:moveTo>
                <a:lnTo>
                  <a:pt x="38252" y="85471"/>
                </a:lnTo>
                <a:lnTo>
                  <a:pt x="34467" y="84836"/>
                </a:lnTo>
                <a:lnTo>
                  <a:pt x="29895" y="83692"/>
                </a:lnTo>
                <a:lnTo>
                  <a:pt x="26390" y="82423"/>
                </a:lnTo>
                <a:lnTo>
                  <a:pt x="25958" y="82169"/>
                </a:lnTo>
                <a:lnTo>
                  <a:pt x="22631" y="80645"/>
                </a:lnTo>
                <a:lnTo>
                  <a:pt x="19088" y="78486"/>
                </a:lnTo>
                <a:lnTo>
                  <a:pt x="18707" y="78232"/>
                </a:lnTo>
                <a:lnTo>
                  <a:pt x="15773" y="76073"/>
                </a:lnTo>
                <a:lnTo>
                  <a:pt x="15417" y="75691"/>
                </a:lnTo>
                <a:lnTo>
                  <a:pt x="12712" y="73278"/>
                </a:lnTo>
                <a:lnTo>
                  <a:pt x="12395" y="72898"/>
                </a:lnTo>
                <a:lnTo>
                  <a:pt x="9651" y="69850"/>
                </a:lnTo>
                <a:lnTo>
                  <a:pt x="7454" y="66928"/>
                </a:lnTo>
                <a:lnTo>
                  <a:pt x="0" y="43052"/>
                </a:lnTo>
                <a:lnTo>
                  <a:pt x="0" y="42545"/>
                </a:lnTo>
                <a:lnTo>
                  <a:pt x="12395" y="12700"/>
                </a:lnTo>
                <a:lnTo>
                  <a:pt x="12712" y="12319"/>
                </a:lnTo>
                <a:lnTo>
                  <a:pt x="15417" y="9905"/>
                </a:lnTo>
                <a:lnTo>
                  <a:pt x="15773" y="9525"/>
                </a:lnTo>
                <a:lnTo>
                  <a:pt x="18707" y="7365"/>
                </a:lnTo>
                <a:lnTo>
                  <a:pt x="19088" y="7112"/>
                </a:lnTo>
                <a:lnTo>
                  <a:pt x="22631" y="4952"/>
                </a:lnTo>
                <a:lnTo>
                  <a:pt x="25958" y="3428"/>
                </a:lnTo>
                <a:lnTo>
                  <a:pt x="26390" y="3175"/>
                </a:lnTo>
                <a:lnTo>
                  <a:pt x="29895" y="1904"/>
                </a:lnTo>
                <a:lnTo>
                  <a:pt x="34467" y="762"/>
                </a:lnTo>
                <a:lnTo>
                  <a:pt x="38252" y="126"/>
                </a:lnTo>
                <a:lnTo>
                  <a:pt x="47472" y="126"/>
                </a:lnTo>
                <a:lnTo>
                  <a:pt x="51257" y="762"/>
                </a:lnTo>
                <a:lnTo>
                  <a:pt x="55829" y="1904"/>
                </a:lnTo>
                <a:lnTo>
                  <a:pt x="59334" y="3175"/>
                </a:lnTo>
                <a:lnTo>
                  <a:pt x="59766" y="3428"/>
                </a:lnTo>
                <a:lnTo>
                  <a:pt x="63093" y="4952"/>
                </a:lnTo>
                <a:lnTo>
                  <a:pt x="66636" y="7112"/>
                </a:lnTo>
                <a:lnTo>
                  <a:pt x="67017" y="7365"/>
                </a:lnTo>
                <a:lnTo>
                  <a:pt x="69951" y="9525"/>
                </a:lnTo>
                <a:lnTo>
                  <a:pt x="42621" y="9525"/>
                </a:lnTo>
                <a:lnTo>
                  <a:pt x="42862" y="9532"/>
                </a:lnTo>
                <a:lnTo>
                  <a:pt x="39204" y="9651"/>
                </a:lnTo>
                <a:lnTo>
                  <a:pt x="39687" y="9651"/>
                </a:lnTo>
                <a:lnTo>
                  <a:pt x="36849" y="10033"/>
                </a:lnTo>
                <a:lnTo>
                  <a:pt x="36372" y="10033"/>
                </a:lnTo>
                <a:lnTo>
                  <a:pt x="32715" y="11049"/>
                </a:lnTo>
                <a:lnTo>
                  <a:pt x="30368" y="11937"/>
                </a:lnTo>
                <a:lnTo>
                  <a:pt x="30099" y="11937"/>
                </a:lnTo>
                <a:lnTo>
                  <a:pt x="27283" y="13335"/>
                </a:lnTo>
                <a:lnTo>
                  <a:pt x="24448" y="14986"/>
                </a:lnTo>
                <a:lnTo>
                  <a:pt x="24028" y="15239"/>
                </a:lnTo>
                <a:lnTo>
                  <a:pt x="21964" y="16890"/>
                </a:lnTo>
                <a:lnTo>
                  <a:pt x="21831" y="16890"/>
                </a:lnTo>
                <a:lnTo>
                  <a:pt x="19531" y="19050"/>
                </a:lnTo>
                <a:lnTo>
                  <a:pt x="16992" y="21716"/>
                </a:lnTo>
                <a:lnTo>
                  <a:pt x="15372" y="24002"/>
                </a:lnTo>
                <a:lnTo>
                  <a:pt x="13674" y="26670"/>
                </a:lnTo>
                <a:lnTo>
                  <a:pt x="13572" y="26810"/>
                </a:lnTo>
                <a:lnTo>
                  <a:pt x="12289" y="29590"/>
                </a:lnTo>
                <a:lnTo>
                  <a:pt x="11130" y="32638"/>
                </a:lnTo>
                <a:lnTo>
                  <a:pt x="10276" y="35813"/>
                </a:lnTo>
                <a:lnTo>
                  <a:pt x="9820" y="38608"/>
                </a:lnTo>
                <a:lnTo>
                  <a:pt x="9715" y="39115"/>
                </a:lnTo>
                <a:lnTo>
                  <a:pt x="9549" y="42545"/>
                </a:lnTo>
                <a:lnTo>
                  <a:pt x="9664" y="45974"/>
                </a:lnTo>
                <a:lnTo>
                  <a:pt x="10171" y="49275"/>
                </a:lnTo>
                <a:lnTo>
                  <a:pt x="10248" y="49784"/>
                </a:lnTo>
                <a:lnTo>
                  <a:pt x="10957" y="52450"/>
                </a:lnTo>
                <a:lnTo>
                  <a:pt x="11087" y="52959"/>
                </a:lnTo>
                <a:lnTo>
                  <a:pt x="12230" y="56007"/>
                </a:lnTo>
                <a:lnTo>
                  <a:pt x="13474" y="58547"/>
                </a:lnTo>
                <a:lnTo>
                  <a:pt x="15103" y="61213"/>
                </a:lnTo>
                <a:lnTo>
                  <a:pt x="15341" y="61595"/>
                </a:lnTo>
                <a:lnTo>
                  <a:pt x="17082" y="63880"/>
                </a:lnTo>
                <a:lnTo>
                  <a:pt x="19443" y="66548"/>
                </a:lnTo>
                <a:lnTo>
                  <a:pt x="21831" y="68707"/>
                </a:lnTo>
                <a:lnTo>
                  <a:pt x="21964" y="68707"/>
                </a:lnTo>
                <a:lnTo>
                  <a:pt x="24083" y="70358"/>
                </a:lnTo>
                <a:lnTo>
                  <a:pt x="24409" y="70612"/>
                </a:lnTo>
                <a:lnTo>
                  <a:pt x="27177" y="72262"/>
                </a:lnTo>
                <a:lnTo>
                  <a:pt x="30099" y="73660"/>
                </a:lnTo>
                <a:lnTo>
                  <a:pt x="30368" y="73660"/>
                </a:lnTo>
                <a:lnTo>
                  <a:pt x="32821" y="74549"/>
                </a:lnTo>
                <a:lnTo>
                  <a:pt x="36372" y="75564"/>
                </a:lnTo>
                <a:lnTo>
                  <a:pt x="36849" y="75564"/>
                </a:lnTo>
                <a:lnTo>
                  <a:pt x="39687" y="75946"/>
                </a:lnTo>
                <a:lnTo>
                  <a:pt x="39204" y="75946"/>
                </a:lnTo>
                <a:lnTo>
                  <a:pt x="42862" y="76184"/>
                </a:lnTo>
                <a:lnTo>
                  <a:pt x="42621" y="76200"/>
                </a:lnTo>
                <a:lnTo>
                  <a:pt x="69779" y="76200"/>
                </a:lnTo>
                <a:lnTo>
                  <a:pt x="67017" y="78232"/>
                </a:lnTo>
                <a:lnTo>
                  <a:pt x="66636" y="78486"/>
                </a:lnTo>
                <a:lnTo>
                  <a:pt x="63093" y="80645"/>
                </a:lnTo>
                <a:lnTo>
                  <a:pt x="59766" y="82169"/>
                </a:lnTo>
                <a:lnTo>
                  <a:pt x="59334" y="82423"/>
                </a:lnTo>
                <a:lnTo>
                  <a:pt x="55829" y="83692"/>
                </a:lnTo>
                <a:lnTo>
                  <a:pt x="51257" y="84836"/>
                </a:lnTo>
                <a:lnTo>
                  <a:pt x="47472" y="85471"/>
                </a:lnTo>
                <a:close/>
              </a:path>
              <a:path w="85725" h="85725">
                <a:moveTo>
                  <a:pt x="42862" y="9532"/>
                </a:moveTo>
                <a:lnTo>
                  <a:pt x="42621" y="9525"/>
                </a:lnTo>
                <a:lnTo>
                  <a:pt x="43103" y="9525"/>
                </a:lnTo>
                <a:lnTo>
                  <a:pt x="42862" y="9532"/>
                </a:lnTo>
                <a:close/>
              </a:path>
              <a:path w="85725" h="85725">
                <a:moveTo>
                  <a:pt x="49797" y="10156"/>
                </a:moveTo>
                <a:lnTo>
                  <a:pt x="46037" y="9651"/>
                </a:lnTo>
                <a:lnTo>
                  <a:pt x="46520" y="9651"/>
                </a:lnTo>
                <a:lnTo>
                  <a:pt x="42862" y="9532"/>
                </a:lnTo>
                <a:lnTo>
                  <a:pt x="43103" y="9525"/>
                </a:lnTo>
                <a:lnTo>
                  <a:pt x="69951" y="9525"/>
                </a:lnTo>
                <a:lnTo>
                  <a:pt x="70307" y="9905"/>
                </a:lnTo>
                <a:lnTo>
                  <a:pt x="70449" y="10033"/>
                </a:lnTo>
                <a:lnTo>
                  <a:pt x="49352" y="10033"/>
                </a:lnTo>
                <a:lnTo>
                  <a:pt x="49797" y="10156"/>
                </a:lnTo>
                <a:close/>
              </a:path>
              <a:path w="85725" h="85725">
                <a:moveTo>
                  <a:pt x="35927" y="10156"/>
                </a:moveTo>
                <a:lnTo>
                  <a:pt x="36372" y="10033"/>
                </a:lnTo>
                <a:lnTo>
                  <a:pt x="36849" y="10033"/>
                </a:lnTo>
                <a:lnTo>
                  <a:pt x="35927" y="10156"/>
                </a:lnTo>
                <a:close/>
              </a:path>
              <a:path w="85725" h="85725">
                <a:moveTo>
                  <a:pt x="70591" y="10160"/>
                </a:moveTo>
                <a:lnTo>
                  <a:pt x="49809" y="10156"/>
                </a:lnTo>
                <a:lnTo>
                  <a:pt x="49352" y="10033"/>
                </a:lnTo>
                <a:lnTo>
                  <a:pt x="70449" y="10033"/>
                </a:lnTo>
                <a:lnTo>
                  <a:pt x="70591" y="10160"/>
                </a:lnTo>
                <a:close/>
              </a:path>
              <a:path w="85725" h="85725">
                <a:moveTo>
                  <a:pt x="35915" y="10160"/>
                </a:moveTo>
                <a:close/>
              </a:path>
              <a:path w="85725" h="85725">
                <a:moveTo>
                  <a:pt x="71588" y="11049"/>
                </a:moveTo>
                <a:lnTo>
                  <a:pt x="53009" y="11049"/>
                </a:lnTo>
                <a:lnTo>
                  <a:pt x="49797" y="10156"/>
                </a:lnTo>
                <a:lnTo>
                  <a:pt x="70591" y="10160"/>
                </a:lnTo>
                <a:lnTo>
                  <a:pt x="71588" y="11049"/>
                </a:lnTo>
                <a:close/>
              </a:path>
              <a:path w="85725" h="85725">
                <a:moveTo>
                  <a:pt x="32821" y="11049"/>
                </a:moveTo>
                <a:lnTo>
                  <a:pt x="33172" y="10922"/>
                </a:lnTo>
                <a:lnTo>
                  <a:pt x="32821" y="11049"/>
                </a:lnTo>
                <a:close/>
              </a:path>
              <a:path w="85725" h="85725">
                <a:moveTo>
                  <a:pt x="56057" y="12191"/>
                </a:moveTo>
                <a:lnTo>
                  <a:pt x="52552" y="10922"/>
                </a:lnTo>
                <a:lnTo>
                  <a:pt x="53009" y="11049"/>
                </a:lnTo>
                <a:lnTo>
                  <a:pt x="71588" y="11049"/>
                </a:lnTo>
                <a:lnTo>
                  <a:pt x="72585" y="11937"/>
                </a:lnTo>
                <a:lnTo>
                  <a:pt x="55625" y="11937"/>
                </a:lnTo>
                <a:lnTo>
                  <a:pt x="56057" y="12191"/>
                </a:lnTo>
                <a:close/>
              </a:path>
              <a:path w="85725" h="85725">
                <a:moveTo>
                  <a:pt x="29667" y="12191"/>
                </a:moveTo>
                <a:lnTo>
                  <a:pt x="30099" y="11937"/>
                </a:lnTo>
                <a:lnTo>
                  <a:pt x="30368" y="11937"/>
                </a:lnTo>
                <a:lnTo>
                  <a:pt x="29667" y="12191"/>
                </a:lnTo>
                <a:close/>
              </a:path>
              <a:path w="85725" h="85725">
                <a:moveTo>
                  <a:pt x="75615" y="15239"/>
                </a:moveTo>
                <a:lnTo>
                  <a:pt x="61696" y="15239"/>
                </a:lnTo>
                <a:lnTo>
                  <a:pt x="61315" y="14986"/>
                </a:lnTo>
                <a:lnTo>
                  <a:pt x="58547" y="13335"/>
                </a:lnTo>
                <a:lnTo>
                  <a:pt x="55625" y="11937"/>
                </a:lnTo>
                <a:lnTo>
                  <a:pt x="72585" y="11937"/>
                </a:lnTo>
                <a:lnTo>
                  <a:pt x="73012" y="12319"/>
                </a:lnTo>
                <a:lnTo>
                  <a:pt x="73329" y="12700"/>
                </a:lnTo>
                <a:lnTo>
                  <a:pt x="75615" y="15239"/>
                </a:lnTo>
                <a:close/>
              </a:path>
              <a:path w="85725" h="85725">
                <a:moveTo>
                  <a:pt x="26771" y="13588"/>
                </a:moveTo>
                <a:lnTo>
                  <a:pt x="27177" y="13335"/>
                </a:lnTo>
                <a:lnTo>
                  <a:pt x="26771" y="13588"/>
                </a:lnTo>
                <a:close/>
              </a:path>
              <a:path w="85725" h="85725">
                <a:moveTo>
                  <a:pt x="58953" y="13588"/>
                </a:moveTo>
                <a:lnTo>
                  <a:pt x="58441" y="13335"/>
                </a:lnTo>
                <a:lnTo>
                  <a:pt x="58953" y="13588"/>
                </a:lnTo>
                <a:close/>
              </a:path>
              <a:path w="85725" h="85725">
                <a:moveTo>
                  <a:pt x="24274" y="15091"/>
                </a:moveTo>
                <a:lnTo>
                  <a:pt x="24409" y="14986"/>
                </a:lnTo>
                <a:lnTo>
                  <a:pt x="24274" y="15091"/>
                </a:lnTo>
                <a:close/>
              </a:path>
              <a:path w="85725" h="85725">
                <a:moveTo>
                  <a:pt x="61450" y="15091"/>
                </a:moveTo>
                <a:lnTo>
                  <a:pt x="61276" y="14986"/>
                </a:lnTo>
                <a:lnTo>
                  <a:pt x="61450" y="15091"/>
                </a:lnTo>
                <a:close/>
              </a:path>
              <a:path w="85725" h="85725">
                <a:moveTo>
                  <a:pt x="24083" y="15239"/>
                </a:moveTo>
                <a:lnTo>
                  <a:pt x="24274" y="15091"/>
                </a:lnTo>
                <a:lnTo>
                  <a:pt x="24083" y="15239"/>
                </a:lnTo>
                <a:close/>
              </a:path>
              <a:path w="85725" h="85725">
                <a:moveTo>
                  <a:pt x="64249" y="17272"/>
                </a:moveTo>
                <a:lnTo>
                  <a:pt x="61450" y="15091"/>
                </a:lnTo>
                <a:lnTo>
                  <a:pt x="61696" y="15239"/>
                </a:lnTo>
                <a:lnTo>
                  <a:pt x="75615" y="15239"/>
                </a:lnTo>
                <a:lnTo>
                  <a:pt x="76073" y="15748"/>
                </a:lnTo>
                <a:lnTo>
                  <a:pt x="76932" y="16890"/>
                </a:lnTo>
                <a:lnTo>
                  <a:pt x="63893" y="16890"/>
                </a:lnTo>
                <a:lnTo>
                  <a:pt x="64249" y="17272"/>
                </a:lnTo>
                <a:close/>
              </a:path>
              <a:path w="85725" h="85725">
                <a:moveTo>
                  <a:pt x="21475" y="17272"/>
                </a:moveTo>
                <a:lnTo>
                  <a:pt x="21831" y="16890"/>
                </a:lnTo>
                <a:lnTo>
                  <a:pt x="21964" y="16890"/>
                </a:lnTo>
                <a:lnTo>
                  <a:pt x="21475" y="17272"/>
                </a:lnTo>
                <a:close/>
              </a:path>
              <a:path w="85725" h="85725">
                <a:moveTo>
                  <a:pt x="80124" y="21716"/>
                </a:moveTo>
                <a:lnTo>
                  <a:pt x="68732" y="21716"/>
                </a:lnTo>
                <a:lnTo>
                  <a:pt x="66281" y="19050"/>
                </a:lnTo>
                <a:lnTo>
                  <a:pt x="63893" y="16890"/>
                </a:lnTo>
                <a:lnTo>
                  <a:pt x="76932" y="16890"/>
                </a:lnTo>
                <a:lnTo>
                  <a:pt x="78270" y="18669"/>
                </a:lnTo>
                <a:lnTo>
                  <a:pt x="78524" y="19050"/>
                </a:lnTo>
                <a:lnTo>
                  <a:pt x="80124" y="21716"/>
                </a:lnTo>
                <a:close/>
              </a:path>
              <a:path w="85725" h="85725">
                <a:moveTo>
                  <a:pt x="19126" y="19430"/>
                </a:moveTo>
                <a:lnTo>
                  <a:pt x="19443" y="19050"/>
                </a:lnTo>
                <a:lnTo>
                  <a:pt x="19126" y="19430"/>
                </a:lnTo>
                <a:close/>
              </a:path>
              <a:path w="85725" h="85725">
                <a:moveTo>
                  <a:pt x="66598" y="19430"/>
                </a:moveTo>
                <a:lnTo>
                  <a:pt x="66193" y="19050"/>
                </a:lnTo>
                <a:lnTo>
                  <a:pt x="66598" y="19430"/>
                </a:lnTo>
                <a:close/>
              </a:path>
              <a:path w="85725" h="85725">
                <a:moveTo>
                  <a:pt x="17082" y="21716"/>
                </a:moveTo>
                <a:lnTo>
                  <a:pt x="17272" y="21462"/>
                </a:lnTo>
                <a:lnTo>
                  <a:pt x="17082" y="21716"/>
                </a:lnTo>
                <a:close/>
              </a:path>
              <a:path w="85725" h="85725">
                <a:moveTo>
                  <a:pt x="81516" y="24384"/>
                </a:moveTo>
                <a:lnTo>
                  <a:pt x="70637" y="24384"/>
                </a:lnTo>
                <a:lnTo>
                  <a:pt x="70383" y="24002"/>
                </a:lnTo>
                <a:lnTo>
                  <a:pt x="68452" y="21462"/>
                </a:lnTo>
                <a:lnTo>
                  <a:pt x="68732" y="21716"/>
                </a:lnTo>
                <a:lnTo>
                  <a:pt x="80124" y="21716"/>
                </a:lnTo>
                <a:lnTo>
                  <a:pt x="80657" y="22605"/>
                </a:lnTo>
                <a:lnTo>
                  <a:pt x="81516" y="24384"/>
                </a:lnTo>
                <a:close/>
              </a:path>
              <a:path w="85725" h="85725">
                <a:moveTo>
                  <a:pt x="15184" y="24254"/>
                </a:moveTo>
                <a:lnTo>
                  <a:pt x="15341" y="24002"/>
                </a:lnTo>
                <a:lnTo>
                  <a:pt x="15184" y="24254"/>
                </a:lnTo>
                <a:close/>
              </a:path>
              <a:path w="85725" h="85725">
                <a:moveTo>
                  <a:pt x="70540" y="24254"/>
                </a:moveTo>
                <a:lnTo>
                  <a:pt x="70352" y="24002"/>
                </a:lnTo>
                <a:lnTo>
                  <a:pt x="70540" y="24254"/>
                </a:lnTo>
                <a:close/>
              </a:path>
              <a:path w="85725" h="85725">
                <a:moveTo>
                  <a:pt x="15103" y="24384"/>
                </a:moveTo>
                <a:lnTo>
                  <a:pt x="15184" y="24254"/>
                </a:lnTo>
                <a:lnTo>
                  <a:pt x="15103" y="24384"/>
                </a:lnTo>
                <a:close/>
              </a:path>
              <a:path w="85725" h="85725">
                <a:moveTo>
                  <a:pt x="82711" y="27050"/>
                </a:moveTo>
                <a:lnTo>
                  <a:pt x="72288" y="27050"/>
                </a:lnTo>
                <a:lnTo>
                  <a:pt x="72072" y="26670"/>
                </a:lnTo>
                <a:lnTo>
                  <a:pt x="70540" y="24254"/>
                </a:lnTo>
                <a:lnTo>
                  <a:pt x="70637" y="24384"/>
                </a:lnTo>
                <a:lnTo>
                  <a:pt x="81516" y="24384"/>
                </a:lnTo>
                <a:lnTo>
                  <a:pt x="82435" y="26288"/>
                </a:lnTo>
                <a:lnTo>
                  <a:pt x="82711" y="27050"/>
                </a:lnTo>
                <a:close/>
              </a:path>
              <a:path w="85725" h="85725">
                <a:moveTo>
                  <a:pt x="13586" y="26810"/>
                </a:moveTo>
                <a:lnTo>
                  <a:pt x="13652" y="26670"/>
                </a:lnTo>
                <a:lnTo>
                  <a:pt x="13586" y="26810"/>
                </a:lnTo>
                <a:close/>
              </a:path>
              <a:path w="85725" h="85725">
                <a:moveTo>
                  <a:pt x="72138" y="26810"/>
                </a:moveTo>
                <a:lnTo>
                  <a:pt x="72050" y="26670"/>
                </a:lnTo>
                <a:lnTo>
                  <a:pt x="72138" y="26810"/>
                </a:lnTo>
                <a:close/>
              </a:path>
              <a:path w="85725" h="85725">
                <a:moveTo>
                  <a:pt x="13474" y="27050"/>
                </a:moveTo>
                <a:lnTo>
                  <a:pt x="13586" y="26810"/>
                </a:lnTo>
                <a:lnTo>
                  <a:pt x="13474" y="27050"/>
                </a:lnTo>
                <a:close/>
              </a:path>
              <a:path w="85725" h="85725">
                <a:moveTo>
                  <a:pt x="84603" y="33147"/>
                </a:moveTo>
                <a:lnTo>
                  <a:pt x="74777" y="33147"/>
                </a:lnTo>
                <a:lnTo>
                  <a:pt x="74637" y="32638"/>
                </a:lnTo>
                <a:lnTo>
                  <a:pt x="73494" y="29590"/>
                </a:lnTo>
                <a:lnTo>
                  <a:pt x="72138" y="26810"/>
                </a:lnTo>
                <a:lnTo>
                  <a:pt x="72288" y="27050"/>
                </a:lnTo>
                <a:lnTo>
                  <a:pt x="82711" y="27050"/>
                </a:lnTo>
                <a:lnTo>
                  <a:pt x="83858" y="30225"/>
                </a:lnTo>
                <a:lnTo>
                  <a:pt x="84603" y="33147"/>
                </a:lnTo>
                <a:close/>
              </a:path>
              <a:path w="85725" h="85725">
                <a:moveTo>
                  <a:pt x="12052" y="30099"/>
                </a:moveTo>
                <a:lnTo>
                  <a:pt x="12230" y="29590"/>
                </a:lnTo>
                <a:lnTo>
                  <a:pt x="12052" y="30099"/>
                </a:lnTo>
                <a:close/>
              </a:path>
              <a:path w="85725" h="85725">
                <a:moveTo>
                  <a:pt x="73672" y="30099"/>
                </a:moveTo>
                <a:lnTo>
                  <a:pt x="73435" y="29590"/>
                </a:lnTo>
                <a:lnTo>
                  <a:pt x="73672" y="30099"/>
                </a:lnTo>
                <a:close/>
              </a:path>
              <a:path w="85725" h="85725">
                <a:moveTo>
                  <a:pt x="10981" y="33051"/>
                </a:moveTo>
                <a:lnTo>
                  <a:pt x="11087" y="32638"/>
                </a:lnTo>
                <a:lnTo>
                  <a:pt x="10981" y="33051"/>
                </a:lnTo>
                <a:close/>
              </a:path>
              <a:path w="85725" h="85725">
                <a:moveTo>
                  <a:pt x="74743" y="33051"/>
                </a:moveTo>
                <a:lnTo>
                  <a:pt x="74594" y="32638"/>
                </a:lnTo>
                <a:lnTo>
                  <a:pt x="74743" y="33051"/>
                </a:lnTo>
                <a:close/>
              </a:path>
              <a:path w="85725" h="85725">
                <a:moveTo>
                  <a:pt x="10957" y="33147"/>
                </a:moveTo>
                <a:close/>
              </a:path>
              <a:path w="85725" h="85725">
                <a:moveTo>
                  <a:pt x="85182" y="36322"/>
                </a:moveTo>
                <a:lnTo>
                  <a:pt x="75577" y="36322"/>
                </a:lnTo>
                <a:lnTo>
                  <a:pt x="75476" y="35813"/>
                </a:lnTo>
                <a:lnTo>
                  <a:pt x="74743" y="33051"/>
                </a:lnTo>
                <a:lnTo>
                  <a:pt x="84603" y="33147"/>
                </a:lnTo>
                <a:lnTo>
                  <a:pt x="84797" y="33909"/>
                </a:lnTo>
                <a:lnTo>
                  <a:pt x="84899" y="34416"/>
                </a:lnTo>
                <a:lnTo>
                  <a:pt x="85182" y="36322"/>
                </a:lnTo>
                <a:close/>
              </a:path>
              <a:path w="85725" h="85725">
                <a:moveTo>
                  <a:pt x="10206" y="36089"/>
                </a:moveTo>
                <a:lnTo>
                  <a:pt x="10248" y="35813"/>
                </a:lnTo>
                <a:lnTo>
                  <a:pt x="10206" y="36089"/>
                </a:lnTo>
                <a:close/>
              </a:path>
              <a:path w="85725" h="85725">
                <a:moveTo>
                  <a:pt x="75518" y="36089"/>
                </a:moveTo>
                <a:lnTo>
                  <a:pt x="75448" y="35813"/>
                </a:lnTo>
                <a:lnTo>
                  <a:pt x="75518" y="36089"/>
                </a:lnTo>
                <a:close/>
              </a:path>
              <a:path w="85725" h="85725">
                <a:moveTo>
                  <a:pt x="10171" y="36322"/>
                </a:moveTo>
                <a:lnTo>
                  <a:pt x="10206" y="36089"/>
                </a:lnTo>
                <a:lnTo>
                  <a:pt x="10171" y="36322"/>
                </a:lnTo>
                <a:close/>
              </a:path>
              <a:path w="85725" h="85725">
                <a:moveTo>
                  <a:pt x="85574" y="39624"/>
                </a:moveTo>
                <a:lnTo>
                  <a:pt x="76060" y="39624"/>
                </a:lnTo>
                <a:lnTo>
                  <a:pt x="76009" y="39115"/>
                </a:lnTo>
                <a:lnTo>
                  <a:pt x="75904" y="38608"/>
                </a:lnTo>
                <a:lnTo>
                  <a:pt x="75518" y="36089"/>
                </a:lnTo>
                <a:lnTo>
                  <a:pt x="75577" y="36322"/>
                </a:lnTo>
                <a:lnTo>
                  <a:pt x="85182" y="36322"/>
                </a:lnTo>
                <a:lnTo>
                  <a:pt x="85521" y="38608"/>
                </a:lnTo>
                <a:lnTo>
                  <a:pt x="85574" y="39624"/>
                </a:lnTo>
                <a:close/>
              </a:path>
              <a:path w="85725" h="85725">
                <a:moveTo>
                  <a:pt x="9703" y="39374"/>
                </a:moveTo>
                <a:lnTo>
                  <a:pt x="9715" y="39115"/>
                </a:lnTo>
                <a:lnTo>
                  <a:pt x="9703" y="39374"/>
                </a:lnTo>
                <a:close/>
              </a:path>
              <a:path w="85725" h="85725">
                <a:moveTo>
                  <a:pt x="76021" y="39374"/>
                </a:moveTo>
                <a:lnTo>
                  <a:pt x="75982" y="39115"/>
                </a:lnTo>
                <a:lnTo>
                  <a:pt x="76021" y="39374"/>
                </a:lnTo>
                <a:close/>
              </a:path>
              <a:path w="85725" h="85725">
                <a:moveTo>
                  <a:pt x="9690" y="39624"/>
                </a:moveTo>
                <a:lnTo>
                  <a:pt x="9703" y="39374"/>
                </a:lnTo>
                <a:lnTo>
                  <a:pt x="9690" y="39624"/>
                </a:lnTo>
                <a:close/>
              </a:path>
              <a:path w="85725" h="85725">
                <a:moveTo>
                  <a:pt x="85725" y="43052"/>
                </a:moveTo>
                <a:lnTo>
                  <a:pt x="76200" y="43052"/>
                </a:lnTo>
                <a:lnTo>
                  <a:pt x="76200" y="42545"/>
                </a:lnTo>
                <a:lnTo>
                  <a:pt x="76021" y="39374"/>
                </a:lnTo>
                <a:lnTo>
                  <a:pt x="76060" y="39624"/>
                </a:lnTo>
                <a:lnTo>
                  <a:pt x="85574" y="39624"/>
                </a:lnTo>
                <a:lnTo>
                  <a:pt x="85725" y="42545"/>
                </a:lnTo>
                <a:lnTo>
                  <a:pt x="85725" y="43052"/>
                </a:lnTo>
                <a:close/>
              </a:path>
              <a:path w="85725" h="85725">
                <a:moveTo>
                  <a:pt x="9537" y="42799"/>
                </a:moveTo>
                <a:lnTo>
                  <a:pt x="9525" y="42545"/>
                </a:lnTo>
                <a:lnTo>
                  <a:pt x="9537" y="42799"/>
                </a:lnTo>
                <a:close/>
              </a:path>
              <a:path w="85725" h="85725">
                <a:moveTo>
                  <a:pt x="76187" y="42799"/>
                </a:moveTo>
                <a:lnTo>
                  <a:pt x="76175" y="42545"/>
                </a:lnTo>
                <a:lnTo>
                  <a:pt x="76187" y="42799"/>
                </a:lnTo>
                <a:close/>
              </a:path>
              <a:path w="85725" h="85725">
                <a:moveTo>
                  <a:pt x="9549" y="43052"/>
                </a:moveTo>
                <a:lnTo>
                  <a:pt x="9537" y="42799"/>
                </a:lnTo>
                <a:lnTo>
                  <a:pt x="9549" y="43052"/>
                </a:lnTo>
                <a:close/>
              </a:path>
              <a:path w="85725" h="85725">
                <a:moveTo>
                  <a:pt x="85548" y="46482"/>
                </a:moveTo>
                <a:lnTo>
                  <a:pt x="76009" y="46482"/>
                </a:lnTo>
                <a:lnTo>
                  <a:pt x="76060" y="45974"/>
                </a:lnTo>
                <a:lnTo>
                  <a:pt x="76187" y="42799"/>
                </a:lnTo>
                <a:lnTo>
                  <a:pt x="76200" y="43052"/>
                </a:lnTo>
                <a:lnTo>
                  <a:pt x="85725" y="43052"/>
                </a:lnTo>
                <a:lnTo>
                  <a:pt x="85548" y="46482"/>
                </a:lnTo>
                <a:close/>
              </a:path>
              <a:path w="85725" h="85725">
                <a:moveTo>
                  <a:pt x="9703" y="46223"/>
                </a:moveTo>
                <a:lnTo>
                  <a:pt x="9664" y="45974"/>
                </a:lnTo>
                <a:lnTo>
                  <a:pt x="9703" y="46223"/>
                </a:lnTo>
                <a:close/>
              </a:path>
              <a:path w="85725" h="85725">
                <a:moveTo>
                  <a:pt x="76021" y="46223"/>
                </a:moveTo>
                <a:lnTo>
                  <a:pt x="76034" y="45974"/>
                </a:lnTo>
                <a:lnTo>
                  <a:pt x="76021" y="46223"/>
                </a:lnTo>
                <a:close/>
              </a:path>
              <a:path w="85725" h="85725">
                <a:moveTo>
                  <a:pt x="9742" y="46482"/>
                </a:moveTo>
                <a:lnTo>
                  <a:pt x="9703" y="46223"/>
                </a:lnTo>
                <a:lnTo>
                  <a:pt x="9742" y="46482"/>
                </a:lnTo>
                <a:close/>
              </a:path>
              <a:path w="85725" h="85725">
                <a:moveTo>
                  <a:pt x="85106" y="49784"/>
                </a:moveTo>
                <a:lnTo>
                  <a:pt x="75476" y="49784"/>
                </a:lnTo>
                <a:lnTo>
                  <a:pt x="75577" y="49275"/>
                </a:lnTo>
                <a:lnTo>
                  <a:pt x="76021" y="46223"/>
                </a:lnTo>
                <a:lnTo>
                  <a:pt x="76009" y="46482"/>
                </a:lnTo>
                <a:lnTo>
                  <a:pt x="85548" y="46482"/>
                </a:lnTo>
                <a:lnTo>
                  <a:pt x="85521" y="46989"/>
                </a:lnTo>
                <a:lnTo>
                  <a:pt x="85106" y="49784"/>
                </a:lnTo>
                <a:close/>
              </a:path>
              <a:path w="85725" h="85725">
                <a:moveTo>
                  <a:pt x="10206" y="49508"/>
                </a:moveTo>
                <a:lnTo>
                  <a:pt x="10147" y="49275"/>
                </a:lnTo>
                <a:lnTo>
                  <a:pt x="10206" y="49508"/>
                </a:lnTo>
                <a:close/>
              </a:path>
              <a:path w="85725" h="85725">
                <a:moveTo>
                  <a:pt x="75518" y="49508"/>
                </a:moveTo>
                <a:lnTo>
                  <a:pt x="75553" y="49275"/>
                </a:lnTo>
                <a:lnTo>
                  <a:pt x="75518" y="49508"/>
                </a:lnTo>
                <a:close/>
              </a:path>
              <a:path w="85725" h="85725">
                <a:moveTo>
                  <a:pt x="10276" y="49784"/>
                </a:moveTo>
                <a:lnTo>
                  <a:pt x="10206" y="49508"/>
                </a:lnTo>
                <a:lnTo>
                  <a:pt x="10276" y="49784"/>
                </a:lnTo>
                <a:close/>
              </a:path>
              <a:path w="85725" h="85725">
                <a:moveTo>
                  <a:pt x="84473" y="52959"/>
                </a:moveTo>
                <a:lnTo>
                  <a:pt x="74637" y="52959"/>
                </a:lnTo>
                <a:lnTo>
                  <a:pt x="74777" y="52450"/>
                </a:lnTo>
                <a:lnTo>
                  <a:pt x="75518" y="49508"/>
                </a:lnTo>
                <a:lnTo>
                  <a:pt x="75476" y="49784"/>
                </a:lnTo>
                <a:lnTo>
                  <a:pt x="85106" y="49784"/>
                </a:lnTo>
                <a:lnTo>
                  <a:pt x="84899" y="51180"/>
                </a:lnTo>
                <a:lnTo>
                  <a:pt x="84797" y="51688"/>
                </a:lnTo>
                <a:lnTo>
                  <a:pt x="84473" y="52959"/>
                </a:lnTo>
                <a:close/>
              </a:path>
              <a:path w="85725" h="85725">
                <a:moveTo>
                  <a:pt x="74743" y="52546"/>
                </a:moveTo>
                <a:close/>
              </a:path>
              <a:path w="85725" h="85725">
                <a:moveTo>
                  <a:pt x="11130" y="52959"/>
                </a:moveTo>
                <a:lnTo>
                  <a:pt x="10981" y="52546"/>
                </a:lnTo>
                <a:lnTo>
                  <a:pt x="11130" y="52959"/>
                </a:lnTo>
                <a:close/>
              </a:path>
              <a:path w="85725" h="85725">
                <a:moveTo>
                  <a:pt x="83628" y="56007"/>
                </a:moveTo>
                <a:lnTo>
                  <a:pt x="73494" y="56007"/>
                </a:lnTo>
                <a:lnTo>
                  <a:pt x="74743" y="52546"/>
                </a:lnTo>
                <a:lnTo>
                  <a:pt x="74637" y="52959"/>
                </a:lnTo>
                <a:lnTo>
                  <a:pt x="84473" y="52959"/>
                </a:lnTo>
                <a:lnTo>
                  <a:pt x="83812" y="55499"/>
                </a:lnTo>
                <a:lnTo>
                  <a:pt x="83628" y="56007"/>
                </a:lnTo>
                <a:close/>
              </a:path>
              <a:path w="85725" h="85725">
                <a:moveTo>
                  <a:pt x="12289" y="56007"/>
                </a:moveTo>
                <a:lnTo>
                  <a:pt x="12052" y="55499"/>
                </a:lnTo>
                <a:lnTo>
                  <a:pt x="12289" y="56007"/>
                </a:lnTo>
                <a:close/>
              </a:path>
              <a:path w="85725" h="85725">
                <a:moveTo>
                  <a:pt x="82573" y="58927"/>
                </a:moveTo>
                <a:lnTo>
                  <a:pt x="72072" y="58927"/>
                </a:lnTo>
                <a:lnTo>
                  <a:pt x="72288" y="58547"/>
                </a:lnTo>
                <a:lnTo>
                  <a:pt x="73672" y="55499"/>
                </a:lnTo>
                <a:lnTo>
                  <a:pt x="73494" y="56007"/>
                </a:lnTo>
                <a:lnTo>
                  <a:pt x="83628" y="56007"/>
                </a:lnTo>
                <a:lnTo>
                  <a:pt x="82573" y="58927"/>
                </a:lnTo>
                <a:close/>
              </a:path>
              <a:path w="85725" h="85725">
                <a:moveTo>
                  <a:pt x="13586" y="58787"/>
                </a:moveTo>
                <a:lnTo>
                  <a:pt x="13436" y="58547"/>
                </a:lnTo>
                <a:lnTo>
                  <a:pt x="13586" y="58787"/>
                </a:lnTo>
                <a:close/>
              </a:path>
              <a:path w="85725" h="85725">
                <a:moveTo>
                  <a:pt x="72138" y="58787"/>
                </a:moveTo>
                <a:lnTo>
                  <a:pt x="72250" y="58547"/>
                </a:lnTo>
                <a:lnTo>
                  <a:pt x="72138" y="58787"/>
                </a:lnTo>
                <a:close/>
              </a:path>
              <a:path w="85725" h="85725">
                <a:moveTo>
                  <a:pt x="13674" y="58927"/>
                </a:moveTo>
                <a:lnTo>
                  <a:pt x="13586" y="58787"/>
                </a:lnTo>
                <a:lnTo>
                  <a:pt x="13674" y="58927"/>
                </a:lnTo>
                <a:close/>
              </a:path>
              <a:path w="85725" h="85725">
                <a:moveTo>
                  <a:pt x="81332" y="61595"/>
                </a:moveTo>
                <a:lnTo>
                  <a:pt x="70383" y="61595"/>
                </a:lnTo>
                <a:lnTo>
                  <a:pt x="70637" y="61213"/>
                </a:lnTo>
                <a:lnTo>
                  <a:pt x="72138" y="58787"/>
                </a:lnTo>
                <a:lnTo>
                  <a:pt x="72072" y="58927"/>
                </a:lnTo>
                <a:lnTo>
                  <a:pt x="82573" y="58927"/>
                </a:lnTo>
                <a:lnTo>
                  <a:pt x="82435" y="59309"/>
                </a:lnTo>
                <a:lnTo>
                  <a:pt x="81332" y="61595"/>
                </a:lnTo>
                <a:close/>
              </a:path>
              <a:path w="85725" h="85725">
                <a:moveTo>
                  <a:pt x="15184" y="61343"/>
                </a:moveTo>
                <a:lnTo>
                  <a:pt x="15087" y="61213"/>
                </a:lnTo>
                <a:lnTo>
                  <a:pt x="15184" y="61343"/>
                </a:lnTo>
                <a:close/>
              </a:path>
              <a:path w="85725" h="85725">
                <a:moveTo>
                  <a:pt x="70540" y="61343"/>
                </a:moveTo>
                <a:lnTo>
                  <a:pt x="70621" y="61213"/>
                </a:lnTo>
                <a:lnTo>
                  <a:pt x="70540" y="61343"/>
                </a:lnTo>
                <a:close/>
              </a:path>
              <a:path w="85725" h="85725">
                <a:moveTo>
                  <a:pt x="15372" y="61595"/>
                </a:moveTo>
                <a:lnTo>
                  <a:pt x="15184" y="61343"/>
                </a:lnTo>
                <a:lnTo>
                  <a:pt x="15372" y="61595"/>
                </a:lnTo>
                <a:close/>
              </a:path>
              <a:path w="85725" h="85725">
                <a:moveTo>
                  <a:pt x="78509" y="66548"/>
                </a:moveTo>
                <a:lnTo>
                  <a:pt x="66281" y="66548"/>
                </a:lnTo>
                <a:lnTo>
                  <a:pt x="68732" y="63880"/>
                </a:lnTo>
                <a:lnTo>
                  <a:pt x="70540" y="61343"/>
                </a:lnTo>
                <a:lnTo>
                  <a:pt x="70383" y="61595"/>
                </a:lnTo>
                <a:lnTo>
                  <a:pt x="81332" y="61595"/>
                </a:lnTo>
                <a:lnTo>
                  <a:pt x="80429" y="63500"/>
                </a:lnTo>
                <a:lnTo>
                  <a:pt x="78509" y="66548"/>
                </a:lnTo>
                <a:close/>
              </a:path>
              <a:path w="85725" h="85725">
                <a:moveTo>
                  <a:pt x="17272" y="64135"/>
                </a:moveTo>
                <a:lnTo>
                  <a:pt x="16992" y="63880"/>
                </a:lnTo>
                <a:lnTo>
                  <a:pt x="17272" y="64135"/>
                </a:lnTo>
                <a:close/>
              </a:path>
              <a:path w="85725" h="85725">
                <a:moveTo>
                  <a:pt x="68452" y="64135"/>
                </a:moveTo>
                <a:lnTo>
                  <a:pt x="68642" y="63880"/>
                </a:lnTo>
                <a:lnTo>
                  <a:pt x="68452" y="64135"/>
                </a:lnTo>
                <a:close/>
              </a:path>
              <a:path w="85725" h="85725">
                <a:moveTo>
                  <a:pt x="19531" y="66548"/>
                </a:moveTo>
                <a:lnTo>
                  <a:pt x="19126" y="66166"/>
                </a:lnTo>
                <a:lnTo>
                  <a:pt x="19531" y="66548"/>
                </a:lnTo>
                <a:close/>
              </a:path>
              <a:path w="85725" h="85725">
                <a:moveTo>
                  <a:pt x="76932" y="68707"/>
                </a:moveTo>
                <a:lnTo>
                  <a:pt x="63893" y="68707"/>
                </a:lnTo>
                <a:lnTo>
                  <a:pt x="66598" y="66166"/>
                </a:lnTo>
                <a:lnTo>
                  <a:pt x="66281" y="66548"/>
                </a:lnTo>
                <a:lnTo>
                  <a:pt x="78509" y="66548"/>
                </a:lnTo>
                <a:lnTo>
                  <a:pt x="78270" y="66928"/>
                </a:lnTo>
                <a:lnTo>
                  <a:pt x="76932" y="68707"/>
                </a:lnTo>
                <a:close/>
              </a:path>
              <a:path w="85725" h="85725">
                <a:moveTo>
                  <a:pt x="21964" y="68707"/>
                </a:moveTo>
                <a:lnTo>
                  <a:pt x="21831" y="68707"/>
                </a:lnTo>
                <a:lnTo>
                  <a:pt x="21475" y="68325"/>
                </a:lnTo>
                <a:lnTo>
                  <a:pt x="21964" y="68707"/>
                </a:lnTo>
                <a:close/>
              </a:path>
              <a:path w="85725" h="85725">
                <a:moveTo>
                  <a:pt x="75387" y="70612"/>
                </a:moveTo>
                <a:lnTo>
                  <a:pt x="61315" y="70612"/>
                </a:lnTo>
                <a:lnTo>
                  <a:pt x="61696" y="70358"/>
                </a:lnTo>
                <a:lnTo>
                  <a:pt x="64249" y="68325"/>
                </a:lnTo>
                <a:lnTo>
                  <a:pt x="63893" y="68707"/>
                </a:lnTo>
                <a:lnTo>
                  <a:pt x="76932" y="68707"/>
                </a:lnTo>
                <a:lnTo>
                  <a:pt x="76073" y="69850"/>
                </a:lnTo>
                <a:lnTo>
                  <a:pt x="75387" y="70612"/>
                </a:lnTo>
                <a:close/>
              </a:path>
              <a:path w="85725" h="85725">
                <a:moveTo>
                  <a:pt x="24274" y="70506"/>
                </a:moveTo>
                <a:lnTo>
                  <a:pt x="24028" y="70358"/>
                </a:lnTo>
                <a:lnTo>
                  <a:pt x="24274" y="70506"/>
                </a:lnTo>
                <a:close/>
              </a:path>
              <a:path w="85725" h="85725">
                <a:moveTo>
                  <a:pt x="61450" y="70506"/>
                </a:moveTo>
                <a:lnTo>
                  <a:pt x="61641" y="70358"/>
                </a:lnTo>
                <a:lnTo>
                  <a:pt x="61450" y="70506"/>
                </a:lnTo>
                <a:close/>
              </a:path>
              <a:path w="85725" h="85725">
                <a:moveTo>
                  <a:pt x="24448" y="70612"/>
                </a:moveTo>
                <a:lnTo>
                  <a:pt x="24274" y="70506"/>
                </a:lnTo>
                <a:lnTo>
                  <a:pt x="24448" y="70612"/>
                </a:lnTo>
                <a:close/>
              </a:path>
              <a:path w="85725" h="85725">
                <a:moveTo>
                  <a:pt x="73901" y="72262"/>
                </a:moveTo>
                <a:lnTo>
                  <a:pt x="58547" y="72262"/>
                </a:lnTo>
                <a:lnTo>
                  <a:pt x="61450" y="70506"/>
                </a:lnTo>
                <a:lnTo>
                  <a:pt x="61315" y="70612"/>
                </a:lnTo>
                <a:lnTo>
                  <a:pt x="75387" y="70612"/>
                </a:lnTo>
                <a:lnTo>
                  <a:pt x="73901" y="72262"/>
                </a:lnTo>
                <a:close/>
              </a:path>
              <a:path w="85725" h="85725">
                <a:moveTo>
                  <a:pt x="27283" y="72262"/>
                </a:moveTo>
                <a:lnTo>
                  <a:pt x="26771" y="72009"/>
                </a:lnTo>
                <a:lnTo>
                  <a:pt x="27283" y="72262"/>
                </a:lnTo>
                <a:close/>
              </a:path>
              <a:path w="85725" h="85725">
                <a:moveTo>
                  <a:pt x="72585" y="73660"/>
                </a:moveTo>
                <a:lnTo>
                  <a:pt x="55625" y="73660"/>
                </a:lnTo>
                <a:lnTo>
                  <a:pt x="58953" y="72009"/>
                </a:lnTo>
                <a:lnTo>
                  <a:pt x="58547" y="72262"/>
                </a:lnTo>
                <a:lnTo>
                  <a:pt x="73901" y="72262"/>
                </a:lnTo>
                <a:lnTo>
                  <a:pt x="73012" y="73278"/>
                </a:lnTo>
                <a:lnTo>
                  <a:pt x="72585" y="73660"/>
                </a:lnTo>
                <a:close/>
              </a:path>
              <a:path w="85725" h="85725">
                <a:moveTo>
                  <a:pt x="30368" y="73660"/>
                </a:moveTo>
                <a:lnTo>
                  <a:pt x="30099" y="73660"/>
                </a:lnTo>
                <a:lnTo>
                  <a:pt x="29667" y="73405"/>
                </a:lnTo>
                <a:lnTo>
                  <a:pt x="30368" y="73660"/>
                </a:lnTo>
                <a:close/>
              </a:path>
              <a:path w="85725" h="85725">
                <a:moveTo>
                  <a:pt x="70449" y="75564"/>
                </a:moveTo>
                <a:lnTo>
                  <a:pt x="49352" y="75564"/>
                </a:lnTo>
                <a:lnTo>
                  <a:pt x="49822" y="75437"/>
                </a:lnTo>
                <a:lnTo>
                  <a:pt x="53009" y="74549"/>
                </a:lnTo>
                <a:lnTo>
                  <a:pt x="56057" y="73405"/>
                </a:lnTo>
                <a:lnTo>
                  <a:pt x="55625" y="73660"/>
                </a:lnTo>
                <a:lnTo>
                  <a:pt x="72585" y="73660"/>
                </a:lnTo>
                <a:lnTo>
                  <a:pt x="70449" y="75564"/>
                </a:lnTo>
                <a:close/>
              </a:path>
              <a:path w="85725" h="85725">
                <a:moveTo>
                  <a:pt x="33172" y="74675"/>
                </a:moveTo>
                <a:lnTo>
                  <a:pt x="32715" y="74549"/>
                </a:lnTo>
                <a:lnTo>
                  <a:pt x="33172" y="74675"/>
                </a:lnTo>
                <a:close/>
              </a:path>
              <a:path w="85725" h="85725">
                <a:moveTo>
                  <a:pt x="52552" y="74675"/>
                </a:moveTo>
                <a:lnTo>
                  <a:pt x="52903" y="74549"/>
                </a:lnTo>
                <a:lnTo>
                  <a:pt x="52552" y="74675"/>
                </a:lnTo>
                <a:close/>
              </a:path>
              <a:path w="85725" h="85725">
                <a:moveTo>
                  <a:pt x="49797" y="75441"/>
                </a:moveTo>
                <a:close/>
              </a:path>
              <a:path w="85725" h="85725">
                <a:moveTo>
                  <a:pt x="36849" y="75564"/>
                </a:moveTo>
                <a:lnTo>
                  <a:pt x="36372" y="75564"/>
                </a:lnTo>
                <a:lnTo>
                  <a:pt x="35927" y="75441"/>
                </a:lnTo>
                <a:lnTo>
                  <a:pt x="36849" y="75564"/>
                </a:lnTo>
                <a:close/>
              </a:path>
              <a:path w="85725" h="85725">
                <a:moveTo>
                  <a:pt x="69779" y="76200"/>
                </a:moveTo>
                <a:lnTo>
                  <a:pt x="43103" y="76200"/>
                </a:lnTo>
                <a:lnTo>
                  <a:pt x="42862" y="76184"/>
                </a:lnTo>
                <a:lnTo>
                  <a:pt x="46520" y="75946"/>
                </a:lnTo>
                <a:lnTo>
                  <a:pt x="46037" y="75946"/>
                </a:lnTo>
                <a:lnTo>
                  <a:pt x="49797" y="75441"/>
                </a:lnTo>
                <a:lnTo>
                  <a:pt x="49352" y="75564"/>
                </a:lnTo>
                <a:lnTo>
                  <a:pt x="70449" y="75564"/>
                </a:lnTo>
                <a:lnTo>
                  <a:pt x="69951" y="76073"/>
                </a:lnTo>
                <a:lnTo>
                  <a:pt x="69779" y="76200"/>
                </a:lnTo>
                <a:close/>
              </a:path>
              <a:path w="85725" h="85725">
                <a:moveTo>
                  <a:pt x="43103" y="76200"/>
                </a:moveTo>
                <a:lnTo>
                  <a:pt x="42621" y="76200"/>
                </a:lnTo>
                <a:lnTo>
                  <a:pt x="42862" y="76184"/>
                </a:lnTo>
                <a:lnTo>
                  <a:pt x="43103" y="76200"/>
                </a:lnTo>
                <a:close/>
              </a:path>
              <a:path w="85725" h="85725">
                <a:moveTo>
                  <a:pt x="43103" y="85725"/>
                </a:moveTo>
                <a:lnTo>
                  <a:pt x="42621" y="85725"/>
                </a:lnTo>
                <a:lnTo>
                  <a:pt x="38722" y="85471"/>
                </a:lnTo>
                <a:lnTo>
                  <a:pt x="47002" y="85471"/>
                </a:lnTo>
                <a:lnTo>
                  <a:pt x="43103" y="8572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5" name="object 575"/>
          <p:cNvSpPr/>
          <p:nvPr/>
        </p:nvSpPr>
        <p:spPr>
          <a:xfrm>
            <a:off x="8458200" y="44196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76200"/>
                </a:moveTo>
                <a:lnTo>
                  <a:pt x="23268" y="73206"/>
                </a:lnTo>
                <a:lnTo>
                  <a:pt x="11158" y="65041"/>
                </a:lnTo>
                <a:lnTo>
                  <a:pt x="2993" y="52931"/>
                </a:lnTo>
                <a:lnTo>
                  <a:pt x="0" y="38100"/>
                </a:lnTo>
                <a:lnTo>
                  <a:pt x="2993" y="23268"/>
                </a:lnTo>
                <a:lnTo>
                  <a:pt x="11158" y="11158"/>
                </a:lnTo>
                <a:lnTo>
                  <a:pt x="23268" y="2993"/>
                </a:lnTo>
                <a:lnTo>
                  <a:pt x="38100" y="0"/>
                </a:lnTo>
                <a:lnTo>
                  <a:pt x="52931" y="2993"/>
                </a:lnTo>
                <a:lnTo>
                  <a:pt x="65041" y="11158"/>
                </a:lnTo>
                <a:lnTo>
                  <a:pt x="73206" y="23268"/>
                </a:lnTo>
                <a:lnTo>
                  <a:pt x="76200" y="38100"/>
                </a:lnTo>
                <a:lnTo>
                  <a:pt x="73206" y="52931"/>
                </a:lnTo>
                <a:lnTo>
                  <a:pt x="65041" y="65041"/>
                </a:lnTo>
                <a:lnTo>
                  <a:pt x="52931" y="73206"/>
                </a:lnTo>
                <a:lnTo>
                  <a:pt x="381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6" name="object 576"/>
          <p:cNvSpPr/>
          <p:nvPr/>
        </p:nvSpPr>
        <p:spPr>
          <a:xfrm>
            <a:off x="8453437" y="4414837"/>
            <a:ext cx="85725" cy="85725"/>
          </a:xfrm>
          <a:custGeom>
            <a:avLst/>
            <a:gdLst/>
            <a:ahLst/>
            <a:cxnLst/>
            <a:rect l="l" t="t" r="r" b="b"/>
            <a:pathLst>
              <a:path w="85725" h="85725">
                <a:moveTo>
                  <a:pt x="47002" y="126"/>
                </a:moveTo>
                <a:lnTo>
                  <a:pt x="38722" y="126"/>
                </a:lnTo>
                <a:lnTo>
                  <a:pt x="42621" y="0"/>
                </a:lnTo>
                <a:lnTo>
                  <a:pt x="43103" y="0"/>
                </a:lnTo>
                <a:lnTo>
                  <a:pt x="47002" y="126"/>
                </a:lnTo>
                <a:close/>
              </a:path>
              <a:path w="85725" h="85725">
                <a:moveTo>
                  <a:pt x="47472" y="85471"/>
                </a:moveTo>
                <a:lnTo>
                  <a:pt x="38252" y="85471"/>
                </a:lnTo>
                <a:lnTo>
                  <a:pt x="34467" y="84836"/>
                </a:lnTo>
                <a:lnTo>
                  <a:pt x="29895" y="83692"/>
                </a:lnTo>
                <a:lnTo>
                  <a:pt x="26390" y="82423"/>
                </a:lnTo>
                <a:lnTo>
                  <a:pt x="25958" y="82169"/>
                </a:lnTo>
                <a:lnTo>
                  <a:pt x="22631" y="80645"/>
                </a:lnTo>
                <a:lnTo>
                  <a:pt x="19088" y="78486"/>
                </a:lnTo>
                <a:lnTo>
                  <a:pt x="18707" y="78232"/>
                </a:lnTo>
                <a:lnTo>
                  <a:pt x="15773" y="76073"/>
                </a:lnTo>
                <a:lnTo>
                  <a:pt x="15417" y="75691"/>
                </a:lnTo>
                <a:lnTo>
                  <a:pt x="12712" y="73278"/>
                </a:lnTo>
                <a:lnTo>
                  <a:pt x="12395" y="72898"/>
                </a:lnTo>
                <a:lnTo>
                  <a:pt x="9651" y="69850"/>
                </a:lnTo>
                <a:lnTo>
                  <a:pt x="7454" y="66928"/>
                </a:lnTo>
                <a:lnTo>
                  <a:pt x="0" y="43052"/>
                </a:lnTo>
                <a:lnTo>
                  <a:pt x="0" y="42545"/>
                </a:lnTo>
                <a:lnTo>
                  <a:pt x="12395" y="12700"/>
                </a:lnTo>
                <a:lnTo>
                  <a:pt x="12712" y="12319"/>
                </a:lnTo>
                <a:lnTo>
                  <a:pt x="15417" y="9905"/>
                </a:lnTo>
                <a:lnTo>
                  <a:pt x="15773" y="9525"/>
                </a:lnTo>
                <a:lnTo>
                  <a:pt x="18707" y="7365"/>
                </a:lnTo>
                <a:lnTo>
                  <a:pt x="19088" y="7112"/>
                </a:lnTo>
                <a:lnTo>
                  <a:pt x="22631" y="4952"/>
                </a:lnTo>
                <a:lnTo>
                  <a:pt x="25958" y="3428"/>
                </a:lnTo>
                <a:lnTo>
                  <a:pt x="26390" y="3175"/>
                </a:lnTo>
                <a:lnTo>
                  <a:pt x="29895" y="1904"/>
                </a:lnTo>
                <a:lnTo>
                  <a:pt x="34467" y="762"/>
                </a:lnTo>
                <a:lnTo>
                  <a:pt x="38252" y="126"/>
                </a:lnTo>
                <a:lnTo>
                  <a:pt x="47472" y="126"/>
                </a:lnTo>
                <a:lnTo>
                  <a:pt x="51257" y="762"/>
                </a:lnTo>
                <a:lnTo>
                  <a:pt x="55829" y="1904"/>
                </a:lnTo>
                <a:lnTo>
                  <a:pt x="59334" y="3175"/>
                </a:lnTo>
                <a:lnTo>
                  <a:pt x="59766" y="3428"/>
                </a:lnTo>
                <a:lnTo>
                  <a:pt x="63093" y="4952"/>
                </a:lnTo>
                <a:lnTo>
                  <a:pt x="66636" y="7112"/>
                </a:lnTo>
                <a:lnTo>
                  <a:pt x="67017" y="7365"/>
                </a:lnTo>
                <a:lnTo>
                  <a:pt x="69951" y="9525"/>
                </a:lnTo>
                <a:lnTo>
                  <a:pt x="42621" y="9525"/>
                </a:lnTo>
                <a:lnTo>
                  <a:pt x="42862" y="9532"/>
                </a:lnTo>
                <a:lnTo>
                  <a:pt x="39204" y="9651"/>
                </a:lnTo>
                <a:lnTo>
                  <a:pt x="39687" y="9651"/>
                </a:lnTo>
                <a:lnTo>
                  <a:pt x="36849" y="10033"/>
                </a:lnTo>
                <a:lnTo>
                  <a:pt x="36372" y="10033"/>
                </a:lnTo>
                <a:lnTo>
                  <a:pt x="32715" y="11049"/>
                </a:lnTo>
                <a:lnTo>
                  <a:pt x="30368" y="11937"/>
                </a:lnTo>
                <a:lnTo>
                  <a:pt x="30099" y="11937"/>
                </a:lnTo>
                <a:lnTo>
                  <a:pt x="27283" y="13335"/>
                </a:lnTo>
                <a:lnTo>
                  <a:pt x="24448" y="14986"/>
                </a:lnTo>
                <a:lnTo>
                  <a:pt x="24028" y="15239"/>
                </a:lnTo>
                <a:lnTo>
                  <a:pt x="21964" y="16890"/>
                </a:lnTo>
                <a:lnTo>
                  <a:pt x="21831" y="16890"/>
                </a:lnTo>
                <a:lnTo>
                  <a:pt x="19531" y="19050"/>
                </a:lnTo>
                <a:lnTo>
                  <a:pt x="16992" y="21716"/>
                </a:lnTo>
                <a:lnTo>
                  <a:pt x="15372" y="24002"/>
                </a:lnTo>
                <a:lnTo>
                  <a:pt x="13674" y="26670"/>
                </a:lnTo>
                <a:lnTo>
                  <a:pt x="13572" y="26810"/>
                </a:lnTo>
                <a:lnTo>
                  <a:pt x="12289" y="29590"/>
                </a:lnTo>
                <a:lnTo>
                  <a:pt x="11130" y="32638"/>
                </a:lnTo>
                <a:lnTo>
                  <a:pt x="10276" y="35813"/>
                </a:lnTo>
                <a:lnTo>
                  <a:pt x="9820" y="38608"/>
                </a:lnTo>
                <a:lnTo>
                  <a:pt x="9715" y="39115"/>
                </a:lnTo>
                <a:lnTo>
                  <a:pt x="9549" y="42545"/>
                </a:lnTo>
                <a:lnTo>
                  <a:pt x="9664" y="45974"/>
                </a:lnTo>
                <a:lnTo>
                  <a:pt x="10171" y="49275"/>
                </a:lnTo>
                <a:lnTo>
                  <a:pt x="10248" y="49784"/>
                </a:lnTo>
                <a:lnTo>
                  <a:pt x="10957" y="52450"/>
                </a:lnTo>
                <a:lnTo>
                  <a:pt x="11087" y="52959"/>
                </a:lnTo>
                <a:lnTo>
                  <a:pt x="12230" y="56007"/>
                </a:lnTo>
                <a:lnTo>
                  <a:pt x="13474" y="58547"/>
                </a:lnTo>
                <a:lnTo>
                  <a:pt x="15103" y="61213"/>
                </a:lnTo>
                <a:lnTo>
                  <a:pt x="15341" y="61595"/>
                </a:lnTo>
                <a:lnTo>
                  <a:pt x="17082" y="63880"/>
                </a:lnTo>
                <a:lnTo>
                  <a:pt x="19443" y="66548"/>
                </a:lnTo>
                <a:lnTo>
                  <a:pt x="21831" y="68707"/>
                </a:lnTo>
                <a:lnTo>
                  <a:pt x="21964" y="68707"/>
                </a:lnTo>
                <a:lnTo>
                  <a:pt x="24083" y="70358"/>
                </a:lnTo>
                <a:lnTo>
                  <a:pt x="24409" y="70612"/>
                </a:lnTo>
                <a:lnTo>
                  <a:pt x="27177" y="72262"/>
                </a:lnTo>
                <a:lnTo>
                  <a:pt x="30099" y="73660"/>
                </a:lnTo>
                <a:lnTo>
                  <a:pt x="30368" y="73660"/>
                </a:lnTo>
                <a:lnTo>
                  <a:pt x="32821" y="74549"/>
                </a:lnTo>
                <a:lnTo>
                  <a:pt x="36372" y="75564"/>
                </a:lnTo>
                <a:lnTo>
                  <a:pt x="36849" y="75564"/>
                </a:lnTo>
                <a:lnTo>
                  <a:pt x="39687" y="75946"/>
                </a:lnTo>
                <a:lnTo>
                  <a:pt x="39204" y="75946"/>
                </a:lnTo>
                <a:lnTo>
                  <a:pt x="42862" y="76184"/>
                </a:lnTo>
                <a:lnTo>
                  <a:pt x="42621" y="76200"/>
                </a:lnTo>
                <a:lnTo>
                  <a:pt x="69779" y="76200"/>
                </a:lnTo>
                <a:lnTo>
                  <a:pt x="67017" y="78232"/>
                </a:lnTo>
                <a:lnTo>
                  <a:pt x="66636" y="78486"/>
                </a:lnTo>
                <a:lnTo>
                  <a:pt x="63093" y="80645"/>
                </a:lnTo>
                <a:lnTo>
                  <a:pt x="59766" y="82169"/>
                </a:lnTo>
                <a:lnTo>
                  <a:pt x="59334" y="82423"/>
                </a:lnTo>
                <a:lnTo>
                  <a:pt x="55829" y="83692"/>
                </a:lnTo>
                <a:lnTo>
                  <a:pt x="51257" y="84836"/>
                </a:lnTo>
                <a:lnTo>
                  <a:pt x="47472" y="85471"/>
                </a:lnTo>
                <a:close/>
              </a:path>
              <a:path w="85725" h="85725">
                <a:moveTo>
                  <a:pt x="42862" y="9532"/>
                </a:moveTo>
                <a:lnTo>
                  <a:pt x="42621" y="9525"/>
                </a:lnTo>
                <a:lnTo>
                  <a:pt x="43103" y="9525"/>
                </a:lnTo>
                <a:lnTo>
                  <a:pt x="42862" y="9532"/>
                </a:lnTo>
                <a:close/>
              </a:path>
              <a:path w="85725" h="85725">
                <a:moveTo>
                  <a:pt x="49797" y="10156"/>
                </a:moveTo>
                <a:lnTo>
                  <a:pt x="46037" y="9651"/>
                </a:lnTo>
                <a:lnTo>
                  <a:pt x="46520" y="9651"/>
                </a:lnTo>
                <a:lnTo>
                  <a:pt x="42862" y="9532"/>
                </a:lnTo>
                <a:lnTo>
                  <a:pt x="43103" y="9525"/>
                </a:lnTo>
                <a:lnTo>
                  <a:pt x="69951" y="9525"/>
                </a:lnTo>
                <a:lnTo>
                  <a:pt x="70307" y="9905"/>
                </a:lnTo>
                <a:lnTo>
                  <a:pt x="70449" y="10033"/>
                </a:lnTo>
                <a:lnTo>
                  <a:pt x="49352" y="10033"/>
                </a:lnTo>
                <a:lnTo>
                  <a:pt x="49797" y="10156"/>
                </a:lnTo>
                <a:close/>
              </a:path>
              <a:path w="85725" h="85725">
                <a:moveTo>
                  <a:pt x="35927" y="10156"/>
                </a:moveTo>
                <a:lnTo>
                  <a:pt x="36372" y="10033"/>
                </a:lnTo>
                <a:lnTo>
                  <a:pt x="36849" y="10033"/>
                </a:lnTo>
                <a:lnTo>
                  <a:pt x="35927" y="10156"/>
                </a:lnTo>
                <a:close/>
              </a:path>
              <a:path w="85725" h="85725">
                <a:moveTo>
                  <a:pt x="70591" y="10160"/>
                </a:moveTo>
                <a:lnTo>
                  <a:pt x="49809" y="10156"/>
                </a:lnTo>
                <a:lnTo>
                  <a:pt x="49352" y="10033"/>
                </a:lnTo>
                <a:lnTo>
                  <a:pt x="70449" y="10033"/>
                </a:lnTo>
                <a:lnTo>
                  <a:pt x="70591" y="10160"/>
                </a:lnTo>
                <a:close/>
              </a:path>
              <a:path w="85725" h="85725">
                <a:moveTo>
                  <a:pt x="35915" y="10160"/>
                </a:moveTo>
                <a:close/>
              </a:path>
              <a:path w="85725" h="85725">
                <a:moveTo>
                  <a:pt x="71588" y="11049"/>
                </a:moveTo>
                <a:lnTo>
                  <a:pt x="53009" y="11049"/>
                </a:lnTo>
                <a:lnTo>
                  <a:pt x="49797" y="10156"/>
                </a:lnTo>
                <a:lnTo>
                  <a:pt x="70591" y="10160"/>
                </a:lnTo>
                <a:lnTo>
                  <a:pt x="71588" y="11049"/>
                </a:lnTo>
                <a:close/>
              </a:path>
              <a:path w="85725" h="85725">
                <a:moveTo>
                  <a:pt x="32821" y="11049"/>
                </a:moveTo>
                <a:lnTo>
                  <a:pt x="33172" y="10922"/>
                </a:lnTo>
                <a:lnTo>
                  <a:pt x="32821" y="11049"/>
                </a:lnTo>
                <a:close/>
              </a:path>
              <a:path w="85725" h="85725">
                <a:moveTo>
                  <a:pt x="56057" y="12191"/>
                </a:moveTo>
                <a:lnTo>
                  <a:pt x="52552" y="10922"/>
                </a:lnTo>
                <a:lnTo>
                  <a:pt x="53009" y="11049"/>
                </a:lnTo>
                <a:lnTo>
                  <a:pt x="71588" y="11049"/>
                </a:lnTo>
                <a:lnTo>
                  <a:pt x="72585" y="11937"/>
                </a:lnTo>
                <a:lnTo>
                  <a:pt x="55625" y="11937"/>
                </a:lnTo>
                <a:lnTo>
                  <a:pt x="56057" y="12191"/>
                </a:lnTo>
                <a:close/>
              </a:path>
              <a:path w="85725" h="85725">
                <a:moveTo>
                  <a:pt x="29667" y="12191"/>
                </a:moveTo>
                <a:lnTo>
                  <a:pt x="30099" y="11937"/>
                </a:lnTo>
                <a:lnTo>
                  <a:pt x="30368" y="11937"/>
                </a:lnTo>
                <a:lnTo>
                  <a:pt x="29667" y="12191"/>
                </a:lnTo>
                <a:close/>
              </a:path>
              <a:path w="85725" h="85725">
                <a:moveTo>
                  <a:pt x="75615" y="15239"/>
                </a:moveTo>
                <a:lnTo>
                  <a:pt x="61696" y="15239"/>
                </a:lnTo>
                <a:lnTo>
                  <a:pt x="61315" y="14986"/>
                </a:lnTo>
                <a:lnTo>
                  <a:pt x="58547" y="13335"/>
                </a:lnTo>
                <a:lnTo>
                  <a:pt x="55625" y="11937"/>
                </a:lnTo>
                <a:lnTo>
                  <a:pt x="72585" y="11937"/>
                </a:lnTo>
                <a:lnTo>
                  <a:pt x="73012" y="12319"/>
                </a:lnTo>
                <a:lnTo>
                  <a:pt x="73329" y="12700"/>
                </a:lnTo>
                <a:lnTo>
                  <a:pt x="75615" y="15239"/>
                </a:lnTo>
                <a:close/>
              </a:path>
              <a:path w="85725" h="85725">
                <a:moveTo>
                  <a:pt x="26771" y="13588"/>
                </a:moveTo>
                <a:lnTo>
                  <a:pt x="27177" y="13335"/>
                </a:lnTo>
                <a:lnTo>
                  <a:pt x="26771" y="13588"/>
                </a:lnTo>
                <a:close/>
              </a:path>
              <a:path w="85725" h="85725">
                <a:moveTo>
                  <a:pt x="58953" y="13588"/>
                </a:moveTo>
                <a:lnTo>
                  <a:pt x="58441" y="13335"/>
                </a:lnTo>
                <a:lnTo>
                  <a:pt x="58953" y="13588"/>
                </a:lnTo>
                <a:close/>
              </a:path>
              <a:path w="85725" h="85725">
                <a:moveTo>
                  <a:pt x="24274" y="15091"/>
                </a:moveTo>
                <a:lnTo>
                  <a:pt x="24409" y="14986"/>
                </a:lnTo>
                <a:lnTo>
                  <a:pt x="24274" y="15091"/>
                </a:lnTo>
                <a:close/>
              </a:path>
              <a:path w="85725" h="85725">
                <a:moveTo>
                  <a:pt x="61450" y="15091"/>
                </a:moveTo>
                <a:lnTo>
                  <a:pt x="61276" y="14986"/>
                </a:lnTo>
                <a:lnTo>
                  <a:pt x="61450" y="15091"/>
                </a:lnTo>
                <a:close/>
              </a:path>
              <a:path w="85725" h="85725">
                <a:moveTo>
                  <a:pt x="24083" y="15239"/>
                </a:moveTo>
                <a:lnTo>
                  <a:pt x="24274" y="15091"/>
                </a:lnTo>
                <a:lnTo>
                  <a:pt x="24083" y="15239"/>
                </a:lnTo>
                <a:close/>
              </a:path>
              <a:path w="85725" h="85725">
                <a:moveTo>
                  <a:pt x="64249" y="17272"/>
                </a:moveTo>
                <a:lnTo>
                  <a:pt x="61450" y="15091"/>
                </a:lnTo>
                <a:lnTo>
                  <a:pt x="61696" y="15239"/>
                </a:lnTo>
                <a:lnTo>
                  <a:pt x="75615" y="15239"/>
                </a:lnTo>
                <a:lnTo>
                  <a:pt x="76073" y="15748"/>
                </a:lnTo>
                <a:lnTo>
                  <a:pt x="76932" y="16890"/>
                </a:lnTo>
                <a:lnTo>
                  <a:pt x="63893" y="16890"/>
                </a:lnTo>
                <a:lnTo>
                  <a:pt x="64249" y="17272"/>
                </a:lnTo>
                <a:close/>
              </a:path>
              <a:path w="85725" h="85725">
                <a:moveTo>
                  <a:pt x="21475" y="17272"/>
                </a:moveTo>
                <a:lnTo>
                  <a:pt x="21831" y="16890"/>
                </a:lnTo>
                <a:lnTo>
                  <a:pt x="21964" y="16890"/>
                </a:lnTo>
                <a:lnTo>
                  <a:pt x="21475" y="17272"/>
                </a:lnTo>
                <a:close/>
              </a:path>
              <a:path w="85725" h="85725">
                <a:moveTo>
                  <a:pt x="80124" y="21716"/>
                </a:moveTo>
                <a:lnTo>
                  <a:pt x="68732" y="21716"/>
                </a:lnTo>
                <a:lnTo>
                  <a:pt x="66281" y="19050"/>
                </a:lnTo>
                <a:lnTo>
                  <a:pt x="63893" y="16890"/>
                </a:lnTo>
                <a:lnTo>
                  <a:pt x="76932" y="16890"/>
                </a:lnTo>
                <a:lnTo>
                  <a:pt x="78270" y="18669"/>
                </a:lnTo>
                <a:lnTo>
                  <a:pt x="78524" y="19050"/>
                </a:lnTo>
                <a:lnTo>
                  <a:pt x="80124" y="21716"/>
                </a:lnTo>
                <a:close/>
              </a:path>
              <a:path w="85725" h="85725">
                <a:moveTo>
                  <a:pt x="19126" y="19430"/>
                </a:moveTo>
                <a:lnTo>
                  <a:pt x="19443" y="19050"/>
                </a:lnTo>
                <a:lnTo>
                  <a:pt x="19126" y="19430"/>
                </a:lnTo>
                <a:close/>
              </a:path>
              <a:path w="85725" h="85725">
                <a:moveTo>
                  <a:pt x="66598" y="19430"/>
                </a:moveTo>
                <a:lnTo>
                  <a:pt x="66193" y="19050"/>
                </a:lnTo>
                <a:lnTo>
                  <a:pt x="66598" y="19430"/>
                </a:lnTo>
                <a:close/>
              </a:path>
              <a:path w="85725" h="85725">
                <a:moveTo>
                  <a:pt x="17082" y="21716"/>
                </a:moveTo>
                <a:lnTo>
                  <a:pt x="17272" y="21462"/>
                </a:lnTo>
                <a:lnTo>
                  <a:pt x="17082" y="21716"/>
                </a:lnTo>
                <a:close/>
              </a:path>
              <a:path w="85725" h="85725">
                <a:moveTo>
                  <a:pt x="81516" y="24384"/>
                </a:moveTo>
                <a:lnTo>
                  <a:pt x="70637" y="24384"/>
                </a:lnTo>
                <a:lnTo>
                  <a:pt x="70383" y="24002"/>
                </a:lnTo>
                <a:lnTo>
                  <a:pt x="68452" y="21462"/>
                </a:lnTo>
                <a:lnTo>
                  <a:pt x="68732" y="21716"/>
                </a:lnTo>
                <a:lnTo>
                  <a:pt x="80124" y="21716"/>
                </a:lnTo>
                <a:lnTo>
                  <a:pt x="80657" y="22605"/>
                </a:lnTo>
                <a:lnTo>
                  <a:pt x="81516" y="24384"/>
                </a:lnTo>
                <a:close/>
              </a:path>
              <a:path w="85725" h="85725">
                <a:moveTo>
                  <a:pt x="15184" y="24254"/>
                </a:moveTo>
                <a:lnTo>
                  <a:pt x="15341" y="24002"/>
                </a:lnTo>
                <a:lnTo>
                  <a:pt x="15184" y="24254"/>
                </a:lnTo>
                <a:close/>
              </a:path>
              <a:path w="85725" h="85725">
                <a:moveTo>
                  <a:pt x="70540" y="24254"/>
                </a:moveTo>
                <a:lnTo>
                  <a:pt x="70352" y="24002"/>
                </a:lnTo>
                <a:lnTo>
                  <a:pt x="70540" y="24254"/>
                </a:lnTo>
                <a:close/>
              </a:path>
              <a:path w="85725" h="85725">
                <a:moveTo>
                  <a:pt x="15103" y="24384"/>
                </a:moveTo>
                <a:lnTo>
                  <a:pt x="15184" y="24254"/>
                </a:lnTo>
                <a:lnTo>
                  <a:pt x="15103" y="24384"/>
                </a:lnTo>
                <a:close/>
              </a:path>
              <a:path w="85725" h="85725">
                <a:moveTo>
                  <a:pt x="82711" y="27050"/>
                </a:moveTo>
                <a:lnTo>
                  <a:pt x="72288" y="27050"/>
                </a:lnTo>
                <a:lnTo>
                  <a:pt x="72072" y="26670"/>
                </a:lnTo>
                <a:lnTo>
                  <a:pt x="70540" y="24254"/>
                </a:lnTo>
                <a:lnTo>
                  <a:pt x="70637" y="24384"/>
                </a:lnTo>
                <a:lnTo>
                  <a:pt x="81516" y="24384"/>
                </a:lnTo>
                <a:lnTo>
                  <a:pt x="82435" y="26288"/>
                </a:lnTo>
                <a:lnTo>
                  <a:pt x="82711" y="27050"/>
                </a:lnTo>
                <a:close/>
              </a:path>
              <a:path w="85725" h="85725">
                <a:moveTo>
                  <a:pt x="13586" y="26810"/>
                </a:moveTo>
                <a:lnTo>
                  <a:pt x="13652" y="26670"/>
                </a:lnTo>
                <a:lnTo>
                  <a:pt x="13586" y="26810"/>
                </a:lnTo>
                <a:close/>
              </a:path>
              <a:path w="85725" h="85725">
                <a:moveTo>
                  <a:pt x="72138" y="26810"/>
                </a:moveTo>
                <a:lnTo>
                  <a:pt x="72050" y="26670"/>
                </a:lnTo>
                <a:lnTo>
                  <a:pt x="72138" y="26810"/>
                </a:lnTo>
                <a:close/>
              </a:path>
              <a:path w="85725" h="85725">
                <a:moveTo>
                  <a:pt x="13474" y="27050"/>
                </a:moveTo>
                <a:lnTo>
                  <a:pt x="13586" y="26810"/>
                </a:lnTo>
                <a:lnTo>
                  <a:pt x="13474" y="27050"/>
                </a:lnTo>
                <a:close/>
              </a:path>
              <a:path w="85725" h="85725">
                <a:moveTo>
                  <a:pt x="84603" y="33147"/>
                </a:moveTo>
                <a:lnTo>
                  <a:pt x="74777" y="33147"/>
                </a:lnTo>
                <a:lnTo>
                  <a:pt x="74637" y="32638"/>
                </a:lnTo>
                <a:lnTo>
                  <a:pt x="73494" y="29590"/>
                </a:lnTo>
                <a:lnTo>
                  <a:pt x="72138" y="26810"/>
                </a:lnTo>
                <a:lnTo>
                  <a:pt x="72288" y="27050"/>
                </a:lnTo>
                <a:lnTo>
                  <a:pt x="82711" y="27050"/>
                </a:lnTo>
                <a:lnTo>
                  <a:pt x="83858" y="30225"/>
                </a:lnTo>
                <a:lnTo>
                  <a:pt x="84603" y="33147"/>
                </a:lnTo>
                <a:close/>
              </a:path>
              <a:path w="85725" h="85725">
                <a:moveTo>
                  <a:pt x="12052" y="30099"/>
                </a:moveTo>
                <a:lnTo>
                  <a:pt x="12230" y="29590"/>
                </a:lnTo>
                <a:lnTo>
                  <a:pt x="12052" y="30099"/>
                </a:lnTo>
                <a:close/>
              </a:path>
              <a:path w="85725" h="85725">
                <a:moveTo>
                  <a:pt x="73672" y="30099"/>
                </a:moveTo>
                <a:lnTo>
                  <a:pt x="73435" y="29590"/>
                </a:lnTo>
                <a:lnTo>
                  <a:pt x="73672" y="30099"/>
                </a:lnTo>
                <a:close/>
              </a:path>
              <a:path w="85725" h="85725">
                <a:moveTo>
                  <a:pt x="10981" y="33051"/>
                </a:moveTo>
                <a:lnTo>
                  <a:pt x="11087" y="32638"/>
                </a:lnTo>
                <a:lnTo>
                  <a:pt x="10981" y="33051"/>
                </a:lnTo>
                <a:close/>
              </a:path>
              <a:path w="85725" h="85725">
                <a:moveTo>
                  <a:pt x="74743" y="33051"/>
                </a:moveTo>
                <a:lnTo>
                  <a:pt x="74594" y="32638"/>
                </a:lnTo>
                <a:lnTo>
                  <a:pt x="74743" y="33051"/>
                </a:lnTo>
                <a:close/>
              </a:path>
              <a:path w="85725" h="85725">
                <a:moveTo>
                  <a:pt x="10957" y="33147"/>
                </a:moveTo>
                <a:close/>
              </a:path>
              <a:path w="85725" h="85725">
                <a:moveTo>
                  <a:pt x="85182" y="36322"/>
                </a:moveTo>
                <a:lnTo>
                  <a:pt x="75577" y="36322"/>
                </a:lnTo>
                <a:lnTo>
                  <a:pt x="75476" y="35813"/>
                </a:lnTo>
                <a:lnTo>
                  <a:pt x="74743" y="33051"/>
                </a:lnTo>
                <a:lnTo>
                  <a:pt x="84603" y="33147"/>
                </a:lnTo>
                <a:lnTo>
                  <a:pt x="84797" y="33909"/>
                </a:lnTo>
                <a:lnTo>
                  <a:pt x="84899" y="34416"/>
                </a:lnTo>
                <a:lnTo>
                  <a:pt x="85182" y="36322"/>
                </a:lnTo>
                <a:close/>
              </a:path>
              <a:path w="85725" h="85725">
                <a:moveTo>
                  <a:pt x="10206" y="36089"/>
                </a:moveTo>
                <a:lnTo>
                  <a:pt x="10248" y="35813"/>
                </a:lnTo>
                <a:lnTo>
                  <a:pt x="10206" y="36089"/>
                </a:lnTo>
                <a:close/>
              </a:path>
              <a:path w="85725" h="85725">
                <a:moveTo>
                  <a:pt x="75518" y="36089"/>
                </a:moveTo>
                <a:lnTo>
                  <a:pt x="75448" y="35813"/>
                </a:lnTo>
                <a:lnTo>
                  <a:pt x="75518" y="36089"/>
                </a:lnTo>
                <a:close/>
              </a:path>
              <a:path w="85725" h="85725">
                <a:moveTo>
                  <a:pt x="10171" y="36322"/>
                </a:moveTo>
                <a:lnTo>
                  <a:pt x="10206" y="36089"/>
                </a:lnTo>
                <a:lnTo>
                  <a:pt x="10171" y="36322"/>
                </a:lnTo>
                <a:close/>
              </a:path>
              <a:path w="85725" h="85725">
                <a:moveTo>
                  <a:pt x="85574" y="39624"/>
                </a:moveTo>
                <a:lnTo>
                  <a:pt x="76060" y="39624"/>
                </a:lnTo>
                <a:lnTo>
                  <a:pt x="76009" y="39115"/>
                </a:lnTo>
                <a:lnTo>
                  <a:pt x="75904" y="38608"/>
                </a:lnTo>
                <a:lnTo>
                  <a:pt x="75518" y="36089"/>
                </a:lnTo>
                <a:lnTo>
                  <a:pt x="75577" y="36322"/>
                </a:lnTo>
                <a:lnTo>
                  <a:pt x="85182" y="36322"/>
                </a:lnTo>
                <a:lnTo>
                  <a:pt x="85521" y="38608"/>
                </a:lnTo>
                <a:lnTo>
                  <a:pt x="85574" y="39624"/>
                </a:lnTo>
                <a:close/>
              </a:path>
              <a:path w="85725" h="85725">
                <a:moveTo>
                  <a:pt x="9703" y="39374"/>
                </a:moveTo>
                <a:lnTo>
                  <a:pt x="9715" y="39115"/>
                </a:lnTo>
                <a:lnTo>
                  <a:pt x="9703" y="39374"/>
                </a:lnTo>
                <a:close/>
              </a:path>
              <a:path w="85725" h="85725">
                <a:moveTo>
                  <a:pt x="76021" y="39374"/>
                </a:moveTo>
                <a:lnTo>
                  <a:pt x="75982" y="39115"/>
                </a:lnTo>
                <a:lnTo>
                  <a:pt x="76021" y="39374"/>
                </a:lnTo>
                <a:close/>
              </a:path>
              <a:path w="85725" h="85725">
                <a:moveTo>
                  <a:pt x="9690" y="39624"/>
                </a:moveTo>
                <a:lnTo>
                  <a:pt x="9703" y="39374"/>
                </a:lnTo>
                <a:lnTo>
                  <a:pt x="9690" y="39624"/>
                </a:lnTo>
                <a:close/>
              </a:path>
              <a:path w="85725" h="85725">
                <a:moveTo>
                  <a:pt x="85725" y="43052"/>
                </a:moveTo>
                <a:lnTo>
                  <a:pt x="76200" y="43052"/>
                </a:lnTo>
                <a:lnTo>
                  <a:pt x="76200" y="42545"/>
                </a:lnTo>
                <a:lnTo>
                  <a:pt x="76021" y="39374"/>
                </a:lnTo>
                <a:lnTo>
                  <a:pt x="76060" y="39624"/>
                </a:lnTo>
                <a:lnTo>
                  <a:pt x="85574" y="39624"/>
                </a:lnTo>
                <a:lnTo>
                  <a:pt x="85725" y="42545"/>
                </a:lnTo>
                <a:lnTo>
                  <a:pt x="85725" y="43052"/>
                </a:lnTo>
                <a:close/>
              </a:path>
              <a:path w="85725" h="85725">
                <a:moveTo>
                  <a:pt x="9537" y="42799"/>
                </a:moveTo>
                <a:lnTo>
                  <a:pt x="9525" y="42545"/>
                </a:lnTo>
                <a:lnTo>
                  <a:pt x="9537" y="42799"/>
                </a:lnTo>
                <a:close/>
              </a:path>
              <a:path w="85725" h="85725">
                <a:moveTo>
                  <a:pt x="76187" y="42799"/>
                </a:moveTo>
                <a:lnTo>
                  <a:pt x="76175" y="42545"/>
                </a:lnTo>
                <a:lnTo>
                  <a:pt x="76187" y="42799"/>
                </a:lnTo>
                <a:close/>
              </a:path>
              <a:path w="85725" h="85725">
                <a:moveTo>
                  <a:pt x="9549" y="43052"/>
                </a:moveTo>
                <a:lnTo>
                  <a:pt x="9537" y="42799"/>
                </a:lnTo>
                <a:lnTo>
                  <a:pt x="9549" y="43052"/>
                </a:lnTo>
                <a:close/>
              </a:path>
              <a:path w="85725" h="85725">
                <a:moveTo>
                  <a:pt x="85548" y="46482"/>
                </a:moveTo>
                <a:lnTo>
                  <a:pt x="76009" y="46482"/>
                </a:lnTo>
                <a:lnTo>
                  <a:pt x="76060" y="45974"/>
                </a:lnTo>
                <a:lnTo>
                  <a:pt x="76187" y="42799"/>
                </a:lnTo>
                <a:lnTo>
                  <a:pt x="76200" y="43052"/>
                </a:lnTo>
                <a:lnTo>
                  <a:pt x="85725" y="43052"/>
                </a:lnTo>
                <a:lnTo>
                  <a:pt x="85548" y="46482"/>
                </a:lnTo>
                <a:close/>
              </a:path>
              <a:path w="85725" h="85725">
                <a:moveTo>
                  <a:pt x="9703" y="46223"/>
                </a:moveTo>
                <a:lnTo>
                  <a:pt x="9664" y="45974"/>
                </a:lnTo>
                <a:lnTo>
                  <a:pt x="9703" y="46223"/>
                </a:lnTo>
                <a:close/>
              </a:path>
              <a:path w="85725" h="85725">
                <a:moveTo>
                  <a:pt x="76021" y="46223"/>
                </a:moveTo>
                <a:lnTo>
                  <a:pt x="76034" y="45974"/>
                </a:lnTo>
                <a:lnTo>
                  <a:pt x="76021" y="46223"/>
                </a:lnTo>
                <a:close/>
              </a:path>
              <a:path w="85725" h="85725">
                <a:moveTo>
                  <a:pt x="9742" y="46482"/>
                </a:moveTo>
                <a:lnTo>
                  <a:pt x="9703" y="46223"/>
                </a:lnTo>
                <a:lnTo>
                  <a:pt x="9742" y="46482"/>
                </a:lnTo>
                <a:close/>
              </a:path>
              <a:path w="85725" h="85725">
                <a:moveTo>
                  <a:pt x="85106" y="49784"/>
                </a:moveTo>
                <a:lnTo>
                  <a:pt x="75476" y="49784"/>
                </a:lnTo>
                <a:lnTo>
                  <a:pt x="75577" y="49275"/>
                </a:lnTo>
                <a:lnTo>
                  <a:pt x="76021" y="46223"/>
                </a:lnTo>
                <a:lnTo>
                  <a:pt x="76009" y="46482"/>
                </a:lnTo>
                <a:lnTo>
                  <a:pt x="85548" y="46482"/>
                </a:lnTo>
                <a:lnTo>
                  <a:pt x="85521" y="46989"/>
                </a:lnTo>
                <a:lnTo>
                  <a:pt x="85106" y="49784"/>
                </a:lnTo>
                <a:close/>
              </a:path>
              <a:path w="85725" h="85725">
                <a:moveTo>
                  <a:pt x="10206" y="49508"/>
                </a:moveTo>
                <a:lnTo>
                  <a:pt x="10147" y="49275"/>
                </a:lnTo>
                <a:lnTo>
                  <a:pt x="10206" y="49508"/>
                </a:lnTo>
                <a:close/>
              </a:path>
              <a:path w="85725" h="85725">
                <a:moveTo>
                  <a:pt x="75518" y="49508"/>
                </a:moveTo>
                <a:lnTo>
                  <a:pt x="75553" y="49275"/>
                </a:lnTo>
                <a:lnTo>
                  <a:pt x="75518" y="49508"/>
                </a:lnTo>
                <a:close/>
              </a:path>
              <a:path w="85725" h="85725">
                <a:moveTo>
                  <a:pt x="10276" y="49784"/>
                </a:moveTo>
                <a:lnTo>
                  <a:pt x="10206" y="49508"/>
                </a:lnTo>
                <a:lnTo>
                  <a:pt x="10276" y="49784"/>
                </a:lnTo>
                <a:close/>
              </a:path>
              <a:path w="85725" h="85725">
                <a:moveTo>
                  <a:pt x="84473" y="52959"/>
                </a:moveTo>
                <a:lnTo>
                  <a:pt x="74637" y="52959"/>
                </a:lnTo>
                <a:lnTo>
                  <a:pt x="74777" y="52450"/>
                </a:lnTo>
                <a:lnTo>
                  <a:pt x="75518" y="49508"/>
                </a:lnTo>
                <a:lnTo>
                  <a:pt x="75476" y="49784"/>
                </a:lnTo>
                <a:lnTo>
                  <a:pt x="85106" y="49784"/>
                </a:lnTo>
                <a:lnTo>
                  <a:pt x="84899" y="51180"/>
                </a:lnTo>
                <a:lnTo>
                  <a:pt x="84797" y="51688"/>
                </a:lnTo>
                <a:lnTo>
                  <a:pt x="84473" y="52959"/>
                </a:lnTo>
                <a:close/>
              </a:path>
              <a:path w="85725" h="85725">
                <a:moveTo>
                  <a:pt x="74743" y="52546"/>
                </a:moveTo>
                <a:close/>
              </a:path>
              <a:path w="85725" h="85725">
                <a:moveTo>
                  <a:pt x="11130" y="52959"/>
                </a:moveTo>
                <a:lnTo>
                  <a:pt x="10981" y="52546"/>
                </a:lnTo>
                <a:lnTo>
                  <a:pt x="11130" y="52959"/>
                </a:lnTo>
                <a:close/>
              </a:path>
              <a:path w="85725" h="85725">
                <a:moveTo>
                  <a:pt x="83628" y="56007"/>
                </a:moveTo>
                <a:lnTo>
                  <a:pt x="73494" y="56007"/>
                </a:lnTo>
                <a:lnTo>
                  <a:pt x="74743" y="52546"/>
                </a:lnTo>
                <a:lnTo>
                  <a:pt x="74637" y="52959"/>
                </a:lnTo>
                <a:lnTo>
                  <a:pt x="84473" y="52959"/>
                </a:lnTo>
                <a:lnTo>
                  <a:pt x="83812" y="55499"/>
                </a:lnTo>
                <a:lnTo>
                  <a:pt x="83628" y="56007"/>
                </a:lnTo>
                <a:close/>
              </a:path>
              <a:path w="85725" h="85725">
                <a:moveTo>
                  <a:pt x="12289" y="56007"/>
                </a:moveTo>
                <a:lnTo>
                  <a:pt x="12052" y="55499"/>
                </a:lnTo>
                <a:lnTo>
                  <a:pt x="12289" y="56007"/>
                </a:lnTo>
                <a:close/>
              </a:path>
              <a:path w="85725" h="85725">
                <a:moveTo>
                  <a:pt x="82573" y="58927"/>
                </a:moveTo>
                <a:lnTo>
                  <a:pt x="72072" y="58927"/>
                </a:lnTo>
                <a:lnTo>
                  <a:pt x="72288" y="58547"/>
                </a:lnTo>
                <a:lnTo>
                  <a:pt x="73672" y="55499"/>
                </a:lnTo>
                <a:lnTo>
                  <a:pt x="73494" y="56007"/>
                </a:lnTo>
                <a:lnTo>
                  <a:pt x="83628" y="56007"/>
                </a:lnTo>
                <a:lnTo>
                  <a:pt x="82573" y="58927"/>
                </a:lnTo>
                <a:close/>
              </a:path>
              <a:path w="85725" h="85725">
                <a:moveTo>
                  <a:pt x="13586" y="58787"/>
                </a:moveTo>
                <a:lnTo>
                  <a:pt x="13436" y="58547"/>
                </a:lnTo>
                <a:lnTo>
                  <a:pt x="13586" y="58787"/>
                </a:lnTo>
                <a:close/>
              </a:path>
              <a:path w="85725" h="85725">
                <a:moveTo>
                  <a:pt x="72138" y="58787"/>
                </a:moveTo>
                <a:lnTo>
                  <a:pt x="72250" y="58547"/>
                </a:lnTo>
                <a:lnTo>
                  <a:pt x="72138" y="58787"/>
                </a:lnTo>
                <a:close/>
              </a:path>
              <a:path w="85725" h="85725">
                <a:moveTo>
                  <a:pt x="13674" y="58927"/>
                </a:moveTo>
                <a:lnTo>
                  <a:pt x="13586" y="58787"/>
                </a:lnTo>
                <a:lnTo>
                  <a:pt x="13674" y="58927"/>
                </a:lnTo>
                <a:close/>
              </a:path>
              <a:path w="85725" h="85725">
                <a:moveTo>
                  <a:pt x="81332" y="61595"/>
                </a:moveTo>
                <a:lnTo>
                  <a:pt x="70383" y="61595"/>
                </a:lnTo>
                <a:lnTo>
                  <a:pt x="70637" y="61213"/>
                </a:lnTo>
                <a:lnTo>
                  <a:pt x="72138" y="58787"/>
                </a:lnTo>
                <a:lnTo>
                  <a:pt x="72072" y="58927"/>
                </a:lnTo>
                <a:lnTo>
                  <a:pt x="82573" y="58927"/>
                </a:lnTo>
                <a:lnTo>
                  <a:pt x="82435" y="59309"/>
                </a:lnTo>
                <a:lnTo>
                  <a:pt x="81332" y="61595"/>
                </a:lnTo>
                <a:close/>
              </a:path>
              <a:path w="85725" h="85725">
                <a:moveTo>
                  <a:pt x="15184" y="61343"/>
                </a:moveTo>
                <a:lnTo>
                  <a:pt x="15087" y="61213"/>
                </a:lnTo>
                <a:lnTo>
                  <a:pt x="15184" y="61343"/>
                </a:lnTo>
                <a:close/>
              </a:path>
              <a:path w="85725" h="85725">
                <a:moveTo>
                  <a:pt x="70540" y="61343"/>
                </a:moveTo>
                <a:lnTo>
                  <a:pt x="70621" y="61213"/>
                </a:lnTo>
                <a:lnTo>
                  <a:pt x="70540" y="61343"/>
                </a:lnTo>
                <a:close/>
              </a:path>
              <a:path w="85725" h="85725">
                <a:moveTo>
                  <a:pt x="15372" y="61595"/>
                </a:moveTo>
                <a:lnTo>
                  <a:pt x="15184" y="61343"/>
                </a:lnTo>
                <a:lnTo>
                  <a:pt x="15372" y="61595"/>
                </a:lnTo>
                <a:close/>
              </a:path>
              <a:path w="85725" h="85725">
                <a:moveTo>
                  <a:pt x="78509" y="66548"/>
                </a:moveTo>
                <a:lnTo>
                  <a:pt x="66281" y="66548"/>
                </a:lnTo>
                <a:lnTo>
                  <a:pt x="68732" y="63880"/>
                </a:lnTo>
                <a:lnTo>
                  <a:pt x="70540" y="61343"/>
                </a:lnTo>
                <a:lnTo>
                  <a:pt x="70383" y="61595"/>
                </a:lnTo>
                <a:lnTo>
                  <a:pt x="81332" y="61595"/>
                </a:lnTo>
                <a:lnTo>
                  <a:pt x="80429" y="63500"/>
                </a:lnTo>
                <a:lnTo>
                  <a:pt x="78509" y="66548"/>
                </a:lnTo>
                <a:close/>
              </a:path>
              <a:path w="85725" h="85725">
                <a:moveTo>
                  <a:pt x="17272" y="64135"/>
                </a:moveTo>
                <a:lnTo>
                  <a:pt x="16992" y="63880"/>
                </a:lnTo>
                <a:lnTo>
                  <a:pt x="17272" y="64135"/>
                </a:lnTo>
                <a:close/>
              </a:path>
              <a:path w="85725" h="85725">
                <a:moveTo>
                  <a:pt x="68452" y="64135"/>
                </a:moveTo>
                <a:lnTo>
                  <a:pt x="68642" y="63880"/>
                </a:lnTo>
                <a:lnTo>
                  <a:pt x="68452" y="64135"/>
                </a:lnTo>
                <a:close/>
              </a:path>
              <a:path w="85725" h="85725">
                <a:moveTo>
                  <a:pt x="19531" y="66548"/>
                </a:moveTo>
                <a:lnTo>
                  <a:pt x="19126" y="66166"/>
                </a:lnTo>
                <a:lnTo>
                  <a:pt x="19531" y="66548"/>
                </a:lnTo>
                <a:close/>
              </a:path>
              <a:path w="85725" h="85725">
                <a:moveTo>
                  <a:pt x="76932" y="68707"/>
                </a:moveTo>
                <a:lnTo>
                  <a:pt x="63893" y="68707"/>
                </a:lnTo>
                <a:lnTo>
                  <a:pt x="66598" y="66166"/>
                </a:lnTo>
                <a:lnTo>
                  <a:pt x="66281" y="66548"/>
                </a:lnTo>
                <a:lnTo>
                  <a:pt x="78509" y="66548"/>
                </a:lnTo>
                <a:lnTo>
                  <a:pt x="78270" y="66928"/>
                </a:lnTo>
                <a:lnTo>
                  <a:pt x="76932" y="68707"/>
                </a:lnTo>
                <a:close/>
              </a:path>
              <a:path w="85725" h="85725">
                <a:moveTo>
                  <a:pt x="21964" y="68707"/>
                </a:moveTo>
                <a:lnTo>
                  <a:pt x="21831" y="68707"/>
                </a:lnTo>
                <a:lnTo>
                  <a:pt x="21475" y="68325"/>
                </a:lnTo>
                <a:lnTo>
                  <a:pt x="21964" y="68707"/>
                </a:lnTo>
                <a:close/>
              </a:path>
              <a:path w="85725" h="85725">
                <a:moveTo>
                  <a:pt x="75387" y="70612"/>
                </a:moveTo>
                <a:lnTo>
                  <a:pt x="61315" y="70612"/>
                </a:lnTo>
                <a:lnTo>
                  <a:pt x="61696" y="70358"/>
                </a:lnTo>
                <a:lnTo>
                  <a:pt x="64249" y="68325"/>
                </a:lnTo>
                <a:lnTo>
                  <a:pt x="63893" y="68707"/>
                </a:lnTo>
                <a:lnTo>
                  <a:pt x="76932" y="68707"/>
                </a:lnTo>
                <a:lnTo>
                  <a:pt x="76073" y="69850"/>
                </a:lnTo>
                <a:lnTo>
                  <a:pt x="75387" y="70612"/>
                </a:lnTo>
                <a:close/>
              </a:path>
              <a:path w="85725" h="85725">
                <a:moveTo>
                  <a:pt x="24274" y="70506"/>
                </a:moveTo>
                <a:lnTo>
                  <a:pt x="24028" y="70358"/>
                </a:lnTo>
                <a:lnTo>
                  <a:pt x="24274" y="70506"/>
                </a:lnTo>
                <a:close/>
              </a:path>
              <a:path w="85725" h="85725">
                <a:moveTo>
                  <a:pt x="61450" y="70506"/>
                </a:moveTo>
                <a:lnTo>
                  <a:pt x="61641" y="70358"/>
                </a:lnTo>
                <a:lnTo>
                  <a:pt x="61450" y="70506"/>
                </a:lnTo>
                <a:close/>
              </a:path>
              <a:path w="85725" h="85725">
                <a:moveTo>
                  <a:pt x="24448" y="70612"/>
                </a:moveTo>
                <a:lnTo>
                  <a:pt x="24274" y="70506"/>
                </a:lnTo>
                <a:lnTo>
                  <a:pt x="24448" y="70612"/>
                </a:lnTo>
                <a:close/>
              </a:path>
              <a:path w="85725" h="85725">
                <a:moveTo>
                  <a:pt x="73901" y="72262"/>
                </a:moveTo>
                <a:lnTo>
                  <a:pt x="58547" y="72262"/>
                </a:lnTo>
                <a:lnTo>
                  <a:pt x="61450" y="70506"/>
                </a:lnTo>
                <a:lnTo>
                  <a:pt x="61315" y="70612"/>
                </a:lnTo>
                <a:lnTo>
                  <a:pt x="75387" y="70612"/>
                </a:lnTo>
                <a:lnTo>
                  <a:pt x="73901" y="72262"/>
                </a:lnTo>
                <a:close/>
              </a:path>
              <a:path w="85725" h="85725">
                <a:moveTo>
                  <a:pt x="27283" y="72262"/>
                </a:moveTo>
                <a:lnTo>
                  <a:pt x="26771" y="72009"/>
                </a:lnTo>
                <a:lnTo>
                  <a:pt x="27283" y="72262"/>
                </a:lnTo>
                <a:close/>
              </a:path>
              <a:path w="85725" h="85725">
                <a:moveTo>
                  <a:pt x="72585" y="73660"/>
                </a:moveTo>
                <a:lnTo>
                  <a:pt x="55625" y="73660"/>
                </a:lnTo>
                <a:lnTo>
                  <a:pt x="58953" y="72009"/>
                </a:lnTo>
                <a:lnTo>
                  <a:pt x="58547" y="72262"/>
                </a:lnTo>
                <a:lnTo>
                  <a:pt x="73901" y="72262"/>
                </a:lnTo>
                <a:lnTo>
                  <a:pt x="73012" y="73278"/>
                </a:lnTo>
                <a:lnTo>
                  <a:pt x="72585" y="73660"/>
                </a:lnTo>
                <a:close/>
              </a:path>
              <a:path w="85725" h="85725">
                <a:moveTo>
                  <a:pt x="30368" y="73660"/>
                </a:moveTo>
                <a:lnTo>
                  <a:pt x="30099" y="73660"/>
                </a:lnTo>
                <a:lnTo>
                  <a:pt x="29667" y="73405"/>
                </a:lnTo>
                <a:lnTo>
                  <a:pt x="30368" y="73660"/>
                </a:lnTo>
                <a:close/>
              </a:path>
              <a:path w="85725" h="85725">
                <a:moveTo>
                  <a:pt x="70449" y="75564"/>
                </a:moveTo>
                <a:lnTo>
                  <a:pt x="49352" y="75564"/>
                </a:lnTo>
                <a:lnTo>
                  <a:pt x="49822" y="75437"/>
                </a:lnTo>
                <a:lnTo>
                  <a:pt x="53009" y="74549"/>
                </a:lnTo>
                <a:lnTo>
                  <a:pt x="56057" y="73405"/>
                </a:lnTo>
                <a:lnTo>
                  <a:pt x="55625" y="73660"/>
                </a:lnTo>
                <a:lnTo>
                  <a:pt x="72585" y="73660"/>
                </a:lnTo>
                <a:lnTo>
                  <a:pt x="70449" y="75564"/>
                </a:lnTo>
                <a:close/>
              </a:path>
              <a:path w="85725" h="85725">
                <a:moveTo>
                  <a:pt x="33172" y="74675"/>
                </a:moveTo>
                <a:lnTo>
                  <a:pt x="32715" y="74549"/>
                </a:lnTo>
                <a:lnTo>
                  <a:pt x="33172" y="74675"/>
                </a:lnTo>
                <a:close/>
              </a:path>
              <a:path w="85725" h="85725">
                <a:moveTo>
                  <a:pt x="52552" y="74675"/>
                </a:moveTo>
                <a:lnTo>
                  <a:pt x="52903" y="74549"/>
                </a:lnTo>
                <a:lnTo>
                  <a:pt x="52552" y="74675"/>
                </a:lnTo>
                <a:close/>
              </a:path>
              <a:path w="85725" h="85725">
                <a:moveTo>
                  <a:pt x="49797" y="75441"/>
                </a:moveTo>
                <a:close/>
              </a:path>
              <a:path w="85725" h="85725">
                <a:moveTo>
                  <a:pt x="36849" y="75564"/>
                </a:moveTo>
                <a:lnTo>
                  <a:pt x="36372" y="75564"/>
                </a:lnTo>
                <a:lnTo>
                  <a:pt x="35927" y="75441"/>
                </a:lnTo>
                <a:lnTo>
                  <a:pt x="36849" y="75564"/>
                </a:lnTo>
                <a:close/>
              </a:path>
              <a:path w="85725" h="85725">
                <a:moveTo>
                  <a:pt x="69779" y="76200"/>
                </a:moveTo>
                <a:lnTo>
                  <a:pt x="43103" y="76200"/>
                </a:lnTo>
                <a:lnTo>
                  <a:pt x="42862" y="76184"/>
                </a:lnTo>
                <a:lnTo>
                  <a:pt x="46520" y="75946"/>
                </a:lnTo>
                <a:lnTo>
                  <a:pt x="46037" y="75946"/>
                </a:lnTo>
                <a:lnTo>
                  <a:pt x="49797" y="75441"/>
                </a:lnTo>
                <a:lnTo>
                  <a:pt x="49352" y="75564"/>
                </a:lnTo>
                <a:lnTo>
                  <a:pt x="70449" y="75564"/>
                </a:lnTo>
                <a:lnTo>
                  <a:pt x="69951" y="76073"/>
                </a:lnTo>
                <a:lnTo>
                  <a:pt x="69779" y="76200"/>
                </a:lnTo>
                <a:close/>
              </a:path>
              <a:path w="85725" h="85725">
                <a:moveTo>
                  <a:pt x="43103" y="76200"/>
                </a:moveTo>
                <a:lnTo>
                  <a:pt x="42621" y="76200"/>
                </a:lnTo>
                <a:lnTo>
                  <a:pt x="42862" y="76184"/>
                </a:lnTo>
                <a:lnTo>
                  <a:pt x="43103" y="76200"/>
                </a:lnTo>
                <a:close/>
              </a:path>
              <a:path w="85725" h="85725">
                <a:moveTo>
                  <a:pt x="43103" y="85725"/>
                </a:moveTo>
                <a:lnTo>
                  <a:pt x="42621" y="85725"/>
                </a:lnTo>
                <a:lnTo>
                  <a:pt x="38722" y="85471"/>
                </a:lnTo>
                <a:lnTo>
                  <a:pt x="47002" y="85471"/>
                </a:lnTo>
                <a:lnTo>
                  <a:pt x="43103" y="8572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7" name="object 577"/>
          <p:cNvSpPr/>
          <p:nvPr/>
        </p:nvSpPr>
        <p:spPr>
          <a:xfrm>
            <a:off x="4893627" y="721144"/>
            <a:ext cx="4632325" cy="3784600"/>
          </a:xfrm>
          <a:custGeom>
            <a:avLst/>
            <a:gdLst/>
            <a:ahLst/>
            <a:cxnLst/>
            <a:rect l="l" t="t" r="r" b="b"/>
            <a:pathLst>
              <a:path w="4632325" h="3784600">
                <a:moveTo>
                  <a:pt x="3435921" y="3606800"/>
                </a:moveTo>
                <a:lnTo>
                  <a:pt x="3279902" y="3606800"/>
                </a:lnTo>
                <a:lnTo>
                  <a:pt x="2981629" y="3505200"/>
                </a:lnTo>
                <a:lnTo>
                  <a:pt x="2944177" y="3479800"/>
                </a:lnTo>
                <a:lnTo>
                  <a:pt x="2758198" y="3416300"/>
                </a:lnTo>
                <a:lnTo>
                  <a:pt x="2721457" y="3390900"/>
                </a:lnTo>
                <a:lnTo>
                  <a:pt x="2612224" y="3352800"/>
                </a:lnTo>
                <a:lnTo>
                  <a:pt x="2575267" y="3327400"/>
                </a:lnTo>
                <a:lnTo>
                  <a:pt x="2537828" y="3314700"/>
                </a:lnTo>
                <a:lnTo>
                  <a:pt x="2499956" y="3289300"/>
                </a:lnTo>
                <a:lnTo>
                  <a:pt x="2461704" y="3276600"/>
                </a:lnTo>
                <a:lnTo>
                  <a:pt x="2423134" y="3251200"/>
                </a:lnTo>
                <a:lnTo>
                  <a:pt x="2384285" y="3238500"/>
                </a:lnTo>
                <a:lnTo>
                  <a:pt x="2345232" y="3213100"/>
                </a:lnTo>
                <a:lnTo>
                  <a:pt x="2306002" y="3200400"/>
                </a:lnTo>
                <a:lnTo>
                  <a:pt x="2227275" y="3149600"/>
                </a:lnTo>
                <a:lnTo>
                  <a:pt x="2187879" y="3136900"/>
                </a:lnTo>
                <a:lnTo>
                  <a:pt x="2109292" y="3086100"/>
                </a:lnTo>
                <a:lnTo>
                  <a:pt x="2070201" y="3073400"/>
                </a:lnTo>
                <a:lnTo>
                  <a:pt x="1992718" y="3022600"/>
                </a:lnTo>
                <a:lnTo>
                  <a:pt x="1954415" y="3009900"/>
                </a:lnTo>
                <a:lnTo>
                  <a:pt x="1916493" y="2984500"/>
                </a:lnTo>
                <a:lnTo>
                  <a:pt x="1841957" y="2933700"/>
                </a:lnTo>
                <a:lnTo>
                  <a:pt x="1805457" y="2921000"/>
                </a:lnTo>
                <a:lnTo>
                  <a:pt x="1769541" y="2895600"/>
                </a:lnTo>
                <a:lnTo>
                  <a:pt x="1734261" y="2870200"/>
                </a:lnTo>
                <a:lnTo>
                  <a:pt x="1699679" y="2844800"/>
                </a:lnTo>
                <a:lnTo>
                  <a:pt x="1665833" y="2832100"/>
                </a:lnTo>
                <a:lnTo>
                  <a:pt x="1632775" y="2806700"/>
                </a:lnTo>
                <a:lnTo>
                  <a:pt x="1600568" y="2781300"/>
                </a:lnTo>
                <a:lnTo>
                  <a:pt x="1569275" y="2755900"/>
                </a:lnTo>
                <a:lnTo>
                  <a:pt x="1538922" y="2743200"/>
                </a:lnTo>
                <a:lnTo>
                  <a:pt x="1509572" y="2717800"/>
                </a:lnTo>
                <a:lnTo>
                  <a:pt x="1481302" y="2692400"/>
                </a:lnTo>
                <a:lnTo>
                  <a:pt x="1454277" y="2679700"/>
                </a:lnTo>
                <a:lnTo>
                  <a:pt x="1427899" y="2654300"/>
                </a:lnTo>
                <a:lnTo>
                  <a:pt x="1402651" y="2628900"/>
                </a:lnTo>
                <a:lnTo>
                  <a:pt x="1378305" y="2616200"/>
                </a:lnTo>
                <a:lnTo>
                  <a:pt x="1354836" y="2590800"/>
                </a:lnTo>
                <a:lnTo>
                  <a:pt x="1332179" y="2578100"/>
                </a:lnTo>
                <a:lnTo>
                  <a:pt x="1310284" y="2552700"/>
                </a:lnTo>
                <a:lnTo>
                  <a:pt x="1289138" y="2540000"/>
                </a:lnTo>
                <a:lnTo>
                  <a:pt x="1268666" y="2514600"/>
                </a:lnTo>
                <a:lnTo>
                  <a:pt x="1248829" y="2489200"/>
                </a:lnTo>
                <a:lnTo>
                  <a:pt x="1229588" y="2476500"/>
                </a:lnTo>
                <a:lnTo>
                  <a:pt x="1210894" y="2451100"/>
                </a:lnTo>
                <a:lnTo>
                  <a:pt x="1192707" y="2438400"/>
                </a:lnTo>
                <a:lnTo>
                  <a:pt x="1174978" y="2413000"/>
                </a:lnTo>
                <a:lnTo>
                  <a:pt x="1157655" y="2400300"/>
                </a:lnTo>
                <a:lnTo>
                  <a:pt x="1140701" y="2374900"/>
                </a:lnTo>
                <a:lnTo>
                  <a:pt x="1124077" y="2362200"/>
                </a:lnTo>
                <a:lnTo>
                  <a:pt x="1107719" y="2336800"/>
                </a:lnTo>
                <a:lnTo>
                  <a:pt x="1091603" y="2311400"/>
                </a:lnTo>
                <a:lnTo>
                  <a:pt x="1075664" y="2298700"/>
                </a:lnTo>
                <a:lnTo>
                  <a:pt x="1059865" y="2273300"/>
                </a:lnTo>
                <a:lnTo>
                  <a:pt x="1044155" y="2260600"/>
                </a:lnTo>
                <a:lnTo>
                  <a:pt x="1012799" y="2209800"/>
                </a:lnTo>
                <a:lnTo>
                  <a:pt x="981303" y="2171700"/>
                </a:lnTo>
                <a:lnTo>
                  <a:pt x="949236" y="2120900"/>
                </a:lnTo>
                <a:lnTo>
                  <a:pt x="881888" y="2019300"/>
                </a:lnTo>
                <a:lnTo>
                  <a:pt x="758101" y="1841500"/>
                </a:lnTo>
                <a:lnTo>
                  <a:pt x="740486" y="1803400"/>
                </a:lnTo>
                <a:lnTo>
                  <a:pt x="687908" y="1727200"/>
                </a:lnTo>
                <a:lnTo>
                  <a:pt x="670521" y="1689100"/>
                </a:lnTo>
                <a:lnTo>
                  <a:pt x="653211" y="1663700"/>
                </a:lnTo>
                <a:lnTo>
                  <a:pt x="635990" y="1625600"/>
                </a:lnTo>
                <a:lnTo>
                  <a:pt x="618871" y="1600200"/>
                </a:lnTo>
                <a:lnTo>
                  <a:pt x="601878" y="1574800"/>
                </a:lnTo>
                <a:lnTo>
                  <a:pt x="584987" y="1536700"/>
                </a:lnTo>
                <a:lnTo>
                  <a:pt x="568236" y="1511300"/>
                </a:lnTo>
                <a:lnTo>
                  <a:pt x="551637" y="1473200"/>
                </a:lnTo>
                <a:lnTo>
                  <a:pt x="535177" y="1447800"/>
                </a:lnTo>
                <a:lnTo>
                  <a:pt x="518871" y="1409700"/>
                </a:lnTo>
                <a:lnTo>
                  <a:pt x="502754" y="1384300"/>
                </a:lnTo>
                <a:lnTo>
                  <a:pt x="486803" y="1346200"/>
                </a:lnTo>
                <a:lnTo>
                  <a:pt x="471055" y="1320800"/>
                </a:lnTo>
                <a:lnTo>
                  <a:pt x="455498" y="1295400"/>
                </a:lnTo>
                <a:lnTo>
                  <a:pt x="440143" y="1257300"/>
                </a:lnTo>
                <a:lnTo>
                  <a:pt x="425018" y="1231900"/>
                </a:lnTo>
                <a:lnTo>
                  <a:pt x="410121" y="1193800"/>
                </a:lnTo>
                <a:lnTo>
                  <a:pt x="395465" y="1168400"/>
                </a:lnTo>
                <a:lnTo>
                  <a:pt x="381063" y="1130300"/>
                </a:lnTo>
                <a:lnTo>
                  <a:pt x="366915" y="1104900"/>
                </a:lnTo>
                <a:lnTo>
                  <a:pt x="353009" y="1066800"/>
                </a:lnTo>
                <a:lnTo>
                  <a:pt x="339217" y="1041400"/>
                </a:lnTo>
                <a:lnTo>
                  <a:pt x="325450" y="1003300"/>
                </a:lnTo>
                <a:lnTo>
                  <a:pt x="298030" y="927100"/>
                </a:lnTo>
                <a:lnTo>
                  <a:pt x="284416" y="901699"/>
                </a:lnTo>
                <a:lnTo>
                  <a:pt x="270865" y="863599"/>
                </a:lnTo>
                <a:lnTo>
                  <a:pt x="257429" y="825499"/>
                </a:lnTo>
                <a:lnTo>
                  <a:pt x="244094" y="787399"/>
                </a:lnTo>
                <a:lnTo>
                  <a:pt x="230886" y="749299"/>
                </a:lnTo>
                <a:lnTo>
                  <a:pt x="217817" y="711199"/>
                </a:lnTo>
                <a:lnTo>
                  <a:pt x="204914" y="673099"/>
                </a:lnTo>
                <a:lnTo>
                  <a:pt x="192189" y="634999"/>
                </a:lnTo>
                <a:lnTo>
                  <a:pt x="179654" y="596899"/>
                </a:lnTo>
                <a:lnTo>
                  <a:pt x="167322" y="546099"/>
                </a:lnTo>
                <a:lnTo>
                  <a:pt x="143357" y="469899"/>
                </a:lnTo>
                <a:lnTo>
                  <a:pt x="120434" y="406399"/>
                </a:lnTo>
                <a:lnTo>
                  <a:pt x="98666" y="330199"/>
                </a:lnTo>
                <a:lnTo>
                  <a:pt x="41668" y="139699"/>
                </a:lnTo>
                <a:lnTo>
                  <a:pt x="25882" y="88899"/>
                </a:lnTo>
                <a:lnTo>
                  <a:pt x="11937" y="38099"/>
                </a:lnTo>
                <a:lnTo>
                  <a:pt x="5714" y="25399"/>
                </a:lnTo>
                <a:lnTo>
                  <a:pt x="0" y="0"/>
                </a:lnTo>
                <a:lnTo>
                  <a:pt x="36195" y="0"/>
                </a:lnTo>
                <a:lnTo>
                  <a:pt x="42011" y="12699"/>
                </a:lnTo>
                <a:lnTo>
                  <a:pt x="48323" y="25399"/>
                </a:lnTo>
                <a:lnTo>
                  <a:pt x="62344" y="76199"/>
                </a:lnTo>
                <a:lnTo>
                  <a:pt x="78168" y="126999"/>
                </a:lnTo>
                <a:lnTo>
                  <a:pt x="95656" y="190499"/>
                </a:lnTo>
                <a:lnTo>
                  <a:pt x="135153" y="317499"/>
                </a:lnTo>
                <a:lnTo>
                  <a:pt x="156895" y="393699"/>
                </a:lnTo>
                <a:lnTo>
                  <a:pt x="179768" y="469899"/>
                </a:lnTo>
                <a:lnTo>
                  <a:pt x="203669" y="546099"/>
                </a:lnTo>
                <a:lnTo>
                  <a:pt x="215950" y="584199"/>
                </a:lnTo>
                <a:lnTo>
                  <a:pt x="228447" y="622299"/>
                </a:lnTo>
                <a:lnTo>
                  <a:pt x="241122" y="660399"/>
                </a:lnTo>
                <a:lnTo>
                  <a:pt x="253974" y="698499"/>
                </a:lnTo>
                <a:lnTo>
                  <a:pt x="266966" y="736599"/>
                </a:lnTo>
                <a:lnTo>
                  <a:pt x="280111" y="774699"/>
                </a:lnTo>
                <a:lnTo>
                  <a:pt x="293370" y="812799"/>
                </a:lnTo>
                <a:lnTo>
                  <a:pt x="306730" y="850899"/>
                </a:lnTo>
                <a:lnTo>
                  <a:pt x="320167" y="888999"/>
                </a:lnTo>
                <a:lnTo>
                  <a:pt x="333679" y="914400"/>
                </a:lnTo>
                <a:lnTo>
                  <a:pt x="347243" y="952500"/>
                </a:lnTo>
                <a:lnTo>
                  <a:pt x="360832" y="990600"/>
                </a:lnTo>
                <a:lnTo>
                  <a:pt x="374434" y="1016000"/>
                </a:lnTo>
                <a:lnTo>
                  <a:pt x="388035" y="1054100"/>
                </a:lnTo>
                <a:lnTo>
                  <a:pt x="401789" y="1079500"/>
                </a:lnTo>
                <a:lnTo>
                  <a:pt x="415836" y="1117600"/>
                </a:lnTo>
                <a:lnTo>
                  <a:pt x="430149" y="1143000"/>
                </a:lnTo>
                <a:lnTo>
                  <a:pt x="444703" y="1181100"/>
                </a:lnTo>
                <a:lnTo>
                  <a:pt x="459511" y="1206500"/>
                </a:lnTo>
                <a:lnTo>
                  <a:pt x="474535" y="1244600"/>
                </a:lnTo>
                <a:lnTo>
                  <a:pt x="489788" y="1270000"/>
                </a:lnTo>
                <a:lnTo>
                  <a:pt x="505244" y="1308100"/>
                </a:lnTo>
                <a:lnTo>
                  <a:pt x="520903" y="1333500"/>
                </a:lnTo>
                <a:lnTo>
                  <a:pt x="536752" y="1371600"/>
                </a:lnTo>
                <a:lnTo>
                  <a:pt x="552780" y="1397000"/>
                </a:lnTo>
                <a:lnTo>
                  <a:pt x="568972" y="1435100"/>
                </a:lnTo>
                <a:lnTo>
                  <a:pt x="585330" y="1460500"/>
                </a:lnTo>
                <a:lnTo>
                  <a:pt x="601840" y="1485900"/>
                </a:lnTo>
                <a:lnTo>
                  <a:pt x="618489" y="1524000"/>
                </a:lnTo>
                <a:lnTo>
                  <a:pt x="635266" y="1549400"/>
                </a:lnTo>
                <a:lnTo>
                  <a:pt x="652170" y="1587500"/>
                </a:lnTo>
                <a:lnTo>
                  <a:pt x="669175" y="1612900"/>
                </a:lnTo>
                <a:lnTo>
                  <a:pt x="686282" y="1638300"/>
                </a:lnTo>
                <a:lnTo>
                  <a:pt x="703478" y="1676400"/>
                </a:lnTo>
                <a:lnTo>
                  <a:pt x="720763" y="1701800"/>
                </a:lnTo>
                <a:lnTo>
                  <a:pt x="738111" y="1727200"/>
                </a:lnTo>
                <a:lnTo>
                  <a:pt x="755523" y="1765300"/>
                </a:lnTo>
                <a:lnTo>
                  <a:pt x="772985" y="1790700"/>
                </a:lnTo>
                <a:lnTo>
                  <a:pt x="790486" y="1816100"/>
                </a:lnTo>
                <a:lnTo>
                  <a:pt x="808012" y="1841500"/>
                </a:lnTo>
                <a:lnTo>
                  <a:pt x="825563" y="1866900"/>
                </a:lnTo>
                <a:lnTo>
                  <a:pt x="843127" y="1905000"/>
                </a:lnTo>
                <a:lnTo>
                  <a:pt x="860679" y="1930400"/>
                </a:lnTo>
                <a:lnTo>
                  <a:pt x="878230" y="1955800"/>
                </a:lnTo>
                <a:lnTo>
                  <a:pt x="895769" y="1981200"/>
                </a:lnTo>
                <a:lnTo>
                  <a:pt x="913257" y="2006600"/>
                </a:lnTo>
                <a:lnTo>
                  <a:pt x="980541" y="2095500"/>
                </a:lnTo>
                <a:lnTo>
                  <a:pt x="1012507" y="2146300"/>
                </a:lnTo>
                <a:lnTo>
                  <a:pt x="1043825" y="2184400"/>
                </a:lnTo>
                <a:lnTo>
                  <a:pt x="1059332" y="2209800"/>
                </a:lnTo>
                <a:lnTo>
                  <a:pt x="1074839" y="2235200"/>
                </a:lnTo>
                <a:lnTo>
                  <a:pt x="1090371" y="2247900"/>
                </a:lnTo>
                <a:lnTo>
                  <a:pt x="1105966" y="2273300"/>
                </a:lnTo>
                <a:lnTo>
                  <a:pt x="1121689" y="2298700"/>
                </a:lnTo>
                <a:lnTo>
                  <a:pt x="1137564" y="2311400"/>
                </a:lnTo>
                <a:lnTo>
                  <a:pt x="1137424" y="2311400"/>
                </a:lnTo>
                <a:lnTo>
                  <a:pt x="1153642" y="2336800"/>
                </a:lnTo>
                <a:lnTo>
                  <a:pt x="1153502" y="2336800"/>
                </a:lnTo>
                <a:lnTo>
                  <a:pt x="1169987" y="2349500"/>
                </a:lnTo>
                <a:lnTo>
                  <a:pt x="1169822" y="2349500"/>
                </a:lnTo>
                <a:lnTo>
                  <a:pt x="1186624" y="2374900"/>
                </a:lnTo>
                <a:lnTo>
                  <a:pt x="1186459" y="2374900"/>
                </a:lnTo>
                <a:lnTo>
                  <a:pt x="1203604" y="2387600"/>
                </a:lnTo>
                <a:lnTo>
                  <a:pt x="1203426" y="2387600"/>
                </a:lnTo>
                <a:lnTo>
                  <a:pt x="1220990" y="2413000"/>
                </a:lnTo>
                <a:lnTo>
                  <a:pt x="1220812" y="2413000"/>
                </a:lnTo>
                <a:lnTo>
                  <a:pt x="1238808" y="2425700"/>
                </a:lnTo>
                <a:lnTo>
                  <a:pt x="1238631" y="2425700"/>
                </a:lnTo>
                <a:lnTo>
                  <a:pt x="1257134" y="2451100"/>
                </a:lnTo>
                <a:lnTo>
                  <a:pt x="1256931" y="2451100"/>
                </a:lnTo>
                <a:lnTo>
                  <a:pt x="1275981" y="2463800"/>
                </a:lnTo>
                <a:lnTo>
                  <a:pt x="1275778" y="2463800"/>
                </a:lnTo>
                <a:lnTo>
                  <a:pt x="1295412" y="2489200"/>
                </a:lnTo>
                <a:lnTo>
                  <a:pt x="1295209" y="2489200"/>
                </a:lnTo>
                <a:lnTo>
                  <a:pt x="1315491" y="2501900"/>
                </a:lnTo>
                <a:lnTo>
                  <a:pt x="1315288" y="2501900"/>
                </a:lnTo>
                <a:lnTo>
                  <a:pt x="1336230" y="2527300"/>
                </a:lnTo>
                <a:lnTo>
                  <a:pt x="1336027" y="2527300"/>
                </a:lnTo>
                <a:lnTo>
                  <a:pt x="1357706" y="2540000"/>
                </a:lnTo>
                <a:lnTo>
                  <a:pt x="1357502" y="2540000"/>
                </a:lnTo>
                <a:lnTo>
                  <a:pt x="1379956" y="2565400"/>
                </a:lnTo>
                <a:lnTo>
                  <a:pt x="1379753" y="2565400"/>
                </a:lnTo>
                <a:lnTo>
                  <a:pt x="1403032" y="2590800"/>
                </a:lnTo>
                <a:lnTo>
                  <a:pt x="1402829" y="2590800"/>
                </a:lnTo>
                <a:lnTo>
                  <a:pt x="1426972" y="2603500"/>
                </a:lnTo>
                <a:lnTo>
                  <a:pt x="1426768" y="2603500"/>
                </a:lnTo>
                <a:lnTo>
                  <a:pt x="1451825" y="2628900"/>
                </a:lnTo>
                <a:lnTo>
                  <a:pt x="1451635" y="2628900"/>
                </a:lnTo>
                <a:lnTo>
                  <a:pt x="1477645" y="2641600"/>
                </a:lnTo>
                <a:lnTo>
                  <a:pt x="1477454" y="2641600"/>
                </a:lnTo>
                <a:lnTo>
                  <a:pt x="1504467" y="2667000"/>
                </a:lnTo>
                <a:lnTo>
                  <a:pt x="1504276" y="2667000"/>
                </a:lnTo>
                <a:lnTo>
                  <a:pt x="1532369" y="2692400"/>
                </a:lnTo>
                <a:lnTo>
                  <a:pt x="1532178" y="2692400"/>
                </a:lnTo>
                <a:lnTo>
                  <a:pt x="1561338" y="2705100"/>
                </a:lnTo>
                <a:lnTo>
                  <a:pt x="1561172" y="2705100"/>
                </a:lnTo>
                <a:lnTo>
                  <a:pt x="1591348" y="2730500"/>
                </a:lnTo>
                <a:lnTo>
                  <a:pt x="1591183" y="2730500"/>
                </a:lnTo>
                <a:lnTo>
                  <a:pt x="1622323" y="2755900"/>
                </a:lnTo>
                <a:lnTo>
                  <a:pt x="1622170" y="2755900"/>
                </a:lnTo>
                <a:lnTo>
                  <a:pt x="1654225" y="2768600"/>
                </a:lnTo>
                <a:lnTo>
                  <a:pt x="1654073" y="2768600"/>
                </a:lnTo>
                <a:lnTo>
                  <a:pt x="1686979" y="2794000"/>
                </a:lnTo>
                <a:lnTo>
                  <a:pt x="1720557" y="2819400"/>
                </a:lnTo>
                <a:lnTo>
                  <a:pt x="1754886" y="2832100"/>
                </a:lnTo>
                <a:lnTo>
                  <a:pt x="1789925" y="2857500"/>
                </a:lnTo>
                <a:lnTo>
                  <a:pt x="1825599" y="2882900"/>
                </a:lnTo>
                <a:lnTo>
                  <a:pt x="1861870" y="2908300"/>
                </a:lnTo>
                <a:lnTo>
                  <a:pt x="1898675" y="2921000"/>
                </a:lnTo>
                <a:lnTo>
                  <a:pt x="1935975" y="2946400"/>
                </a:lnTo>
                <a:lnTo>
                  <a:pt x="1973694" y="2971800"/>
                </a:lnTo>
                <a:lnTo>
                  <a:pt x="2011794" y="2997200"/>
                </a:lnTo>
                <a:lnTo>
                  <a:pt x="2050211" y="3009900"/>
                </a:lnTo>
                <a:lnTo>
                  <a:pt x="2088895" y="3035300"/>
                </a:lnTo>
                <a:lnTo>
                  <a:pt x="2127796" y="3060700"/>
                </a:lnTo>
                <a:lnTo>
                  <a:pt x="2166861" y="3086100"/>
                </a:lnTo>
                <a:lnTo>
                  <a:pt x="2206015" y="3098800"/>
                </a:lnTo>
                <a:lnTo>
                  <a:pt x="2245233" y="3124200"/>
                </a:lnTo>
                <a:lnTo>
                  <a:pt x="2284437" y="3136900"/>
                </a:lnTo>
                <a:lnTo>
                  <a:pt x="2323591" y="3162300"/>
                </a:lnTo>
                <a:lnTo>
                  <a:pt x="2362631" y="3187700"/>
                </a:lnTo>
                <a:lnTo>
                  <a:pt x="2401506" y="3200400"/>
                </a:lnTo>
                <a:lnTo>
                  <a:pt x="2440152" y="3225800"/>
                </a:lnTo>
                <a:lnTo>
                  <a:pt x="2478532" y="3238500"/>
                </a:lnTo>
                <a:lnTo>
                  <a:pt x="2516581" y="3263900"/>
                </a:lnTo>
                <a:lnTo>
                  <a:pt x="2554249" y="3276600"/>
                </a:lnTo>
                <a:lnTo>
                  <a:pt x="2591473" y="3289300"/>
                </a:lnTo>
                <a:lnTo>
                  <a:pt x="2628214" y="3314700"/>
                </a:lnTo>
                <a:lnTo>
                  <a:pt x="2664409" y="3327400"/>
                </a:lnTo>
                <a:lnTo>
                  <a:pt x="2664269" y="3327400"/>
                </a:lnTo>
                <a:lnTo>
                  <a:pt x="2700413" y="3340100"/>
                </a:lnTo>
                <a:lnTo>
                  <a:pt x="2700274" y="3340100"/>
                </a:lnTo>
                <a:lnTo>
                  <a:pt x="2736659" y="3365500"/>
                </a:lnTo>
                <a:lnTo>
                  <a:pt x="2736519" y="3365500"/>
                </a:lnTo>
                <a:lnTo>
                  <a:pt x="2773121" y="3378200"/>
                </a:lnTo>
                <a:lnTo>
                  <a:pt x="2809786" y="3390900"/>
                </a:lnTo>
                <a:lnTo>
                  <a:pt x="2809646" y="3390900"/>
                </a:lnTo>
                <a:lnTo>
                  <a:pt x="2846603" y="3403600"/>
                </a:lnTo>
                <a:lnTo>
                  <a:pt x="2883560" y="3416300"/>
                </a:lnTo>
                <a:lnTo>
                  <a:pt x="2920631" y="3441700"/>
                </a:lnTo>
                <a:lnTo>
                  <a:pt x="2920504" y="3441700"/>
                </a:lnTo>
                <a:lnTo>
                  <a:pt x="2957779" y="3454400"/>
                </a:lnTo>
                <a:lnTo>
                  <a:pt x="2994990" y="3467100"/>
                </a:lnTo>
                <a:lnTo>
                  <a:pt x="3032226" y="3479800"/>
                </a:lnTo>
                <a:lnTo>
                  <a:pt x="3069463" y="3492500"/>
                </a:lnTo>
                <a:lnTo>
                  <a:pt x="3106674" y="3505200"/>
                </a:lnTo>
                <a:lnTo>
                  <a:pt x="3143834" y="3517900"/>
                </a:lnTo>
                <a:lnTo>
                  <a:pt x="3180905" y="3530600"/>
                </a:lnTo>
                <a:lnTo>
                  <a:pt x="3217887" y="3543300"/>
                </a:lnTo>
                <a:lnTo>
                  <a:pt x="3254717" y="3556000"/>
                </a:lnTo>
                <a:lnTo>
                  <a:pt x="3291395" y="3568700"/>
                </a:lnTo>
                <a:lnTo>
                  <a:pt x="3327882" y="3581400"/>
                </a:lnTo>
                <a:lnTo>
                  <a:pt x="3364039" y="3581400"/>
                </a:lnTo>
                <a:lnTo>
                  <a:pt x="3400170" y="3594100"/>
                </a:lnTo>
                <a:lnTo>
                  <a:pt x="3435921" y="3606800"/>
                </a:lnTo>
                <a:close/>
              </a:path>
              <a:path w="4632325" h="3784600">
                <a:moveTo>
                  <a:pt x="3676332" y="3670300"/>
                </a:moveTo>
                <a:lnTo>
                  <a:pt x="3496348" y="3670300"/>
                </a:lnTo>
                <a:lnTo>
                  <a:pt x="3316605" y="3606800"/>
                </a:lnTo>
                <a:lnTo>
                  <a:pt x="3435819" y="3606800"/>
                </a:lnTo>
                <a:lnTo>
                  <a:pt x="3471379" y="3619500"/>
                </a:lnTo>
                <a:lnTo>
                  <a:pt x="3506520" y="3632200"/>
                </a:lnTo>
                <a:lnTo>
                  <a:pt x="3541179" y="3632200"/>
                </a:lnTo>
                <a:lnTo>
                  <a:pt x="3575697" y="3644900"/>
                </a:lnTo>
                <a:lnTo>
                  <a:pt x="3609682" y="3657600"/>
                </a:lnTo>
                <a:lnTo>
                  <a:pt x="3643121" y="3657600"/>
                </a:lnTo>
                <a:lnTo>
                  <a:pt x="3676332" y="3670300"/>
                </a:lnTo>
                <a:close/>
              </a:path>
              <a:path w="4632325" h="3784600">
                <a:moveTo>
                  <a:pt x="3772573" y="3695700"/>
                </a:moveTo>
                <a:lnTo>
                  <a:pt x="3600183" y="3695700"/>
                </a:lnTo>
                <a:lnTo>
                  <a:pt x="3531349" y="3670300"/>
                </a:lnTo>
                <a:lnTo>
                  <a:pt x="3676218" y="3670300"/>
                </a:lnTo>
                <a:lnTo>
                  <a:pt x="3708946" y="3683000"/>
                </a:lnTo>
                <a:lnTo>
                  <a:pt x="3740912" y="3683000"/>
                </a:lnTo>
                <a:lnTo>
                  <a:pt x="3772573" y="3695700"/>
                </a:lnTo>
                <a:close/>
              </a:path>
              <a:path w="4632325" h="3784600">
                <a:moveTo>
                  <a:pt x="3895013" y="3721100"/>
                </a:moveTo>
                <a:lnTo>
                  <a:pt x="3700144" y="3721100"/>
                </a:lnTo>
                <a:lnTo>
                  <a:pt x="3633978" y="3695700"/>
                </a:lnTo>
                <a:lnTo>
                  <a:pt x="3803319" y="3695700"/>
                </a:lnTo>
                <a:lnTo>
                  <a:pt x="3834117" y="3708400"/>
                </a:lnTo>
                <a:lnTo>
                  <a:pt x="3864279" y="3708400"/>
                </a:lnTo>
                <a:lnTo>
                  <a:pt x="3895013" y="3721100"/>
                </a:lnTo>
                <a:close/>
              </a:path>
              <a:path w="4632325" h="3784600">
                <a:moveTo>
                  <a:pt x="3985793" y="3733800"/>
                </a:moveTo>
                <a:lnTo>
                  <a:pt x="3764267" y="3733800"/>
                </a:lnTo>
                <a:lnTo>
                  <a:pt x="3732479" y="3721100"/>
                </a:lnTo>
                <a:lnTo>
                  <a:pt x="3955376" y="3721100"/>
                </a:lnTo>
                <a:lnTo>
                  <a:pt x="3985793" y="3733800"/>
                </a:lnTo>
                <a:close/>
              </a:path>
              <a:path w="4632325" h="3784600">
                <a:moveTo>
                  <a:pt x="4104589" y="3746500"/>
                </a:moveTo>
                <a:lnTo>
                  <a:pt x="3826535" y="3746500"/>
                </a:lnTo>
                <a:lnTo>
                  <a:pt x="3795496" y="3733800"/>
                </a:lnTo>
                <a:lnTo>
                  <a:pt x="4075010" y="3733800"/>
                </a:lnTo>
                <a:lnTo>
                  <a:pt x="4104589" y="3746500"/>
                </a:lnTo>
                <a:close/>
              </a:path>
              <a:path w="4632325" h="3784600">
                <a:moveTo>
                  <a:pt x="4630483" y="3784600"/>
                </a:moveTo>
                <a:lnTo>
                  <a:pt x="4101845" y="3784600"/>
                </a:lnTo>
                <a:lnTo>
                  <a:pt x="4072051" y="3771900"/>
                </a:lnTo>
                <a:lnTo>
                  <a:pt x="3981183" y="3771900"/>
                </a:lnTo>
                <a:lnTo>
                  <a:pt x="3950487" y="3759200"/>
                </a:lnTo>
                <a:lnTo>
                  <a:pt x="3888701" y="3759200"/>
                </a:lnTo>
                <a:lnTo>
                  <a:pt x="3857650" y="3746500"/>
                </a:lnTo>
                <a:lnTo>
                  <a:pt x="4632261" y="3746500"/>
                </a:lnTo>
                <a:lnTo>
                  <a:pt x="4630483" y="37846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/>
          <p:nvPr/>
        </p:nvSpPr>
        <p:spPr>
          <a:xfrm>
            <a:off x="4699685" y="2873794"/>
            <a:ext cx="1457960" cy="38682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642103" y="3322320"/>
            <a:ext cx="1588008" cy="39623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638040" y="3313760"/>
            <a:ext cx="1598295" cy="413384"/>
          </a:xfrm>
          <a:custGeom>
            <a:avLst/>
            <a:gdLst/>
            <a:ahLst/>
            <a:cxnLst/>
            <a:rect l="l" t="t" r="r" b="b"/>
            <a:pathLst>
              <a:path w="1598295" h="413385">
                <a:moveTo>
                  <a:pt x="1391285" y="107937"/>
                </a:moveTo>
                <a:lnTo>
                  <a:pt x="1391285" y="0"/>
                </a:lnTo>
                <a:lnTo>
                  <a:pt x="1400479" y="9194"/>
                </a:lnTo>
                <a:lnTo>
                  <a:pt x="1398905" y="9194"/>
                </a:lnTo>
                <a:lnTo>
                  <a:pt x="1392402" y="11887"/>
                </a:lnTo>
                <a:lnTo>
                  <a:pt x="1398905" y="18389"/>
                </a:lnTo>
                <a:lnTo>
                  <a:pt x="1398905" y="104127"/>
                </a:lnTo>
                <a:lnTo>
                  <a:pt x="1395095" y="104127"/>
                </a:lnTo>
                <a:lnTo>
                  <a:pt x="1391285" y="107937"/>
                </a:lnTo>
                <a:close/>
              </a:path>
              <a:path w="1598295" h="413385">
                <a:moveTo>
                  <a:pt x="1398905" y="18389"/>
                </a:moveTo>
                <a:lnTo>
                  <a:pt x="1392402" y="11887"/>
                </a:lnTo>
                <a:lnTo>
                  <a:pt x="1398905" y="9194"/>
                </a:lnTo>
                <a:lnTo>
                  <a:pt x="1398905" y="18389"/>
                </a:lnTo>
                <a:close/>
              </a:path>
              <a:path w="1598295" h="413385">
                <a:moveTo>
                  <a:pt x="1587195" y="206679"/>
                </a:moveTo>
                <a:lnTo>
                  <a:pt x="1398905" y="18389"/>
                </a:lnTo>
                <a:lnTo>
                  <a:pt x="1398905" y="9194"/>
                </a:lnTo>
                <a:lnTo>
                  <a:pt x="1400479" y="9194"/>
                </a:lnTo>
                <a:lnTo>
                  <a:pt x="1595272" y="203987"/>
                </a:lnTo>
                <a:lnTo>
                  <a:pt x="1589887" y="203987"/>
                </a:lnTo>
                <a:lnTo>
                  <a:pt x="1587195" y="206679"/>
                </a:lnTo>
                <a:close/>
              </a:path>
              <a:path w="1598295" h="413385">
                <a:moveTo>
                  <a:pt x="1391285" y="309232"/>
                </a:moveTo>
                <a:lnTo>
                  <a:pt x="0" y="309232"/>
                </a:lnTo>
                <a:lnTo>
                  <a:pt x="0" y="104127"/>
                </a:lnTo>
                <a:lnTo>
                  <a:pt x="1391285" y="104127"/>
                </a:lnTo>
                <a:lnTo>
                  <a:pt x="1391285" y="107937"/>
                </a:lnTo>
                <a:lnTo>
                  <a:pt x="7620" y="107937"/>
                </a:lnTo>
                <a:lnTo>
                  <a:pt x="3810" y="111747"/>
                </a:lnTo>
                <a:lnTo>
                  <a:pt x="7620" y="111747"/>
                </a:lnTo>
                <a:lnTo>
                  <a:pt x="7620" y="301612"/>
                </a:lnTo>
                <a:lnTo>
                  <a:pt x="3810" y="301612"/>
                </a:lnTo>
                <a:lnTo>
                  <a:pt x="7620" y="305422"/>
                </a:lnTo>
                <a:lnTo>
                  <a:pt x="1391285" y="305422"/>
                </a:lnTo>
                <a:lnTo>
                  <a:pt x="1391285" y="309232"/>
                </a:lnTo>
                <a:close/>
              </a:path>
              <a:path w="1598295" h="413385">
                <a:moveTo>
                  <a:pt x="1398905" y="111747"/>
                </a:moveTo>
                <a:lnTo>
                  <a:pt x="7620" y="111747"/>
                </a:lnTo>
                <a:lnTo>
                  <a:pt x="7620" y="107937"/>
                </a:lnTo>
                <a:lnTo>
                  <a:pt x="1391285" y="107937"/>
                </a:lnTo>
                <a:lnTo>
                  <a:pt x="1395095" y="104127"/>
                </a:lnTo>
                <a:lnTo>
                  <a:pt x="1398905" y="104127"/>
                </a:lnTo>
                <a:lnTo>
                  <a:pt x="1398905" y="111747"/>
                </a:lnTo>
                <a:close/>
              </a:path>
              <a:path w="1598295" h="413385">
                <a:moveTo>
                  <a:pt x="7620" y="111747"/>
                </a:moveTo>
                <a:lnTo>
                  <a:pt x="3810" y="111747"/>
                </a:lnTo>
                <a:lnTo>
                  <a:pt x="7620" y="107937"/>
                </a:lnTo>
                <a:lnTo>
                  <a:pt x="7620" y="111747"/>
                </a:lnTo>
                <a:close/>
              </a:path>
              <a:path w="1598295" h="413385">
                <a:moveTo>
                  <a:pt x="1589887" y="209372"/>
                </a:moveTo>
                <a:lnTo>
                  <a:pt x="1587195" y="206679"/>
                </a:lnTo>
                <a:lnTo>
                  <a:pt x="1589887" y="203987"/>
                </a:lnTo>
                <a:lnTo>
                  <a:pt x="1589887" y="209372"/>
                </a:lnTo>
                <a:close/>
              </a:path>
              <a:path w="1598295" h="413385">
                <a:moveTo>
                  <a:pt x="1595272" y="209372"/>
                </a:moveTo>
                <a:lnTo>
                  <a:pt x="1589887" y="209372"/>
                </a:lnTo>
                <a:lnTo>
                  <a:pt x="1589887" y="203987"/>
                </a:lnTo>
                <a:lnTo>
                  <a:pt x="1595272" y="203987"/>
                </a:lnTo>
                <a:lnTo>
                  <a:pt x="1597964" y="206679"/>
                </a:lnTo>
                <a:lnTo>
                  <a:pt x="1595272" y="209372"/>
                </a:lnTo>
                <a:close/>
              </a:path>
              <a:path w="1598295" h="413385">
                <a:moveTo>
                  <a:pt x="1400479" y="404164"/>
                </a:moveTo>
                <a:lnTo>
                  <a:pt x="1398905" y="404164"/>
                </a:lnTo>
                <a:lnTo>
                  <a:pt x="1398905" y="394970"/>
                </a:lnTo>
                <a:lnTo>
                  <a:pt x="1587195" y="206679"/>
                </a:lnTo>
                <a:lnTo>
                  <a:pt x="1589887" y="209372"/>
                </a:lnTo>
                <a:lnTo>
                  <a:pt x="1595272" y="209372"/>
                </a:lnTo>
                <a:lnTo>
                  <a:pt x="1400479" y="404164"/>
                </a:lnTo>
                <a:close/>
              </a:path>
              <a:path w="1598295" h="413385">
                <a:moveTo>
                  <a:pt x="7620" y="305422"/>
                </a:moveTo>
                <a:lnTo>
                  <a:pt x="3810" y="301612"/>
                </a:lnTo>
                <a:lnTo>
                  <a:pt x="7620" y="301612"/>
                </a:lnTo>
                <a:lnTo>
                  <a:pt x="7620" y="305422"/>
                </a:lnTo>
                <a:close/>
              </a:path>
              <a:path w="1598295" h="413385">
                <a:moveTo>
                  <a:pt x="1398905" y="309232"/>
                </a:moveTo>
                <a:lnTo>
                  <a:pt x="1395095" y="309232"/>
                </a:lnTo>
                <a:lnTo>
                  <a:pt x="1391285" y="305422"/>
                </a:lnTo>
                <a:lnTo>
                  <a:pt x="7620" y="305422"/>
                </a:lnTo>
                <a:lnTo>
                  <a:pt x="7620" y="301612"/>
                </a:lnTo>
                <a:lnTo>
                  <a:pt x="1398905" y="301612"/>
                </a:lnTo>
                <a:lnTo>
                  <a:pt x="1398905" y="309232"/>
                </a:lnTo>
                <a:close/>
              </a:path>
              <a:path w="1598295" h="413385">
                <a:moveTo>
                  <a:pt x="1391285" y="413359"/>
                </a:moveTo>
                <a:lnTo>
                  <a:pt x="1391285" y="305422"/>
                </a:lnTo>
                <a:lnTo>
                  <a:pt x="1395095" y="309232"/>
                </a:lnTo>
                <a:lnTo>
                  <a:pt x="1398905" y="309232"/>
                </a:lnTo>
                <a:lnTo>
                  <a:pt x="1398905" y="394970"/>
                </a:lnTo>
                <a:lnTo>
                  <a:pt x="1392402" y="401472"/>
                </a:lnTo>
                <a:lnTo>
                  <a:pt x="1398905" y="404164"/>
                </a:lnTo>
                <a:lnTo>
                  <a:pt x="1400479" y="404164"/>
                </a:lnTo>
                <a:lnTo>
                  <a:pt x="1391285" y="413359"/>
                </a:lnTo>
                <a:close/>
              </a:path>
              <a:path w="1598295" h="413385">
                <a:moveTo>
                  <a:pt x="1398905" y="404164"/>
                </a:moveTo>
                <a:lnTo>
                  <a:pt x="1392402" y="401472"/>
                </a:lnTo>
                <a:lnTo>
                  <a:pt x="1398905" y="394970"/>
                </a:lnTo>
                <a:lnTo>
                  <a:pt x="1398905" y="404164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336791" y="1178052"/>
            <a:ext cx="5699760" cy="484174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59891" y="1455419"/>
            <a:ext cx="4332732" cy="379780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6277355" y="1187196"/>
            <a:ext cx="5364480" cy="472592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4808248" y="5043207"/>
            <a:ext cx="257810" cy="1847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245" b="1" i="1">
                <a:latin typeface="宋体"/>
                <a:cs typeface="宋体"/>
              </a:rPr>
              <a:t>V/L</a:t>
            </a:r>
            <a:endParaRPr sz="1050">
              <a:latin typeface="宋体"/>
              <a:cs typeface="宋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155073" y="5721992"/>
            <a:ext cx="835025" cy="21780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baseline="2645" sz="1575" spc="-525" b="1" i="1">
                <a:latin typeface="宋体"/>
                <a:cs typeface="宋体"/>
              </a:rPr>
              <a:t>(</a:t>
            </a:r>
            <a:r>
              <a:rPr dirty="0" sz="1250" spc="-525" b="1" i="1">
                <a:latin typeface="宋体"/>
                <a:cs typeface="宋体"/>
              </a:rPr>
              <a:t>1</a:t>
            </a:r>
            <a:r>
              <a:rPr dirty="0" sz="1250" spc="-625" b="1" i="1">
                <a:latin typeface="宋体"/>
                <a:cs typeface="宋体"/>
              </a:rPr>
              <a:t>/</a:t>
            </a:r>
            <a:r>
              <a:rPr dirty="0" sz="1250" spc="-630" b="1" i="1">
                <a:latin typeface="宋体"/>
                <a:cs typeface="宋体"/>
              </a:rPr>
              <a:t>V</a:t>
            </a:r>
            <a:r>
              <a:rPr dirty="0" baseline="2222" sz="1875" spc="-682" b="1" i="1">
                <a:latin typeface="宋体"/>
                <a:cs typeface="宋体"/>
              </a:rPr>
              <a:t> </a:t>
            </a:r>
            <a:r>
              <a:rPr dirty="0" baseline="2645" sz="1575" spc="-457" b="1" i="1">
                <a:latin typeface="宋体"/>
                <a:cs typeface="宋体"/>
              </a:rPr>
              <a:t>)/(1/L)</a:t>
            </a:r>
            <a:endParaRPr baseline="2645" sz="1575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/>
          <p:nvPr/>
        </p:nvSpPr>
        <p:spPr>
          <a:xfrm>
            <a:off x="2450160" y="2369794"/>
            <a:ext cx="5069509" cy="58534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502220" y="2751797"/>
            <a:ext cx="150964" cy="21426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773251" y="2365425"/>
            <a:ext cx="2835071" cy="58971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359509" y="3206445"/>
            <a:ext cx="3903726" cy="58752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212626" y="3396627"/>
            <a:ext cx="362572" cy="44183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539879" y="3208629"/>
            <a:ext cx="1694929" cy="58534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249274" y="3310140"/>
            <a:ext cx="391896" cy="43091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7556283" y="3215182"/>
            <a:ext cx="1931034" cy="57661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973150" y="1166863"/>
            <a:ext cx="1865185" cy="491451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879229" y="1322247"/>
            <a:ext cx="118186" cy="286067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/>
          <p:nvPr/>
        </p:nvSpPr>
        <p:spPr>
          <a:xfrm>
            <a:off x="298208" y="877646"/>
            <a:ext cx="2066505" cy="44122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926031" y="1548523"/>
            <a:ext cx="180873" cy="34121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129548" y="1496136"/>
            <a:ext cx="2171598" cy="44122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557153" y="1496136"/>
            <a:ext cx="5734900" cy="43963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895868" y="1983181"/>
            <a:ext cx="3291814" cy="43963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140185" y="2123084"/>
            <a:ext cx="274434" cy="33207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384876" y="1986356"/>
            <a:ext cx="1237195" cy="43646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6621894" y="2060181"/>
            <a:ext cx="295770" cy="32414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6845058" y="1991118"/>
            <a:ext cx="1415313" cy="43011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933016" y="2780741"/>
            <a:ext cx="222148" cy="339623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161933" y="2729941"/>
            <a:ext cx="2171598" cy="434873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561065" y="2803766"/>
            <a:ext cx="724928" cy="394982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5243588" y="2800781"/>
            <a:ext cx="273151" cy="330098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5522671" y="2728353"/>
            <a:ext cx="980020" cy="439635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6474536" y="2734703"/>
            <a:ext cx="161823" cy="426935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7503236" y="2733116"/>
            <a:ext cx="430504" cy="426935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7884655" y="2866669"/>
            <a:ext cx="274434" cy="332079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8114220" y="2980766"/>
            <a:ext cx="165201" cy="226593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8275434" y="2803766"/>
            <a:ext cx="295770" cy="324142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8488235" y="2980766"/>
            <a:ext cx="165201" cy="226593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8625040" y="2866669"/>
            <a:ext cx="459244" cy="332079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9031973" y="2979026"/>
            <a:ext cx="188887" cy="228333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9200629" y="2803766"/>
            <a:ext cx="295770" cy="324142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9405988" y="2979026"/>
            <a:ext cx="188887" cy="228333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1894281" y="4532706"/>
            <a:ext cx="239610" cy="339623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2129548" y="4480318"/>
            <a:ext cx="1199095" cy="439635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3386213" y="4618431"/>
            <a:ext cx="109435" cy="258660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1895868" y="5063566"/>
            <a:ext cx="6561035" cy="439635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1936191" y="3632276"/>
            <a:ext cx="218973" cy="342798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2161933" y="3576713"/>
            <a:ext cx="1354988" cy="442810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3772928" y="3578301"/>
            <a:ext cx="4514748" cy="439635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/>
          <p:nvPr/>
        </p:nvSpPr>
        <p:spPr>
          <a:xfrm>
            <a:off x="7696136" y="3880891"/>
            <a:ext cx="2171573" cy="38822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206231" y="4484928"/>
            <a:ext cx="7805229" cy="45891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515503" y="5181358"/>
            <a:ext cx="8578748" cy="44281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493380" y="5931814"/>
            <a:ext cx="274434" cy="33207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738071" y="5796673"/>
            <a:ext cx="414235" cy="43169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158479" y="5868911"/>
            <a:ext cx="295770" cy="32414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378468" y="5793498"/>
            <a:ext cx="1826793" cy="43804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0040302" y="3106102"/>
            <a:ext cx="1784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i="1">
                <a:solidFill>
                  <a:srgbClr val="0000FF"/>
                </a:solidFill>
                <a:latin typeface="Arial"/>
                <a:cs typeface="Arial"/>
              </a:rPr>
              <a:t>V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359650" y="1423987"/>
            <a:ext cx="114300" cy="1871980"/>
          </a:xfrm>
          <a:custGeom>
            <a:avLst/>
            <a:gdLst/>
            <a:ahLst/>
            <a:cxnLst/>
            <a:rect l="l" t="t" r="r" b="b"/>
            <a:pathLst>
              <a:path w="114300" h="1871979">
                <a:moveTo>
                  <a:pt x="38100" y="190500"/>
                </a:moveTo>
                <a:lnTo>
                  <a:pt x="0" y="190500"/>
                </a:lnTo>
                <a:lnTo>
                  <a:pt x="57150" y="0"/>
                </a:lnTo>
                <a:lnTo>
                  <a:pt x="100012" y="142875"/>
                </a:lnTo>
                <a:lnTo>
                  <a:pt x="38100" y="142875"/>
                </a:lnTo>
                <a:lnTo>
                  <a:pt x="38100" y="190500"/>
                </a:lnTo>
                <a:close/>
              </a:path>
              <a:path w="114300" h="1871979">
                <a:moveTo>
                  <a:pt x="76200" y="1871662"/>
                </a:moveTo>
                <a:lnTo>
                  <a:pt x="38100" y="1871662"/>
                </a:lnTo>
                <a:lnTo>
                  <a:pt x="38100" y="142875"/>
                </a:lnTo>
                <a:lnTo>
                  <a:pt x="76200" y="142875"/>
                </a:lnTo>
                <a:lnTo>
                  <a:pt x="76200" y="1871662"/>
                </a:lnTo>
                <a:close/>
              </a:path>
              <a:path w="114300" h="1871979">
                <a:moveTo>
                  <a:pt x="114300" y="190500"/>
                </a:moveTo>
                <a:lnTo>
                  <a:pt x="76200" y="190500"/>
                </a:lnTo>
                <a:lnTo>
                  <a:pt x="76200" y="142875"/>
                </a:lnTo>
                <a:lnTo>
                  <a:pt x="100012" y="142875"/>
                </a:lnTo>
                <a:lnTo>
                  <a:pt x="114300" y="19050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7416800" y="3238500"/>
            <a:ext cx="2592705" cy="114300"/>
          </a:xfrm>
          <a:custGeom>
            <a:avLst/>
            <a:gdLst/>
            <a:ahLst/>
            <a:cxnLst/>
            <a:rect l="l" t="t" r="r" b="b"/>
            <a:pathLst>
              <a:path w="2592704" h="114300">
                <a:moveTo>
                  <a:pt x="2401887" y="114300"/>
                </a:moveTo>
                <a:lnTo>
                  <a:pt x="2401887" y="0"/>
                </a:lnTo>
                <a:lnTo>
                  <a:pt x="2528887" y="38100"/>
                </a:lnTo>
                <a:lnTo>
                  <a:pt x="2449512" y="38100"/>
                </a:lnTo>
                <a:lnTo>
                  <a:pt x="2449512" y="76200"/>
                </a:lnTo>
                <a:lnTo>
                  <a:pt x="2528887" y="76200"/>
                </a:lnTo>
                <a:lnTo>
                  <a:pt x="2401887" y="114300"/>
                </a:lnTo>
                <a:close/>
              </a:path>
              <a:path w="2592704" h="114300">
                <a:moveTo>
                  <a:pt x="2401887" y="76200"/>
                </a:moveTo>
                <a:lnTo>
                  <a:pt x="0" y="76200"/>
                </a:lnTo>
                <a:lnTo>
                  <a:pt x="0" y="38100"/>
                </a:lnTo>
                <a:lnTo>
                  <a:pt x="2401887" y="38100"/>
                </a:lnTo>
                <a:lnTo>
                  <a:pt x="2401887" y="76200"/>
                </a:lnTo>
                <a:close/>
              </a:path>
              <a:path w="2592704" h="114300">
                <a:moveTo>
                  <a:pt x="2528887" y="76200"/>
                </a:moveTo>
                <a:lnTo>
                  <a:pt x="2449512" y="76200"/>
                </a:lnTo>
                <a:lnTo>
                  <a:pt x="2449512" y="38100"/>
                </a:lnTo>
                <a:lnTo>
                  <a:pt x="2528887" y="38100"/>
                </a:lnTo>
                <a:lnTo>
                  <a:pt x="2592387" y="57150"/>
                </a:lnTo>
                <a:lnTo>
                  <a:pt x="2528887" y="7620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7063740" y="1012190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i="1">
                <a:solidFill>
                  <a:srgbClr val="0000FF"/>
                </a:solidFill>
                <a:latin typeface="Arial"/>
                <a:cs typeface="Arial"/>
              </a:rPr>
              <a:t>p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782179" y="1568538"/>
            <a:ext cx="1750695" cy="1524000"/>
          </a:xfrm>
          <a:custGeom>
            <a:avLst/>
            <a:gdLst/>
            <a:ahLst/>
            <a:cxnLst/>
            <a:rect l="l" t="t" r="r" b="b"/>
            <a:pathLst>
              <a:path w="1750695" h="1524000">
                <a:moveTo>
                  <a:pt x="794943" y="1270000"/>
                </a:moveTo>
                <a:lnTo>
                  <a:pt x="683729" y="1270000"/>
                </a:lnTo>
                <a:lnTo>
                  <a:pt x="639775" y="1244600"/>
                </a:lnTo>
                <a:lnTo>
                  <a:pt x="598322" y="1219200"/>
                </a:lnTo>
                <a:lnTo>
                  <a:pt x="559206" y="1193800"/>
                </a:lnTo>
                <a:lnTo>
                  <a:pt x="522287" y="1168400"/>
                </a:lnTo>
                <a:lnTo>
                  <a:pt x="487413" y="1143000"/>
                </a:lnTo>
                <a:lnTo>
                  <a:pt x="470687" y="1117600"/>
                </a:lnTo>
                <a:lnTo>
                  <a:pt x="454431" y="1104900"/>
                </a:lnTo>
                <a:lnTo>
                  <a:pt x="423214" y="1079500"/>
                </a:lnTo>
                <a:lnTo>
                  <a:pt x="393598" y="1054100"/>
                </a:lnTo>
                <a:lnTo>
                  <a:pt x="379336" y="1028700"/>
                </a:lnTo>
                <a:lnTo>
                  <a:pt x="365429" y="1016000"/>
                </a:lnTo>
                <a:lnTo>
                  <a:pt x="351853" y="1003300"/>
                </a:lnTo>
                <a:lnTo>
                  <a:pt x="338569" y="990600"/>
                </a:lnTo>
                <a:lnTo>
                  <a:pt x="325577" y="965200"/>
                </a:lnTo>
                <a:lnTo>
                  <a:pt x="312851" y="952500"/>
                </a:lnTo>
                <a:lnTo>
                  <a:pt x="300380" y="939800"/>
                </a:lnTo>
                <a:lnTo>
                  <a:pt x="288124" y="914400"/>
                </a:lnTo>
                <a:lnTo>
                  <a:pt x="276072" y="901700"/>
                </a:lnTo>
                <a:lnTo>
                  <a:pt x="264210" y="876300"/>
                </a:lnTo>
                <a:lnTo>
                  <a:pt x="252526" y="863600"/>
                </a:lnTo>
                <a:lnTo>
                  <a:pt x="240969" y="838200"/>
                </a:lnTo>
                <a:lnTo>
                  <a:pt x="229552" y="825500"/>
                </a:lnTo>
                <a:lnTo>
                  <a:pt x="218173" y="800100"/>
                </a:lnTo>
                <a:lnTo>
                  <a:pt x="206984" y="787400"/>
                </a:lnTo>
                <a:lnTo>
                  <a:pt x="185839" y="736600"/>
                </a:lnTo>
                <a:lnTo>
                  <a:pt x="175869" y="711200"/>
                </a:lnTo>
                <a:lnTo>
                  <a:pt x="166268" y="698500"/>
                </a:lnTo>
                <a:lnTo>
                  <a:pt x="157022" y="673100"/>
                </a:lnTo>
                <a:lnTo>
                  <a:pt x="148132" y="647700"/>
                </a:lnTo>
                <a:lnTo>
                  <a:pt x="139573" y="622300"/>
                </a:lnTo>
                <a:lnTo>
                  <a:pt x="131330" y="596900"/>
                </a:lnTo>
                <a:lnTo>
                  <a:pt x="123393" y="584200"/>
                </a:lnTo>
                <a:lnTo>
                  <a:pt x="108394" y="533400"/>
                </a:lnTo>
                <a:lnTo>
                  <a:pt x="94475" y="482600"/>
                </a:lnTo>
                <a:lnTo>
                  <a:pt x="81495" y="431800"/>
                </a:lnTo>
                <a:lnTo>
                  <a:pt x="69392" y="381000"/>
                </a:lnTo>
                <a:lnTo>
                  <a:pt x="58039" y="330200"/>
                </a:lnTo>
                <a:lnTo>
                  <a:pt x="52603" y="292100"/>
                </a:lnTo>
                <a:lnTo>
                  <a:pt x="47332" y="266700"/>
                </a:lnTo>
                <a:lnTo>
                  <a:pt x="37160" y="215900"/>
                </a:lnTo>
                <a:lnTo>
                  <a:pt x="27457" y="165100"/>
                </a:lnTo>
                <a:lnTo>
                  <a:pt x="18084" y="114300"/>
                </a:lnTo>
                <a:lnTo>
                  <a:pt x="8966" y="50800"/>
                </a:lnTo>
                <a:lnTo>
                  <a:pt x="0" y="0"/>
                </a:lnTo>
                <a:lnTo>
                  <a:pt x="37592" y="0"/>
                </a:lnTo>
                <a:lnTo>
                  <a:pt x="46570" y="50800"/>
                </a:lnTo>
                <a:lnTo>
                  <a:pt x="55664" y="101600"/>
                </a:lnTo>
                <a:lnTo>
                  <a:pt x="64998" y="152400"/>
                </a:lnTo>
                <a:lnTo>
                  <a:pt x="74663" y="215900"/>
                </a:lnTo>
                <a:lnTo>
                  <a:pt x="79641" y="241300"/>
                </a:lnTo>
                <a:lnTo>
                  <a:pt x="84747" y="266700"/>
                </a:lnTo>
                <a:lnTo>
                  <a:pt x="89979" y="292100"/>
                </a:lnTo>
                <a:lnTo>
                  <a:pt x="95364" y="317500"/>
                </a:lnTo>
                <a:lnTo>
                  <a:pt x="100901" y="342900"/>
                </a:lnTo>
                <a:lnTo>
                  <a:pt x="106603" y="368300"/>
                </a:lnTo>
                <a:lnTo>
                  <a:pt x="112483" y="393700"/>
                </a:lnTo>
                <a:lnTo>
                  <a:pt x="118567" y="419100"/>
                </a:lnTo>
                <a:lnTo>
                  <a:pt x="124841" y="444500"/>
                </a:lnTo>
                <a:lnTo>
                  <a:pt x="131343" y="469900"/>
                </a:lnTo>
                <a:lnTo>
                  <a:pt x="138074" y="495300"/>
                </a:lnTo>
                <a:lnTo>
                  <a:pt x="145034" y="520700"/>
                </a:lnTo>
                <a:lnTo>
                  <a:pt x="152260" y="546100"/>
                </a:lnTo>
                <a:lnTo>
                  <a:pt x="159740" y="571500"/>
                </a:lnTo>
                <a:lnTo>
                  <a:pt x="167500" y="584200"/>
                </a:lnTo>
                <a:lnTo>
                  <a:pt x="175539" y="609600"/>
                </a:lnTo>
                <a:lnTo>
                  <a:pt x="183896" y="635000"/>
                </a:lnTo>
                <a:lnTo>
                  <a:pt x="192544" y="660400"/>
                </a:lnTo>
                <a:lnTo>
                  <a:pt x="201523" y="685800"/>
                </a:lnTo>
                <a:lnTo>
                  <a:pt x="201371" y="685800"/>
                </a:lnTo>
                <a:lnTo>
                  <a:pt x="210832" y="698500"/>
                </a:lnTo>
                <a:lnTo>
                  <a:pt x="210667" y="698500"/>
                </a:lnTo>
                <a:lnTo>
                  <a:pt x="220484" y="723900"/>
                </a:lnTo>
                <a:lnTo>
                  <a:pt x="220306" y="723900"/>
                </a:lnTo>
                <a:lnTo>
                  <a:pt x="230492" y="749300"/>
                </a:lnTo>
                <a:lnTo>
                  <a:pt x="230301" y="749300"/>
                </a:lnTo>
                <a:lnTo>
                  <a:pt x="240868" y="762000"/>
                </a:lnTo>
                <a:lnTo>
                  <a:pt x="240652" y="762000"/>
                </a:lnTo>
                <a:lnTo>
                  <a:pt x="251625" y="787400"/>
                </a:lnTo>
                <a:lnTo>
                  <a:pt x="251447" y="787400"/>
                </a:lnTo>
                <a:lnTo>
                  <a:pt x="262661" y="800100"/>
                </a:lnTo>
                <a:lnTo>
                  <a:pt x="273850" y="825500"/>
                </a:lnTo>
                <a:lnTo>
                  <a:pt x="285153" y="838200"/>
                </a:lnTo>
                <a:lnTo>
                  <a:pt x="285013" y="838200"/>
                </a:lnTo>
                <a:lnTo>
                  <a:pt x="296570" y="863600"/>
                </a:lnTo>
                <a:lnTo>
                  <a:pt x="296418" y="863600"/>
                </a:lnTo>
                <a:lnTo>
                  <a:pt x="308127" y="876300"/>
                </a:lnTo>
                <a:lnTo>
                  <a:pt x="307962" y="876300"/>
                </a:lnTo>
                <a:lnTo>
                  <a:pt x="319836" y="889000"/>
                </a:lnTo>
                <a:lnTo>
                  <a:pt x="319659" y="889000"/>
                </a:lnTo>
                <a:lnTo>
                  <a:pt x="331736" y="914400"/>
                </a:lnTo>
                <a:lnTo>
                  <a:pt x="331546" y="914400"/>
                </a:lnTo>
                <a:lnTo>
                  <a:pt x="343839" y="927100"/>
                </a:lnTo>
                <a:lnTo>
                  <a:pt x="343636" y="927100"/>
                </a:lnTo>
                <a:lnTo>
                  <a:pt x="356158" y="939800"/>
                </a:lnTo>
                <a:lnTo>
                  <a:pt x="355930" y="939800"/>
                </a:lnTo>
                <a:lnTo>
                  <a:pt x="368706" y="965200"/>
                </a:lnTo>
                <a:lnTo>
                  <a:pt x="368477" y="965200"/>
                </a:lnTo>
                <a:lnTo>
                  <a:pt x="381520" y="977900"/>
                </a:lnTo>
                <a:lnTo>
                  <a:pt x="381279" y="977900"/>
                </a:lnTo>
                <a:lnTo>
                  <a:pt x="394614" y="990600"/>
                </a:lnTo>
                <a:lnTo>
                  <a:pt x="394360" y="990600"/>
                </a:lnTo>
                <a:lnTo>
                  <a:pt x="408000" y="1003300"/>
                </a:lnTo>
                <a:lnTo>
                  <a:pt x="407733" y="1003300"/>
                </a:lnTo>
                <a:lnTo>
                  <a:pt x="421716" y="1028700"/>
                </a:lnTo>
                <a:lnTo>
                  <a:pt x="421424" y="1028700"/>
                </a:lnTo>
                <a:lnTo>
                  <a:pt x="435762" y="1041400"/>
                </a:lnTo>
                <a:lnTo>
                  <a:pt x="435470" y="1041400"/>
                </a:lnTo>
                <a:lnTo>
                  <a:pt x="450176" y="1054100"/>
                </a:lnTo>
                <a:lnTo>
                  <a:pt x="449872" y="1054100"/>
                </a:lnTo>
                <a:lnTo>
                  <a:pt x="464959" y="1066800"/>
                </a:lnTo>
                <a:lnTo>
                  <a:pt x="464642" y="1066800"/>
                </a:lnTo>
                <a:lnTo>
                  <a:pt x="480148" y="1079500"/>
                </a:lnTo>
                <a:lnTo>
                  <a:pt x="479831" y="1079500"/>
                </a:lnTo>
                <a:lnTo>
                  <a:pt x="495769" y="1092200"/>
                </a:lnTo>
                <a:lnTo>
                  <a:pt x="495439" y="1092200"/>
                </a:lnTo>
                <a:lnTo>
                  <a:pt x="511822" y="1104900"/>
                </a:lnTo>
                <a:lnTo>
                  <a:pt x="511492" y="1104900"/>
                </a:lnTo>
                <a:lnTo>
                  <a:pt x="528345" y="1117600"/>
                </a:lnTo>
                <a:lnTo>
                  <a:pt x="528015" y="1117600"/>
                </a:lnTo>
                <a:lnTo>
                  <a:pt x="545363" y="1130300"/>
                </a:lnTo>
                <a:lnTo>
                  <a:pt x="545020" y="1130300"/>
                </a:lnTo>
                <a:lnTo>
                  <a:pt x="562876" y="1143000"/>
                </a:lnTo>
                <a:lnTo>
                  <a:pt x="562533" y="1143000"/>
                </a:lnTo>
                <a:lnTo>
                  <a:pt x="580923" y="1155700"/>
                </a:lnTo>
                <a:lnTo>
                  <a:pt x="580580" y="1155700"/>
                </a:lnTo>
                <a:lnTo>
                  <a:pt x="599516" y="1168400"/>
                </a:lnTo>
                <a:lnTo>
                  <a:pt x="599186" y="1168400"/>
                </a:lnTo>
                <a:lnTo>
                  <a:pt x="618693" y="1181100"/>
                </a:lnTo>
                <a:lnTo>
                  <a:pt x="618350" y="1181100"/>
                </a:lnTo>
                <a:lnTo>
                  <a:pt x="638454" y="1193800"/>
                </a:lnTo>
                <a:lnTo>
                  <a:pt x="638124" y="1193800"/>
                </a:lnTo>
                <a:lnTo>
                  <a:pt x="658825" y="1206500"/>
                </a:lnTo>
                <a:lnTo>
                  <a:pt x="658495" y="1206500"/>
                </a:lnTo>
                <a:lnTo>
                  <a:pt x="679830" y="1219200"/>
                </a:lnTo>
                <a:lnTo>
                  <a:pt x="679513" y="1219200"/>
                </a:lnTo>
                <a:lnTo>
                  <a:pt x="701497" y="1231900"/>
                </a:lnTo>
                <a:lnTo>
                  <a:pt x="701192" y="1231900"/>
                </a:lnTo>
                <a:lnTo>
                  <a:pt x="723836" y="1244600"/>
                </a:lnTo>
                <a:lnTo>
                  <a:pt x="723531" y="1244600"/>
                </a:lnTo>
                <a:lnTo>
                  <a:pt x="746874" y="1257300"/>
                </a:lnTo>
                <a:lnTo>
                  <a:pt x="770178" y="1257300"/>
                </a:lnTo>
                <a:lnTo>
                  <a:pt x="794943" y="1270000"/>
                </a:lnTo>
                <a:close/>
              </a:path>
              <a:path w="1750695" h="1524000">
                <a:moveTo>
                  <a:pt x="955306" y="1333500"/>
                </a:moveTo>
                <a:lnTo>
                  <a:pt x="832154" y="1333500"/>
                </a:lnTo>
                <a:lnTo>
                  <a:pt x="805688" y="1320800"/>
                </a:lnTo>
                <a:lnTo>
                  <a:pt x="779868" y="1308100"/>
                </a:lnTo>
                <a:lnTo>
                  <a:pt x="754722" y="1295400"/>
                </a:lnTo>
                <a:lnTo>
                  <a:pt x="730313" y="1282700"/>
                </a:lnTo>
                <a:lnTo>
                  <a:pt x="706678" y="1270000"/>
                </a:lnTo>
                <a:lnTo>
                  <a:pt x="794575" y="1270000"/>
                </a:lnTo>
                <a:lnTo>
                  <a:pt x="820026" y="1282700"/>
                </a:lnTo>
                <a:lnTo>
                  <a:pt x="819683" y="1282700"/>
                </a:lnTo>
                <a:lnTo>
                  <a:pt x="845794" y="1295400"/>
                </a:lnTo>
                <a:lnTo>
                  <a:pt x="845477" y="1295400"/>
                </a:lnTo>
                <a:lnTo>
                  <a:pt x="872236" y="1308100"/>
                </a:lnTo>
                <a:lnTo>
                  <a:pt x="899032" y="1308100"/>
                </a:lnTo>
                <a:lnTo>
                  <a:pt x="927011" y="1320800"/>
                </a:lnTo>
                <a:lnTo>
                  <a:pt x="926744" y="1320800"/>
                </a:lnTo>
                <a:lnTo>
                  <a:pt x="955306" y="1333500"/>
                </a:lnTo>
                <a:close/>
              </a:path>
              <a:path w="1750695" h="1524000">
                <a:moveTo>
                  <a:pt x="1104798" y="1371600"/>
                </a:moveTo>
                <a:lnTo>
                  <a:pt x="944003" y="1371600"/>
                </a:lnTo>
                <a:lnTo>
                  <a:pt x="915187" y="1358900"/>
                </a:lnTo>
                <a:lnTo>
                  <a:pt x="859231" y="1333500"/>
                </a:lnTo>
                <a:lnTo>
                  <a:pt x="983932" y="1333500"/>
                </a:lnTo>
                <a:lnTo>
                  <a:pt x="1013561" y="1346200"/>
                </a:lnTo>
                <a:lnTo>
                  <a:pt x="1013345" y="1346200"/>
                </a:lnTo>
                <a:lnTo>
                  <a:pt x="1043482" y="1358900"/>
                </a:lnTo>
                <a:lnTo>
                  <a:pt x="1073721" y="1358900"/>
                </a:lnTo>
                <a:lnTo>
                  <a:pt x="1104798" y="1371600"/>
                </a:lnTo>
                <a:close/>
              </a:path>
              <a:path w="1750695" h="1524000">
                <a:moveTo>
                  <a:pt x="1200086" y="1397000"/>
                </a:moveTo>
                <a:lnTo>
                  <a:pt x="1033576" y="1397000"/>
                </a:lnTo>
                <a:lnTo>
                  <a:pt x="973353" y="1371600"/>
                </a:lnTo>
                <a:lnTo>
                  <a:pt x="1104620" y="1371600"/>
                </a:lnTo>
                <a:lnTo>
                  <a:pt x="1136142" y="1384300"/>
                </a:lnTo>
                <a:lnTo>
                  <a:pt x="1167765" y="1384300"/>
                </a:lnTo>
                <a:lnTo>
                  <a:pt x="1200086" y="1397000"/>
                </a:lnTo>
                <a:close/>
              </a:path>
              <a:path w="1750695" h="1524000">
                <a:moveTo>
                  <a:pt x="1265554" y="1409700"/>
                </a:moveTo>
                <a:lnTo>
                  <a:pt x="1095679" y="1409700"/>
                </a:lnTo>
                <a:lnTo>
                  <a:pt x="1064412" y="1397000"/>
                </a:lnTo>
                <a:lnTo>
                  <a:pt x="1232509" y="1397000"/>
                </a:lnTo>
                <a:lnTo>
                  <a:pt x="1265554" y="1409700"/>
                </a:lnTo>
                <a:close/>
              </a:path>
              <a:path w="1750695" h="1524000">
                <a:moveTo>
                  <a:pt x="1400276" y="1435100"/>
                </a:moveTo>
                <a:lnTo>
                  <a:pt x="1191945" y="1435100"/>
                </a:lnTo>
                <a:lnTo>
                  <a:pt x="1127378" y="1409700"/>
                </a:lnTo>
                <a:lnTo>
                  <a:pt x="1298689" y="1409700"/>
                </a:lnTo>
                <a:lnTo>
                  <a:pt x="1332344" y="1422400"/>
                </a:lnTo>
                <a:lnTo>
                  <a:pt x="1366088" y="1422400"/>
                </a:lnTo>
                <a:lnTo>
                  <a:pt x="1400276" y="1435100"/>
                </a:lnTo>
                <a:close/>
              </a:path>
              <a:path w="1750695" h="1524000">
                <a:moveTo>
                  <a:pt x="1469199" y="1447800"/>
                </a:moveTo>
                <a:lnTo>
                  <a:pt x="1257935" y="1447800"/>
                </a:lnTo>
                <a:lnTo>
                  <a:pt x="1224775" y="1435100"/>
                </a:lnTo>
                <a:lnTo>
                  <a:pt x="1400162" y="1435100"/>
                </a:lnTo>
                <a:lnTo>
                  <a:pt x="1469199" y="1447800"/>
                </a:lnTo>
                <a:close/>
              </a:path>
              <a:path w="1750695" h="1524000">
                <a:moveTo>
                  <a:pt x="1538846" y="1460500"/>
                </a:moveTo>
                <a:lnTo>
                  <a:pt x="1325181" y="1460500"/>
                </a:lnTo>
                <a:lnTo>
                  <a:pt x="1291412" y="1447800"/>
                </a:lnTo>
                <a:lnTo>
                  <a:pt x="1469072" y="1447800"/>
                </a:lnTo>
                <a:lnTo>
                  <a:pt x="1538846" y="1460500"/>
                </a:lnTo>
                <a:close/>
              </a:path>
              <a:path w="1750695" h="1524000">
                <a:moveTo>
                  <a:pt x="1744599" y="1524000"/>
                </a:moveTo>
                <a:lnTo>
                  <a:pt x="1602955" y="1498600"/>
                </a:lnTo>
                <a:lnTo>
                  <a:pt x="1532534" y="1498600"/>
                </a:lnTo>
                <a:lnTo>
                  <a:pt x="1393482" y="1473200"/>
                </a:lnTo>
                <a:lnTo>
                  <a:pt x="1359204" y="1460500"/>
                </a:lnTo>
                <a:lnTo>
                  <a:pt x="1609001" y="1460500"/>
                </a:lnTo>
                <a:lnTo>
                  <a:pt x="1750568" y="1485900"/>
                </a:lnTo>
                <a:lnTo>
                  <a:pt x="1744599" y="152400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8022590" y="2172335"/>
            <a:ext cx="194945" cy="6343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5" i="1">
                <a:solidFill>
                  <a:srgbClr val="FF0000"/>
                </a:solidFill>
                <a:latin typeface="Arial"/>
                <a:cs typeface="Arial"/>
              </a:rPr>
              <a:t>·</a:t>
            </a:r>
            <a:endParaRPr sz="40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065327" y="3171189"/>
            <a:ext cx="22288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>
                <a:solidFill>
                  <a:srgbClr val="0000FF"/>
                </a:solidFill>
                <a:latin typeface="Arial"/>
                <a:cs typeface="Arial"/>
              </a:rPr>
              <a:t>0</a:t>
            </a:r>
            <a:endParaRPr sz="28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245602" y="2276906"/>
            <a:ext cx="300024" cy="316331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8621077" y="2535872"/>
            <a:ext cx="212090" cy="6972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 i="1">
                <a:solidFill>
                  <a:srgbClr val="FF0000"/>
                </a:solidFill>
                <a:latin typeface="Arial"/>
                <a:cs typeface="Arial"/>
              </a:rPr>
              <a:t>·</a:t>
            </a:r>
            <a:endParaRPr sz="44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794457" y="2591231"/>
            <a:ext cx="254012" cy="316331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25831" y="924953"/>
            <a:ext cx="1653438" cy="43646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14718" y="1881898"/>
            <a:ext cx="855878" cy="80860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1112380" y="1779511"/>
            <a:ext cx="677024" cy="394982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1958416" y="1702511"/>
            <a:ext cx="806665" cy="441223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945832" y="2482926"/>
            <a:ext cx="1640027" cy="441223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3874846" y="1764741"/>
            <a:ext cx="2562440" cy="441223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2983090" y="2450706"/>
            <a:ext cx="677024" cy="394982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3716096" y="2373706"/>
            <a:ext cx="3253320" cy="441223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3038551" y="2985528"/>
            <a:ext cx="1210208" cy="436308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4234891" y="3033153"/>
            <a:ext cx="226910" cy="349148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/>
          <p:nvPr/>
        </p:nvSpPr>
        <p:spPr>
          <a:xfrm>
            <a:off x="2257844" y="5236464"/>
            <a:ext cx="1820545" cy="48430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056748" y="5549010"/>
            <a:ext cx="130683" cy="18247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287253" y="5232882"/>
            <a:ext cx="4605528" cy="49145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8878303" y="5549010"/>
            <a:ext cx="130682" cy="18247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105239" y="5232895"/>
            <a:ext cx="936269" cy="48966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289380" y="5918682"/>
            <a:ext cx="948766" cy="49145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216518" y="6234810"/>
            <a:ext cx="130682" cy="18247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441676" y="5918682"/>
            <a:ext cx="4158932" cy="491451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6617284" y="6199085"/>
            <a:ext cx="167385" cy="166408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138881" y="1067828"/>
            <a:ext cx="6975690" cy="44281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862531" y="1753628"/>
            <a:ext cx="2198585" cy="438048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887931" y="2487053"/>
            <a:ext cx="298665" cy="345973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267978" y="2433078"/>
            <a:ext cx="5957938" cy="442810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862531" y="3171266"/>
            <a:ext cx="324065" cy="344385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2269566" y="3117291"/>
            <a:ext cx="4323130" cy="442810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865706" y="3853891"/>
            <a:ext cx="320890" cy="344385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2274328" y="3799916"/>
            <a:ext cx="3501758" cy="441223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25831" y="924953"/>
            <a:ext cx="1653438" cy="436460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8339328" y="2151888"/>
            <a:ext cx="3631691" cy="3025140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1856181" y="4548581"/>
            <a:ext cx="330415" cy="344385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2282266" y="4493018"/>
            <a:ext cx="5943650" cy="442810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040302" y="3106343"/>
            <a:ext cx="1784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i="1">
                <a:solidFill>
                  <a:srgbClr val="0000FF"/>
                </a:solidFill>
                <a:latin typeface="Arial"/>
                <a:cs typeface="Arial"/>
              </a:rPr>
              <a:t>V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359650" y="1424038"/>
            <a:ext cx="114300" cy="1871980"/>
          </a:xfrm>
          <a:custGeom>
            <a:avLst/>
            <a:gdLst/>
            <a:ahLst/>
            <a:cxnLst/>
            <a:rect l="l" t="t" r="r" b="b"/>
            <a:pathLst>
              <a:path w="114300" h="1871979">
                <a:moveTo>
                  <a:pt x="38100" y="190499"/>
                </a:moveTo>
                <a:lnTo>
                  <a:pt x="0" y="190499"/>
                </a:lnTo>
                <a:lnTo>
                  <a:pt x="57150" y="0"/>
                </a:lnTo>
                <a:lnTo>
                  <a:pt x="100012" y="142874"/>
                </a:lnTo>
                <a:lnTo>
                  <a:pt x="38100" y="142874"/>
                </a:lnTo>
                <a:lnTo>
                  <a:pt x="38100" y="190499"/>
                </a:lnTo>
                <a:close/>
              </a:path>
              <a:path w="114300" h="1871979">
                <a:moveTo>
                  <a:pt x="76200" y="1871878"/>
                </a:moveTo>
                <a:lnTo>
                  <a:pt x="38100" y="1871878"/>
                </a:lnTo>
                <a:lnTo>
                  <a:pt x="38100" y="142874"/>
                </a:lnTo>
                <a:lnTo>
                  <a:pt x="76200" y="142874"/>
                </a:lnTo>
                <a:lnTo>
                  <a:pt x="76200" y="1871878"/>
                </a:lnTo>
                <a:close/>
              </a:path>
              <a:path w="114300" h="1871979">
                <a:moveTo>
                  <a:pt x="114300" y="190499"/>
                </a:moveTo>
                <a:lnTo>
                  <a:pt x="76200" y="190499"/>
                </a:lnTo>
                <a:lnTo>
                  <a:pt x="76200" y="142874"/>
                </a:lnTo>
                <a:lnTo>
                  <a:pt x="100012" y="142874"/>
                </a:lnTo>
                <a:lnTo>
                  <a:pt x="114300" y="190499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416800" y="3238766"/>
            <a:ext cx="2592705" cy="114300"/>
          </a:xfrm>
          <a:custGeom>
            <a:avLst/>
            <a:gdLst/>
            <a:ahLst/>
            <a:cxnLst/>
            <a:rect l="l" t="t" r="r" b="b"/>
            <a:pathLst>
              <a:path w="2592704" h="114300">
                <a:moveTo>
                  <a:pt x="2401887" y="114300"/>
                </a:moveTo>
                <a:lnTo>
                  <a:pt x="2401887" y="0"/>
                </a:lnTo>
                <a:lnTo>
                  <a:pt x="2528887" y="38100"/>
                </a:lnTo>
                <a:lnTo>
                  <a:pt x="2449512" y="38100"/>
                </a:lnTo>
                <a:lnTo>
                  <a:pt x="2449512" y="76200"/>
                </a:lnTo>
                <a:lnTo>
                  <a:pt x="2528887" y="76200"/>
                </a:lnTo>
                <a:lnTo>
                  <a:pt x="2401887" y="114300"/>
                </a:lnTo>
                <a:close/>
              </a:path>
              <a:path w="2592704" h="114300">
                <a:moveTo>
                  <a:pt x="2401887" y="76200"/>
                </a:moveTo>
                <a:lnTo>
                  <a:pt x="0" y="76200"/>
                </a:lnTo>
                <a:lnTo>
                  <a:pt x="0" y="38100"/>
                </a:lnTo>
                <a:lnTo>
                  <a:pt x="2401887" y="38100"/>
                </a:lnTo>
                <a:lnTo>
                  <a:pt x="2401887" y="76200"/>
                </a:lnTo>
                <a:close/>
              </a:path>
              <a:path w="2592704" h="114300">
                <a:moveTo>
                  <a:pt x="2528887" y="76200"/>
                </a:moveTo>
                <a:lnTo>
                  <a:pt x="2449512" y="76200"/>
                </a:lnTo>
                <a:lnTo>
                  <a:pt x="2449512" y="38100"/>
                </a:lnTo>
                <a:lnTo>
                  <a:pt x="2528887" y="38100"/>
                </a:lnTo>
                <a:lnTo>
                  <a:pt x="2592387" y="57150"/>
                </a:lnTo>
                <a:lnTo>
                  <a:pt x="2528887" y="7620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7063740" y="1155077"/>
            <a:ext cx="1651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i="1">
                <a:solidFill>
                  <a:srgbClr val="0000FF"/>
                </a:solidFill>
                <a:latin typeface="Arial"/>
                <a:cs typeface="Arial"/>
              </a:rPr>
              <a:t>T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25831" y="924953"/>
            <a:ext cx="1653438" cy="4364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708226" y="2317191"/>
            <a:ext cx="960970" cy="4380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322436" y="2926791"/>
            <a:ext cx="3268713" cy="4364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707629" y="3610774"/>
            <a:ext cx="264617" cy="32294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891068" y="3747490"/>
            <a:ext cx="168960" cy="10586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039734" y="3609581"/>
            <a:ext cx="295770" cy="32414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504516" y="3532581"/>
            <a:ext cx="1618513" cy="44122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111739" y="3610774"/>
            <a:ext cx="264617" cy="32294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295178" y="3747490"/>
            <a:ext cx="168960" cy="10586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4401680" y="3672484"/>
            <a:ext cx="274434" cy="332079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4678121" y="3532581"/>
            <a:ext cx="806665" cy="441223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732038" y="4142816"/>
            <a:ext cx="2022055" cy="441223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740226" y="4192028"/>
            <a:ext cx="226910" cy="349148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7422501" y="2399982"/>
            <a:ext cx="2326640" cy="0"/>
          </a:xfrm>
          <a:custGeom>
            <a:avLst/>
            <a:gdLst/>
            <a:ahLst/>
            <a:cxnLst/>
            <a:rect l="l" t="t" r="r" b="b"/>
            <a:pathLst>
              <a:path w="2326640" h="0">
                <a:moveTo>
                  <a:pt x="0" y="0"/>
                </a:moveTo>
                <a:lnTo>
                  <a:pt x="2326030" y="0"/>
                </a:lnTo>
              </a:path>
            </a:pathLst>
          </a:custGeom>
          <a:ln w="18414">
            <a:solidFill>
              <a:srgbClr val="4471C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9924732" y="5739688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i="1">
                <a:solidFill>
                  <a:srgbClr val="0000FF"/>
                </a:solidFill>
                <a:latin typeface="Arial"/>
                <a:cs typeface="Arial"/>
              </a:rPr>
              <a:t>p</a:t>
            </a:r>
            <a:endParaRPr sz="1800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7244080" y="4057383"/>
            <a:ext cx="114300" cy="1871980"/>
          </a:xfrm>
          <a:custGeom>
            <a:avLst/>
            <a:gdLst/>
            <a:ahLst/>
            <a:cxnLst/>
            <a:rect l="l" t="t" r="r" b="b"/>
            <a:pathLst>
              <a:path w="114300" h="1871979">
                <a:moveTo>
                  <a:pt x="38100" y="190500"/>
                </a:moveTo>
                <a:lnTo>
                  <a:pt x="0" y="190500"/>
                </a:lnTo>
                <a:lnTo>
                  <a:pt x="57150" y="0"/>
                </a:lnTo>
                <a:lnTo>
                  <a:pt x="100012" y="142875"/>
                </a:lnTo>
                <a:lnTo>
                  <a:pt x="38100" y="142875"/>
                </a:lnTo>
                <a:lnTo>
                  <a:pt x="38100" y="190500"/>
                </a:lnTo>
                <a:close/>
              </a:path>
              <a:path w="114300" h="1871979">
                <a:moveTo>
                  <a:pt x="76200" y="1871878"/>
                </a:moveTo>
                <a:lnTo>
                  <a:pt x="38100" y="1871878"/>
                </a:lnTo>
                <a:lnTo>
                  <a:pt x="38100" y="142875"/>
                </a:lnTo>
                <a:lnTo>
                  <a:pt x="76200" y="142875"/>
                </a:lnTo>
                <a:lnTo>
                  <a:pt x="76200" y="1871878"/>
                </a:lnTo>
                <a:close/>
              </a:path>
              <a:path w="114300" h="1871979">
                <a:moveTo>
                  <a:pt x="114300" y="190500"/>
                </a:moveTo>
                <a:lnTo>
                  <a:pt x="76200" y="190500"/>
                </a:lnTo>
                <a:lnTo>
                  <a:pt x="76200" y="142875"/>
                </a:lnTo>
                <a:lnTo>
                  <a:pt x="100012" y="142875"/>
                </a:lnTo>
                <a:lnTo>
                  <a:pt x="114300" y="19050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7301230" y="5872111"/>
            <a:ext cx="2592705" cy="114300"/>
          </a:xfrm>
          <a:custGeom>
            <a:avLst/>
            <a:gdLst/>
            <a:ahLst/>
            <a:cxnLst/>
            <a:rect l="l" t="t" r="r" b="b"/>
            <a:pathLst>
              <a:path w="2592704" h="114300">
                <a:moveTo>
                  <a:pt x="2401887" y="114300"/>
                </a:moveTo>
                <a:lnTo>
                  <a:pt x="2401887" y="0"/>
                </a:lnTo>
                <a:lnTo>
                  <a:pt x="2528887" y="38100"/>
                </a:lnTo>
                <a:lnTo>
                  <a:pt x="2449512" y="38100"/>
                </a:lnTo>
                <a:lnTo>
                  <a:pt x="2449512" y="76200"/>
                </a:lnTo>
                <a:lnTo>
                  <a:pt x="2528887" y="76200"/>
                </a:lnTo>
                <a:lnTo>
                  <a:pt x="2401887" y="114300"/>
                </a:lnTo>
                <a:close/>
              </a:path>
              <a:path w="2592704" h="114300">
                <a:moveTo>
                  <a:pt x="2401887" y="76200"/>
                </a:moveTo>
                <a:lnTo>
                  <a:pt x="0" y="76200"/>
                </a:lnTo>
                <a:lnTo>
                  <a:pt x="0" y="38100"/>
                </a:lnTo>
                <a:lnTo>
                  <a:pt x="2401887" y="38100"/>
                </a:lnTo>
                <a:lnTo>
                  <a:pt x="2401887" y="76200"/>
                </a:lnTo>
                <a:close/>
              </a:path>
              <a:path w="2592704" h="114300">
                <a:moveTo>
                  <a:pt x="2528887" y="76200"/>
                </a:moveTo>
                <a:lnTo>
                  <a:pt x="2449512" y="76200"/>
                </a:lnTo>
                <a:lnTo>
                  <a:pt x="2449512" y="38100"/>
                </a:lnTo>
                <a:lnTo>
                  <a:pt x="2528887" y="38100"/>
                </a:lnTo>
                <a:lnTo>
                  <a:pt x="2592387" y="57150"/>
                </a:lnTo>
                <a:lnTo>
                  <a:pt x="2528887" y="7620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6948169" y="3171444"/>
            <a:ext cx="340360" cy="9169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9539">
              <a:lnSpc>
                <a:spcPct val="100000"/>
              </a:lnSpc>
              <a:spcBef>
                <a:spcPts val="95"/>
              </a:spcBef>
            </a:pPr>
            <a:r>
              <a:rPr dirty="0" sz="2800" spc="-5">
                <a:solidFill>
                  <a:srgbClr val="0000FF"/>
                </a:solidFill>
                <a:latin typeface="Arial"/>
                <a:cs typeface="Arial"/>
              </a:rPr>
              <a:t>0</a:t>
            </a:r>
            <a:endParaRPr sz="2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00"/>
              </a:spcBef>
            </a:pPr>
            <a:r>
              <a:rPr dirty="0" sz="1800" i="1">
                <a:solidFill>
                  <a:srgbClr val="0000FF"/>
                </a:solidFill>
                <a:latin typeface="Arial"/>
                <a:cs typeface="Arial"/>
              </a:rPr>
              <a:t>T</a:t>
            </a:r>
            <a:endParaRPr sz="18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949757" y="5804789"/>
            <a:ext cx="22288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>
                <a:solidFill>
                  <a:srgbClr val="0000FF"/>
                </a:solidFill>
                <a:latin typeface="Arial"/>
                <a:cs typeface="Arial"/>
              </a:rPr>
              <a:t>0</a:t>
            </a:r>
            <a:endParaRPr sz="2800">
              <a:latin typeface="Arial"/>
              <a:cs typeface="Aria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7306932" y="5033327"/>
            <a:ext cx="2326640" cy="0"/>
          </a:xfrm>
          <a:custGeom>
            <a:avLst/>
            <a:gdLst/>
            <a:ahLst/>
            <a:cxnLst/>
            <a:rect l="l" t="t" r="r" b="b"/>
            <a:pathLst>
              <a:path w="2326640" h="0">
                <a:moveTo>
                  <a:pt x="0" y="0"/>
                </a:moveTo>
                <a:lnTo>
                  <a:pt x="2326030" y="0"/>
                </a:lnTo>
              </a:path>
            </a:pathLst>
          </a:custGeom>
          <a:ln w="18414">
            <a:solidFill>
              <a:srgbClr val="4471C4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1840" y="0"/>
            <a:ext cx="2058670" cy="6343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b="1">
                <a:solidFill>
                  <a:srgbClr val="F1F1F1"/>
                </a:solidFill>
                <a:latin typeface="华文楷体"/>
                <a:cs typeface="华文楷体"/>
              </a:rPr>
              <a:t>高中物</a:t>
            </a:r>
            <a:r>
              <a:rPr dirty="0" sz="4000" spc="-10" b="1">
                <a:solidFill>
                  <a:srgbClr val="F1F1F1"/>
                </a:solidFill>
                <a:latin typeface="华文楷体"/>
                <a:cs typeface="华文楷体"/>
              </a:rPr>
              <a:t>理</a:t>
            </a:r>
            <a:endParaRPr sz="4000">
              <a:latin typeface="华文楷体"/>
              <a:cs typeface="华文楷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07111" y="970356"/>
            <a:ext cx="1790280" cy="44122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843178" y="2029142"/>
            <a:ext cx="149821" cy="14983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66736" y="1904657"/>
            <a:ext cx="10026967" cy="39099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079233" y="2438057"/>
            <a:ext cx="10025570" cy="39239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257249" y="2999435"/>
            <a:ext cx="159131" cy="33564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001558" y="2995218"/>
            <a:ext cx="163194" cy="34071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843178" y="3756342"/>
            <a:ext cx="149821" cy="14983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055624" y="3676306"/>
            <a:ext cx="303999" cy="309041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426146" y="3631856"/>
            <a:ext cx="2890761" cy="39099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843178" y="4416742"/>
            <a:ext cx="149821" cy="149834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058405" y="4342257"/>
            <a:ext cx="301231" cy="303491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426146" y="4292256"/>
            <a:ext cx="2889364" cy="390994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843178" y="5077142"/>
            <a:ext cx="149821" cy="149834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063955" y="4999888"/>
            <a:ext cx="295668" cy="306260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426146" y="4955438"/>
            <a:ext cx="2876867" cy="386829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843178" y="5737542"/>
            <a:ext cx="149821" cy="149834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1059789" y="5663057"/>
            <a:ext cx="299834" cy="303491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466430" y="5613056"/>
            <a:ext cx="2837967" cy="389610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1612900" y="2882264"/>
            <a:ext cx="21526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>
                <a:solidFill>
                  <a:srgbClr val="FF0000"/>
                </a:solidFill>
                <a:latin typeface="Calibri"/>
                <a:cs typeface="Calibri"/>
              </a:rPr>
              <a:t>C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/>
          <p:nvPr/>
        </p:nvSpPr>
        <p:spPr>
          <a:xfrm>
            <a:off x="761161" y="1885429"/>
            <a:ext cx="165595" cy="16559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984008" y="1744738"/>
            <a:ext cx="3293008" cy="4380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240923" y="1817573"/>
            <a:ext cx="622719" cy="32929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866081" y="1744738"/>
            <a:ext cx="2443060" cy="44122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273645" y="1817573"/>
            <a:ext cx="249135" cy="32929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555471" y="1803476"/>
            <a:ext cx="384390" cy="31898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938960" y="1786013"/>
            <a:ext cx="460705" cy="36205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8352167" y="1794586"/>
            <a:ext cx="188010" cy="25064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8494191" y="1821332"/>
            <a:ext cx="455523" cy="325539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8945956" y="1744738"/>
            <a:ext cx="2039518" cy="441223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984008" y="2354338"/>
            <a:ext cx="3701313" cy="441223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648631" y="2429751"/>
            <a:ext cx="417563" cy="326720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5068646" y="2352751"/>
            <a:ext cx="5710389" cy="442810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985596" y="2963938"/>
            <a:ext cx="2066505" cy="436460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015411" y="3040532"/>
            <a:ext cx="256273" cy="325539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298431" y="3022676"/>
            <a:ext cx="384390" cy="318985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681920" y="3005213"/>
            <a:ext cx="460705" cy="362051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4091533" y="3017011"/>
            <a:ext cx="192735" cy="247434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4237151" y="3040532"/>
            <a:ext cx="455523" cy="325539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4695990" y="2962351"/>
            <a:ext cx="6110732" cy="442810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986980" y="3648354"/>
            <a:ext cx="214998" cy="323545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1256906" y="3632276"/>
            <a:ext cx="384390" cy="318985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1640395" y="3614813"/>
            <a:ext cx="460705" cy="362051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2050008" y="3626599"/>
            <a:ext cx="192735" cy="247434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2195626" y="3650132"/>
            <a:ext cx="455523" cy="325539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2647391" y="3573538"/>
            <a:ext cx="8294585" cy="439635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984008" y="4182186"/>
            <a:ext cx="2266048" cy="439635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/>
          <p:nvPr/>
        </p:nvSpPr>
        <p:spPr>
          <a:xfrm>
            <a:off x="843178" y="1291272"/>
            <a:ext cx="149821" cy="14983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065352" y="1168171"/>
            <a:ext cx="2533256" cy="38822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566490" y="1291805"/>
            <a:ext cx="217360" cy="22430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748976" y="1166787"/>
            <a:ext cx="2159076" cy="39099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934290" y="1176515"/>
            <a:ext cx="331266" cy="37571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6255677" y="1214018"/>
            <a:ext cx="569836" cy="30487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792011" y="1168184"/>
            <a:ext cx="2875470" cy="39099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9647885" y="1291805"/>
            <a:ext cx="217360" cy="22430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9830371" y="1166787"/>
            <a:ext cx="1094892" cy="39099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066736" y="1614462"/>
            <a:ext cx="10032517" cy="392391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069517" y="2062137"/>
            <a:ext cx="1101839" cy="390994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148979" y="2312161"/>
            <a:ext cx="103466" cy="103466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843178" y="2761297"/>
            <a:ext cx="149821" cy="149834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109802" y="2636812"/>
            <a:ext cx="2960725" cy="390994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843178" y="3910647"/>
            <a:ext cx="149821" cy="149834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093127" y="3801440"/>
            <a:ext cx="339597" cy="374332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4837252" y="3787546"/>
            <a:ext cx="747115" cy="389610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5538520" y="3910825"/>
            <a:ext cx="232498" cy="293420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5733237" y="4004297"/>
            <a:ext cx="146176" cy="207238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5853887" y="3927500"/>
            <a:ext cx="209550" cy="165100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6022721" y="3851275"/>
            <a:ext cx="222923" cy="293077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6269634" y="3838955"/>
            <a:ext cx="341274" cy="284035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6569075" y="3851275"/>
            <a:ext cx="405002" cy="293077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6925094" y="3844544"/>
            <a:ext cx="166382" cy="210362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7044575" y="3854577"/>
            <a:ext cx="403123" cy="289775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7435812" y="3997871"/>
            <a:ext cx="139458" cy="156375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7750861" y="3910825"/>
            <a:ext cx="232498" cy="293420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7938554" y="4003192"/>
            <a:ext cx="166497" cy="208343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8066227" y="3927500"/>
            <a:ext cx="209550" cy="165100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8245475" y="3853014"/>
            <a:ext cx="193052" cy="288036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8481974" y="3838955"/>
            <a:ext cx="341274" cy="284035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8817533" y="3823665"/>
            <a:ext cx="407733" cy="321729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9175750" y="3829583"/>
            <a:ext cx="176758" cy="225983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9302636" y="3854577"/>
            <a:ext cx="403123" cy="289775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4935905" y="4485500"/>
            <a:ext cx="232498" cy="293420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5130622" y="4578972"/>
            <a:ext cx="146176" cy="207238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5279885" y="4411357"/>
            <a:ext cx="104482" cy="153301"/>
          </a:xfrm>
          <a:prstGeom prst="rect">
            <a:avLst/>
          </a:prstGeom>
          <a:blipFill>
            <a:blip r:embed="rId3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5330012" y="4502175"/>
            <a:ext cx="209550" cy="165100"/>
          </a:xfrm>
          <a:prstGeom prst="rect">
            <a:avLst/>
          </a:prstGeom>
          <a:blipFill>
            <a:blip r:embed="rId3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5491530" y="4485500"/>
            <a:ext cx="232498" cy="293420"/>
          </a:xfrm>
          <a:prstGeom prst="rect">
            <a:avLst/>
          </a:prstGeom>
          <a:blipFill>
            <a:blip r:embed="rId4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5679211" y="4577867"/>
            <a:ext cx="166497" cy="208343"/>
          </a:xfrm>
          <a:prstGeom prst="rect">
            <a:avLst/>
          </a:prstGeom>
          <a:blipFill>
            <a:blip r:embed="rId4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5835510" y="4411357"/>
            <a:ext cx="269239" cy="250189"/>
          </a:xfrm>
          <a:prstGeom prst="rect">
            <a:avLst/>
          </a:prstGeom>
          <a:blipFill>
            <a:blip r:embed="rId4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6053429" y="4429252"/>
            <a:ext cx="229171" cy="289775"/>
          </a:xfrm>
          <a:prstGeom prst="rect">
            <a:avLst/>
          </a:prstGeom>
          <a:blipFill>
            <a:blip r:embed="rId4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6301384" y="4413630"/>
            <a:ext cx="341274" cy="284035"/>
          </a:xfrm>
          <a:prstGeom prst="rect">
            <a:avLst/>
          </a:prstGeom>
          <a:blipFill>
            <a:blip r:embed="rId4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6636943" y="4398340"/>
            <a:ext cx="407733" cy="321729"/>
          </a:xfrm>
          <a:prstGeom prst="rect">
            <a:avLst/>
          </a:prstGeom>
          <a:blipFill>
            <a:blip r:embed="rId4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6995159" y="4404258"/>
            <a:ext cx="176758" cy="225983"/>
          </a:xfrm>
          <a:prstGeom prst="rect">
            <a:avLst/>
          </a:prstGeom>
          <a:blipFill>
            <a:blip r:embed="rId4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7122045" y="4429252"/>
            <a:ext cx="403123" cy="289775"/>
          </a:xfrm>
          <a:prstGeom prst="rect">
            <a:avLst/>
          </a:prstGeom>
          <a:blipFill>
            <a:blip r:embed="rId4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7513281" y="4572546"/>
            <a:ext cx="139458" cy="156375"/>
          </a:xfrm>
          <a:prstGeom prst="rect">
            <a:avLst/>
          </a:prstGeom>
          <a:blipFill>
            <a:blip r:embed="rId4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7863166" y="4428210"/>
            <a:ext cx="251396" cy="288556"/>
          </a:xfrm>
          <a:prstGeom prst="rect">
            <a:avLst/>
          </a:prstGeom>
          <a:blipFill>
            <a:blip r:embed="rId4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8042097" y="4578972"/>
            <a:ext cx="146176" cy="207238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8162747" y="4502175"/>
            <a:ext cx="209550" cy="165100"/>
          </a:xfrm>
          <a:prstGeom prst="rect">
            <a:avLst/>
          </a:prstGeom>
          <a:blipFill>
            <a:blip r:embed="rId5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8331060" y="4425950"/>
            <a:ext cx="550443" cy="293077"/>
          </a:xfrm>
          <a:prstGeom prst="rect">
            <a:avLst/>
          </a:prstGeom>
          <a:blipFill>
            <a:blip r:embed="rId5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8874721" y="4572546"/>
            <a:ext cx="139458" cy="156375"/>
          </a:xfrm>
          <a:prstGeom prst="rect">
            <a:avLst/>
          </a:prstGeom>
          <a:blipFill>
            <a:blip r:embed="rId5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9224606" y="4428210"/>
            <a:ext cx="251396" cy="288556"/>
          </a:xfrm>
          <a:prstGeom prst="rect">
            <a:avLst/>
          </a:prstGeom>
          <a:blipFill>
            <a:blip r:embed="rId5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9396514" y="4577867"/>
            <a:ext cx="166497" cy="208343"/>
          </a:xfrm>
          <a:prstGeom prst="rect">
            <a:avLst/>
          </a:prstGeom>
          <a:blipFill>
            <a:blip r:embed="rId5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9524186" y="4502175"/>
            <a:ext cx="209550" cy="165100"/>
          </a:xfrm>
          <a:prstGeom prst="rect">
            <a:avLst/>
          </a:prstGeom>
          <a:blipFill>
            <a:blip r:embed="rId5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9691979" y="4429252"/>
            <a:ext cx="229171" cy="289775"/>
          </a:xfrm>
          <a:prstGeom prst="rect">
            <a:avLst/>
          </a:prstGeom>
          <a:blipFill>
            <a:blip r:embed="rId5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9882911" y="4428210"/>
            <a:ext cx="179692" cy="287515"/>
          </a:xfrm>
          <a:prstGeom prst="rect">
            <a:avLst/>
          </a:prstGeom>
          <a:blipFill>
            <a:blip r:embed="rId5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1079817" y="5274817"/>
            <a:ext cx="864730" cy="387248"/>
          </a:xfrm>
          <a:prstGeom prst="rect">
            <a:avLst/>
          </a:prstGeom>
          <a:blipFill>
            <a:blip r:embed="rId5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2151164" y="5301818"/>
            <a:ext cx="866533" cy="329298"/>
          </a:xfrm>
          <a:prstGeom prst="rect">
            <a:avLst/>
          </a:prstGeom>
          <a:blipFill>
            <a:blip r:embed="rId5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3037801" y="5276215"/>
            <a:ext cx="149720" cy="381685"/>
          </a:xfrm>
          <a:prstGeom prst="rect">
            <a:avLst/>
          </a:prstGeom>
          <a:blipFill>
            <a:blip r:embed="rId6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3154997" y="5272049"/>
            <a:ext cx="392798" cy="388632"/>
          </a:xfrm>
          <a:prstGeom prst="rect">
            <a:avLst/>
          </a:prstGeom>
          <a:blipFill>
            <a:blip r:embed="rId6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3513886" y="5276215"/>
            <a:ext cx="149720" cy="381685"/>
          </a:xfrm>
          <a:prstGeom prst="rect">
            <a:avLst/>
          </a:prstGeom>
          <a:blipFill>
            <a:blip r:embed="rId6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2468473" y="4010545"/>
            <a:ext cx="2023110" cy="0"/>
          </a:xfrm>
          <a:custGeom>
            <a:avLst/>
            <a:gdLst/>
            <a:ahLst/>
            <a:cxnLst/>
            <a:rect l="l" t="t" r="r" b="b"/>
            <a:pathLst>
              <a:path w="2023110" h="0">
                <a:moveTo>
                  <a:pt x="0" y="0"/>
                </a:moveTo>
                <a:lnTo>
                  <a:pt x="2022957" y="0"/>
                </a:lnTo>
              </a:path>
            </a:pathLst>
          </a:custGeom>
          <a:ln w="183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 txBox="1"/>
          <p:nvPr/>
        </p:nvSpPr>
        <p:spPr>
          <a:xfrm>
            <a:off x="1783372" y="2524912"/>
            <a:ext cx="7863840" cy="204088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006725">
              <a:lnSpc>
                <a:spcPct val="100000"/>
              </a:lnSpc>
              <a:spcBef>
                <a:spcPts val="105"/>
              </a:spcBef>
              <a:tabLst>
                <a:tab pos="5151755" algn="l"/>
              </a:tabLst>
            </a:pPr>
            <a:r>
              <a:rPr dirty="0" sz="3450" spc="-195" i="1">
                <a:latin typeface="Times New Roman"/>
                <a:cs typeface="Times New Roman"/>
              </a:rPr>
              <a:t>p</a:t>
            </a:r>
            <a:r>
              <a:rPr dirty="0" baseline="-23611" sz="3000" spc="-292">
                <a:latin typeface="Times New Roman"/>
                <a:cs typeface="Times New Roman"/>
              </a:rPr>
              <a:t>1</a:t>
            </a:r>
            <a:r>
              <a:rPr dirty="0" sz="3450" spc="-195" i="1">
                <a:latin typeface="Times New Roman"/>
                <a:cs typeface="Times New Roman"/>
              </a:rPr>
              <a:t>V</a:t>
            </a:r>
            <a:r>
              <a:rPr dirty="0" baseline="-23611" sz="3000" spc="-292">
                <a:latin typeface="Times New Roman"/>
                <a:cs typeface="Times New Roman"/>
              </a:rPr>
              <a:t>1 </a:t>
            </a:r>
            <a:r>
              <a:rPr dirty="0" baseline="-23611" sz="3000" spc="-60">
                <a:latin typeface="Times New Roman"/>
                <a:cs typeface="Times New Roman"/>
              </a:rPr>
              <a:t> </a:t>
            </a:r>
            <a:r>
              <a:rPr dirty="0" sz="3450">
                <a:latin typeface="Symbol"/>
                <a:cs typeface="Symbol"/>
              </a:rPr>
              <a:t></a:t>
            </a:r>
            <a:r>
              <a:rPr dirty="0" sz="3450" spc="-229">
                <a:latin typeface="Times New Roman"/>
                <a:cs typeface="Times New Roman"/>
              </a:rPr>
              <a:t> </a:t>
            </a:r>
            <a:r>
              <a:rPr dirty="0" sz="3450" spc="-35" i="1">
                <a:latin typeface="Times New Roman"/>
                <a:cs typeface="Times New Roman"/>
              </a:rPr>
              <a:t>np</a:t>
            </a:r>
            <a:r>
              <a:rPr dirty="0" baseline="-23611" sz="3000" spc="-52">
                <a:latin typeface="Times New Roman"/>
                <a:cs typeface="Times New Roman"/>
              </a:rPr>
              <a:t>2</a:t>
            </a:r>
            <a:r>
              <a:rPr dirty="0" sz="3450" spc="-35" i="1">
                <a:latin typeface="Times New Roman"/>
                <a:cs typeface="Times New Roman"/>
              </a:rPr>
              <a:t>V</a:t>
            </a:r>
            <a:r>
              <a:rPr dirty="0" baseline="-23611" sz="3000" spc="-52">
                <a:latin typeface="Times New Roman"/>
                <a:cs typeface="Times New Roman"/>
              </a:rPr>
              <a:t>2	</a:t>
            </a:r>
            <a:r>
              <a:rPr dirty="0" sz="3450">
                <a:latin typeface="Symbol"/>
                <a:cs typeface="Symbol"/>
              </a:rPr>
              <a:t></a:t>
            </a:r>
            <a:r>
              <a:rPr dirty="0" sz="3450">
                <a:latin typeface="Times New Roman"/>
                <a:cs typeface="Times New Roman"/>
              </a:rPr>
              <a:t> </a:t>
            </a:r>
            <a:r>
              <a:rPr dirty="0" sz="3450" spc="-90" i="1">
                <a:latin typeface="Times New Roman"/>
                <a:cs typeface="Times New Roman"/>
              </a:rPr>
              <a:t>p</a:t>
            </a:r>
            <a:r>
              <a:rPr dirty="0" baseline="-23611" sz="3000" spc="-135">
                <a:latin typeface="Times New Roman"/>
                <a:cs typeface="Times New Roman"/>
              </a:rPr>
              <a:t>1 </a:t>
            </a:r>
            <a:r>
              <a:rPr dirty="0" sz="3450" spc="-90">
                <a:latin typeface="Times New Roman"/>
                <a:cs typeface="Times New Roman"/>
              </a:rPr>
              <a:t>'</a:t>
            </a:r>
            <a:r>
              <a:rPr dirty="0" sz="3450" spc="-90" i="1">
                <a:latin typeface="Times New Roman"/>
                <a:cs typeface="Times New Roman"/>
              </a:rPr>
              <a:t>V</a:t>
            </a:r>
            <a:r>
              <a:rPr dirty="0" baseline="-23611" sz="3000" spc="-135">
                <a:latin typeface="Times New Roman"/>
                <a:cs typeface="Times New Roman"/>
              </a:rPr>
              <a:t>1 </a:t>
            </a:r>
            <a:r>
              <a:rPr dirty="0" sz="3450">
                <a:latin typeface="Symbol"/>
                <a:cs typeface="Symbol"/>
              </a:rPr>
              <a:t></a:t>
            </a:r>
            <a:r>
              <a:rPr dirty="0" sz="3450">
                <a:latin typeface="Times New Roman"/>
                <a:cs typeface="Times New Roman"/>
              </a:rPr>
              <a:t> </a:t>
            </a:r>
            <a:r>
              <a:rPr dirty="0" sz="3450" spc="10" i="1">
                <a:latin typeface="Times New Roman"/>
                <a:cs typeface="Times New Roman"/>
              </a:rPr>
              <a:t>np</a:t>
            </a:r>
            <a:r>
              <a:rPr dirty="0" baseline="-23611" sz="3000" spc="15">
                <a:latin typeface="Times New Roman"/>
                <a:cs typeface="Times New Roman"/>
              </a:rPr>
              <a:t>2</a:t>
            </a:r>
            <a:r>
              <a:rPr dirty="0" baseline="-23611" sz="3000" spc="-442">
                <a:latin typeface="Times New Roman"/>
                <a:cs typeface="Times New Roman"/>
              </a:rPr>
              <a:t> </a:t>
            </a:r>
            <a:r>
              <a:rPr dirty="0" sz="3450" spc="-15">
                <a:latin typeface="Times New Roman"/>
                <a:cs typeface="Times New Roman"/>
              </a:rPr>
              <a:t>'</a:t>
            </a:r>
            <a:r>
              <a:rPr dirty="0" sz="3450" spc="-15" i="1">
                <a:latin typeface="Times New Roman"/>
                <a:cs typeface="Times New Roman"/>
              </a:rPr>
              <a:t>V</a:t>
            </a:r>
            <a:r>
              <a:rPr dirty="0" baseline="-23611" sz="3000" spc="-22">
                <a:latin typeface="Times New Roman"/>
                <a:cs typeface="Times New Roman"/>
              </a:rPr>
              <a:t>2</a:t>
            </a:r>
            <a:endParaRPr baseline="-23611" sz="3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695"/>
              </a:spcBef>
            </a:pPr>
            <a:r>
              <a:rPr dirty="0" baseline="-35426" sz="5175" i="1">
                <a:latin typeface="Times New Roman"/>
                <a:cs typeface="Times New Roman"/>
              </a:rPr>
              <a:t>n </a:t>
            </a:r>
            <a:r>
              <a:rPr dirty="0" baseline="-35426" sz="5175">
                <a:latin typeface="Symbol"/>
                <a:cs typeface="Symbol"/>
              </a:rPr>
              <a:t></a:t>
            </a:r>
            <a:r>
              <a:rPr dirty="0" baseline="-35426" sz="5175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( </a:t>
            </a:r>
            <a:r>
              <a:rPr dirty="0" sz="3450" spc="-85" i="1">
                <a:latin typeface="Times New Roman"/>
                <a:cs typeface="Times New Roman"/>
              </a:rPr>
              <a:t>p</a:t>
            </a:r>
            <a:r>
              <a:rPr dirty="0" baseline="-23611" sz="3000" spc="-127">
                <a:latin typeface="Times New Roman"/>
                <a:cs typeface="Times New Roman"/>
              </a:rPr>
              <a:t>1 </a:t>
            </a:r>
            <a:r>
              <a:rPr dirty="0" sz="3450">
                <a:latin typeface="Symbol"/>
                <a:cs typeface="Symbol"/>
              </a:rPr>
              <a:t></a:t>
            </a:r>
            <a:r>
              <a:rPr dirty="0" sz="3450">
                <a:latin typeface="Times New Roman"/>
                <a:cs typeface="Times New Roman"/>
              </a:rPr>
              <a:t> </a:t>
            </a:r>
            <a:r>
              <a:rPr dirty="0" sz="3450" spc="-85" i="1">
                <a:latin typeface="Times New Roman"/>
                <a:cs typeface="Times New Roman"/>
              </a:rPr>
              <a:t>p</a:t>
            </a:r>
            <a:r>
              <a:rPr dirty="0" baseline="-23611" sz="3000" spc="-127">
                <a:latin typeface="Times New Roman"/>
                <a:cs typeface="Times New Roman"/>
              </a:rPr>
              <a:t>1</a:t>
            </a:r>
            <a:r>
              <a:rPr dirty="0" baseline="-23611" sz="3000" spc="-89">
                <a:latin typeface="Times New Roman"/>
                <a:cs typeface="Times New Roman"/>
              </a:rPr>
              <a:t> </a:t>
            </a:r>
            <a:r>
              <a:rPr dirty="0" sz="3450" spc="-55">
                <a:latin typeface="Times New Roman"/>
                <a:cs typeface="Times New Roman"/>
              </a:rPr>
              <a:t>')</a:t>
            </a:r>
            <a:r>
              <a:rPr dirty="0" sz="3450" spc="-55" i="1">
                <a:latin typeface="Times New Roman"/>
                <a:cs typeface="Times New Roman"/>
              </a:rPr>
              <a:t>V</a:t>
            </a:r>
            <a:r>
              <a:rPr dirty="0" baseline="-23611" sz="3000" spc="-82">
                <a:latin typeface="Times New Roman"/>
                <a:cs typeface="Times New Roman"/>
              </a:rPr>
              <a:t>1</a:t>
            </a:r>
            <a:endParaRPr baseline="-23611" sz="3000">
              <a:latin typeface="Times New Roman"/>
              <a:cs typeface="Times New Roman"/>
            </a:endParaRPr>
          </a:p>
          <a:p>
            <a:pPr marL="721360">
              <a:lnSpc>
                <a:spcPct val="100000"/>
              </a:lnSpc>
              <a:spcBef>
                <a:spcPts val="745"/>
              </a:spcBef>
            </a:pPr>
            <a:r>
              <a:rPr dirty="0" sz="3450">
                <a:latin typeface="Times New Roman"/>
                <a:cs typeface="Times New Roman"/>
              </a:rPr>
              <a:t>(</a:t>
            </a:r>
            <a:r>
              <a:rPr dirty="0" sz="3450" spc="-365">
                <a:latin typeface="Times New Roman"/>
                <a:cs typeface="Times New Roman"/>
              </a:rPr>
              <a:t> </a:t>
            </a:r>
            <a:r>
              <a:rPr dirty="0" sz="3450" spc="25" i="1">
                <a:latin typeface="Times New Roman"/>
                <a:cs typeface="Times New Roman"/>
              </a:rPr>
              <a:t>p</a:t>
            </a:r>
            <a:r>
              <a:rPr dirty="0" baseline="-23611" sz="3000" spc="37">
                <a:latin typeface="Times New Roman"/>
                <a:cs typeface="Times New Roman"/>
              </a:rPr>
              <a:t>2</a:t>
            </a:r>
            <a:r>
              <a:rPr dirty="0" baseline="-23611" sz="3000" spc="-195">
                <a:latin typeface="Times New Roman"/>
                <a:cs typeface="Times New Roman"/>
              </a:rPr>
              <a:t> </a:t>
            </a:r>
            <a:r>
              <a:rPr dirty="0" sz="3450" spc="-15">
                <a:latin typeface="Times New Roman"/>
                <a:cs typeface="Times New Roman"/>
              </a:rPr>
              <a:t>'</a:t>
            </a:r>
            <a:r>
              <a:rPr dirty="0" sz="3450" spc="-15">
                <a:latin typeface="Symbol"/>
                <a:cs typeface="Symbol"/>
              </a:rPr>
              <a:t></a:t>
            </a:r>
            <a:r>
              <a:rPr dirty="0" sz="3450" spc="-355">
                <a:latin typeface="Times New Roman"/>
                <a:cs typeface="Times New Roman"/>
              </a:rPr>
              <a:t> </a:t>
            </a:r>
            <a:r>
              <a:rPr dirty="0" sz="3450" spc="25" i="1">
                <a:latin typeface="Times New Roman"/>
                <a:cs typeface="Times New Roman"/>
              </a:rPr>
              <a:t>p</a:t>
            </a:r>
            <a:r>
              <a:rPr dirty="0" baseline="-23611" sz="3000" spc="37">
                <a:latin typeface="Times New Roman"/>
                <a:cs typeface="Times New Roman"/>
              </a:rPr>
              <a:t>2</a:t>
            </a:r>
            <a:r>
              <a:rPr dirty="0" baseline="-23611" sz="3000" spc="-195">
                <a:latin typeface="Times New Roman"/>
                <a:cs typeface="Times New Roman"/>
              </a:rPr>
              <a:t> </a:t>
            </a:r>
            <a:r>
              <a:rPr dirty="0" sz="3450" spc="-95">
                <a:latin typeface="Times New Roman"/>
                <a:cs typeface="Times New Roman"/>
              </a:rPr>
              <a:t>)</a:t>
            </a:r>
            <a:r>
              <a:rPr dirty="0" sz="3450" spc="-95" i="1">
                <a:latin typeface="Times New Roman"/>
                <a:cs typeface="Times New Roman"/>
              </a:rPr>
              <a:t>V</a:t>
            </a:r>
            <a:r>
              <a:rPr dirty="0" baseline="-23611" sz="3000" spc="-142">
                <a:latin typeface="Times New Roman"/>
                <a:cs typeface="Times New Roman"/>
              </a:rPr>
              <a:t>2</a:t>
            </a:r>
            <a:endParaRPr baseline="-23611" sz="3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高中物</a:t>
            </a:r>
            <a:r>
              <a:rPr dirty="0" spc="-10"/>
              <a:t>理</a:t>
            </a:r>
          </a:p>
        </p:txBody>
      </p:sp>
      <p:sp>
        <p:nvSpPr>
          <p:cNvPr id="3" name="object 3"/>
          <p:cNvSpPr/>
          <p:nvPr/>
        </p:nvSpPr>
        <p:spPr>
          <a:xfrm>
            <a:off x="1858962" y="1281112"/>
            <a:ext cx="7194867" cy="107346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971776" y="1565770"/>
            <a:ext cx="6456235" cy="49322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214918" y="2749829"/>
            <a:ext cx="193332" cy="42026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463025" y="2772791"/>
            <a:ext cx="198551" cy="37892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708706" y="2713850"/>
            <a:ext cx="3335502" cy="49322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214918" y="3435629"/>
            <a:ext cx="193332" cy="42026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434450" y="3460369"/>
            <a:ext cx="244982" cy="37715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708706" y="3399637"/>
            <a:ext cx="7926552" cy="49145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214918" y="4121429"/>
            <a:ext cx="193332" cy="42026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438019" y="4146169"/>
            <a:ext cx="241414" cy="38072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708706" y="4085437"/>
            <a:ext cx="4095534" cy="491451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6772084" y="4245736"/>
            <a:ext cx="287654" cy="365988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7086486" y="4364063"/>
            <a:ext cx="157899" cy="17354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7509027" y="4172077"/>
            <a:ext cx="312039" cy="359727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7743405" y="4089019"/>
            <a:ext cx="629983" cy="487870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2214918" y="4807229"/>
            <a:ext cx="193332" cy="42026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2427300" y="4831969"/>
            <a:ext cx="264629" cy="377151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708706" y="4776596"/>
            <a:ext cx="1349832" cy="486092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4017454" y="4931536"/>
            <a:ext cx="287654" cy="365988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4267555" y="5053038"/>
            <a:ext cx="175996" cy="254025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4447692" y="4857877"/>
            <a:ext cx="312038" cy="359727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4677765" y="5053038"/>
            <a:ext cx="175996" cy="254025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4831003" y="4931536"/>
            <a:ext cx="497725" cy="365988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5282184" y="5051615"/>
            <a:ext cx="201968" cy="255447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5471312" y="4857877"/>
            <a:ext cx="312038" cy="359727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5692394" y="5051615"/>
            <a:ext cx="201968" cy="255447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5865114" y="4774819"/>
            <a:ext cx="1998370" cy="486092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2214918" y="5493029"/>
            <a:ext cx="193332" cy="42026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2438019" y="5521337"/>
            <a:ext cx="241414" cy="377151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2708706" y="5458840"/>
            <a:ext cx="2459253" cy="487870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2025-04-20T14:05:58Z</dcterms:created>
  <dcterms:modified xsi:type="dcterms:W3CDTF">2025-04-20T14:05:58Z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2023-10-17T00:00:00Z</vt:filetime>
  </property>
  <property fmtid="{D5CDD505-2E9C-101B-9397-08002B2CF9AE}" pid="3" name="Creator">
    <vt:lpwstr>WPS 演示</vt:lpwstr>
  </property>
  <property fmtid="{D5CDD505-2E9C-101B-9397-08002B2CF9AE}" pid="4" name="LastSaved">
    <vt:filetime>2025-04-20T00:00:00Z</vt:filetime>
  </property>
</Properties>
</file>