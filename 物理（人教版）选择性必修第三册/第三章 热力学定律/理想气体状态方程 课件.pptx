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59137" y="2525712"/>
            <a:ext cx="56737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022" y="1636522"/>
            <a:ext cx="11577955" cy="3164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31190">
              <a:lnSpc>
                <a:spcPct val="100000"/>
              </a:lnSpc>
              <a:spcBef>
                <a:spcPts val="105"/>
              </a:spcBef>
            </a:pPr>
            <a:r>
              <a:rPr dirty="0"/>
              <a:t>理想气体的状态方</a:t>
            </a:r>
            <a:r>
              <a:rPr dirty="0" spc="5"/>
              <a:t>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主讲人：刘友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洪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697604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spc="-5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学习目标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98014" y="1622425"/>
            <a:ext cx="8958580" cy="2955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115" indent="-39941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12115" algn="l"/>
              </a:tabLst>
            </a:pPr>
            <a:r>
              <a:rPr dirty="0" sz="2800">
                <a:latin typeface="微软雅黑"/>
                <a:cs typeface="微软雅黑"/>
              </a:rPr>
              <a:t>理解“理想气体”的概</a:t>
            </a:r>
            <a:r>
              <a:rPr dirty="0" sz="2800" spc="-5">
                <a:latin typeface="微软雅黑"/>
                <a:cs typeface="微软雅黑"/>
              </a:rPr>
              <a:t>念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2240"/>
              </a:spcBef>
              <a:buAutoNum type="arabicPeriod"/>
              <a:tabLst>
                <a:tab pos="412115" algn="l"/>
              </a:tabLst>
            </a:pPr>
            <a:r>
              <a:rPr dirty="0" sz="2800">
                <a:latin typeface="微软雅黑"/>
                <a:cs typeface="微软雅黑"/>
              </a:rPr>
              <a:t>掌握运用玻意耳定律和查理定律推导理想气体状态方</a:t>
            </a:r>
            <a:r>
              <a:rPr dirty="0" sz="2800" spc="-5"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buFont typeface="΢"/>
              <a:buAutoNum type="arabicPeriod"/>
            </a:pPr>
            <a:endParaRPr sz="37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2240"/>
              </a:spcBef>
              <a:buAutoNum type="arabicPeriod"/>
              <a:tabLst>
                <a:tab pos="412115" algn="l"/>
              </a:tabLst>
            </a:pPr>
            <a:r>
              <a:rPr dirty="0" sz="2800">
                <a:latin typeface="微软雅黑"/>
                <a:cs typeface="微软雅黑"/>
              </a:rPr>
              <a:t>能正确运用理想气体状态方程解答有关简单问</a:t>
            </a:r>
            <a:r>
              <a:rPr dirty="0" sz="2800" spc="-5">
                <a:latin typeface="微软雅黑"/>
                <a:cs typeface="微软雅黑"/>
              </a:rPr>
              <a:t>题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知识回顾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3475"/>
          </a:xfrm>
          <a:custGeom>
            <a:avLst/>
            <a:gdLst/>
            <a:ahLst/>
            <a:cxnLst/>
            <a:rect l="l" t="t" r="r" b="b"/>
            <a:pathLst>
              <a:path w="0" h="2403475">
                <a:moveTo>
                  <a:pt x="0" y="0"/>
                </a:moveTo>
                <a:lnTo>
                  <a:pt x="0" y="2403475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40864" y="2753677"/>
            <a:ext cx="186880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4340" marR="5080" indent="-42164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微软雅黑"/>
                <a:cs typeface="微软雅黑"/>
              </a:rPr>
              <a:t>2.</a:t>
            </a:r>
            <a:r>
              <a:rPr dirty="0" sz="2800" spc="-80">
                <a:latin typeface="微软雅黑"/>
                <a:cs typeface="微软雅黑"/>
              </a:rPr>
              <a:t> </a:t>
            </a:r>
            <a:r>
              <a:rPr dirty="0" sz="2800">
                <a:latin typeface="微软雅黑"/>
                <a:cs typeface="微软雅黑"/>
              </a:rPr>
              <a:t>查理定</a:t>
            </a:r>
            <a:r>
              <a:rPr dirty="0" sz="2800" spc="-5">
                <a:latin typeface="微软雅黑"/>
                <a:cs typeface="微软雅黑"/>
              </a:rPr>
              <a:t>律 </a:t>
            </a:r>
            <a:r>
              <a:rPr dirty="0" sz="2800">
                <a:latin typeface="微软雅黑"/>
                <a:cs typeface="微软雅黑"/>
              </a:rPr>
              <a:t>等容变</a:t>
            </a:r>
            <a:r>
              <a:rPr dirty="0" sz="2800" spc="-5">
                <a:latin typeface="微软雅黑"/>
                <a:cs typeface="微软雅黑"/>
              </a:rPr>
              <a:t>化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8635" y="3169208"/>
            <a:ext cx="335280" cy="0"/>
          </a:xfrm>
          <a:custGeom>
            <a:avLst/>
            <a:gdLst/>
            <a:ahLst/>
            <a:cxnLst/>
            <a:rect l="l" t="t" r="r" b="b"/>
            <a:pathLst>
              <a:path w="335279" h="0">
                <a:moveTo>
                  <a:pt x="0" y="0"/>
                </a:moveTo>
                <a:lnTo>
                  <a:pt x="335165" y="0"/>
                </a:lnTo>
              </a:path>
            </a:pathLst>
          </a:custGeom>
          <a:ln w="206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32920" y="3168903"/>
            <a:ext cx="24257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10" i="1">
                <a:latin typeface="Times New Roman"/>
                <a:cs typeface="Times New Roman"/>
              </a:rPr>
              <a:t>T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9717" y="2864713"/>
            <a:ext cx="99123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2270" algn="l"/>
              </a:tabLst>
            </a:pPr>
            <a:r>
              <a:rPr dirty="0" baseline="35519" sz="4575" spc="15" i="1">
                <a:latin typeface="Times New Roman"/>
                <a:cs typeface="Times New Roman"/>
              </a:rPr>
              <a:t>p	</a:t>
            </a:r>
            <a:r>
              <a:rPr dirty="0" sz="3050" spc="10">
                <a:latin typeface="Symbol"/>
                <a:cs typeface="Symbol"/>
              </a:rPr>
              <a:t></a:t>
            </a:r>
            <a:r>
              <a:rPr dirty="0" sz="3050" spc="105">
                <a:latin typeface="Times New Roman"/>
                <a:cs typeface="Times New Roman"/>
              </a:rPr>
              <a:t> </a:t>
            </a:r>
            <a:r>
              <a:rPr dirty="0" sz="3050" spc="10" i="1">
                <a:latin typeface="Times New Roman"/>
                <a:cs typeface="Times New Roman"/>
              </a:rPr>
              <a:t>C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64081" y="3118053"/>
            <a:ext cx="451484" cy="0"/>
          </a:xfrm>
          <a:custGeom>
            <a:avLst/>
            <a:gdLst/>
            <a:ahLst/>
            <a:cxnLst/>
            <a:rect l="l" t="t" r="r" b="b"/>
            <a:pathLst>
              <a:path w="451484" h="0">
                <a:moveTo>
                  <a:pt x="0" y="0"/>
                </a:moveTo>
                <a:lnTo>
                  <a:pt x="451218" y="0"/>
                </a:lnTo>
              </a:path>
            </a:pathLst>
          </a:custGeom>
          <a:ln w="207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889771" y="3118053"/>
            <a:ext cx="499109" cy="0"/>
          </a:xfrm>
          <a:custGeom>
            <a:avLst/>
            <a:gdLst/>
            <a:ahLst/>
            <a:cxnLst/>
            <a:rect l="l" t="t" r="r" b="b"/>
            <a:pathLst>
              <a:path w="499109" h="0">
                <a:moveTo>
                  <a:pt x="0" y="0"/>
                </a:moveTo>
                <a:lnTo>
                  <a:pt x="498906" y="0"/>
                </a:lnTo>
              </a:path>
            </a:pathLst>
          </a:custGeom>
          <a:ln w="207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035111" y="2566949"/>
            <a:ext cx="128651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98475" algn="l"/>
                <a:tab pos="937894" algn="l"/>
              </a:tabLst>
            </a:pPr>
            <a:r>
              <a:rPr dirty="0" sz="3050" i="1">
                <a:latin typeface="Times New Roman"/>
                <a:cs typeface="Times New Roman"/>
              </a:rPr>
              <a:t>p</a:t>
            </a:r>
            <a:r>
              <a:rPr dirty="0" baseline="-25396" sz="2625" spc="15">
                <a:latin typeface="Times New Roman"/>
                <a:cs typeface="Times New Roman"/>
              </a:rPr>
              <a:t>1</a:t>
            </a:r>
            <a:r>
              <a:rPr dirty="0" baseline="-25396" sz="2625">
                <a:latin typeface="Times New Roman"/>
                <a:cs typeface="Times New Roman"/>
              </a:rPr>
              <a:t>	</a:t>
            </a:r>
            <a:r>
              <a:rPr dirty="0" baseline="-35519" sz="4575" spc="15">
                <a:latin typeface="Symbol"/>
                <a:cs typeface="Symbol"/>
              </a:rPr>
              <a:t></a:t>
            </a:r>
            <a:r>
              <a:rPr dirty="0" baseline="-35519" sz="4575">
                <a:latin typeface="Times New Roman"/>
                <a:cs typeface="Times New Roman"/>
              </a:rPr>
              <a:t>	</a:t>
            </a:r>
            <a:r>
              <a:rPr dirty="0" sz="3050" spc="220" i="1">
                <a:latin typeface="Times New Roman"/>
                <a:cs typeface="Times New Roman"/>
              </a:rPr>
              <a:t>p</a:t>
            </a:r>
            <a:r>
              <a:rPr dirty="0" baseline="-25396" sz="2625" spc="15">
                <a:latin typeface="Times New Roman"/>
                <a:cs typeface="Times New Roman"/>
              </a:rPr>
              <a:t>2</a:t>
            </a:r>
            <a:endParaRPr baseline="-25396" sz="26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40864" y="1223200"/>
            <a:ext cx="2202180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0" marR="5080" indent="-527050">
              <a:lnSpc>
                <a:spcPct val="1199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1.</a:t>
            </a:r>
            <a:r>
              <a:rPr dirty="0" sz="2800" spc="-95">
                <a:latin typeface="微软雅黑"/>
                <a:cs typeface="微软雅黑"/>
              </a:rPr>
              <a:t> </a:t>
            </a:r>
            <a:r>
              <a:rPr dirty="0" sz="2800">
                <a:latin typeface="微软雅黑"/>
                <a:cs typeface="微软雅黑"/>
              </a:rPr>
              <a:t>玻意耳定</a:t>
            </a:r>
            <a:r>
              <a:rPr dirty="0" sz="2800" spc="-5">
                <a:latin typeface="微软雅黑"/>
                <a:cs typeface="微软雅黑"/>
              </a:rPr>
              <a:t>律 </a:t>
            </a:r>
            <a:r>
              <a:rPr dirty="0" sz="2800">
                <a:latin typeface="微软雅黑"/>
                <a:cs typeface="微软雅黑"/>
              </a:rPr>
              <a:t>等温变</a:t>
            </a:r>
            <a:r>
              <a:rPr dirty="0" sz="2800" spc="-5">
                <a:latin typeface="微软雅黑"/>
                <a:cs typeface="微软雅黑"/>
              </a:rPr>
              <a:t>化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75300" y="1329435"/>
            <a:ext cx="1327150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78180" algn="l"/>
              </a:tabLst>
            </a:pPr>
            <a:r>
              <a:rPr dirty="0" sz="3500" spc="15" i="1">
                <a:latin typeface="Times New Roman"/>
                <a:cs typeface="Times New Roman"/>
              </a:rPr>
              <a:t>pV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-250">
                <a:latin typeface="Times New Roman"/>
                <a:cs typeface="Times New Roman"/>
              </a:rPr>
              <a:t> </a:t>
            </a:r>
            <a:r>
              <a:rPr dirty="0" sz="3500" spc="20" i="1">
                <a:latin typeface="Times New Roman"/>
                <a:cs typeface="Times New Roman"/>
              </a:rPr>
              <a:t>C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0517" y="1292771"/>
            <a:ext cx="1961514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02005" algn="l"/>
              </a:tabLst>
            </a:pPr>
            <a:r>
              <a:rPr dirty="0" sz="3500" spc="-190" i="1">
                <a:latin typeface="Times New Roman"/>
                <a:cs typeface="Times New Roman"/>
              </a:rPr>
              <a:t>p</a:t>
            </a:r>
            <a:r>
              <a:rPr dirty="0" baseline="-24390" sz="3075" spc="-284">
                <a:latin typeface="Times New Roman"/>
                <a:cs typeface="Times New Roman"/>
              </a:rPr>
              <a:t>1</a:t>
            </a:r>
            <a:r>
              <a:rPr dirty="0" sz="3500" spc="-190" i="1">
                <a:latin typeface="Times New Roman"/>
                <a:cs typeface="Times New Roman"/>
              </a:rPr>
              <a:t>V</a:t>
            </a:r>
            <a:r>
              <a:rPr dirty="0" baseline="-24390" sz="3075" spc="-284">
                <a:latin typeface="Times New Roman"/>
                <a:cs typeface="Times New Roman"/>
              </a:rPr>
              <a:t>1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310">
                <a:latin typeface="Times New Roman"/>
                <a:cs typeface="Times New Roman"/>
              </a:rPr>
              <a:t> </a:t>
            </a:r>
            <a:r>
              <a:rPr dirty="0" sz="3500" spc="-35" i="1">
                <a:latin typeface="Times New Roman"/>
                <a:cs typeface="Times New Roman"/>
              </a:rPr>
              <a:t>p</a:t>
            </a:r>
            <a:r>
              <a:rPr dirty="0" baseline="-24390" sz="3075" spc="-52">
                <a:latin typeface="Times New Roman"/>
                <a:cs typeface="Times New Roman"/>
              </a:rPr>
              <a:t>2</a:t>
            </a:r>
            <a:r>
              <a:rPr dirty="0" sz="3500" spc="-35" i="1">
                <a:latin typeface="Times New Roman"/>
                <a:cs typeface="Times New Roman"/>
              </a:rPr>
              <a:t>V</a:t>
            </a:r>
            <a:r>
              <a:rPr dirty="0" baseline="-24390" sz="3075" spc="-52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40864" y="4090352"/>
            <a:ext cx="283654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4340" marR="5080" indent="-42164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微软雅黑"/>
                <a:cs typeface="微软雅黑"/>
              </a:rPr>
              <a:t>3.</a:t>
            </a:r>
            <a:r>
              <a:rPr dirty="0" sz="2800" spc="-5">
                <a:latin typeface="微软雅黑"/>
                <a:cs typeface="微软雅黑"/>
              </a:rPr>
              <a:t>盖—吕萨克定</a:t>
            </a:r>
            <a:r>
              <a:rPr dirty="0" sz="2800" spc="-5">
                <a:latin typeface="微软雅黑"/>
                <a:cs typeface="微软雅黑"/>
              </a:rPr>
              <a:t>律 </a:t>
            </a:r>
            <a:r>
              <a:rPr dirty="0" sz="2800">
                <a:latin typeface="微软雅黑"/>
                <a:cs typeface="微软雅黑"/>
              </a:rPr>
              <a:t>等圧変</a:t>
            </a:r>
            <a:r>
              <a:rPr dirty="0" sz="2800" spc="-5">
                <a:latin typeface="微软雅黑"/>
                <a:cs typeface="微软雅黑"/>
              </a:rPr>
              <a:t>化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34266" y="4729200"/>
            <a:ext cx="322580" cy="0"/>
          </a:xfrm>
          <a:custGeom>
            <a:avLst/>
            <a:gdLst/>
            <a:ahLst/>
            <a:cxnLst/>
            <a:rect l="l" t="t" r="r" b="b"/>
            <a:pathLst>
              <a:path w="322579" h="0">
                <a:moveTo>
                  <a:pt x="0" y="0"/>
                </a:moveTo>
                <a:lnTo>
                  <a:pt x="322071" y="0"/>
                </a:lnTo>
              </a:path>
            </a:pathLst>
          </a:custGeom>
          <a:ln w="208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331421" y="4731918"/>
            <a:ext cx="259079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i="1">
                <a:latin typeface="Times New Roman"/>
                <a:cs typeface="Times New Roman"/>
              </a:rPr>
              <a:t>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08409" y="4403344"/>
            <a:ext cx="106807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105" algn="l"/>
              </a:tabLst>
            </a:pPr>
            <a:r>
              <a:rPr dirty="0" baseline="35353" sz="4950" i="1">
                <a:latin typeface="Times New Roman"/>
                <a:cs typeface="Times New Roman"/>
              </a:rPr>
              <a:t>V	</a:t>
            </a:r>
            <a:r>
              <a:rPr dirty="0" sz="3300">
                <a:latin typeface="Symbol"/>
                <a:cs typeface="Symbol"/>
              </a:rPr>
              <a:t></a:t>
            </a:r>
            <a:r>
              <a:rPr dirty="0" sz="3300" spc="-240"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77022" y="4708562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 h="0">
                <a:moveTo>
                  <a:pt x="0" y="0"/>
                </a:moveTo>
                <a:lnTo>
                  <a:pt x="388632" y="0"/>
                </a:lnTo>
              </a:path>
            </a:pathLst>
          </a:custGeom>
          <a:ln w="22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938971" y="4708562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5" h="0">
                <a:moveTo>
                  <a:pt x="0" y="0"/>
                </a:moveTo>
                <a:lnTo>
                  <a:pt x="436194" y="0"/>
                </a:lnTo>
              </a:path>
            </a:pathLst>
          </a:custGeom>
          <a:ln w="22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074761" y="4712474"/>
            <a:ext cx="1235075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219" algn="l"/>
              </a:tabLst>
            </a:pPr>
            <a:r>
              <a:rPr dirty="0" sz="3500" spc="-415" i="1">
                <a:latin typeface="Times New Roman"/>
                <a:cs typeface="Times New Roman"/>
              </a:rPr>
              <a:t>T</a:t>
            </a:r>
            <a:r>
              <a:rPr dirty="0" baseline="-25000" sz="3000" spc="15">
                <a:latin typeface="Times New Roman"/>
                <a:cs typeface="Times New Roman"/>
              </a:rPr>
              <a:t>1</a:t>
            </a:r>
            <a:r>
              <a:rPr dirty="0" baseline="-25000" sz="3000">
                <a:latin typeface="Times New Roman"/>
                <a:cs typeface="Times New Roman"/>
              </a:rPr>
              <a:t>	</a:t>
            </a:r>
            <a:r>
              <a:rPr dirty="0" sz="3500" spc="-200" i="1">
                <a:latin typeface="Times New Roman"/>
                <a:cs typeface="Times New Roman"/>
              </a:rPr>
              <a:t>T</a:t>
            </a:r>
            <a:r>
              <a:rPr dirty="0" baseline="-25000" sz="3000" spc="15">
                <a:latin typeface="Times New Roman"/>
                <a:cs typeface="Times New Roman"/>
              </a:rPr>
              <a:t>2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93240" y="3118383"/>
            <a:ext cx="1327150" cy="1522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36625" algn="l"/>
              </a:tabLst>
            </a:pPr>
            <a:r>
              <a:rPr dirty="0" sz="3050" spc="-75" i="1">
                <a:latin typeface="Times New Roman"/>
                <a:cs typeface="Times New Roman"/>
              </a:rPr>
              <a:t>T</a:t>
            </a:r>
            <a:r>
              <a:rPr dirty="0" baseline="-25396" sz="2625" spc="-112">
                <a:latin typeface="Times New Roman"/>
                <a:cs typeface="Times New Roman"/>
              </a:rPr>
              <a:t>1	</a:t>
            </a:r>
            <a:r>
              <a:rPr dirty="0" sz="3050" spc="35" i="1">
                <a:latin typeface="Times New Roman"/>
                <a:cs typeface="Times New Roman"/>
              </a:rPr>
              <a:t>T</a:t>
            </a:r>
            <a:r>
              <a:rPr dirty="0" baseline="-25396" sz="2625" spc="52">
                <a:latin typeface="Times New Roman"/>
                <a:cs typeface="Times New Roman"/>
              </a:rPr>
              <a:t>2</a:t>
            </a:r>
            <a:endParaRPr baseline="-25396" sz="26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5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tabLst>
                <a:tab pos="590550" algn="l"/>
              </a:tabLst>
            </a:pPr>
            <a:r>
              <a:rPr dirty="0" sz="3500" spc="-165" i="1">
                <a:latin typeface="Times New Roman"/>
                <a:cs typeface="Times New Roman"/>
              </a:rPr>
              <a:t>V</a:t>
            </a:r>
            <a:r>
              <a:rPr dirty="0" baseline="-25000" sz="3000" spc="-247">
                <a:latin typeface="Times New Roman"/>
                <a:cs typeface="Times New Roman"/>
              </a:rPr>
              <a:t>1	</a:t>
            </a:r>
            <a:r>
              <a:rPr dirty="0" baseline="-34920" sz="5250" spc="-7">
                <a:latin typeface="Symbol"/>
                <a:cs typeface="Symbol"/>
              </a:rPr>
              <a:t></a:t>
            </a:r>
            <a:r>
              <a:rPr dirty="0" baseline="-34920" sz="5250" spc="-345">
                <a:latin typeface="Times New Roman"/>
                <a:cs typeface="Times New Roman"/>
              </a:rPr>
              <a:t> </a:t>
            </a:r>
            <a:r>
              <a:rPr dirty="0" sz="3500" spc="-55" i="1">
                <a:latin typeface="Times New Roman"/>
                <a:cs typeface="Times New Roman"/>
              </a:rPr>
              <a:t>V</a:t>
            </a:r>
            <a:r>
              <a:rPr dirty="0" baseline="-25000" sz="3000" spc="-82">
                <a:latin typeface="Times New Roman"/>
                <a:cs typeface="Times New Roman"/>
              </a:rPr>
              <a:t>2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56727" y="5701665"/>
            <a:ext cx="927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2E5496"/>
                </a:solidFill>
                <a:latin typeface="微软雅黑"/>
                <a:cs typeface="微软雅黑"/>
              </a:rPr>
              <a:t>适用条件：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一定质量的某种气体、压强不太大、温度不太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低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80972" y="1284732"/>
            <a:ext cx="9621012" cy="270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01595" y="1269491"/>
            <a:ext cx="1161287" cy="400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01595" y="1296035"/>
            <a:ext cx="11614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  <a:tabLst>
                <a:tab pos="495300" algn="l"/>
              </a:tabLst>
            </a:pPr>
            <a:r>
              <a:rPr dirty="0" sz="2000" spc="5">
                <a:latin typeface="微软雅黑"/>
                <a:cs typeface="微软雅黑"/>
              </a:rPr>
              <a:t>问	题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1200" y="2221229"/>
            <a:ext cx="330200" cy="1244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68387" y="1371600"/>
            <a:ext cx="0" cy="2403475"/>
          </a:xfrm>
          <a:custGeom>
            <a:avLst/>
            <a:gdLst/>
            <a:ahLst/>
            <a:cxnLst/>
            <a:rect l="l" t="t" r="r" b="b"/>
            <a:pathLst>
              <a:path w="0" h="2403475">
                <a:moveTo>
                  <a:pt x="0" y="0"/>
                </a:moveTo>
                <a:lnTo>
                  <a:pt x="0" y="2403475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75727" y="4700904"/>
            <a:ext cx="101085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设想一种气体，在任何温度、任何压强下都遵从气体实验定律</a:t>
            </a:r>
            <a:r>
              <a:rPr dirty="0" sz="2800" spc="-5">
                <a:latin typeface="微软雅黑"/>
                <a:cs typeface="微软雅黑"/>
              </a:rPr>
              <a:t>， </a:t>
            </a:r>
            <a:r>
              <a:rPr dirty="0" sz="2800">
                <a:latin typeface="微软雅黑"/>
                <a:cs typeface="微软雅黑"/>
              </a:rPr>
              <a:t>我们把这样的气体叫做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理想气体</a:t>
            </a:r>
            <a:r>
              <a:rPr dirty="0" sz="2800" spc="-5">
                <a:latin typeface="微软雅黑"/>
                <a:cs typeface="微软雅黑"/>
              </a:rPr>
              <a:t>（ideal gas）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200" y="2138679"/>
            <a:ext cx="33020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理想气体的认识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3475"/>
          </a:xfrm>
          <a:custGeom>
            <a:avLst/>
            <a:gdLst/>
            <a:ahLst/>
            <a:cxnLst/>
            <a:rect l="l" t="t" r="r" b="b"/>
            <a:pathLst>
              <a:path w="0" h="2403475">
                <a:moveTo>
                  <a:pt x="0" y="0"/>
                </a:moveTo>
                <a:lnTo>
                  <a:pt x="0" y="2403475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48877" y="1386551"/>
            <a:ext cx="8620760" cy="4218305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412115" indent="-399415">
              <a:lnSpc>
                <a:spcPct val="100000"/>
              </a:lnSpc>
              <a:spcBef>
                <a:spcPts val="1570"/>
              </a:spcBef>
              <a:buAutoNum type="arabicPeriod"/>
              <a:tabLst>
                <a:tab pos="412115" algn="l"/>
              </a:tabLst>
            </a:pPr>
            <a:r>
              <a:rPr dirty="0" sz="2800">
                <a:latin typeface="微软雅黑"/>
                <a:cs typeface="微软雅黑"/>
              </a:rPr>
              <a:t>理想气体是一种理想化的模</a:t>
            </a:r>
            <a:r>
              <a:rPr dirty="0" sz="2800" spc="-5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  <a:p>
            <a:pPr marL="200025" marR="57150" indent="127000">
              <a:lnSpc>
                <a:spcPct val="100000"/>
              </a:lnSpc>
              <a:spcBef>
                <a:spcPts val="1270"/>
              </a:spcBef>
            </a:pPr>
            <a:r>
              <a:rPr dirty="0" sz="2400">
                <a:latin typeface="微软雅黑"/>
                <a:cs typeface="微软雅黑"/>
              </a:rPr>
              <a:t>在温度不低于零下几十摄氏度、压强不超过大气压的几倍时， 实际气体可当成理想气体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534035" indent="-399415">
              <a:lnSpc>
                <a:spcPct val="100000"/>
              </a:lnSpc>
              <a:buAutoNum type="arabicPeriod" startAt="2"/>
              <a:tabLst>
                <a:tab pos="534670" algn="l"/>
              </a:tabLst>
            </a:pPr>
            <a:r>
              <a:rPr dirty="0" sz="2800">
                <a:latin typeface="微软雅黑"/>
                <a:cs typeface="微软雅黑"/>
              </a:rPr>
              <a:t>理想气体的分子模</a:t>
            </a:r>
            <a:r>
              <a:rPr dirty="0" sz="2800" spc="-5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  <a:p>
            <a:pPr lvl="1" marL="988694" indent="-788670">
              <a:lnSpc>
                <a:spcPct val="100000"/>
              </a:lnSpc>
              <a:spcBef>
                <a:spcPts val="2355"/>
              </a:spcBef>
              <a:buSzPct val="95833"/>
              <a:buAutoNum type="arabicPlain"/>
              <a:tabLst>
                <a:tab pos="988694" algn="l"/>
              </a:tabLst>
            </a:pPr>
            <a:r>
              <a:rPr dirty="0" sz="2400">
                <a:latin typeface="微软雅黑"/>
                <a:cs typeface="微软雅黑"/>
              </a:rPr>
              <a:t>分子本身的大小和它们之间的距离相比较可忽略不计</a:t>
            </a:r>
            <a:endParaRPr sz="24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΢"/>
              <a:buAutoNum type="arabicPlain"/>
            </a:pPr>
            <a:endParaRPr sz="2600">
              <a:latin typeface="Times New Roman"/>
              <a:cs typeface="Times New Roman"/>
            </a:endParaRPr>
          </a:p>
          <a:p>
            <a:pPr lvl="1" marL="1011555" marR="5080" indent="-811530">
              <a:lnSpc>
                <a:spcPct val="105000"/>
              </a:lnSpc>
              <a:buSzPct val="95833"/>
              <a:buAutoNum type="arabicPlain"/>
              <a:tabLst>
                <a:tab pos="988694" algn="l"/>
              </a:tabLst>
            </a:pPr>
            <a:r>
              <a:rPr dirty="0" sz="2400">
                <a:latin typeface="微软雅黑"/>
                <a:cs typeface="微软雅黑"/>
              </a:rPr>
              <a:t>分子间除碰撞外，完全无相互作用力，故理想气体无分子 </a:t>
            </a:r>
            <a:r>
              <a:rPr dirty="0" baseline="3472" sz="3600">
                <a:latin typeface="微软雅黑"/>
                <a:cs typeface="微软雅黑"/>
              </a:rPr>
              <a:t>势能</a:t>
            </a:r>
            <a:r>
              <a:rPr dirty="0" baseline="3472" sz="3600" spc="-494">
                <a:latin typeface="微软雅黑"/>
                <a:cs typeface="微软雅黑"/>
              </a:rPr>
              <a:t>，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一定质量的某种理想气体的内能只与温度有关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200" y="2138679"/>
            <a:ext cx="330200" cy="21590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理想气体的认识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3475"/>
          </a:xfrm>
          <a:custGeom>
            <a:avLst/>
            <a:gdLst/>
            <a:ahLst/>
            <a:cxnLst/>
            <a:rect l="l" t="t" r="r" b="b"/>
            <a:pathLst>
              <a:path w="0" h="2403475">
                <a:moveTo>
                  <a:pt x="0" y="0"/>
                </a:moveTo>
                <a:lnTo>
                  <a:pt x="0" y="2403475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83943" y="1115694"/>
            <a:ext cx="2223681" cy="65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19807" y="1192923"/>
            <a:ext cx="1512328" cy="443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23427" y="1720723"/>
            <a:ext cx="9541510" cy="462089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6979284" algn="l"/>
                <a:tab pos="7300595" algn="l"/>
                <a:tab pos="8257540" algn="l"/>
              </a:tabLst>
            </a:pPr>
            <a:r>
              <a:rPr dirty="0" sz="2800">
                <a:latin typeface="微软雅黑"/>
                <a:cs typeface="微软雅黑"/>
              </a:rPr>
              <a:t>关于理想气体的性质，下列说法中正确的</a:t>
            </a:r>
            <a:r>
              <a:rPr dirty="0" sz="2800" spc="-5">
                <a:latin typeface="微软雅黑"/>
                <a:cs typeface="微软雅黑"/>
              </a:rPr>
              <a:t>是	(	</a:t>
            </a:r>
            <a:r>
              <a:rPr dirty="0" baseline="-2976" sz="4200" spc="-7" b="1">
                <a:solidFill>
                  <a:srgbClr val="FF0000"/>
                </a:solidFill>
                <a:latin typeface="微软雅黑"/>
                <a:cs typeface="微软雅黑"/>
              </a:rPr>
              <a:t>ABC	</a:t>
            </a:r>
            <a:r>
              <a:rPr dirty="0" sz="2800" spc="-5">
                <a:latin typeface="微软雅黑"/>
                <a:cs typeface="微软雅黑"/>
              </a:rPr>
              <a:t>)</a:t>
            </a:r>
            <a:endParaRPr sz="2800">
              <a:latin typeface="微软雅黑"/>
              <a:cs typeface="微软雅黑"/>
            </a:endParaRPr>
          </a:p>
          <a:p>
            <a:pPr marL="618490" indent="-605790">
              <a:lnSpc>
                <a:spcPct val="100000"/>
              </a:lnSpc>
              <a:spcBef>
                <a:spcPts val="660"/>
              </a:spcBef>
              <a:buSzPct val="96428"/>
              <a:buAutoNum type="alphaUcPeriod"/>
              <a:tabLst>
                <a:tab pos="618490" algn="l"/>
              </a:tabLst>
            </a:pPr>
            <a:r>
              <a:rPr dirty="0" sz="2800">
                <a:latin typeface="微软雅黑"/>
                <a:cs typeface="微软雅黑"/>
              </a:rPr>
              <a:t>理想气体是一种假想的物理模型，实际并不存</a:t>
            </a:r>
            <a:r>
              <a:rPr dirty="0" sz="2800" spc="-5">
                <a:latin typeface="微软雅黑"/>
                <a:cs typeface="微软雅黑"/>
              </a:rPr>
              <a:t>在</a:t>
            </a:r>
            <a:endParaRPr sz="2800">
              <a:latin typeface="微软雅黑"/>
              <a:cs typeface="微软雅黑"/>
            </a:endParaRPr>
          </a:p>
          <a:p>
            <a:pPr marL="591185" marR="53975" indent="-591185">
              <a:lnSpc>
                <a:spcPct val="119600"/>
              </a:lnSpc>
              <a:buSzPct val="96428"/>
              <a:buAutoNum type="alphaUcPeriod"/>
              <a:tabLst>
                <a:tab pos="591185" algn="l"/>
              </a:tabLst>
            </a:pPr>
            <a:r>
              <a:rPr dirty="0" sz="2800">
                <a:latin typeface="微软雅黑"/>
                <a:cs typeface="微软雅黑"/>
              </a:rPr>
              <a:t>理想气体的存在是一种人为规定，它是一种严格遵守气</a:t>
            </a:r>
            <a:r>
              <a:rPr dirty="0" sz="2800" spc="-5">
                <a:latin typeface="微软雅黑"/>
                <a:cs typeface="微软雅黑"/>
              </a:rPr>
              <a:t>体 </a:t>
            </a:r>
            <a:r>
              <a:rPr dirty="0" sz="2800">
                <a:latin typeface="微软雅黑"/>
                <a:cs typeface="微软雅黑"/>
              </a:rPr>
              <a:t>实验定律的气</a:t>
            </a:r>
            <a:r>
              <a:rPr dirty="0" sz="2800" spc="-5">
                <a:latin typeface="微软雅黑"/>
                <a:cs typeface="微软雅黑"/>
              </a:rPr>
              <a:t>体</a:t>
            </a:r>
            <a:endParaRPr sz="2800">
              <a:latin typeface="微软雅黑"/>
              <a:cs typeface="微软雅黑"/>
            </a:endParaRPr>
          </a:p>
          <a:p>
            <a:pPr marL="606425" indent="-593725">
              <a:lnSpc>
                <a:spcPct val="100000"/>
              </a:lnSpc>
              <a:spcBef>
                <a:spcPts val="660"/>
              </a:spcBef>
              <a:buSzPct val="96428"/>
              <a:buAutoNum type="alphaUcPeriod"/>
              <a:tabLst>
                <a:tab pos="606425" algn="l"/>
              </a:tabLst>
            </a:pPr>
            <a:r>
              <a:rPr dirty="0" sz="2800">
                <a:latin typeface="微软雅黑"/>
                <a:cs typeface="微软雅黑"/>
              </a:rPr>
              <a:t>一定质量的理想气体，内能增大，其温度一定升</a:t>
            </a:r>
            <a:r>
              <a:rPr dirty="0" sz="2800" spc="-5">
                <a:latin typeface="微软雅黑"/>
                <a:cs typeface="微软雅黑"/>
              </a:rPr>
              <a:t>高</a:t>
            </a:r>
            <a:endParaRPr sz="2800">
              <a:latin typeface="微软雅黑"/>
              <a:cs typeface="微软雅黑"/>
            </a:endParaRPr>
          </a:p>
          <a:p>
            <a:pPr marL="639445" indent="-626745">
              <a:lnSpc>
                <a:spcPct val="100000"/>
              </a:lnSpc>
              <a:spcBef>
                <a:spcPts val="660"/>
              </a:spcBef>
              <a:buSzPct val="96428"/>
              <a:buAutoNum type="alphaUcPeriod"/>
              <a:tabLst>
                <a:tab pos="639445" algn="l"/>
              </a:tabLst>
            </a:pPr>
            <a:r>
              <a:rPr dirty="0" sz="2800">
                <a:latin typeface="微软雅黑"/>
                <a:cs typeface="微软雅黑"/>
              </a:rPr>
              <a:t>氦是液化温度最低的气体，任何情况下均可视为理想气</a:t>
            </a:r>
            <a:r>
              <a:rPr dirty="0" sz="2800" spc="-5">
                <a:latin typeface="微软雅黑"/>
                <a:cs typeface="微软雅黑"/>
              </a:rPr>
              <a:t>体</a:t>
            </a:r>
            <a:endParaRPr sz="2800">
              <a:latin typeface="微软雅黑"/>
              <a:cs typeface="微软雅黑"/>
            </a:endParaRPr>
          </a:p>
          <a:p>
            <a:pPr algn="just" marL="320675" marR="157480" indent="-228600">
              <a:lnSpc>
                <a:spcPts val="3020"/>
              </a:lnSpc>
              <a:spcBef>
                <a:spcPts val="3045"/>
              </a:spcBef>
            </a:pPr>
            <a:r>
              <a:rPr dirty="0" sz="2800" spc="10">
                <a:solidFill>
                  <a:srgbClr val="FF0000"/>
                </a:solidFill>
                <a:latin typeface="黑体"/>
                <a:cs typeface="黑体"/>
              </a:rPr>
              <a:t>【反思总结</a:t>
            </a:r>
            <a:r>
              <a:rPr dirty="0" sz="2800" spc="-5">
                <a:solidFill>
                  <a:srgbClr val="FF0000"/>
                </a:solidFill>
                <a:latin typeface="黑体"/>
                <a:cs typeface="黑体"/>
              </a:rPr>
              <a:t>】</a:t>
            </a:r>
            <a:r>
              <a:rPr dirty="0" sz="2800" spc="1325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dirty="0" sz="2800" spc="10">
                <a:latin typeface="宋体"/>
                <a:cs typeface="宋体"/>
              </a:rPr>
              <a:t>对物理模型的</a:t>
            </a:r>
            <a:r>
              <a:rPr dirty="0" sz="2800" spc="15">
                <a:latin typeface="宋体"/>
                <a:cs typeface="宋体"/>
              </a:rPr>
              <a:t>认识，既要弄清其理想化条</a:t>
            </a:r>
            <a:r>
              <a:rPr dirty="0" sz="2800" spc="-5">
                <a:latin typeface="宋体"/>
                <a:cs typeface="宋体"/>
              </a:rPr>
              <a:t>件 </a:t>
            </a:r>
            <a:r>
              <a:rPr dirty="0" sz="2800" spc="50">
                <a:latin typeface="宋体"/>
                <a:cs typeface="宋体"/>
              </a:rPr>
              <a:t>的规</a:t>
            </a:r>
            <a:r>
              <a:rPr dirty="0" sz="2800" spc="55">
                <a:latin typeface="宋体"/>
                <a:cs typeface="宋体"/>
              </a:rPr>
              <a:t>定，又要抓住实际问题的本质特征，忽略次要因素</a:t>
            </a:r>
            <a:r>
              <a:rPr dirty="0" sz="2800" spc="-5">
                <a:latin typeface="宋体"/>
                <a:cs typeface="宋体"/>
              </a:rPr>
              <a:t>， </a:t>
            </a:r>
            <a:r>
              <a:rPr dirty="0" sz="2800">
                <a:latin typeface="宋体"/>
                <a:cs typeface="宋体"/>
              </a:rPr>
              <a:t>运用理想化模型的知识规律，分析解决问</a:t>
            </a:r>
            <a:r>
              <a:rPr dirty="0" sz="2800" spc="-5">
                <a:latin typeface="宋体"/>
                <a:cs typeface="宋体"/>
              </a:rPr>
              <a:t>题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43048" y="3740035"/>
            <a:ext cx="452120" cy="0"/>
          </a:xfrm>
          <a:custGeom>
            <a:avLst/>
            <a:gdLst/>
            <a:ahLst/>
            <a:cxnLst/>
            <a:rect l="l" t="t" r="r" b="b"/>
            <a:pathLst>
              <a:path w="452119" h="0">
                <a:moveTo>
                  <a:pt x="0" y="0"/>
                </a:moveTo>
                <a:lnTo>
                  <a:pt x="451573" y="0"/>
                </a:lnTo>
              </a:path>
            </a:pathLst>
          </a:custGeom>
          <a:ln w="207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69487" y="3740035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5" h="0">
                <a:moveTo>
                  <a:pt x="0" y="0"/>
                </a:moveTo>
                <a:lnTo>
                  <a:pt x="499287" y="0"/>
                </a:lnTo>
              </a:path>
            </a:pathLst>
          </a:custGeom>
          <a:ln w="207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53577" y="1033129"/>
            <a:ext cx="8672195" cy="17538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120"/>
              </a:lnSpc>
              <a:spcBef>
                <a:spcPts val="340"/>
              </a:spcBef>
            </a:pPr>
            <a:r>
              <a:rPr dirty="0" sz="2600">
                <a:latin typeface="微软雅黑"/>
                <a:cs typeface="微软雅黑"/>
              </a:rPr>
              <a:t>描述一定质量的某种理想气体的三个参量</a:t>
            </a:r>
            <a:r>
              <a:rPr dirty="0" sz="2600" spc="-700">
                <a:latin typeface="微软雅黑"/>
                <a:cs typeface="微软雅黑"/>
              </a:rPr>
              <a:t>：</a:t>
            </a:r>
            <a:r>
              <a:rPr dirty="0" sz="2700" spc="-700" i="1">
                <a:latin typeface="微软雅黑"/>
                <a:cs typeface="微软雅黑"/>
              </a:rPr>
              <a:t>p</a:t>
            </a:r>
            <a:r>
              <a:rPr dirty="0" sz="2700" spc="-1205" i="1">
                <a:latin typeface="微软雅黑"/>
                <a:cs typeface="微软雅黑"/>
              </a:rPr>
              <a:t>、</a:t>
            </a:r>
            <a:r>
              <a:rPr dirty="0" sz="2700" spc="-1170" i="1">
                <a:latin typeface="微软雅黑"/>
                <a:cs typeface="微软雅黑"/>
              </a:rPr>
              <a:t>V</a:t>
            </a:r>
            <a:r>
              <a:rPr dirty="0" sz="2700" spc="-1205" i="1">
                <a:latin typeface="微软雅黑"/>
                <a:cs typeface="微软雅黑"/>
              </a:rPr>
              <a:t>、</a:t>
            </a:r>
            <a:r>
              <a:rPr dirty="0" sz="2700" spc="-175" i="1">
                <a:latin typeface="微软雅黑"/>
                <a:cs typeface="微软雅黑"/>
              </a:rPr>
              <a:t>T</a:t>
            </a:r>
            <a:r>
              <a:rPr dirty="0" sz="2600">
                <a:latin typeface="微软雅黑"/>
                <a:cs typeface="微软雅黑"/>
              </a:rPr>
              <a:t>都可</a:t>
            </a:r>
            <a:r>
              <a:rPr dirty="0" sz="2600" spc="5">
                <a:latin typeface="微软雅黑"/>
                <a:cs typeface="微软雅黑"/>
              </a:rPr>
              <a:t>能 </a:t>
            </a:r>
            <a:r>
              <a:rPr dirty="0" sz="2600">
                <a:latin typeface="微软雅黑"/>
                <a:cs typeface="微软雅黑"/>
              </a:rPr>
              <a:t>变化的情况下，它们会遵循怎样的关系呢</a:t>
            </a:r>
            <a:r>
              <a:rPr dirty="0" sz="2600" spc="5">
                <a:latin typeface="微软雅黑"/>
                <a:cs typeface="微软雅黑"/>
              </a:rPr>
              <a:t>？</a:t>
            </a:r>
            <a:endParaRPr sz="2600">
              <a:latin typeface="微软雅黑"/>
              <a:cs typeface="微软雅黑"/>
            </a:endParaRPr>
          </a:p>
          <a:p>
            <a:pPr marL="582295">
              <a:lnSpc>
                <a:spcPct val="100000"/>
              </a:lnSpc>
              <a:spcBef>
                <a:spcPts val="2920"/>
              </a:spcBef>
              <a:tabLst>
                <a:tab pos="1372235" algn="l"/>
              </a:tabLst>
            </a:pPr>
            <a:r>
              <a:rPr dirty="0" sz="3500" spc="-190" i="1">
                <a:latin typeface="Times New Roman"/>
                <a:cs typeface="Times New Roman"/>
              </a:rPr>
              <a:t>p</a:t>
            </a:r>
            <a:r>
              <a:rPr dirty="0" baseline="-24390" sz="3075" spc="-284">
                <a:latin typeface="Times New Roman"/>
                <a:cs typeface="Times New Roman"/>
              </a:rPr>
              <a:t>1</a:t>
            </a:r>
            <a:r>
              <a:rPr dirty="0" sz="3500" spc="-190" i="1">
                <a:latin typeface="Times New Roman"/>
                <a:cs typeface="Times New Roman"/>
              </a:rPr>
              <a:t>V</a:t>
            </a:r>
            <a:r>
              <a:rPr dirty="0" baseline="-24390" sz="3075" spc="-284">
                <a:latin typeface="Times New Roman"/>
                <a:cs typeface="Times New Roman"/>
              </a:rPr>
              <a:t>1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385">
                <a:latin typeface="Times New Roman"/>
                <a:cs typeface="Times New Roman"/>
              </a:rPr>
              <a:t> </a:t>
            </a:r>
            <a:r>
              <a:rPr dirty="0" sz="3500" spc="-35" i="1">
                <a:latin typeface="Times New Roman"/>
                <a:cs typeface="Times New Roman"/>
              </a:rPr>
              <a:t>p</a:t>
            </a:r>
            <a:r>
              <a:rPr dirty="0" baseline="-24390" sz="3075" spc="-52">
                <a:latin typeface="Times New Roman"/>
                <a:cs typeface="Times New Roman"/>
              </a:rPr>
              <a:t>2</a:t>
            </a:r>
            <a:r>
              <a:rPr dirty="0" sz="3500" spc="-35" i="1">
                <a:latin typeface="Times New Roman"/>
                <a:cs typeface="Times New Roman"/>
              </a:rPr>
              <a:t>V</a:t>
            </a:r>
            <a:r>
              <a:rPr dirty="0" baseline="-24390" sz="3075" spc="-52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42806" y="5269585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5" h="0">
                <a:moveTo>
                  <a:pt x="0" y="0"/>
                </a:moveTo>
                <a:lnTo>
                  <a:pt x="388632" y="0"/>
                </a:lnTo>
              </a:path>
            </a:pathLst>
          </a:custGeom>
          <a:ln w="22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04755" y="5269585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5" h="0">
                <a:moveTo>
                  <a:pt x="0" y="0"/>
                </a:moveTo>
                <a:lnTo>
                  <a:pt x="436206" y="0"/>
                </a:lnTo>
              </a:path>
            </a:pathLst>
          </a:custGeom>
          <a:ln w="22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16187" y="3105670"/>
            <a:ext cx="1384935" cy="2726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" marR="5080" indent="41275">
              <a:lnSpc>
                <a:spcPct val="118600"/>
              </a:lnSpc>
              <a:spcBef>
                <a:spcPts val="95"/>
              </a:spcBef>
              <a:tabLst>
                <a:tab pos="596900" algn="l"/>
                <a:tab pos="993775" algn="l"/>
                <a:tab pos="1036955" algn="l"/>
              </a:tabLst>
            </a:pPr>
            <a:r>
              <a:rPr dirty="0" sz="3050" i="1">
                <a:latin typeface="Times New Roman"/>
                <a:cs typeface="Times New Roman"/>
              </a:rPr>
              <a:t>p</a:t>
            </a:r>
            <a:r>
              <a:rPr dirty="0" baseline="-25396" sz="2625" spc="15">
                <a:latin typeface="Times New Roman"/>
                <a:cs typeface="Times New Roman"/>
              </a:rPr>
              <a:t>1</a:t>
            </a:r>
            <a:r>
              <a:rPr dirty="0" baseline="-25396" sz="2625">
                <a:latin typeface="Times New Roman"/>
                <a:cs typeface="Times New Roman"/>
              </a:rPr>
              <a:t>	</a:t>
            </a:r>
            <a:r>
              <a:rPr dirty="0" baseline="-35519" sz="4575" spc="15">
                <a:latin typeface="Symbol"/>
                <a:cs typeface="Symbol"/>
              </a:rPr>
              <a:t></a:t>
            </a:r>
            <a:r>
              <a:rPr dirty="0" baseline="-35519" sz="4575">
                <a:latin typeface="Times New Roman"/>
                <a:cs typeface="Times New Roman"/>
              </a:rPr>
              <a:t>		</a:t>
            </a:r>
            <a:r>
              <a:rPr dirty="0" sz="3050" spc="220" i="1">
                <a:latin typeface="Times New Roman"/>
                <a:cs typeface="Times New Roman"/>
              </a:rPr>
              <a:t>p</a:t>
            </a:r>
            <a:r>
              <a:rPr dirty="0" baseline="-25396" sz="2625" spc="7">
                <a:latin typeface="Times New Roman"/>
                <a:cs typeface="Times New Roman"/>
              </a:rPr>
              <a:t>2  </a:t>
            </a:r>
            <a:r>
              <a:rPr dirty="0" sz="3050" spc="-75" i="1">
                <a:latin typeface="Times New Roman"/>
                <a:cs typeface="Times New Roman"/>
              </a:rPr>
              <a:t>T</a:t>
            </a:r>
            <a:r>
              <a:rPr dirty="0" baseline="-25396" sz="2625" spc="-112">
                <a:latin typeface="Times New Roman"/>
                <a:cs typeface="Times New Roman"/>
              </a:rPr>
              <a:t>1		</a:t>
            </a:r>
            <a:r>
              <a:rPr dirty="0" sz="3050" spc="35" i="1">
                <a:latin typeface="Times New Roman"/>
                <a:cs typeface="Times New Roman"/>
              </a:rPr>
              <a:t>T</a:t>
            </a:r>
            <a:r>
              <a:rPr dirty="0" baseline="-25396" sz="2625" spc="52">
                <a:latin typeface="Times New Roman"/>
                <a:cs typeface="Times New Roman"/>
              </a:rPr>
              <a:t>2</a:t>
            </a:r>
            <a:endParaRPr baseline="-25396" sz="2625">
              <a:latin typeface="Times New Roman"/>
              <a:cs typeface="Times New Roman"/>
            </a:endParaRPr>
          </a:p>
          <a:p>
            <a:pPr marL="36830" marR="120014" indent="-24765">
              <a:lnSpc>
                <a:spcPct val="118100"/>
              </a:lnSpc>
              <a:spcBef>
                <a:spcPts val="2665"/>
              </a:spcBef>
              <a:tabLst>
                <a:tab pos="533400" algn="l"/>
                <a:tab pos="895350" algn="l"/>
              </a:tabLst>
            </a:pPr>
            <a:r>
              <a:rPr dirty="0" sz="3500" spc="-165" i="1">
                <a:latin typeface="Times New Roman"/>
                <a:cs typeface="Times New Roman"/>
              </a:rPr>
              <a:t>V</a:t>
            </a:r>
            <a:r>
              <a:rPr dirty="0" baseline="-25000" sz="3000" spc="-247">
                <a:latin typeface="Times New Roman"/>
                <a:cs typeface="Times New Roman"/>
              </a:rPr>
              <a:t>1	</a:t>
            </a:r>
            <a:r>
              <a:rPr dirty="0" baseline="-34920" sz="5250" spc="-7">
                <a:latin typeface="Symbol"/>
                <a:cs typeface="Symbol"/>
              </a:rPr>
              <a:t></a:t>
            </a:r>
            <a:r>
              <a:rPr dirty="0" baseline="-34920" sz="5250" spc="-337">
                <a:latin typeface="Times New Roman"/>
                <a:cs typeface="Times New Roman"/>
              </a:rPr>
              <a:t> </a:t>
            </a:r>
            <a:r>
              <a:rPr dirty="0" sz="3500" spc="-55" i="1">
                <a:latin typeface="Times New Roman"/>
                <a:cs typeface="Times New Roman"/>
              </a:rPr>
              <a:t>V</a:t>
            </a:r>
            <a:r>
              <a:rPr dirty="0" baseline="-25000" sz="3000" spc="-82">
                <a:latin typeface="Times New Roman"/>
                <a:cs typeface="Times New Roman"/>
              </a:rPr>
              <a:t>2  </a:t>
            </a:r>
            <a:r>
              <a:rPr dirty="0" sz="3500" spc="-415" i="1">
                <a:latin typeface="Times New Roman"/>
                <a:cs typeface="Times New Roman"/>
              </a:rPr>
              <a:t>T</a:t>
            </a:r>
            <a:r>
              <a:rPr dirty="0" baseline="-25000" sz="3000" spc="15">
                <a:latin typeface="Times New Roman"/>
                <a:cs typeface="Times New Roman"/>
              </a:rPr>
              <a:t>1</a:t>
            </a:r>
            <a:r>
              <a:rPr dirty="0" baseline="-25000" sz="3000">
                <a:latin typeface="Times New Roman"/>
                <a:cs typeface="Times New Roman"/>
              </a:rPr>
              <a:t>		</a:t>
            </a:r>
            <a:r>
              <a:rPr dirty="0" sz="3500" spc="-200" i="1">
                <a:latin typeface="Times New Roman"/>
                <a:cs typeface="Times New Roman"/>
              </a:rPr>
              <a:t>T</a:t>
            </a:r>
            <a:r>
              <a:rPr dirty="0" baseline="-25000" sz="3000" spc="15">
                <a:latin typeface="Times New Roman"/>
                <a:cs typeface="Times New Roman"/>
              </a:rPr>
              <a:t>2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90615" y="3685032"/>
            <a:ext cx="1610995" cy="614680"/>
          </a:xfrm>
          <a:custGeom>
            <a:avLst/>
            <a:gdLst/>
            <a:ahLst/>
            <a:cxnLst/>
            <a:rect l="l" t="t" r="r" b="b"/>
            <a:pathLst>
              <a:path w="1610995" h="614679">
                <a:moveTo>
                  <a:pt x="1303019" y="614171"/>
                </a:moveTo>
                <a:lnTo>
                  <a:pt x="1303019" y="460247"/>
                </a:lnTo>
                <a:lnTo>
                  <a:pt x="0" y="460247"/>
                </a:lnTo>
                <a:lnTo>
                  <a:pt x="0" y="152400"/>
                </a:lnTo>
                <a:lnTo>
                  <a:pt x="1303019" y="152400"/>
                </a:lnTo>
                <a:lnTo>
                  <a:pt x="1303019" y="0"/>
                </a:lnTo>
                <a:lnTo>
                  <a:pt x="1610867" y="306323"/>
                </a:lnTo>
                <a:lnTo>
                  <a:pt x="1303019" y="61417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84837" y="3669258"/>
            <a:ext cx="1625600" cy="645160"/>
          </a:xfrm>
          <a:custGeom>
            <a:avLst/>
            <a:gdLst/>
            <a:ahLst/>
            <a:cxnLst/>
            <a:rect l="l" t="t" r="r" b="b"/>
            <a:pathLst>
              <a:path w="1625600" h="645160">
                <a:moveTo>
                  <a:pt x="1302550" y="168922"/>
                </a:moveTo>
                <a:lnTo>
                  <a:pt x="1302550" y="0"/>
                </a:lnTo>
                <a:lnTo>
                  <a:pt x="1317878" y="15328"/>
                </a:lnTo>
                <a:lnTo>
                  <a:pt x="1315250" y="15328"/>
                </a:lnTo>
                <a:lnTo>
                  <a:pt x="1304404" y="19824"/>
                </a:lnTo>
                <a:lnTo>
                  <a:pt x="1315250" y="30670"/>
                </a:lnTo>
                <a:lnTo>
                  <a:pt x="1315250" y="162572"/>
                </a:lnTo>
                <a:lnTo>
                  <a:pt x="1308900" y="162572"/>
                </a:lnTo>
                <a:lnTo>
                  <a:pt x="1302550" y="168922"/>
                </a:lnTo>
                <a:close/>
              </a:path>
              <a:path w="1625600" h="645160">
                <a:moveTo>
                  <a:pt x="1315250" y="30670"/>
                </a:moveTo>
                <a:lnTo>
                  <a:pt x="1304404" y="19824"/>
                </a:lnTo>
                <a:lnTo>
                  <a:pt x="1315250" y="15328"/>
                </a:lnTo>
                <a:lnTo>
                  <a:pt x="1315250" y="30670"/>
                </a:lnTo>
                <a:close/>
              </a:path>
              <a:path w="1625600" h="645160">
                <a:moveTo>
                  <a:pt x="1607089" y="322510"/>
                </a:moveTo>
                <a:lnTo>
                  <a:pt x="1315250" y="30670"/>
                </a:lnTo>
                <a:lnTo>
                  <a:pt x="1315250" y="15328"/>
                </a:lnTo>
                <a:lnTo>
                  <a:pt x="1317878" y="15328"/>
                </a:lnTo>
                <a:lnTo>
                  <a:pt x="1620570" y="318020"/>
                </a:lnTo>
                <a:lnTo>
                  <a:pt x="1611579" y="318020"/>
                </a:lnTo>
                <a:lnTo>
                  <a:pt x="1607089" y="322510"/>
                </a:lnTo>
                <a:close/>
              </a:path>
              <a:path w="1625600" h="645160">
                <a:moveTo>
                  <a:pt x="1302550" y="482447"/>
                </a:moveTo>
                <a:lnTo>
                  <a:pt x="0" y="482447"/>
                </a:lnTo>
                <a:lnTo>
                  <a:pt x="0" y="162572"/>
                </a:lnTo>
                <a:lnTo>
                  <a:pt x="1302550" y="162572"/>
                </a:lnTo>
                <a:lnTo>
                  <a:pt x="1302550" y="168922"/>
                </a:lnTo>
                <a:lnTo>
                  <a:pt x="12700" y="168922"/>
                </a:lnTo>
                <a:lnTo>
                  <a:pt x="6350" y="175272"/>
                </a:lnTo>
                <a:lnTo>
                  <a:pt x="12700" y="175272"/>
                </a:lnTo>
                <a:lnTo>
                  <a:pt x="12700" y="469747"/>
                </a:lnTo>
                <a:lnTo>
                  <a:pt x="6350" y="469747"/>
                </a:lnTo>
                <a:lnTo>
                  <a:pt x="12700" y="476097"/>
                </a:lnTo>
                <a:lnTo>
                  <a:pt x="1302550" y="476097"/>
                </a:lnTo>
                <a:lnTo>
                  <a:pt x="1302550" y="482447"/>
                </a:lnTo>
                <a:close/>
              </a:path>
              <a:path w="1625600" h="645160">
                <a:moveTo>
                  <a:pt x="1315250" y="175272"/>
                </a:moveTo>
                <a:lnTo>
                  <a:pt x="12700" y="175272"/>
                </a:lnTo>
                <a:lnTo>
                  <a:pt x="12700" y="168922"/>
                </a:lnTo>
                <a:lnTo>
                  <a:pt x="1302550" y="168922"/>
                </a:lnTo>
                <a:lnTo>
                  <a:pt x="1308900" y="162572"/>
                </a:lnTo>
                <a:lnTo>
                  <a:pt x="1315250" y="162572"/>
                </a:lnTo>
                <a:lnTo>
                  <a:pt x="1315250" y="175272"/>
                </a:lnTo>
                <a:close/>
              </a:path>
              <a:path w="1625600" h="645160">
                <a:moveTo>
                  <a:pt x="12700" y="175272"/>
                </a:moveTo>
                <a:lnTo>
                  <a:pt x="6350" y="175272"/>
                </a:lnTo>
                <a:lnTo>
                  <a:pt x="12700" y="168922"/>
                </a:lnTo>
                <a:lnTo>
                  <a:pt x="12700" y="175272"/>
                </a:lnTo>
                <a:close/>
              </a:path>
              <a:path w="1625600" h="645160">
                <a:moveTo>
                  <a:pt x="1611579" y="326999"/>
                </a:moveTo>
                <a:lnTo>
                  <a:pt x="1607096" y="322503"/>
                </a:lnTo>
                <a:lnTo>
                  <a:pt x="1611579" y="318020"/>
                </a:lnTo>
                <a:lnTo>
                  <a:pt x="1611579" y="326999"/>
                </a:lnTo>
                <a:close/>
              </a:path>
              <a:path w="1625600" h="645160">
                <a:moveTo>
                  <a:pt x="1620558" y="326999"/>
                </a:moveTo>
                <a:lnTo>
                  <a:pt x="1611579" y="326999"/>
                </a:lnTo>
                <a:lnTo>
                  <a:pt x="1611579" y="318020"/>
                </a:lnTo>
                <a:lnTo>
                  <a:pt x="1620570" y="318020"/>
                </a:lnTo>
                <a:lnTo>
                  <a:pt x="1625047" y="322510"/>
                </a:lnTo>
                <a:lnTo>
                  <a:pt x="1620558" y="326999"/>
                </a:lnTo>
                <a:close/>
              </a:path>
              <a:path w="1625600" h="645160">
                <a:moveTo>
                  <a:pt x="1317878" y="629691"/>
                </a:moveTo>
                <a:lnTo>
                  <a:pt x="1315250" y="629691"/>
                </a:lnTo>
                <a:lnTo>
                  <a:pt x="1315250" y="614349"/>
                </a:lnTo>
                <a:lnTo>
                  <a:pt x="1607089" y="322510"/>
                </a:lnTo>
                <a:lnTo>
                  <a:pt x="1611579" y="326999"/>
                </a:lnTo>
                <a:lnTo>
                  <a:pt x="1620558" y="326999"/>
                </a:lnTo>
                <a:lnTo>
                  <a:pt x="1317878" y="629691"/>
                </a:lnTo>
                <a:close/>
              </a:path>
              <a:path w="1625600" h="645160">
                <a:moveTo>
                  <a:pt x="12700" y="476097"/>
                </a:moveTo>
                <a:lnTo>
                  <a:pt x="6350" y="469747"/>
                </a:lnTo>
                <a:lnTo>
                  <a:pt x="12700" y="469747"/>
                </a:lnTo>
                <a:lnTo>
                  <a:pt x="12700" y="476097"/>
                </a:lnTo>
                <a:close/>
              </a:path>
              <a:path w="1625600" h="645160">
                <a:moveTo>
                  <a:pt x="1315250" y="482447"/>
                </a:moveTo>
                <a:lnTo>
                  <a:pt x="1308900" y="482447"/>
                </a:lnTo>
                <a:lnTo>
                  <a:pt x="1302550" y="476097"/>
                </a:lnTo>
                <a:lnTo>
                  <a:pt x="12700" y="476097"/>
                </a:lnTo>
                <a:lnTo>
                  <a:pt x="12700" y="469747"/>
                </a:lnTo>
                <a:lnTo>
                  <a:pt x="1315250" y="469747"/>
                </a:lnTo>
                <a:lnTo>
                  <a:pt x="1315250" y="482447"/>
                </a:lnTo>
                <a:close/>
              </a:path>
              <a:path w="1625600" h="645160">
                <a:moveTo>
                  <a:pt x="1302550" y="645020"/>
                </a:moveTo>
                <a:lnTo>
                  <a:pt x="1302550" y="476097"/>
                </a:lnTo>
                <a:lnTo>
                  <a:pt x="1308900" y="482447"/>
                </a:lnTo>
                <a:lnTo>
                  <a:pt x="1315250" y="482447"/>
                </a:lnTo>
                <a:lnTo>
                  <a:pt x="1315250" y="614349"/>
                </a:lnTo>
                <a:lnTo>
                  <a:pt x="1304404" y="625195"/>
                </a:lnTo>
                <a:lnTo>
                  <a:pt x="1315250" y="629691"/>
                </a:lnTo>
                <a:lnTo>
                  <a:pt x="1317878" y="629691"/>
                </a:lnTo>
                <a:lnTo>
                  <a:pt x="1302550" y="645020"/>
                </a:lnTo>
                <a:close/>
              </a:path>
              <a:path w="1625600" h="645160">
                <a:moveTo>
                  <a:pt x="1315250" y="629691"/>
                </a:moveTo>
                <a:lnTo>
                  <a:pt x="1304404" y="625195"/>
                </a:lnTo>
                <a:lnTo>
                  <a:pt x="1315250" y="614349"/>
                </a:lnTo>
                <a:lnTo>
                  <a:pt x="1315250" y="629691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21980" y="3904107"/>
            <a:ext cx="795020" cy="0"/>
          </a:xfrm>
          <a:custGeom>
            <a:avLst/>
            <a:gdLst/>
            <a:ahLst/>
            <a:cxnLst/>
            <a:rect l="l" t="t" r="r" b="b"/>
            <a:pathLst>
              <a:path w="795020" h="0">
                <a:moveTo>
                  <a:pt x="0" y="0"/>
                </a:moveTo>
                <a:lnTo>
                  <a:pt x="794956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494621" y="3904107"/>
            <a:ext cx="893444" cy="0"/>
          </a:xfrm>
          <a:custGeom>
            <a:avLst/>
            <a:gdLst/>
            <a:ahLst/>
            <a:cxnLst/>
            <a:rect l="l" t="t" r="r" b="b"/>
            <a:pathLst>
              <a:path w="893445" h="0">
                <a:moveTo>
                  <a:pt x="0" y="0"/>
                </a:moveTo>
                <a:lnTo>
                  <a:pt x="893305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417674" y="3905923"/>
            <a:ext cx="168592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09370" algn="l"/>
              </a:tabLst>
            </a:pPr>
            <a:r>
              <a:rPr dirty="0" sz="3500" spc="-355" i="1">
                <a:latin typeface="Times New Roman"/>
                <a:cs typeface="Times New Roman"/>
              </a:rPr>
              <a:t>T</a:t>
            </a:r>
            <a:r>
              <a:rPr dirty="0" baseline="-24390" sz="3075" spc="7">
                <a:latin typeface="Times New Roman"/>
                <a:cs typeface="Times New Roman"/>
              </a:rPr>
              <a:t>1</a:t>
            </a:r>
            <a:r>
              <a:rPr dirty="0" baseline="-24390" sz="3075">
                <a:latin typeface="Times New Roman"/>
                <a:cs typeface="Times New Roman"/>
              </a:rPr>
              <a:t>	</a:t>
            </a:r>
            <a:r>
              <a:rPr dirty="0" sz="3500" spc="-125" i="1">
                <a:latin typeface="Times New Roman"/>
                <a:cs typeface="Times New Roman"/>
              </a:rPr>
              <a:t>T</a:t>
            </a:r>
            <a:r>
              <a:rPr dirty="0" baseline="-24390" sz="3075" spc="7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95919" y="3273577"/>
            <a:ext cx="2037714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40105" algn="l"/>
                <a:tab pos="1285240" algn="l"/>
              </a:tabLst>
            </a:pPr>
            <a:r>
              <a:rPr dirty="0" sz="3500" spc="-170" i="1">
                <a:latin typeface="Times New Roman"/>
                <a:cs typeface="Times New Roman"/>
              </a:rPr>
              <a:t>p</a:t>
            </a:r>
            <a:r>
              <a:rPr dirty="0" baseline="-24390" sz="3075" spc="-465">
                <a:latin typeface="Times New Roman"/>
                <a:cs typeface="Times New Roman"/>
              </a:rPr>
              <a:t>1</a:t>
            </a:r>
            <a:r>
              <a:rPr dirty="0" sz="3500" spc="-270" i="1">
                <a:latin typeface="Times New Roman"/>
                <a:cs typeface="Times New Roman"/>
              </a:rPr>
              <a:t>V</a:t>
            </a:r>
            <a:r>
              <a:rPr dirty="0" baseline="-24390" sz="3075" spc="7">
                <a:latin typeface="Times New Roman"/>
                <a:cs typeface="Times New Roman"/>
              </a:rPr>
              <a:t>1</a:t>
            </a:r>
            <a:r>
              <a:rPr dirty="0" baseline="-24390" sz="3075">
                <a:latin typeface="Times New Roman"/>
                <a:cs typeface="Times New Roman"/>
              </a:rPr>
              <a:t>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>
                <a:latin typeface="Times New Roman"/>
                <a:cs typeface="Times New Roman"/>
              </a:rPr>
              <a:t>	</a:t>
            </a:r>
            <a:r>
              <a:rPr dirty="0" sz="3500" spc="60" i="1">
                <a:latin typeface="Times New Roman"/>
                <a:cs typeface="Times New Roman"/>
              </a:rPr>
              <a:t>p</a:t>
            </a:r>
            <a:r>
              <a:rPr dirty="0" baseline="-24390" sz="3075" spc="-225">
                <a:latin typeface="Times New Roman"/>
                <a:cs typeface="Times New Roman"/>
              </a:rPr>
              <a:t>2</a:t>
            </a:r>
            <a:r>
              <a:rPr dirty="0" sz="3500" spc="-40" i="1">
                <a:latin typeface="Times New Roman"/>
                <a:cs typeface="Times New Roman"/>
              </a:rPr>
              <a:t>V</a:t>
            </a:r>
            <a:r>
              <a:rPr dirty="0" baseline="-24390" sz="3075" spc="7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74715" y="3395027"/>
            <a:ext cx="7359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猜</a:t>
            </a:r>
            <a:r>
              <a:rPr dirty="0" sz="2800" spc="-5">
                <a:latin typeface="微软雅黑"/>
                <a:cs typeface="微软雅黑"/>
              </a:rPr>
              <a:t>想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85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3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62706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60448" y="1248155"/>
            <a:ext cx="9040368" cy="537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34883" y="1018032"/>
            <a:ext cx="3151631" cy="2462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44418" y="3904107"/>
            <a:ext cx="559435" cy="0"/>
          </a:xfrm>
          <a:custGeom>
            <a:avLst/>
            <a:gdLst/>
            <a:ahLst/>
            <a:cxnLst/>
            <a:rect l="l" t="t" r="r" b="b"/>
            <a:pathLst>
              <a:path w="559435" h="0">
                <a:moveTo>
                  <a:pt x="0" y="0"/>
                </a:moveTo>
                <a:lnTo>
                  <a:pt x="559028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80599" y="3904107"/>
            <a:ext cx="568960" cy="0"/>
          </a:xfrm>
          <a:custGeom>
            <a:avLst/>
            <a:gdLst/>
            <a:ahLst/>
            <a:cxnLst/>
            <a:rect l="l" t="t" r="r" b="b"/>
            <a:pathLst>
              <a:path w="568960" h="0">
                <a:moveTo>
                  <a:pt x="0" y="0"/>
                </a:moveTo>
                <a:lnTo>
                  <a:pt x="568388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39289" y="1131754"/>
            <a:ext cx="3253104" cy="333819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600" spc="-5">
                <a:latin typeface="微软雅黑"/>
                <a:cs typeface="微软雅黑"/>
              </a:rPr>
              <a:t>A</a:t>
            </a:r>
            <a:r>
              <a:rPr dirty="0" sz="2600">
                <a:latin typeface="微软雅黑"/>
                <a:cs typeface="微软雅黑"/>
              </a:rPr>
              <a:t>到</a:t>
            </a:r>
            <a:r>
              <a:rPr dirty="0" sz="2600" spc="-5">
                <a:latin typeface="微软雅黑"/>
                <a:cs typeface="微软雅黑"/>
              </a:rPr>
              <a:t>B</a:t>
            </a:r>
            <a:r>
              <a:rPr dirty="0" sz="2600">
                <a:latin typeface="微软雅黑"/>
                <a:cs typeface="微软雅黑"/>
              </a:rPr>
              <a:t>过程</a:t>
            </a:r>
            <a:r>
              <a:rPr dirty="0" sz="2600" spc="5">
                <a:latin typeface="微软雅黑"/>
                <a:cs typeface="微软雅黑"/>
              </a:rPr>
              <a:t>：</a:t>
            </a:r>
            <a:endParaRPr sz="2600">
              <a:latin typeface="微软雅黑"/>
              <a:cs typeface="微软雅黑"/>
            </a:endParaRPr>
          </a:p>
          <a:p>
            <a:pPr marL="1035685">
              <a:lnSpc>
                <a:spcPct val="100000"/>
              </a:lnSpc>
              <a:spcBef>
                <a:spcPts val="1635"/>
              </a:spcBef>
              <a:tabLst>
                <a:tab pos="2012314" algn="l"/>
              </a:tabLst>
            </a:pPr>
            <a:r>
              <a:rPr dirty="0" sz="3500" spc="35" i="1">
                <a:latin typeface="Times New Roman"/>
                <a:cs typeface="Times New Roman"/>
              </a:rPr>
              <a:t>p</a:t>
            </a:r>
            <a:r>
              <a:rPr dirty="0" baseline="-24390" sz="3075" spc="52" i="1">
                <a:latin typeface="Times New Roman"/>
                <a:cs typeface="Times New Roman"/>
              </a:rPr>
              <a:t>A</a:t>
            </a:r>
            <a:r>
              <a:rPr dirty="0" sz="3500" spc="35" i="1">
                <a:latin typeface="Times New Roman"/>
                <a:cs typeface="Times New Roman"/>
              </a:rPr>
              <a:t>V</a:t>
            </a:r>
            <a:r>
              <a:rPr dirty="0" baseline="-24390" sz="3075" spc="52" i="1">
                <a:latin typeface="Times New Roman"/>
                <a:cs typeface="Times New Roman"/>
              </a:rPr>
              <a:t>A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310">
                <a:latin typeface="Times New Roman"/>
                <a:cs typeface="Times New Roman"/>
              </a:rPr>
              <a:t> </a:t>
            </a:r>
            <a:r>
              <a:rPr dirty="0" sz="3500" spc="10" i="1">
                <a:latin typeface="Times New Roman"/>
                <a:cs typeface="Times New Roman"/>
              </a:rPr>
              <a:t>p</a:t>
            </a:r>
            <a:r>
              <a:rPr dirty="0" baseline="-24390" sz="3075" spc="15" i="1">
                <a:latin typeface="Times New Roman"/>
                <a:cs typeface="Times New Roman"/>
              </a:rPr>
              <a:t>B</a:t>
            </a:r>
            <a:r>
              <a:rPr dirty="0" sz="3500" spc="10" i="1">
                <a:latin typeface="Times New Roman"/>
                <a:cs typeface="Times New Roman"/>
              </a:rPr>
              <a:t>V</a:t>
            </a:r>
            <a:r>
              <a:rPr dirty="0" baseline="-24390" sz="3075" spc="15" i="1">
                <a:latin typeface="Times New Roman"/>
                <a:cs typeface="Times New Roman"/>
              </a:rPr>
              <a:t>B</a:t>
            </a:r>
            <a:endParaRPr baseline="-24390" sz="30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dirty="0" sz="2600" spc="-5">
                <a:latin typeface="微软雅黑"/>
                <a:cs typeface="微软雅黑"/>
              </a:rPr>
              <a:t>B</a:t>
            </a:r>
            <a:r>
              <a:rPr dirty="0" sz="2600">
                <a:latin typeface="微软雅黑"/>
                <a:cs typeface="微软雅黑"/>
              </a:rPr>
              <a:t>到</a:t>
            </a:r>
            <a:r>
              <a:rPr dirty="0" sz="2600" spc="-5">
                <a:latin typeface="微软雅黑"/>
                <a:cs typeface="微软雅黑"/>
              </a:rPr>
              <a:t>C</a:t>
            </a:r>
            <a:r>
              <a:rPr dirty="0" sz="2600">
                <a:latin typeface="微软雅黑"/>
                <a:cs typeface="微软雅黑"/>
              </a:rPr>
              <a:t>过程</a:t>
            </a:r>
            <a:r>
              <a:rPr dirty="0" sz="2600" spc="5">
                <a:latin typeface="微软雅黑"/>
                <a:cs typeface="微软雅黑"/>
              </a:rPr>
              <a:t>：</a:t>
            </a:r>
            <a:endParaRPr sz="2600">
              <a:latin typeface="微软雅黑"/>
              <a:cs typeface="微软雅黑"/>
            </a:endParaRPr>
          </a:p>
          <a:p>
            <a:pPr marL="1049020" marR="720090" indent="41910">
              <a:lnSpc>
                <a:spcPct val="118600"/>
              </a:lnSpc>
              <a:spcBef>
                <a:spcPts val="640"/>
              </a:spcBef>
              <a:tabLst>
                <a:tab pos="1683385" algn="l"/>
                <a:tab pos="2085339" algn="l"/>
                <a:tab pos="2127250" algn="l"/>
              </a:tabLst>
            </a:pPr>
            <a:r>
              <a:rPr dirty="0" sz="3500" spc="114" i="1">
                <a:latin typeface="Times New Roman"/>
                <a:cs typeface="Times New Roman"/>
              </a:rPr>
              <a:t>p</a:t>
            </a:r>
            <a:r>
              <a:rPr dirty="0" baseline="-24390" sz="3075" spc="7" i="1">
                <a:latin typeface="Times New Roman"/>
                <a:cs typeface="Times New Roman"/>
              </a:rPr>
              <a:t>B</a:t>
            </a:r>
            <a:r>
              <a:rPr dirty="0" baseline="-24390" sz="3075" i="1">
                <a:latin typeface="Times New Roman"/>
                <a:cs typeface="Times New Roman"/>
              </a:rPr>
              <a:t>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>
                <a:latin typeface="Times New Roman"/>
                <a:cs typeface="Times New Roman"/>
              </a:rPr>
              <a:t>		</a:t>
            </a:r>
            <a:r>
              <a:rPr dirty="0" sz="3500" spc="-5" i="1">
                <a:latin typeface="Times New Roman"/>
                <a:cs typeface="Times New Roman"/>
              </a:rPr>
              <a:t>p</a:t>
            </a:r>
            <a:r>
              <a:rPr dirty="0" baseline="-23035" sz="3075" spc="7" i="1">
                <a:latin typeface="Times New Roman"/>
                <a:cs typeface="Times New Roman"/>
              </a:rPr>
              <a:t>C </a:t>
            </a:r>
            <a:r>
              <a:rPr dirty="0" baseline="-23035" sz="3075" i="1">
                <a:latin typeface="Times New Roman"/>
                <a:cs typeface="Times New Roman"/>
              </a:rPr>
              <a:t> </a:t>
            </a:r>
            <a:r>
              <a:rPr dirty="0" sz="3500" spc="-35" i="1">
                <a:latin typeface="Times New Roman"/>
                <a:cs typeface="Times New Roman"/>
              </a:rPr>
              <a:t>T</a:t>
            </a:r>
            <a:r>
              <a:rPr dirty="0" baseline="-24390" sz="3075" spc="-52" i="1">
                <a:latin typeface="Times New Roman"/>
                <a:cs typeface="Times New Roman"/>
              </a:rPr>
              <a:t>B		</a:t>
            </a:r>
            <a:r>
              <a:rPr dirty="0" sz="3500" spc="-95" i="1">
                <a:latin typeface="Times New Roman"/>
                <a:cs typeface="Times New Roman"/>
              </a:rPr>
              <a:t>T</a:t>
            </a:r>
            <a:r>
              <a:rPr dirty="0" baseline="-24390" sz="3075" spc="-142" i="1">
                <a:latin typeface="Times New Roman"/>
                <a:cs typeface="Times New Roman"/>
              </a:rPr>
              <a:t>C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2813" y="4717643"/>
            <a:ext cx="131508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67690" algn="l"/>
              </a:tabLst>
            </a:pPr>
            <a:r>
              <a:rPr dirty="0" sz="3500" spc="-35" i="1">
                <a:latin typeface="Times New Roman"/>
                <a:cs typeface="Times New Roman"/>
              </a:rPr>
              <a:t>T</a:t>
            </a:r>
            <a:r>
              <a:rPr dirty="0" baseline="-24390" sz="3075" spc="-52" i="1">
                <a:latin typeface="Times New Roman"/>
                <a:cs typeface="Times New Roman"/>
              </a:rPr>
              <a:t>B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-355">
                <a:latin typeface="Times New Roman"/>
                <a:cs typeface="Times New Roman"/>
              </a:rPr>
              <a:t> </a:t>
            </a:r>
            <a:r>
              <a:rPr dirty="0" sz="3500" spc="15" i="1">
                <a:latin typeface="Times New Roman"/>
                <a:cs typeface="Times New Roman"/>
              </a:rPr>
              <a:t>T</a:t>
            </a:r>
            <a:r>
              <a:rPr dirty="0" baseline="-24390" sz="3075" spc="22" i="1">
                <a:latin typeface="Times New Roman"/>
                <a:cs typeface="Times New Roman"/>
              </a:rPr>
              <a:t>A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38792" y="5665863"/>
            <a:ext cx="135826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03250" algn="l"/>
              </a:tabLst>
            </a:pPr>
            <a:r>
              <a:rPr dirty="0" sz="3500" spc="10" i="1">
                <a:latin typeface="Times New Roman"/>
                <a:cs typeface="Times New Roman"/>
              </a:rPr>
              <a:t>V</a:t>
            </a:r>
            <a:r>
              <a:rPr dirty="0" baseline="-24390" sz="3075" spc="15" i="1">
                <a:latin typeface="Times New Roman"/>
                <a:cs typeface="Times New Roman"/>
              </a:rPr>
              <a:t>B	</a:t>
            </a:r>
            <a:r>
              <a:rPr dirty="0" sz="3500" spc="15">
                <a:latin typeface="Symbol"/>
                <a:cs typeface="Symbol"/>
              </a:rPr>
              <a:t></a:t>
            </a:r>
            <a:r>
              <a:rPr dirty="0" sz="3500" spc="-465">
                <a:latin typeface="Times New Roman"/>
                <a:cs typeface="Times New Roman"/>
              </a:rPr>
              <a:t> </a:t>
            </a:r>
            <a:r>
              <a:rPr dirty="0" sz="3500" spc="-50" i="1">
                <a:latin typeface="Times New Roman"/>
                <a:cs typeface="Times New Roman"/>
              </a:rPr>
              <a:t>V</a:t>
            </a:r>
            <a:r>
              <a:rPr dirty="0" baseline="-24390" sz="3075" spc="-75" i="1">
                <a:latin typeface="Times New Roman"/>
                <a:cs typeface="Times New Roman"/>
              </a:rPr>
              <a:t>C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72780" y="5308091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5" h="0">
                <a:moveTo>
                  <a:pt x="0" y="0"/>
                </a:moveTo>
                <a:lnTo>
                  <a:pt x="982281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732746" y="5308091"/>
            <a:ext cx="1001394" cy="0"/>
          </a:xfrm>
          <a:custGeom>
            <a:avLst/>
            <a:gdLst/>
            <a:ahLst/>
            <a:cxnLst/>
            <a:rect l="l" t="t" r="r" b="b"/>
            <a:pathLst>
              <a:path w="1001395" h="0">
                <a:moveTo>
                  <a:pt x="0" y="0"/>
                </a:moveTo>
                <a:lnTo>
                  <a:pt x="1001014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979952" y="5309908"/>
            <a:ext cx="424180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-190" i="1">
                <a:latin typeface="Times New Roman"/>
                <a:cs typeface="Times New Roman"/>
              </a:rPr>
              <a:t>T</a:t>
            </a:r>
            <a:r>
              <a:rPr dirty="0" baseline="-24390" sz="3075" spc="7" i="1">
                <a:latin typeface="Times New Roman"/>
                <a:cs typeface="Times New Roman"/>
              </a:rPr>
              <a:t>C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15312" y="5309908"/>
            <a:ext cx="43751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30" i="1">
                <a:latin typeface="Times New Roman"/>
                <a:cs typeface="Times New Roman"/>
              </a:rPr>
              <a:t>T</a:t>
            </a:r>
            <a:r>
              <a:rPr dirty="0" baseline="-24390" sz="3075" spc="7" i="1">
                <a:latin typeface="Times New Roman"/>
                <a:cs typeface="Times New Roman"/>
              </a:rPr>
              <a:t>A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46719" y="4677562"/>
            <a:ext cx="858519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220" i="1">
                <a:latin typeface="Times New Roman"/>
                <a:cs typeface="Times New Roman"/>
              </a:rPr>
              <a:t>p</a:t>
            </a:r>
            <a:r>
              <a:rPr dirty="0" baseline="-24390" sz="3075" spc="-277" i="1">
                <a:latin typeface="Times New Roman"/>
                <a:cs typeface="Times New Roman"/>
              </a:rPr>
              <a:t>A</a:t>
            </a:r>
            <a:r>
              <a:rPr dirty="0" sz="3500" spc="120" i="1">
                <a:latin typeface="Times New Roman"/>
                <a:cs typeface="Times New Roman"/>
              </a:rPr>
              <a:t>V</a:t>
            </a:r>
            <a:r>
              <a:rPr dirty="0" baseline="-24390" sz="3075" spc="7" i="1">
                <a:latin typeface="Times New Roman"/>
                <a:cs typeface="Times New Roman"/>
              </a:rPr>
              <a:t>A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61779" y="4676394"/>
            <a:ext cx="129984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</a:tabLst>
            </a:pPr>
            <a:r>
              <a:rPr dirty="0" baseline="-35714" sz="5250" spc="22">
                <a:latin typeface="Symbol"/>
                <a:cs typeface="Symbol"/>
              </a:rPr>
              <a:t></a:t>
            </a:r>
            <a:r>
              <a:rPr dirty="0" baseline="-35714" sz="5250" spc="22">
                <a:latin typeface="Times New Roman"/>
                <a:cs typeface="Times New Roman"/>
              </a:rPr>
              <a:t>	</a:t>
            </a:r>
            <a:r>
              <a:rPr dirty="0" sz="3500" i="1">
                <a:latin typeface="Times New Roman"/>
                <a:cs typeface="Times New Roman"/>
              </a:rPr>
              <a:t>p</a:t>
            </a:r>
            <a:r>
              <a:rPr dirty="0" baseline="-24390" sz="3075" spc="-15" i="1">
                <a:latin typeface="Times New Roman"/>
                <a:cs typeface="Times New Roman"/>
              </a:rPr>
              <a:t>C</a:t>
            </a:r>
            <a:r>
              <a:rPr dirty="0" sz="3500" spc="-105" i="1">
                <a:latin typeface="Times New Roman"/>
                <a:cs typeface="Times New Roman"/>
              </a:rPr>
              <a:t>V</a:t>
            </a:r>
            <a:r>
              <a:rPr dirty="0" baseline="-24390" sz="3075" spc="7" i="1">
                <a:latin typeface="Times New Roman"/>
                <a:cs typeface="Times New Roman"/>
              </a:rPr>
              <a:t>C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48827" y="4870767"/>
            <a:ext cx="58801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微软雅黑"/>
                <a:cs typeface="微软雅黑"/>
              </a:rPr>
              <a:t>又</a:t>
            </a:r>
            <a:r>
              <a:rPr dirty="0" sz="2600">
                <a:latin typeface="微软雅黑"/>
                <a:cs typeface="微软雅黑"/>
              </a:rPr>
              <a:t>∵</a:t>
            </a:r>
            <a:endParaRPr sz="2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72689" y="1242377"/>
            <a:ext cx="5714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一定质量的某种理想气体的状态方</a:t>
            </a:r>
            <a:r>
              <a:rPr dirty="0" sz="2800" spc="-5"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9865" y="2345055"/>
            <a:ext cx="35623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5">
                <a:latin typeface="微软雅黑"/>
                <a:cs typeface="微软雅黑"/>
              </a:rPr>
              <a:t>或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11742" y="2494407"/>
            <a:ext cx="795020" cy="0"/>
          </a:xfrm>
          <a:custGeom>
            <a:avLst/>
            <a:gdLst/>
            <a:ahLst/>
            <a:cxnLst/>
            <a:rect l="l" t="t" r="r" b="b"/>
            <a:pathLst>
              <a:path w="795020" h="0">
                <a:moveTo>
                  <a:pt x="0" y="0"/>
                </a:moveTo>
                <a:lnTo>
                  <a:pt x="794956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84384" y="2494407"/>
            <a:ext cx="893444" cy="0"/>
          </a:xfrm>
          <a:custGeom>
            <a:avLst/>
            <a:gdLst/>
            <a:ahLst/>
            <a:cxnLst/>
            <a:rect l="l" t="t" r="r" b="b"/>
            <a:pathLst>
              <a:path w="893445" h="0">
                <a:moveTo>
                  <a:pt x="0" y="0"/>
                </a:moveTo>
                <a:lnTo>
                  <a:pt x="893305" y="0"/>
                </a:lnTo>
              </a:path>
            </a:pathLst>
          </a:custGeom>
          <a:ln w="186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61341" y="2547543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 h="0">
                <a:moveTo>
                  <a:pt x="0" y="0"/>
                </a:moveTo>
                <a:lnTo>
                  <a:pt x="671233" y="0"/>
                </a:lnTo>
              </a:path>
            </a:pathLst>
          </a:custGeom>
          <a:ln w="186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22884" y="2549207"/>
            <a:ext cx="27495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15" i="1">
                <a:latin typeface="Times New Roman"/>
                <a:cs typeface="Times New Roman"/>
              </a:rPr>
              <a:t>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5178" y="1917065"/>
            <a:ext cx="1365885" cy="563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16280" algn="l"/>
              </a:tabLst>
            </a:pPr>
            <a:r>
              <a:rPr dirty="0" sz="3500" spc="15" i="1">
                <a:latin typeface="Times New Roman"/>
                <a:cs typeface="Times New Roman"/>
              </a:rPr>
              <a:t>pV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 spc="-375">
                <a:latin typeface="Times New Roman"/>
                <a:cs typeface="Times New Roman"/>
              </a:rPr>
              <a:t> </a:t>
            </a:r>
            <a:r>
              <a:rPr dirty="0" baseline="-34920" sz="5250" spc="30" i="1">
                <a:latin typeface="Times New Roman"/>
                <a:cs typeface="Times New Roman"/>
              </a:rPr>
              <a:t>C</a:t>
            </a:r>
            <a:endParaRPr baseline="-34920" sz="5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85314" y="1769930"/>
            <a:ext cx="2738120" cy="19132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34390" marR="5080" indent="-121920">
              <a:lnSpc>
                <a:spcPct val="118600"/>
              </a:lnSpc>
              <a:spcBef>
                <a:spcPts val="90"/>
              </a:spcBef>
              <a:tabLst>
                <a:tab pos="1540510" algn="l"/>
                <a:tab pos="1985645" algn="l"/>
                <a:tab pos="2131695" algn="l"/>
              </a:tabLst>
            </a:pPr>
            <a:r>
              <a:rPr dirty="0" sz="3500" spc="-170" i="1">
                <a:latin typeface="Times New Roman"/>
                <a:cs typeface="Times New Roman"/>
              </a:rPr>
              <a:t>p</a:t>
            </a:r>
            <a:r>
              <a:rPr dirty="0" baseline="-24390" sz="3075" spc="-465">
                <a:latin typeface="Times New Roman"/>
                <a:cs typeface="Times New Roman"/>
              </a:rPr>
              <a:t>1</a:t>
            </a:r>
            <a:r>
              <a:rPr dirty="0" sz="3500" spc="-270" i="1">
                <a:latin typeface="Times New Roman"/>
                <a:cs typeface="Times New Roman"/>
              </a:rPr>
              <a:t>V</a:t>
            </a:r>
            <a:r>
              <a:rPr dirty="0" baseline="-24390" sz="3075" spc="7">
                <a:latin typeface="Times New Roman"/>
                <a:cs typeface="Times New Roman"/>
              </a:rPr>
              <a:t>1</a:t>
            </a:r>
            <a:r>
              <a:rPr dirty="0" baseline="-24390" sz="3075">
                <a:latin typeface="Times New Roman"/>
                <a:cs typeface="Times New Roman"/>
              </a:rPr>
              <a:t>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>
                <a:latin typeface="Times New Roman"/>
                <a:cs typeface="Times New Roman"/>
              </a:rPr>
              <a:t>	</a:t>
            </a:r>
            <a:r>
              <a:rPr dirty="0" sz="3500" spc="60" i="1">
                <a:latin typeface="Times New Roman"/>
                <a:cs typeface="Times New Roman"/>
              </a:rPr>
              <a:t>p</a:t>
            </a:r>
            <a:r>
              <a:rPr dirty="0" baseline="-24390" sz="3075" spc="-225">
                <a:latin typeface="Times New Roman"/>
                <a:cs typeface="Times New Roman"/>
              </a:rPr>
              <a:t>2</a:t>
            </a:r>
            <a:r>
              <a:rPr dirty="0" sz="3500" spc="-40" i="1">
                <a:latin typeface="Times New Roman"/>
                <a:cs typeface="Times New Roman"/>
              </a:rPr>
              <a:t>V</a:t>
            </a:r>
            <a:r>
              <a:rPr dirty="0" baseline="-24390" sz="3075">
                <a:latin typeface="Times New Roman"/>
                <a:cs typeface="Times New Roman"/>
              </a:rPr>
              <a:t>2  </a:t>
            </a:r>
            <a:r>
              <a:rPr dirty="0" sz="3500" spc="-175" i="1">
                <a:latin typeface="Times New Roman"/>
                <a:cs typeface="Times New Roman"/>
              </a:rPr>
              <a:t>T</a:t>
            </a:r>
            <a:r>
              <a:rPr dirty="0" baseline="-24390" sz="3075" spc="-262">
                <a:latin typeface="Times New Roman"/>
                <a:cs typeface="Times New Roman"/>
              </a:rPr>
              <a:t>1			</a:t>
            </a:r>
            <a:r>
              <a:rPr dirty="0" sz="3500" spc="-60" i="1">
                <a:latin typeface="Times New Roman"/>
                <a:cs typeface="Times New Roman"/>
              </a:rPr>
              <a:t>T</a:t>
            </a:r>
            <a:r>
              <a:rPr dirty="0" baseline="-24390" sz="3075" spc="-89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800">
                <a:solidFill>
                  <a:srgbClr val="FF0000"/>
                </a:solidFill>
                <a:latin typeface="微软雅黑"/>
                <a:cs typeface="微软雅黑"/>
              </a:rPr>
              <a:t>注意</a:t>
            </a:r>
            <a:r>
              <a:rPr dirty="0" sz="2800" spc="-5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2227" y="3753167"/>
            <a:ext cx="8982075" cy="2567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83540" algn="l"/>
              </a:tabLst>
            </a:pPr>
            <a:r>
              <a:rPr dirty="0" sz="2600">
                <a:latin typeface="微软雅黑"/>
                <a:cs typeface="微软雅黑"/>
              </a:rPr>
              <a:t>该方程给出了一定质量的某种理想气体两个状态间的联系</a:t>
            </a:r>
            <a:r>
              <a:rPr dirty="0" sz="2600">
                <a:latin typeface="微软雅黑"/>
                <a:cs typeface="微软雅黑"/>
              </a:rPr>
              <a:t>， </a:t>
            </a:r>
            <a:r>
              <a:rPr dirty="0" sz="2600">
                <a:latin typeface="微软雅黑"/>
                <a:cs typeface="微软雅黑"/>
              </a:rPr>
              <a:t>并不涉及气体从一个状态变到另一个状态的具体方式，更</a:t>
            </a:r>
            <a:r>
              <a:rPr dirty="0" sz="2600" spc="5">
                <a:latin typeface="微软雅黑"/>
                <a:cs typeface="微软雅黑"/>
              </a:rPr>
              <a:t>不 </a:t>
            </a:r>
            <a:r>
              <a:rPr dirty="0" sz="2600">
                <a:latin typeface="微软雅黑"/>
                <a:cs typeface="微软雅黑"/>
              </a:rPr>
              <a:t>涉及不同质量、不同种类的气体间的联</a:t>
            </a:r>
            <a:r>
              <a:rPr dirty="0" sz="2600" spc="5">
                <a:latin typeface="微软雅黑"/>
                <a:cs typeface="微软雅黑"/>
              </a:rPr>
              <a:t>系</a:t>
            </a:r>
            <a:endParaRPr sz="2600">
              <a:latin typeface="微软雅黑"/>
              <a:cs typeface="微软雅黑"/>
            </a:endParaRPr>
          </a:p>
          <a:p>
            <a:pPr marL="383540" indent="-370840">
              <a:lnSpc>
                <a:spcPct val="100000"/>
              </a:lnSpc>
              <a:spcBef>
                <a:spcPts val="2215"/>
              </a:spcBef>
              <a:buAutoNum type="arabicPeriod"/>
              <a:tabLst>
                <a:tab pos="383540" algn="l"/>
              </a:tabLst>
            </a:pPr>
            <a:r>
              <a:rPr dirty="0" sz="2600">
                <a:latin typeface="微软雅黑"/>
                <a:cs typeface="微软雅黑"/>
              </a:rPr>
              <a:t>温度是指热力学温</a:t>
            </a:r>
            <a:r>
              <a:rPr dirty="0" sz="2600" spc="5">
                <a:latin typeface="微软雅黑"/>
                <a:cs typeface="微软雅黑"/>
              </a:rPr>
              <a:t>度</a:t>
            </a:r>
            <a:endParaRPr sz="2600">
              <a:latin typeface="微软雅黑"/>
              <a:cs typeface="微软雅黑"/>
            </a:endParaRPr>
          </a:p>
          <a:p>
            <a:pPr marL="383540" indent="-370840">
              <a:lnSpc>
                <a:spcPct val="100000"/>
              </a:lnSpc>
              <a:spcBef>
                <a:spcPts val="2065"/>
              </a:spcBef>
              <a:buAutoNum type="arabicPeriod"/>
              <a:tabLst>
                <a:tab pos="383540" algn="l"/>
              </a:tabLst>
            </a:pPr>
            <a:r>
              <a:rPr dirty="0" sz="2600">
                <a:latin typeface="微软雅黑"/>
                <a:cs typeface="微软雅黑"/>
              </a:rPr>
              <a:t>定量计算时，等号两边</a:t>
            </a:r>
            <a:r>
              <a:rPr dirty="0" sz="2600" spc="-440">
                <a:latin typeface="微软雅黑"/>
                <a:cs typeface="微软雅黑"/>
              </a:rPr>
              <a:t>的</a:t>
            </a:r>
            <a:r>
              <a:rPr dirty="0" sz="2700" spc="-955" i="1">
                <a:latin typeface="微软雅黑"/>
                <a:cs typeface="微软雅黑"/>
              </a:rPr>
              <a:t>p</a:t>
            </a:r>
            <a:r>
              <a:rPr dirty="0" sz="2700" spc="-1205" i="1">
                <a:latin typeface="微软雅黑"/>
                <a:cs typeface="微软雅黑"/>
              </a:rPr>
              <a:t>、</a:t>
            </a:r>
            <a:r>
              <a:rPr dirty="0" sz="2700" spc="-180" i="1">
                <a:latin typeface="微软雅黑"/>
                <a:cs typeface="微软雅黑"/>
              </a:rPr>
              <a:t>V</a:t>
            </a:r>
            <a:r>
              <a:rPr dirty="0" sz="2600">
                <a:latin typeface="微软雅黑"/>
                <a:cs typeface="微软雅黑"/>
              </a:rPr>
              <a:t>两个参量，单位分别统</a:t>
            </a:r>
            <a:r>
              <a:rPr dirty="0" sz="2600" spc="5">
                <a:latin typeface="微软雅黑"/>
                <a:cs typeface="微软雅黑"/>
              </a:rPr>
              <a:t>一</a:t>
            </a:r>
            <a:endParaRPr sz="2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10528" y="5647613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 h="0">
                <a:moveTo>
                  <a:pt x="0" y="0"/>
                </a:moveTo>
                <a:lnTo>
                  <a:pt x="671233" y="0"/>
                </a:lnTo>
              </a:path>
            </a:pathLst>
          </a:custGeom>
          <a:ln w="186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17077" y="5295265"/>
            <a:ext cx="383095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公式法：以</a:t>
            </a:r>
            <a:r>
              <a:rPr dirty="0" sz="2800" spc="-5">
                <a:latin typeface="微软雅黑"/>
                <a:cs typeface="微软雅黑"/>
              </a:rPr>
              <a:t>A</a:t>
            </a:r>
            <a:r>
              <a:rPr dirty="0" sz="2800">
                <a:latin typeface="微软雅黑"/>
                <a:cs typeface="微软雅黑"/>
              </a:rPr>
              <a:t>选项为例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32676" y="4899659"/>
            <a:ext cx="137160" cy="477520"/>
          </a:xfrm>
          <a:custGeom>
            <a:avLst/>
            <a:gdLst/>
            <a:ahLst/>
            <a:cxnLst/>
            <a:rect l="l" t="t" r="r" b="b"/>
            <a:pathLst>
              <a:path w="137159" h="477520">
                <a:moveTo>
                  <a:pt x="137159" y="67055"/>
                </a:moveTo>
                <a:lnTo>
                  <a:pt x="0" y="67055"/>
                </a:lnTo>
                <a:lnTo>
                  <a:pt x="68579" y="0"/>
                </a:lnTo>
                <a:lnTo>
                  <a:pt x="137159" y="67055"/>
                </a:lnTo>
                <a:close/>
              </a:path>
              <a:path w="137159" h="477520">
                <a:moveTo>
                  <a:pt x="102107" y="477012"/>
                </a:moveTo>
                <a:lnTo>
                  <a:pt x="33527" y="477012"/>
                </a:lnTo>
                <a:lnTo>
                  <a:pt x="33527" y="67055"/>
                </a:lnTo>
                <a:lnTo>
                  <a:pt x="102107" y="67055"/>
                </a:lnTo>
                <a:lnTo>
                  <a:pt x="102107" y="4770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17283" y="4890046"/>
            <a:ext cx="167640" cy="493395"/>
          </a:xfrm>
          <a:custGeom>
            <a:avLst/>
            <a:gdLst/>
            <a:ahLst/>
            <a:cxnLst/>
            <a:rect l="l" t="t" r="r" b="b"/>
            <a:pathLst>
              <a:path w="167640" h="493395">
                <a:moveTo>
                  <a:pt x="43103" y="83591"/>
                </a:moveTo>
                <a:lnTo>
                  <a:pt x="0" y="83591"/>
                </a:lnTo>
                <a:lnTo>
                  <a:pt x="83591" y="0"/>
                </a:lnTo>
                <a:lnTo>
                  <a:pt x="97066" y="13474"/>
                </a:lnTo>
                <a:lnTo>
                  <a:pt x="79095" y="13474"/>
                </a:lnTo>
                <a:lnTo>
                  <a:pt x="83591" y="17970"/>
                </a:lnTo>
                <a:lnTo>
                  <a:pt x="30670" y="70891"/>
                </a:lnTo>
                <a:lnTo>
                  <a:pt x="15328" y="70891"/>
                </a:lnTo>
                <a:lnTo>
                  <a:pt x="19824" y="81737"/>
                </a:lnTo>
                <a:lnTo>
                  <a:pt x="43103" y="81737"/>
                </a:lnTo>
                <a:lnTo>
                  <a:pt x="43103" y="83591"/>
                </a:lnTo>
                <a:close/>
              </a:path>
              <a:path w="167640" h="493395">
                <a:moveTo>
                  <a:pt x="83591" y="17970"/>
                </a:moveTo>
                <a:lnTo>
                  <a:pt x="79095" y="13474"/>
                </a:lnTo>
                <a:lnTo>
                  <a:pt x="88087" y="13474"/>
                </a:lnTo>
                <a:lnTo>
                  <a:pt x="83591" y="17970"/>
                </a:lnTo>
                <a:close/>
              </a:path>
              <a:path w="167640" h="493395">
                <a:moveTo>
                  <a:pt x="147358" y="81737"/>
                </a:moveTo>
                <a:lnTo>
                  <a:pt x="83591" y="17970"/>
                </a:lnTo>
                <a:lnTo>
                  <a:pt x="88087" y="13474"/>
                </a:lnTo>
                <a:lnTo>
                  <a:pt x="97066" y="13474"/>
                </a:lnTo>
                <a:lnTo>
                  <a:pt x="154482" y="70891"/>
                </a:lnTo>
                <a:lnTo>
                  <a:pt x="151853" y="70891"/>
                </a:lnTo>
                <a:lnTo>
                  <a:pt x="147358" y="81737"/>
                </a:lnTo>
                <a:close/>
              </a:path>
              <a:path w="167640" h="493395">
                <a:moveTo>
                  <a:pt x="19824" y="81737"/>
                </a:moveTo>
                <a:lnTo>
                  <a:pt x="15328" y="70891"/>
                </a:lnTo>
                <a:lnTo>
                  <a:pt x="30670" y="70891"/>
                </a:lnTo>
                <a:lnTo>
                  <a:pt x="19824" y="81737"/>
                </a:lnTo>
                <a:close/>
              </a:path>
              <a:path w="167640" h="493395">
                <a:moveTo>
                  <a:pt x="43103" y="81737"/>
                </a:moveTo>
                <a:lnTo>
                  <a:pt x="19824" y="81737"/>
                </a:lnTo>
                <a:lnTo>
                  <a:pt x="30670" y="70891"/>
                </a:lnTo>
                <a:lnTo>
                  <a:pt x="55803" y="70891"/>
                </a:lnTo>
                <a:lnTo>
                  <a:pt x="55803" y="77241"/>
                </a:lnTo>
                <a:lnTo>
                  <a:pt x="43103" y="77241"/>
                </a:lnTo>
                <a:lnTo>
                  <a:pt x="43103" y="81737"/>
                </a:lnTo>
                <a:close/>
              </a:path>
              <a:path w="167640" h="493395">
                <a:moveTo>
                  <a:pt x="111378" y="486816"/>
                </a:moveTo>
                <a:lnTo>
                  <a:pt x="111378" y="70891"/>
                </a:lnTo>
                <a:lnTo>
                  <a:pt x="136512" y="70891"/>
                </a:lnTo>
                <a:lnTo>
                  <a:pt x="142862" y="77241"/>
                </a:lnTo>
                <a:lnTo>
                  <a:pt x="124078" y="77241"/>
                </a:lnTo>
                <a:lnTo>
                  <a:pt x="117728" y="83591"/>
                </a:lnTo>
                <a:lnTo>
                  <a:pt x="124078" y="83591"/>
                </a:lnTo>
                <a:lnTo>
                  <a:pt x="124078" y="480466"/>
                </a:lnTo>
                <a:lnTo>
                  <a:pt x="117728" y="480466"/>
                </a:lnTo>
                <a:lnTo>
                  <a:pt x="111378" y="486816"/>
                </a:lnTo>
                <a:close/>
              </a:path>
              <a:path w="167640" h="493395">
                <a:moveTo>
                  <a:pt x="165328" y="81737"/>
                </a:moveTo>
                <a:lnTo>
                  <a:pt x="147358" y="81737"/>
                </a:lnTo>
                <a:lnTo>
                  <a:pt x="151853" y="70891"/>
                </a:lnTo>
                <a:lnTo>
                  <a:pt x="154482" y="70891"/>
                </a:lnTo>
                <a:lnTo>
                  <a:pt x="165328" y="81737"/>
                </a:lnTo>
                <a:close/>
              </a:path>
              <a:path w="167640" h="493395">
                <a:moveTo>
                  <a:pt x="124078" y="493166"/>
                </a:moveTo>
                <a:lnTo>
                  <a:pt x="43103" y="493166"/>
                </a:lnTo>
                <a:lnTo>
                  <a:pt x="43103" y="77241"/>
                </a:lnTo>
                <a:lnTo>
                  <a:pt x="49453" y="83591"/>
                </a:lnTo>
                <a:lnTo>
                  <a:pt x="55803" y="83591"/>
                </a:lnTo>
                <a:lnTo>
                  <a:pt x="55803" y="480466"/>
                </a:lnTo>
                <a:lnTo>
                  <a:pt x="49453" y="480466"/>
                </a:lnTo>
                <a:lnTo>
                  <a:pt x="55803" y="486816"/>
                </a:lnTo>
                <a:lnTo>
                  <a:pt x="124078" y="486816"/>
                </a:lnTo>
                <a:lnTo>
                  <a:pt x="124078" y="493166"/>
                </a:lnTo>
                <a:close/>
              </a:path>
              <a:path w="167640" h="493395">
                <a:moveTo>
                  <a:pt x="55803" y="83591"/>
                </a:moveTo>
                <a:lnTo>
                  <a:pt x="49453" y="83591"/>
                </a:lnTo>
                <a:lnTo>
                  <a:pt x="43103" y="77241"/>
                </a:lnTo>
                <a:lnTo>
                  <a:pt x="55803" y="77241"/>
                </a:lnTo>
                <a:lnTo>
                  <a:pt x="55803" y="83591"/>
                </a:lnTo>
                <a:close/>
              </a:path>
              <a:path w="167640" h="493395">
                <a:moveTo>
                  <a:pt x="124078" y="83591"/>
                </a:moveTo>
                <a:lnTo>
                  <a:pt x="117728" y="83591"/>
                </a:lnTo>
                <a:lnTo>
                  <a:pt x="124078" y="77241"/>
                </a:lnTo>
                <a:lnTo>
                  <a:pt x="124078" y="83591"/>
                </a:lnTo>
                <a:close/>
              </a:path>
              <a:path w="167640" h="493395">
                <a:moveTo>
                  <a:pt x="167182" y="83591"/>
                </a:moveTo>
                <a:lnTo>
                  <a:pt x="124078" y="83591"/>
                </a:lnTo>
                <a:lnTo>
                  <a:pt x="124078" y="77241"/>
                </a:lnTo>
                <a:lnTo>
                  <a:pt x="142862" y="77241"/>
                </a:lnTo>
                <a:lnTo>
                  <a:pt x="147358" y="81737"/>
                </a:lnTo>
                <a:lnTo>
                  <a:pt x="165328" y="81737"/>
                </a:lnTo>
                <a:lnTo>
                  <a:pt x="167182" y="83591"/>
                </a:lnTo>
                <a:close/>
              </a:path>
              <a:path w="167640" h="493395">
                <a:moveTo>
                  <a:pt x="55803" y="486816"/>
                </a:moveTo>
                <a:lnTo>
                  <a:pt x="49453" y="480466"/>
                </a:lnTo>
                <a:lnTo>
                  <a:pt x="55803" y="480466"/>
                </a:lnTo>
                <a:lnTo>
                  <a:pt x="55803" y="486816"/>
                </a:lnTo>
                <a:close/>
              </a:path>
              <a:path w="167640" h="493395">
                <a:moveTo>
                  <a:pt x="111378" y="486816"/>
                </a:moveTo>
                <a:lnTo>
                  <a:pt x="55803" y="486816"/>
                </a:lnTo>
                <a:lnTo>
                  <a:pt x="55803" y="480466"/>
                </a:lnTo>
                <a:lnTo>
                  <a:pt x="111378" y="480466"/>
                </a:lnTo>
                <a:lnTo>
                  <a:pt x="111378" y="486816"/>
                </a:lnTo>
                <a:close/>
              </a:path>
              <a:path w="167640" h="493395">
                <a:moveTo>
                  <a:pt x="124078" y="486816"/>
                </a:moveTo>
                <a:lnTo>
                  <a:pt x="111378" y="486816"/>
                </a:lnTo>
                <a:lnTo>
                  <a:pt x="117728" y="480466"/>
                </a:lnTo>
                <a:lnTo>
                  <a:pt x="124078" y="480466"/>
                </a:lnTo>
                <a:lnTo>
                  <a:pt x="124078" y="48681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05243" y="5690615"/>
            <a:ext cx="137160" cy="490855"/>
          </a:xfrm>
          <a:custGeom>
            <a:avLst/>
            <a:gdLst/>
            <a:ahLst/>
            <a:cxnLst/>
            <a:rect l="l" t="t" r="r" b="b"/>
            <a:pathLst>
              <a:path w="137159" h="490854">
                <a:moveTo>
                  <a:pt x="137159" y="68580"/>
                </a:moveTo>
                <a:lnTo>
                  <a:pt x="0" y="68580"/>
                </a:lnTo>
                <a:lnTo>
                  <a:pt x="68579" y="0"/>
                </a:lnTo>
                <a:lnTo>
                  <a:pt x="137159" y="68580"/>
                </a:lnTo>
                <a:close/>
              </a:path>
              <a:path w="137159" h="490854">
                <a:moveTo>
                  <a:pt x="102107" y="490728"/>
                </a:moveTo>
                <a:lnTo>
                  <a:pt x="35051" y="490728"/>
                </a:lnTo>
                <a:lnTo>
                  <a:pt x="35051" y="68580"/>
                </a:lnTo>
                <a:lnTo>
                  <a:pt x="102107" y="68580"/>
                </a:lnTo>
                <a:lnTo>
                  <a:pt x="102107" y="4907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90296" y="5682208"/>
            <a:ext cx="167640" cy="506095"/>
          </a:xfrm>
          <a:custGeom>
            <a:avLst/>
            <a:gdLst/>
            <a:ahLst/>
            <a:cxnLst/>
            <a:rect l="l" t="t" r="r" b="b"/>
            <a:pathLst>
              <a:path w="167640" h="506095">
                <a:moveTo>
                  <a:pt x="43116" y="83591"/>
                </a:moveTo>
                <a:lnTo>
                  <a:pt x="0" y="83591"/>
                </a:lnTo>
                <a:lnTo>
                  <a:pt x="83591" y="0"/>
                </a:lnTo>
                <a:lnTo>
                  <a:pt x="97066" y="13474"/>
                </a:lnTo>
                <a:lnTo>
                  <a:pt x="79095" y="13474"/>
                </a:lnTo>
                <a:lnTo>
                  <a:pt x="83591" y="17970"/>
                </a:lnTo>
                <a:lnTo>
                  <a:pt x="30670" y="70891"/>
                </a:lnTo>
                <a:lnTo>
                  <a:pt x="15328" y="70891"/>
                </a:lnTo>
                <a:lnTo>
                  <a:pt x="19824" y="81737"/>
                </a:lnTo>
                <a:lnTo>
                  <a:pt x="43116" y="81737"/>
                </a:lnTo>
                <a:lnTo>
                  <a:pt x="43116" y="83591"/>
                </a:lnTo>
                <a:close/>
              </a:path>
              <a:path w="167640" h="506095">
                <a:moveTo>
                  <a:pt x="83591" y="17970"/>
                </a:moveTo>
                <a:lnTo>
                  <a:pt x="79095" y="13474"/>
                </a:lnTo>
                <a:lnTo>
                  <a:pt x="88087" y="13474"/>
                </a:lnTo>
                <a:lnTo>
                  <a:pt x="83591" y="17970"/>
                </a:lnTo>
                <a:close/>
              </a:path>
              <a:path w="167640" h="506095">
                <a:moveTo>
                  <a:pt x="147358" y="81737"/>
                </a:moveTo>
                <a:lnTo>
                  <a:pt x="83591" y="17970"/>
                </a:lnTo>
                <a:lnTo>
                  <a:pt x="88087" y="13474"/>
                </a:lnTo>
                <a:lnTo>
                  <a:pt x="97066" y="13474"/>
                </a:lnTo>
                <a:lnTo>
                  <a:pt x="154482" y="70891"/>
                </a:lnTo>
                <a:lnTo>
                  <a:pt x="151853" y="70891"/>
                </a:lnTo>
                <a:lnTo>
                  <a:pt x="147358" y="81737"/>
                </a:lnTo>
                <a:close/>
              </a:path>
              <a:path w="167640" h="506095">
                <a:moveTo>
                  <a:pt x="19824" y="81737"/>
                </a:moveTo>
                <a:lnTo>
                  <a:pt x="15328" y="70891"/>
                </a:lnTo>
                <a:lnTo>
                  <a:pt x="30670" y="70891"/>
                </a:lnTo>
                <a:lnTo>
                  <a:pt x="19824" y="81737"/>
                </a:lnTo>
                <a:close/>
              </a:path>
              <a:path w="167640" h="506095">
                <a:moveTo>
                  <a:pt x="43116" y="81737"/>
                </a:moveTo>
                <a:lnTo>
                  <a:pt x="19824" y="81737"/>
                </a:lnTo>
                <a:lnTo>
                  <a:pt x="30670" y="70891"/>
                </a:lnTo>
                <a:lnTo>
                  <a:pt x="55816" y="70891"/>
                </a:lnTo>
                <a:lnTo>
                  <a:pt x="55816" y="77241"/>
                </a:lnTo>
                <a:lnTo>
                  <a:pt x="43116" y="77241"/>
                </a:lnTo>
                <a:lnTo>
                  <a:pt x="43116" y="81737"/>
                </a:lnTo>
                <a:close/>
              </a:path>
              <a:path w="167640" h="506095">
                <a:moveTo>
                  <a:pt x="111366" y="499516"/>
                </a:moveTo>
                <a:lnTo>
                  <a:pt x="111366" y="70891"/>
                </a:lnTo>
                <a:lnTo>
                  <a:pt x="136512" y="70891"/>
                </a:lnTo>
                <a:lnTo>
                  <a:pt x="142862" y="77241"/>
                </a:lnTo>
                <a:lnTo>
                  <a:pt x="124066" y="77241"/>
                </a:lnTo>
                <a:lnTo>
                  <a:pt x="117716" y="83591"/>
                </a:lnTo>
                <a:lnTo>
                  <a:pt x="124066" y="83591"/>
                </a:lnTo>
                <a:lnTo>
                  <a:pt x="124066" y="493166"/>
                </a:lnTo>
                <a:lnTo>
                  <a:pt x="117716" y="493166"/>
                </a:lnTo>
                <a:lnTo>
                  <a:pt x="111366" y="499516"/>
                </a:lnTo>
                <a:close/>
              </a:path>
              <a:path w="167640" h="506095">
                <a:moveTo>
                  <a:pt x="165328" y="81737"/>
                </a:moveTo>
                <a:lnTo>
                  <a:pt x="147358" y="81737"/>
                </a:lnTo>
                <a:lnTo>
                  <a:pt x="151853" y="70891"/>
                </a:lnTo>
                <a:lnTo>
                  <a:pt x="154482" y="70891"/>
                </a:lnTo>
                <a:lnTo>
                  <a:pt x="165328" y="81737"/>
                </a:lnTo>
                <a:close/>
              </a:path>
              <a:path w="167640" h="506095">
                <a:moveTo>
                  <a:pt x="124066" y="505866"/>
                </a:moveTo>
                <a:lnTo>
                  <a:pt x="43116" y="505866"/>
                </a:lnTo>
                <a:lnTo>
                  <a:pt x="43116" y="77241"/>
                </a:lnTo>
                <a:lnTo>
                  <a:pt x="49466" y="83591"/>
                </a:lnTo>
                <a:lnTo>
                  <a:pt x="55816" y="83591"/>
                </a:lnTo>
                <a:lnTo>
                  <a:pt x="55816" y="493166"/>
                </a:lnTo>
                <a:lnTo>
                  <a:pt x="49466" y="493166"/>
                </a:lnTo>
                <a:lnTo>
                  <a:pt x="55816" y="499516"/>
                </a:lnTo>
                <a:lnTo>
                  <a:pt x="124066" y="499516"/>
                </a:lnTo>
                <a:lnTo>
                  <a:pt x="124066" y="505866"/>
                </a:lnTo>
                <a:close/>
              </a:path>
              <a:path w="167640" h="506095">
                <a:moveTo>
                  <a:pt x="55816" y="83591"/>
                </a:moveTo>
                <a:lnTo>
                  <a:pt x="49466" y="83591"/>
                </a:lnTo>
                <a:lnTo>
                  <a:pt x="43116" y="77241"/>
                </a:lnTo>
                <a:lnTo>
                  <a:pt x="55816" y="77241"/>
                </a:lnTo>
                <a:lnTo>
                  <a:pt x="55816" y="83591"/>
                </a:lnTo>
                <a:close/>
              </a:path>
              <a:path w="167640" h="506095">
                <a:moveTo>
                  <a:pt x="124066" y="83591"/>
                </a:moveTo>
                <a:lnTo>
                  <a:pt x="117716" y="83591"/>
                </a:lnTo>
                <a:lnTo>
                  <a:pt x="124066" y="77241"/>
                </a:lnTo>
                <a:lnTo>
                  <a:pt x="124066" y="83591"/>
                </a:lnTo>
                <a:close/>
              </a:path>
              <a:path w="167640" h="506095">
                <a:moveTo>
                  <a:pt x="167182" y="83591"/>
                </a:moveTo>
                <a:lnTo>
                  <a:pt x="124066" y="83591"/>
                </a:lnTo>
                <a:lnTo>
                  <a:pt x="124066" y="77241"/>
                </a:lnTo>
                <a:lnTo>
                  <a:pt x="142862" y="77241"/>
                </a:lnTo>
                <a:lnTo>
                  <a:pt x="147358" y="81737"/>
                </a:lnTo>
                <a:lnTo>
                  <a:pt x="165328" y="81737"/>
                </a:lnTo>
                <a:lnTo>
                  <a:pt x="167182" y="83591"/>
                </a:lnTo>
                <a:close/>
              </a:path>
              <a:path w="167640" h="506095">
                <a:moveTo>
                  <a:pt x="55816" y="499516"/>
                </a:moveTo>
                <a:lnTo>
                  <a:pt x="49466" y="493166"/>
                </a:lnTo>
                <a:lnTo>
                  <a:pt x="55816" y="493166"/>
                </a:lnTo>
                <a:lnTo>
                  <a:pt x="55816" y="499516"/>
                </a:lnTo>
                <a:close/>
              </a:path>
              <a:path w="167640" h="506095">
                <a:moveTo>
                  <a:pt x="111366" y="499516"/>
                </a:moveTo>
                <a:lnTo>
                  <a:pt x="55816" y="499516"/>
                </a:lnTo>
                <a:lnTo>
                  <a:pt x="55816" y="493166"/>
                </a:lnTo>
                <a:lnTo>
                  <a:pt x="111366" y="493166"/>
                </a:lnTo>
                <a:lnTo>
                  <a:pt x="111366" y="499516"/>
                </a:lnTo>
                <a:close/>
              </a:path>
              <a:path w="167640" h="506095">
                <a:moveTo>
                  <a:pt x="124066" y="499516"/>
                </a:moveTo>
                <a:lnTo>
                  <a:pt x="111366" y="499516"/>
                </a:lnTo>
                <a:lnTo>
                  <a:pt x="117716" y="493166"/>
                </a:lnTo>
                <a:lnTo>
                  <a:pt x="124066" y="493166"/>
                </a:lnTo>
                <a:lnTo>
                  <a:pt x="124066" y="499516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59076" y="5647613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 h="0">
                <a:moveTo>
                  <a:pt x="0" y="0"/>
                </a:moveTo>
                <a:lnTo>
                  <a:pt x="671233" y="0"/>
                </a:lnTo>
              </a:path>
            </a:pathLst>
          </a:custGeom>
          <a:ln w="186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284366" y="4923391"/>
            <a:ext cx="3714115" cy="128968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716280" algn="l"/>
                <a:tab pos="2360930" algn="l"/>
                <a:tab pos="3065145" algn="l"/>
              </a:tabLst>
            </a:pPr>
            <a:r>
              <a:rPr dirty="0" sz="3500" spc="15" i="1">
                <a:latin typeface="Times New Roman"/>
                <a:cs typeface="Times New Roman"/>
              </a:rPr>
              <a:t>pV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 spc="-247">
                <a:latin typeface="Times New Roman"/>
                <a:cs typeface="Times New Roman"/>
              </a:rPr>
              <a:t> </a:t>
            </a:r>
            <a:r>
              <a:rPr dirty="0" baseline="-34920" sz="5250" spc="30" i="1">
                <a:latin typeface="Times New Roman"/>
                <a:cs typeface="Times New Roman"/>
              </a:rPr>
              <a:t>C	</a:t>
            </a:r>
            <a:r>
              <a:rPr dirty="0" sz="3500" spc="15" i="1">
                <a:latin typeface="Times New Roman"/>
                <a:cs typeface="Times New Roman"/>
              </a:rPr>
              <a:t>pV	</a:t>
            </a:r>
            <a:r>
              <a:rPr dirty="0" baseline="-34920" sz="5250" spc="22">
                <a:latin typeface="Symbol"/>
                <a:cs typeface="Symbol"/>
              </a:rPr>
              <a:t></a:t>
            </a:r>
            <a:r>
              <a:rPr dirty="0" baseline="-34920" sz="5250" spc="-375">
                <a:latin typeface="Times New Roman"/>
                <a:cs typeface="Times New Roman"/>
              </a:rPr>
              <a:t> </a:t>
            </a:r>
            <a:r>
              <a:rPr dirty="0" baseline="-34920" sz="5250" spc="30" i="1">
                <a:latin typeface="Times New Roman"/>
                <a:cs typeface="Times New Roman"/>
              </a:rPr>
              <a:t>C</a:t>
            </a:r>
            <a:endParaRPr baseline="-34920" sz="5250">
              <a:latin typeface="Times New Roman"/>
              <a:cs typeface="Times New Roman"/>
            </a:endParaRPr>
          </a:p>
          <a:p>
            <a:pPr marL="100330">
              <a:lnSpc>
                <a:spcPct val="100000"/>
              </a:lnSpc>
              <a:spcBef>
                <a:spcPts val="775"/>
              </a:spcBef>
              <a:tabLst>
                <a:tab pos="2448560" algn="l"/>
              </a:tabLst>
            </a:pPr>
            <a:r>
              <a:rPr dirty="0" sz="3500" spc="15" i="1">
                <a:latin typeface="Times New Roman"/>
                <a:cs typeface="Times New Roman"/>
              </a:rPr>
              <a:t>T	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74964" y="5007864"/>
            <a:ext cx="109855" cy="478790"/>
          </a:xfrm>
          <a:custGeom>
            <a:avLst/>
            <a:gdLst/>
            <a:ahLst/>
            <a:cxnLst/>
            <a:rect l="l" t="t" r="r" b="b"/>
            <a:pathLst>
              <a:path w="109854" h="478789">
                <a:moveTo>
                  <a:pt x="82295" y="423672"/>
                </a:moveTo>
                <a:lnTo>
                  <a:pt x="27431" y="423672"/>
                </a:lnTo>
                <a:lnTo>
                  <a:pt x="27431" y="0"/>
                </a:lnTo>
                <a:lnTo>
                  <a:pt x="82295" y="0"/>
                </a:lnTo>
                <a:lnTo>
                  <a:pt x="82295" y="423672"/>
                </a:lnTo>
                <a:close/>
              </a:path>
              <a:path w="109854" h="478789">
                <a:moveTo>
                  <a:pt x="54863" y="478536"/>
                </a:moveTo>
                <a:lnTo>
                  <a:pt x="0" y="423672"/>
                </a:lnTo>
                <a:lnTo>
                  <a:pt x="109727" y="423672"/>
                </a:lnTo>
                <a:lnTo>
                  <a:pt x="54863" y="4785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60333" y="5002212"/>
            <a:ext cx="140335" cy="493395"/>
          </a:xfrm>
          <a:custGeom>
            <a:avLst/>
            <a:gdLst/>
            <a:ahLst/>
            <a:cxnLst/>
            <a:rect l="l" t="t" r="r" b="b"/>
            <a:pathLst>
              <a:path w="140334" h="493395">
                <a:moveTo>
                  <a:pt x="36360" y="429412"/>
                </a:moveTo>
                <a:lnTo>
                  <a:pt x="36360" y="0"/>
                </a:lnTo>
                <a:lnTo>
                  <a:pt x="103835" y="0"/>
                </a:lnTo>
                <a:lnTo>
                  <a:pt x="103835" y="6350"/>
                </a:lnTo>
                <a:lnTo>
                  <a:pt x="49060" y="6350"/>
                </a:lnTo>
                <a:lnTo>
                  <a:pt x="42710" y="12700"/>
                </a:lnTo>
                <a:lnTo>
                  <a:pt x="49060" y="12700"/>
                </a:lnTo>
                <a:lnTo>
                  <a:pt x="49060" y="423062"/>
                </a:lnTo>
                <a:lnTo>
                  <a:pt x="42710" y="423062"/>
                </a:lnTo>
                <a:lnTo>
                  <a:pt x="36360" y="429412"/>
                </a:lnTo>
                <a:close/>
              </a:path>
              <a:path w="140334" h="493395">
                <a:moveTo>
                  <a:pt x="49060" y="12700"/>
                </a:moveTo>
                <a:lnTo>
                  <a:pt x="42710" y="12700"/>
                </a:lnTo>
                <a:lnTo>
                  <a:pt x="49060" y="6350"/>
                </a:lnTo>
                <a:lnTo>
                  <a:pt x="49060" y="12700"/>
                </a:lnTo>
                <a:close/>
              </a:path>
              <a:path w="140334" h="493395">
                <a:moveTo>
                  <a:pt x="91135" y="12700"/>
                </a:moveTo>
                <a:lnTo>
                  <a:pt x="49060" y="12700"/>
                </a:lnTo>
                <a:lnTo>
                  <a:pt x="49060" y="6350"/>
                </a:lnTo>
                <a:lnTo>
                  <a:pt x="91135" y="6350"/>
                </a:lnTo>
                <a:lnTo>
                  <a:pt x="91135" y="12700"/>
                </a:lnTo>
                <a:close/>
              </a:path>
              <a:path w="140334" h="493395">
                <a:moveTo>
                  <a:pt x="109537" y="435762"/>
                </a:moveTo>
                <a:lnTo>
                  <a:pt x="91135" y="435762"/>
                </a:lnTo>
                <a:lnTo>
                  <a:pt x="91135" y="6350"/>
                </a:lnTo>
                <a:lnTo>
                  <a:pt x="97485" y="12700"/>
                </a:lnTo>
                <a:lnTo>
                  <a:pt x="103835" y="12700"/>
                </a:lnTo>
                <a:lnTo>
                  <a:pt x="103835" y="423062"/>
                </a:lnTo>
                <a:lnTo>
                  <a:pt x="97485" y="423062"/>
                </a:lnTo>
                <a:lnTo>
                  <a:pt x="103835" y="429412"/>
                </a:lnTo>
                <a:lnTo>
                  <a:pt x="115887" y="429412"/>
                </a:lnTo>
                <a:lnTo>
                  <a:pt x="109537" y="435762"/>
                </a:lnTo>
                <a:close/>
              </a:path>
              <a:path w="140334" h="493395">
                <a:moveTo>
                  <a:pt x="103835" y="12700"/>
                </a:moveTo>
                <a:lnTo>
                  <a:pt x="97485" y="12700"/>
                </a:lnTo>
                <a:lnTo>
                  <a:pt x="91135" y="6350"/>
                </a:lnTo>
                <a:lnTo>
                  <a:pt x="103835" y="6350"/>
                </a:lnTo>
                <a:lnTo>
                  <a:pt x="103835" y="12700"/>
                </a:lnTo>
                <a:close/>
              </a:path>
              <a:path w="140334" h="493395">
                <a:moveTo>
                  <a:pt x="70103" y="493166"/>
                </a:moveTo>
                <a:lnTo>
                  <a:pt x="0" y="423062"/>
                </a:lnTo>
                <a:lnTo>
                  <a:pt x="36360" y="423062"/>
                </a:lnTo>
                <a:lnTo>
                  <a:pt x="36360" y="424929"/>
                </a:lnTo>
                <a:lnTo>
                  <a:pt x="19824" y="424929"/>
                </a:lnTo>
                <a:lnTo>
                  <a:pt x="15328" y="435762"/>
                </a:lnTo>
                <a:lnTo>
                  <a:pt x="30657" y="435762"/>
                </a:lnTo>
                <a:lnTo>
                  <a:pt x="70097" y="475202"/>
                </a:lnTo>
                <a:lnTo>
                  <a:pt x="65608" y="479691"/>
                </a:lnTo>
                <a:lnTo>
                  <a:pt x="83576" y="479691"/>
                </a:lnTo>
                <a:lnTo>
                  <a:pt x="70103" y="493166"/>
                </a:lnTo>
                <a:close/>
              </a:path>
              <a:path w="140334" h="493395">
                <a:moveTo>
                  <a:pt x="49060" y="429412"/>
                </a:moveTo>
                <a:lnTo>
                  <a:pt x="36360" y="429412"/>
                </a:lnTo>
                <a:lnTo>
                  <a:pt x="42710" y="423062"/>
                </a:lnTo>
                <a:lnTo>
                  <a:pt x="49060" y="423062"/>
                </a:lnTo>
                <a:lnTo>
                  <a:pt x="49060" y="429412"/>
                </a:lnTo>
                <a:close/>
              </a:path>
              <a:path w="140334" h="493395">
                <a:moveTo>
                  <a:pt x="103835" y="429412"/>
                </a:moveTo>
                <a:lnTo>
                  <a:pt x="97485" y="423062"/>
                </a:lnTo>
                <a:lnTo>
                  <a:pt x="103835" y="423062"/>
                </a:lnTo>
                <a:lnTo>
                  <a:pt x="103835" y="429412"/>
                </a:lnTo>
                <a:close/>
              </a:path>
              <a:path w="140334" h="493395">
                <a:moveTo>
                  <a:pt x="115887" y="429412"/>
                </a:moveTo>
                <a:lnTo>
                  <a:pt x="103835" y="429412"/>
                </a:lnTo>
                <a:lnTo>
                  <a:pt x="103835" y="423062"/>
                </a:lnTo>
                <a:lnTo>
                  <a:pt x="140195" y="423062"/>
                </a:lnTo>
                <a:lnTo>
                  <a:pt x="138328" y="424929"/>
                </a:lnTo>
                <a:lnTo>
                  <a:pt x="120370" y="424929"/>
                </a:lnTo>
                <a:lnTo>
                  <a:pt x="115887" y="429412"/>
                </a:lnTo>
                <a:close/>
              </a:path>
              <a:path w="140334" h="493395">
                <a:moveTo>
                  <a:pt x="30657" y="435762"/>
                </a:moveTo>
                <a:lnTo>
                  <a:pt x="15328" y="435762"/>
                </a:lnTo>
                <a:lnTo>
                  <a:pt x="19824" y="424929"/>
                </a:lnTo>
                <a:lnTo>
                  <a:pt x="30657" y="435762"/>
                </a:lnTo>
                <a:close/>
              </a:path>
              <a:path w="140334" h="493395">
                <a:moveTo>
                  <a:pt x="49060" y="435762"/>
                </a:moveTo>
                <a:lnTo>
                  <a:pt x="30657" y="435762"/>
                </a:lnTo>
                <a:lnTo>
                  <a:pt x="19824" y="424929"/>
                </a:lnTo>
                <a:lnTo>
                  <a:pt x="36360" y="424929"/>
                </a:lnTo>
                <a:lnTo>
                  <a:pt x="36360" y="429412"/>
                </a:lnTo>
                <a:lnTo>
                  <a:pt x="49060" y="429412"/>
                </a:lnTo>
                <a:lnTo>
                  <a:pt x="49060" y="435762"/>
                </a:lnTo>
                <a:close/>
              </a:path>
              <a:path w="140334" h="493395">
                <a:moveTo>
                  <a:pt x="83576" y="479691"/>
                </a:moveTo>
                <a:lnTo>
                  <a:pt x="74587" y="479691"/>
                </a:lnTo>
                <a:lnTo>
                  <a:pt x="70097" y="475202"/>
                </a:lnTo>
                <a:lnTo>
                  <a:pt x="120370" y="424929"/>
                </a:lnTo>
                <a:lnTo>
                  <a:pt x="124866" y="435762"/>
                </a:lnTo>
                <a:lnTo>
                  <a:pt x="127497" y="435762"/>
                </a:lnTo>
                <a:lnTo>
                  <a:pt x="83576" y="479691"/>
                </a:lnTo>
                <a:close/>
              </a:path>
              <a:path w="140334" h="493395">
                <a:moveTo>
                  <a:pt x="127497" y="435762"/>
                </a:moveTo>
                <a:lnTo>
                  <a:pt x="124866" y="435762"/>
                </a:lnTo>
                <a:lnTo>
                  <a:pt x="120370" y="424929"/>
                </a:lnTo>
                <a:lnTo>
                  <a:pt x="138328" y="424929"/>
                </a:lnTo>
                <a:lnTo>
                  <a:pt x="127497" y="435762"/>
                </a:lnTo>
                <a:close/>
              </a:path>
              <a:path w="140334" h="493395">
                <a:moveTo>
                  <a:pt x="74587" y="479691"/>
                </a:moveTo>
                <a:lnTo>
                  <a:pt x="65608" y="479691"/>
                </a:lnTo>
                <a:lnTo>
                  <a:pt x="70097" y="475202"/>
                </a:lnTo>
                <a:lnTo>
                  <a:pt x="74587" y="479691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502395" y="5718047"/>
            <a:ext cx="109855" cy="478790"/>
          </a:xfrm>
          <a:custGeom>
            <a:avLst/>
            <a:gdLst/>
            <a:ahLst/>
            <a:cxnLst/>
            <a:rect l="l" t="t" r="r" b="b"/>
            <a:pathLst>
              <a:path w="109854" h="478789">
                <a:moveTo>
                  <a:pt x="82296" y="423672"/>
                </a:moveTo>
                <a:lnTo>
                  <a:pt x="27431" y="423672"/>
                </a:lnTo>
                <a:lnTo>
                  <a:pt x="27431" y="0"/>
                </a:lnTo>
                <a:lnTo>
                  <a:pt x="82296" y="0"/>
                </a:lnTo>
                <a:lnTo>
                  <a:pt x="82296" y="423672"/>
                </a:lnTo>
                <a:close/>
              </a:path>
              <a:path w="109854" h="478789">
                <a:moveTo>
                  <a:pt x="54863" y="478536"/>
                </a:moveTo>
                <a:lnTo>
                  <a:pt x="0" y="423672"/>
                </a:lnTo>
                <a:lnTo>
                  <a:pt x="109727" y="423672"/>
                </a:lnTo>
                <a:lnTo>
                  <a:pt x="54863" y="4785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87321" y="5711825"/>
            <a:ext cx="140335" cy="493395"/>
          </a:xfrm>
          <a:custGeom>
            <a:avLst/>
            <a:gdLst/>
            <a:ahLst/>
            <a:cxnLst/>
            <a:rect l="l" t="t" r="r" b="b"/>
            <a:pathLst>
              <a:path w="140334" h="493395">
                <a:moveTo>
                  <a:pt x="36360" y="429412"/>
                </a:moveTo>
                <a:lnTo>
                  <a:pt x="36360" y="0"/>
                </a:lnTo>
                <a:lnTo>
                  <a:pt x="103835" y="0"/>
                </a:lnTo>
                <a:lnTo>
                  <a:pt x="103835" y="6350"/>
                </a:lnTo>
                <a:lnTo>
                  <a:pt x="49060" y="6350"/>
                </a:lnTo>
                <a:lnTo>
                  <a:pt x="42710" y="12700"/>
                </a:lnTo>
                <a:lnTo>
                  <a:pt x="49060" y="12700"/>
                </a:lnTo>
                <a:lnTo>
                  <a:pt x="49060" y="423062"/>
                </a:lnTo>
                <a:lnTo>
                  <a:pt x="42710" y="423062"/>
                </a:lnTo>
                <a:lnTo>
                  <a:pt x="36360" y="429412"/>
                </a:lnTo>
                <a:close/>
              </a:path>
              <a:path w="140334" h="493395">
                <a:moveTo>
                  <a:pt x="49060" y="12700"/>
                </a:moveTo>
                <a:lnTo>
                  <a:pt x="42710" y="12700"/>
                </a:lnTo>
                <a:lnTo>
                  <a:pt x="49060" y="6350"/>
                </a:lnTo>
                <a:lnTo>
                  <a:pt x="49060" y="12700"/>
                </a:lnTo>
                <a:close/>
              </a:path>
              <a:path w="140334" h="493395">
                <a:moveTo>
                  <a:pt x="91135" y="12700"/>
                </a:moveTo>
                <a:lnTo>
                  <a:pt x="49060" y="12700"/>
                </a:lnTo>
                <a:lnTo>
                  <a:pt x="49060" y="6350"/>
                </a:lnTo>
                <a:lnTo>
                  <a:pt x="91135" y="6350"/>
                </a:lnTo>
                <a:lnTo>
                  <a:pt x="91135" y="12700"/>
                </a:lnTo>
                <a:close/>
              </a:path>
              <a:path w="140334" h="493395">
                <a:moveTo>
                  <a:pt x="109537" y="435762"/>
                </a:moveTo>
                <a:lnTo>
                  <a:pt x="91135" y="435762"/>
                </a:lnTo>
                <a:lnTo>
                  <a:pt x="91135" y="6350"/>
                </a:lnTo>
                <a:lnTo>
                  <a:pt x="97485" y="12700"/>
                </a:lnTo>
                <a:lnTo>
                  <a:pt x="103835" y="12700"/>
                </a:lnTo>
                <a:lnTo>
                  <a:pt x="103835" y="423062"/>
                </a:lnTo>
                <a:lnTo>
                  <a:pt x="97485" y="423062"/>
                </a:lnTo>
                <a:lnTo>
                  <a:pt x="103835" y="429412"/>
                </a:lnTo>
                <a:lnTo>
                  <a:pt x="115887" y="429412"/>
                </a:lnTo>
                <a:lnTo>
                  <a:pt x="109537" y="435762"/>
                </a:lnTo>
                <a:close/>
              </a:path>
              <a:path w="140334" h="493395">
                <a:moveTo>
                  <a:pt x="103835" y="12700"/>
                </a:moveTo>
                <a:lnTo>
                  <a:pt x="97485" y="12700"/>
                </a:lnTo>
                <a:lnTo>
                  <a:pt x="91135" y="6350"/>
                </a:lnTo>
                <a:lnTo>
                  <a:pt x="103835" y="6350"/>
                </a:lnTo>
                <a:lnTo>
                  <a:pt x="103835" y="12700"/>
                </a:lnTo>
                <a:close/>
              </a:path>
              <a:path w="140334" h="493395">
                <a:moveTo>
                  <a:pt x="70091" y="493166"/>
                </a:moveTo>
                <a:lnTo>
                  <a:pt x="0" y="423062"/>
                </a:lnTo>
                <a:lnTo>
                  <a:pt x="36360" y="423062"/>
                </a:lnTo>
                <a:lnTo>
                  <a:pt x="36360" y="424929"/>
                </a:lnTo>
                <a:lnTo>
                  <a:pt x="19824" y="424929"/>
                </a:lnTo>
                <a:lnTo>
                  <a:pt x="15328" y="435762"/>
                </a:lnTo>
                <a:lnTo>
                  <a:pt x="30657" y="435762"/>
                </a:lnTo>
                <a:lnTo>
                  <a:pt x="70097" y="475202"/>
                </a:lnTo>
                <a:lnTo>
                  <a:pt x="65608" y="479691"/>
                </a:lnTo>
                <a:lnTo>
                  <a:pt x="83566" y="479691"/>
                </a:lnTo>
                <a:lnTo>
                  <a:pt x="70091" y="493166"/>
                </a:lnTo>
                <a:close/>
              </a:path>
              <a:path w="140334" h="493395">
                <a:moveTo>
                  <a:pt x="49060" y="429412"/>
                </a:moveTo>
                <a:lnTo>
                  <a:pt x="36360" y="429412"/>
                </a:lnTo>
                <a:lnTo>
                  <a:pt x="42710" y="423062"/>
                </a:lnTo>
                <a:lnTo>
                  <a:pt x="49060" y="423062"/>
                </a:lnTo>
                <a:lnTo>
                  <a:pt x="49060" y="429412"/>
                </a:lnTo>
                <a:close/>
              </a:path>
              <a:path w="140334" h="493395">
                <a:moveTo>
                  <a:pt x="103835" y="429412"/>
                </a:moveTo>
                <a:lnTo>
                  <a:pt x="97485" y="423062"/>
                </a:lnTo>
                <a:lnTo>
                  <a:pt x="103835" y="423062"/>
                </a:lnTo>
                <a:lnTo>
                  <a:pt x="103835" y="429412"/>
                </a:lnTo>
                <a:close/>
              </a:path>
              <a:path w="140334" h="493395">
                <a:moveTo>
                  <a:pt x="115887" y="429412"/>
                </a:moveTo>
                <a:lnTo>
                  <a:pt x="103835" y="429412"/>
                </a:lnTo>
                <a:lnTo>
                  <a:pt x="103835" y="423062"/>
                </a:lnTo>
                <a:lnTo>
                  <a:pt x="140195" y="423062"/>
                </a:lnTo>
                <a:lnTo>
                  <a:pt x="138328" y="424929"/>
                </a:lnTo>
                <a:lnTo>
                  <a:pt x="120370" y="424929"/>
                </a:lnTo>
                <a:lnTo>
                  <a:pt x="115887" y="429412"/>
                </a:lnTo>
                <a:close/>
              </a:path>
              <a:path w="140334" h="493395">
                <a:moveTo>
                  <a:pt x="30657" y="435762"/>
                </a:moveTo>
                <a:lnTo>
                  <a:pt x="15328" y="435762"/>
                </a:lnTo>
                <a:lnTo>
                  <a:pt x="19824" y="424929"/>
                </a:lnTo>
                <a:lnTo>
                  <a:pt x="30657" y="435762"/>
                </a:lnTo>
                <a:close/>
              </a:path>
              <a:path w="140334" h="493395">
                <a:moveTo>
                  <a:pt x="49060" y="435762"/>
                </a:moveTo>
                <a:lnTo>
                  <a:pt x="30657" y="435762"/>
                </a:lnTo>
                <a:lnTo>
                  <a:pt x="19824" y="424929"/>
                </a:lnTo>
                <a:lnTo>
                  <a:pt x="36360" y="424929"/>
                </a:lnTo>
                <a:lnTo>
                  <a:pt x="36360" y="429412"/>
                </a:lnTo>
                <a:lnTo>
                  <a:pt x="49060" y="429412"/>
                </a:lnTo>
                <a:lnTo>
                  <a:pt x="49060" y="435762"/>
                </a:lnTo>
                <a:close/>
              </a:path>
              <a:path w="140334" h="493395">
                <a:moveTo>
                  <a:pt x="83566" y="479691"/>
                </a:moveTo>
                <a:lnTo>
                  <a:pt x="74587" y="479691"/>
                </a:lnTo>
                <a:lnTo>
                  <a:pt x="70097" y="475202"/>
                </a:lnTo>
                <a:lnTo>
                  <a:pt x="120370" y="424929"/>
                </a:lnTo>
                <a:lnTo>
                  <a:pt x="124866" y="435762"/>
                </a:lnTo>
                <a:lnTo>
                  <a:pt x="127495" y="435762"/>
                </a:lnTo>
                <a:lnTo>
                  <a:pt x="83566" y="479691"/>
                </a:lnTo>
                <a:close/>
              </a:path>
              <a:path w="140334" h="493395">
                <a:moveTo>
                  <a:pt x="127495" y="435762"/>
                </a:moveTo>
                <a:lnTo>
                  <a:pt x="124866" y="435762"/>
                </a:lnTo>
                <a:lnTo>
                  <a:pt x="120370" y="424929"/>
                </a:lnTo>
                <a:lnTo>
                  <a:pt x="138328" y="424929"/>
                </a:lnTo>
                <a:lnTo>
                  <a:pt x="127495" y="435762"/>
                </a:lnTo>
                <a:close/>
              </a:path>
              <a:path w="140334" h="493395">
                <a:moveTo>
                  <a:pt x="74587" y="479691"/>
                </a:moveTo>
                <a:lnTo>
                  <a:pt x="65608" y="479691"/>
                </a:lnTo>
                <a:lnTo>
                  <a:pt x="70097" y="475202"/>
                </a:lnTo>
                <a:lnTo>
                  <a:pt x="74587" y="479691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83943" y="1033805"/>
            <a:ext cx="2223681" cy="65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19807" y="1111034"/>
            <a:ext cx="1512328" cy="4438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28420" marR="5080">
              <a:lnSpc>
                <a:spcPct val="132100"/>
              </a:lnSpc>
              <a:spcBef>
                <a:spcPts val="95"/>
              </a:spcBef>
              <a:tabLst>
                <a:tab pos="2282825" algn="l"/>
                <a:tab pos="2955925" algn="l"/>
              </a:tabLst>
            </a:pPr>
            <a:r>
              <a:rPr dirty="0"/>
              <a:t>一定质量的理想气体，处在某一状态，经下列哪个过程后会回到原来</a:t>
            </a:r>
            <a:r>
              <a:rPr dirty="0"/>
              <a:t>的 </a:t>
            </a:r>
            <a:r>
              <a:rPr dirty="0"/>
              <a:t>温度(	</a:t>
            </a:r>
            <a:r>
              <a:rPr dirty="0" baseline="-9615" sz="3900" b="1">
                <a:solidFill>
                  <a:srgbClr val="FF0000"/>
                </a:solidFill>
                <a:latin typeface="微软雅黑"/>
                <a:cs typeface="微软雅黑"/>
              </a:rPr>
              <a:t>AD	</a:t>
            </a:r>
            <a:r>
              <a:rPr dirty="0" sz="2600"/>
              <a:t>)</a:t>
            </a:r>
            <a:endParaRPr sz="2600">
              <a:latin typeface="微软雅黑"/>
              <a:cs typeface="微软雅黑"/>
            </a:endParaRPr>
          </a:p>
          <a:p>
            <a:pPr marL="1892300" indent="-563880">
              <a:lnSpc>
                <a:spcPct val="100000"/>
              </a:lnSpc>
              <a:spcBef>
                <a:spcPts val="1000"/>
              </a:spcBef>
              <a:buSzPct val="96153"/>
              <a:buAutoNum type="alphaUcPeriod"/>
              <a:tabLst>
                <a:tab pos="1892300" algn="l"/>
              </a:tabLst>
            </a:pPr>
            <a:r>
              <a:rPr dirty="0"/>
              <a:t>先保持压强不变而使它的体积膨胀，接着保持体积不变而减小压</a:t>
            </a:r>
            <a:r>
              <a:rPr dirty="0" spc="5"/>
              <a:t>强</a:t>
            </a:r>
          </a:p>
          <a:p>
            <a:pPr marL="1866900" indent="-538480">
              <a:lnSpc>
                <a:spcPct val="100000"/>
              </a:lnSpc>
              <a:spcBef>
                <a:spcPts val="1000"/>
              </a:spcBef>
              <a:buSzPct val="96153"/>
              <a:buAutoNum type="alphaUcPeriod"/>
              <a:tabLst>
                <a:tab pos="1866900" algn="l"/>
              </a:tabLst>
            </a:pPr>
            <a:r>
              <a:rPr dirty="0"/>
              <a:t>先保持压强不变而使它的体积减小，接着保持体积不变而减小压</a:t>
            </a:r>
            <a:r>
              <a:rPr dirty="0" spc="5"/>
              <a:t>强</a:t>
            </a:r>
          </a:p>
          <a:p>
            <a:pPr marL="1880870" indent="-552450">
              <a:lnSpc>
                <a:spcPct val="100000"/>
              </a:lnSpc>
              <a:spcBef>
                <a:spcPts val="1000"/>
              </a:spcBef>
              <a:buSzPct val="96153"/>
              <a:buAutoNum type="alphaUcPeriod"/>
              <a:tabLst>
                <a:tab pos="1880870" algn="l"/>
              </a:tabLst>
            </a:pPr>
            <a:r>
              <a:rPr dirty="0"/>
              <a:t>先保持体积不变而增大压强，接着保持压强不变而使它的体积膨</a:t>
            </a:r>
            <a:r>
              <a:rPr dirty="0" spc="5"/>
              <a:t>胀</a:t>
            </a:r>
          </a:p>
          <a:p>
            <a:pPr marL="1911350" indent="-582930">
              <a:lnSpc>
                <a:spcPct val="100000"/>
              </a:lnSpc>
              <a:spcBef>
                <a:spcPts val="1000"/>
              </a:spcBef>
              <a:buSzPct val="96153"/>
              <a:buAutoNum type="alphaUcPeriod"/>
              <a:tabLst>
                <a:tab pos="1911350" algn="l"/>
              </a:tabLst>
            </a:pPr>
            <a:r>
              <a:rPr dirty="0"/>
              <a:t>先保持体积不变而减小压强，接着保持压强不变而使它的体积膨</a:t>
            </a:r>
            <a:r>
              <a:rPr dirty="0" spc="5"/>
              <a:t>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6903" y="1757172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8" y="0"/>
                </a:lnTo>
                <a:lnTo>
                  <a:pt x="254508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5380" y="1371600"/>
            <a:ext cx="253365" cy="254635"/>
          </a:xfrm>
          <a:custGeom>
            <a:avLst/>
            <a:gdLst/>
            <a:ahLst/>
            <a:cxnLst/>
            <a:rect l="l" t="t" r="r" b="b"/>
            <a:pathLst>
              <a:path w="253365" h="254635">
                <a:moveTo>
                  <a:pt x="0" y="0"/>
                </a:moveTo>
                <a:lnTo>
                  <a:pt x="252984" y="0"/>
                </a:lnTo>
                <a:lnTo>
                  <a:pt x="252984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371600"/>
            <a:ext cx="254635" cy="254635"/>
          </a:xfrm>
          <a:custGeom>
            <a:avLst/>
            <a:gdLst/>
            <a:ahLst/>
            <a:cxnLst/>
            <a:rect l="l" t="t" r="r" b="b"/>
            <a:pathLst>
              <a:path w="254634" h="254635">
                <a:moveTo>
                  <a:pt x="0" y="0"/>
                </a:moveTo>
                <a:lnTo>
                  <a:pt x="254507" y="0"/>
                </a:lnTo>
                <a:lnTo>
                  <a:pt x="254507" y="254507"/>
                </a:lnTo>
                <a:lnTo>
                  <a:pt x="0" y="254507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1834" y="2221229"/>
            <a:ext cx="330200" cy="276860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400">
                <a:solidFill>
                  <a:srgbClr val="252525"/>
                </a:solidFill>
                <a:latin typeface="微软雅黑"/>
                <a:cs typeface="微软雅黑"/>
              </a:rPr>
              <a:t>理想气体的状态方程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8387" y="1371600"/>
            <a:ext cx="0" cy="2402205"/>
          </a:xfrm>
          <a:custGeom>
            <a:avLst/>
            <a:gdLst/>
            <a:ahLst/>
            <a:cxnLst/>
            <a:rect l="l" t="t" r="r" b="b"/>
            <a:pathLst>
              <a:path w="0" h="2402204">
                <a:moveTo>
                  <a:pt x="0" y="0"/>
                </a:moveTo>
                <a:lnTo>
                  <a:pt x="0" y="2401887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3587" y="168592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89187" y="4163986"/>
            <a:ext cx="4231005" cy="107950"/>
          </a:xfrm>
          <a:custGeom>
            <a:avLst/>
            <a:gdLst/>
            <a:ahLst/>
            <a:cxnLst/>
            <a:rect l="l" t="t" r="r" b="b"/>
            <a:pathLst>
              <a:path w="4231005" h="107950">
                <a:moveTo>
                  <a:pt x="4214344" y="63525"/>
                </a:moveTo>
                <a:lnTo>
                  <a:pt x="4211777" y="63525"/>
                </a:lnTo>
                <a:lnTo>
                  <a:pt x="4211789" y="44475"/>
                </a:lnTo>
                <a:lnTo>
                  <a:pt x="4176566" y="44462"/>
                </a:lnTo>
                <a:lnTo>
                  <a:pt x="4130802" y="17741"/>
                </a:lnTo>
                <a:lnTo>
                  <a:pt x="4126103" y="10236"/>
                </a:lnTo>
                <a:lnTo>
                  <a:pt x="4126204" y="7937"/>
                </a:lnTo>
                <a:lnTo>
                  <a:pt x="4136034" y="0"/>
                </a:lnTo>
                <a:lnTo>
                  <a:pt x="4138295" y="381"/>
                </a:lnTo>
                <a:lnTo>
                  <a:pt x="4140403" y="1295"/>
                </a:lnTo>
                <a:lnTo>
                  <a:pt x="4230687" y="54000"/>
                </a:lnTo>
                <a:lnTo>
                  <a:pt x="4214344" y="63525"/>
                </a:lnTo>
                <a:close/>
              </a:path>
              <a:path w="4231005" h="107950">
                <a:moveTo>
                  <a:pt x="4176544" y="63512"/>
                </a:moveTo>
                <a:lnTo>
                  <a:pt x="0" y="61937"/>
                </a:lnTo>
                <a:lnTo>
                  <a:pt x="0" y="42887"/>
                </a:lnTo>
                <a:lnTo>
                  <a:pt x="4176566" y="44462"/>
                </a:lnTo>
                <a:lnTo>
                  <a:pt x="4192885" y="53989"/>
                </a:lnTo>
                <a:lnTo>
                  <a:pt x="4176544" y="63512"/>
                </a:lnTo>
                <a:close/>
              </a:path>
              <a:path w="4231005" h="107950">
                <a:moveTo>
                  <a:pt x="4192885" y="53989"/>
                </a:moveTo>
                <a:lnTo>
                  <a:pt x="4176566" y="44462"/>
                </a:lnTo>
                <a:lnTo>
                  <a:pt x="4211789" y="44475"/>
                </a:lnTo>
                <a:lnTo>
                  <a:pt x="4211789" y="45770"/>
                </a:lnTo>
                <a:lnTo>
                  <a:pt x="4206989" y="45770"/>
                </a:lnTo>
                <a:lnTo>
                  <a:pt x="4192885" y="53989"/>
                </a:lnTo>
                <a:close/>
              </a:path>
              <a:path w="4231005" h="107950">
                <a:moveTo>
                  <a:pt x="4206976" y="62217"/>
                </a:moveTo>
                <a:lnTo>
                  <a:pt x="4192885" y="53989"/>
                </a:lnTo>
                <a:lnTo>
                  <a:pt x="4206989" y="45770"/>
                </a:lnTo>
                <a:lnTo>
                  <a:pt x="4206976" y="62217"/>
                </a:lnTo>
                <a:close/>
              </a:path>
              <a:path w="4231005" h="107950">
                <a:moveTo>
                  <a:pt x="4211778" y="62217"/>
                </a:moveTo>
                <a:lnTo>
                  <a:pt x="4206976" y="62217"/>
                </a:lnTo>
                <a:lnTo>
                  <a:pt x="4206989" y="45770"/>
                </a:lnTo>
                <a:lnTo>
                  <a:pt x="4211789" y="45770"/>
                </a:lnTo>
                <a:lnTo>
                  <a:pt x="4211778" y="62217"/>
                </a:lnTo>
                <a:close/>
              </a:path>
              <a:path w="4231005" h="107950">
                <a:moveTo>
                  <a:pt x="4211777" y="63525"/>
                </a:moveTo>
                <a:lnTo>
                  <a:pt x="4176544" y="63512"/>
                </a:lnTo>
                <a:lnTo>
                  <a:pt x="4192885" y="53989"/>
                </a:lnTo>
                <a:lnTo>
                  <a:pt x="4206976" y="62217"/>
                </a:lnTo>
                <a:lnTo>
                  <a:pt x="4211778" y="62217"/>
                </a:lnTo>
                <a:lnTo>
                  <a:pt x="4211777" y="63525"/>
                </a:lnTo>
                <a:close/>
              </a:path>
              <a:path w="4231005" h="107950">
                <a:moveTo>
                  <a:pt x="4135983" y="107937"/>
                </a:moveTo>
                <a:lnTo>
                  <a:pt x="4126064" y="97688"/>
                </a:lnTo>
                <a:lnTo>
                  <a:pt x="4126522" y="95440"/>
                </a:lnTo>
                <a:lnTo>
                  <a:pt x="4127500" y="93357"/>
                </a:lnTo>
                <a:lnTo>
                  <a:pt x="4128935" y="91567"/>
                </a:lnTo>
                <a:lnTo>
                  <a:pt x="4130776" y="90182"/>
                </a:lnTo>
                <a:lnTo>
                  <a:pt x="4176544" y="63512"/>
                </a:lnTo>
                <a:lnTo>
                  <a:pt x="4214344" y="63525"/>
                </a:lnTo>
                <a:lnTo>
                  <a:pt x="4140365" y="106641"/>
                </a:lnTo>
                <a:lnTo>
                  <a:pt x="4138256" y="107556"/>
                </a:lnTo>
                <a:lnTo>
                  <a:pt x="4135983" y="107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35161" y="1706562"/>
            <a:ext cx="107950" cy="2512060"/>
          </a:xfrm>
          <a:custGeom>
            <a:avLst/>
            <a:gdLst/>
            <a:ahLst/>
            <a:cxnLst/>
            <a:rect l="l" t="t" r="r" b="b"/>
            <a:pathLst>
              <a:path w="107950" h="2512060">
                <a:moveTo>
                  <a:pt x="10236" y="104571"/>
                </a:moveTo>
                <a:lnTo>
                  <a:pt x="0" y="94640"/>
                </a:lnTo>
                <a:lnTo>
                  <a:pt x="381" y="92379"/>
                </a:lnTo>
                <a:lnTo>
                  <a:pt x="1295" y="90271"/>
                </a:lnTo>
                <a:lnTo>
                  <a:pt x="54025" y="0"/>
                </a:lnTo>
                <a:lnTo>
                  <a:pt x="65032" y="18897"/>
                </a:lnTo>
                <a:lnTo>
                  <a:pt x="44488" y="18897"/>
                </a:lnTo>
                <a:lnTo>
                  <a:pt x="44465" y="54141"/>
                </a:lnTo>
                <a:lnTo>
                  <a:pt x="17712" y="99923"/>
                </a:lnTo>
                <a:lnTo>
                  <a:pt x="16344" y="101714"/>
                </a:lnTo>
                <a:lnTo>
                  <a:pt x="14566" y="103149"/>
                </a:lnTo>
                <a:lnTo>
                  <a:pt x="12484" y="104127"/>
                </a:lnTo>
                <a:lnTo>
                  <a:pt x="10236" y="104571"/>
                </a:lnTo>
                <a:close/>
              </a:path>
              <a:path w="107950" h="2512060">
                <a:moveTo>
                  <a:pt x="44465" y="54140"/>
                </a:moveTo>
                <a:lnTo>
                  <a:pt x="44488" y="18897"/>
                </a:lnTo>
                <a:lnTo>
                  <a:pt x="63538" y="18910"/>
                </a:lnTo>
                <a:lnTo>
                  <a:pt x="63535" y="23698"/>
                </a:lnTo>
                <a:lnTo>
                  <a:pt x="45783" y="23698"/>
                </a:lnTo>
                <a:lnTo>
                  <a:pt x="54004" y="37812"/>
                </a:lnTo>
                <a:lnTo>
                  <a:pt x="44465" y="54140"/>
                </a:lnTo>
                <a:close/>
              </a:path>
              <a:path w="107950" h="2512060">
                <a:moveTo>
                  <a:pt x="97688" y="104635"/>
                </a:moveTo>
                <a:lnTo>
                  <a:pt x="63515" y="54141"/>
                </a:lnTo>
                <a:lnTo>
                  <a:pt x="63538" y="18910"/>
                </a:lnTo>
                <a:lnTo>
                  <a:pt x="44488" y="18897"/>
                </a:lnTo>
                <a:lnTo>
                  <a:pt x="65040" y="18910"/>
                </a:lnTo>
                <a:lnTo>
                  <a:pt x="106641" y="90335"/>
                </a:lnTo>
                <a:lnTo>
                  <a:pt x="107556" y="92443"/>
                </a:lnTo>
                <a:lnTo>
                  <a:pt x="107937" y="94716"/>
                </a:lnTo>
                <a:lnTo>
                  <a:pt x="107759" y="97002"/>
                </a:lnTo>
                <a:lnTo>
                  <a:pt x="99974" y="104533"/>
                </a:lnTo>
                <a:lnTo>
                  <a:pt x="97688" y="104635"/>
                </a:lnTo>
                <a:close/>
              </a:path>
              <a:path w="107950" h="2512060">
                <a:moveTo>
                  <a:pt x="54004" y="37812"/>
                </a:moveTo>
                <a:lnTo>
                  <a:pt x="45783" y="23698"/>
                </a:lnTo>
                <a:lnTo>
                  <a:pt x="62242" y="23710"/>
                </a:lnTo>
                <a:lnTo>
                  <a:pt x="54004" y="37812"/>
                </a:lnTo>
                <a:close/>
              </a:path>
              <a:path w="107950" h="2512060">
                <a:moveTo>
                  <a:pt x="63515" y="54141"/>
                </a:moveTo>
                <a:lnTo>
                  <a:pt x="54004" y="37812"/>
                </a:lnTo>
                <a:lnTo>
                  <a:pt x="62242" y="23710"/>
                </a:lnTo>
                <a:lnTo>
                  <a:pt x="45783" y="23698"/>
                </a:lnTo>
                <a:lnTo>
                  <a:pt x="63535" y="23698"/>
                </a:lnTo>
                <a:lnTo>
                  <a:pt x="63515" y="54141"/>
                </a:lnTo>
                <a:close/>
              </a:path>
              <a:path w="107950" h="2512060">
                <a:moveTo>
                  <a:pt x="61963" y="2511437"/>
                </a:moveTo>
                <a:lnTo>
                  <a:pt x="42913" y="2511425"/>
                </a:lnTo>
                <a:lnTo>
                  <a:pt x="44465" y="54140"/>
                </a:lnTo>
                <a:lnTo>
                  <a:pt x="54004" y="37812"/>
                </a:lnTo>
                <a:lnTo>
                  <a:pt x="63515" y="54140"/>
                </a:lnTo>
                <a:lnTo>
                  <a:pt x="61963" y="2511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34213" y="423443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53602" y="14909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0894" y="413889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1165" y="358012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25850" y="2342578"/>
            <a:ext cx="2167890" cy="1433830"/>
          </a:xfrm>
          <a:custGeom>
            <a:avLst/>
            <a:gdLst/>
            <a:ahLst/>
            <a:cxnLst/>
            <a:rect l="l" t="t" r="r" b="b"/>
            <a:pathLst>
              <a:path w="2167890" h="1433829">
                <a:moveTo>
                  <a:pt x="2162746" y="1433741"/>
                </a:moveTo>
                <a:lnTo>
                  <a:pt x="1914047" y="1363865"/>
                </a:lnTo>
                <a:lnTo>
                  <a:pt x="1823703" y="1337754"/>
                </a:lnTo>
                <a:lnTo>
                  <a:pt x="1778959" y="1324546"/>
                </a:lnTo>
                <a:lnTo>
                  <a:pt x="1734499" y="1311211"/>
                </a:lnTo>
                <a:lnTo>
                  <a:pt x="1690284" y="1297724"/>
                </a:lnTo>
                <a:lnTo>
                  <a:pt x="1646414" y="1284084"/>
                </a:lnTo>
                <a:lnTo>
                  <a:pt x="1602829" y="1270253"/>
                </a:lnTo>
                <a:lnTo>
                  <a:pt x="1559593" y="1256233"/>
                </a:lnTo>
                <a:lnTo>
                  <a:pt x="1516725" y="1241996"/>
                </a:lnTo>
                <a:lnTo>
                  <a:pt x="1474216" y="1227518"/>
                </a:lnTo>
                <a:lnTo>
                  <a:pt x="1432106" y="1212799"/>
                </a:lnTo>
                <a:lnTo>
                  <a:pt x="1354988" y="1184770"/>
                </a:lnTo>
                <a:lnTo>
                  <a:pt x="1312900" y="1168780"/>
                </a:lnTo>
                <a:lnTo>
                  <a:pt x="1271282" y="1152436"/>
                </a:lnTo>
                <a:lnTo>
                  <a:pt x="1230134" y="1135722"/>
                </a:lnTo>
                <a:lnTo>
                  <a:pt x="1189494" y="1118628"/>
                </a:lnTo>
                <a:lnTo>
                  <a:pt x="1149291" y="1101089"/>
                </a:lnTo>
                <a:lnTo>
                  <a:pt x="1109827" y="1083208"/>
                </a:lnTo>
                <a:lnTo>
                  <a:pt x="1073039" y="1065872"/>
                </a:lnTo>
                <a:lnTo>
                  <a:pt x="1035772" y="1047635"/>
                </a:lnTo>
                <a:lnTo>
                  <a:pt x="994676" y="1026680"/>
                </a:lnTo>
                <a:lnTo>
                  <a:pt x="957567" y="1006855"/>
                </a:lnTo>
                <a:lnTo>
                  <a:pt x="921131" y="986523"/>
                </a:lnTo>
                <a:lnTo>
                  <a:pt x="885393" y="965657"/>
                </a:lnTo>
                <a:lnTo>
                  <a:pt x="850379" y="944232"/>
                </a:lnTo>
                <a:lnTo>
                  <a:pt x="816102" y="922235"/>
                </a:lnTo>
                <a:lnTo>
                  <a:pt x="782599" y="899655"/>
                </a:lnTo>
                <a:lnTo>
                  <a:pt x="749858" y="876503"/>
                </a:lnTo>
                <a:lnTo>
                  <a:pt x="717842" y="852792"/>
                </a:lnTo>
                <a:lnTo>
                  <a:pt x="686549" y="828573"/>
                </a:lnTo>
                <a:lnTo>
                  <a:pt x="655929" y="803821"/>
                </a:lnTo>
                <a:lnTo>
                  <a:pt x="625982" y="778586"/>
                </a:lnTo>
                <a:lnTo>
                  <a:pt x="596671" y="752881"/>
                </a:lnTo>
                <a:lnTo>
                  <a:pt x="566940" y="725754"/>
                </a:lnTo>
                <a:lnTo>
                  <a:pt x="525726" y="686371"/>
                </a:lnTo>
                <a:lnTo>
                  <a:pt x="485317" y="645693"/>
                </a:lnTo>
                <a:lnTo>
                  <a:pt x="458838" y="617893"/>
                </a:lnTo>
                <a:lnTo>
                  <a:pt x="432841" y="589737"/>
                </a:lnTo>
                <a:lnTo>
                  <a:pt x="407314" y="561238"/>
                </a:lnTo>
                <a:lnTo>
                  <a:pt x="382231" y="532422"/>
                </a:lnTo>
                <a:lnTo>
                  <a:pt x="357568" y="503288"/>
                </a:lnTo>
                <a:lnTo>
                  <a:pt x="333298" y="473875"/>
                </a:lnTo>
                <a:lnTo>
                  <a:pt x="309397" y="444182"/>
                </a:lnTo>
                <a:lnTo>
                  <a:pt x="262610" y="384086"/>
                </a:lnTo>
                <a:lnTo>
                  <a:pt x="217017" y="323126"/>
                </a:lnTo>
                <a:lnTo>
                  <a:pt x="172415" y="261454"/>
                </a:lnTo>
                <a:lnTo>
                  <a:pt x="128587" y="199224"/>
                </a:lnTo>
                <a:lnTo>
                  <a:pt x="85394" y="136601"/>
                </a:lnTo>
                <a:lnTo>
                  <a:pt x="42583" y="73698"/>
                </a:lnTo>
                <a:lnTo>
                  <a:pt x="0" y="10667"/>
                </a:lnTo>
                <a:lnTo>
                  <a:pt x="15773" y="0"/>
                </a:lnTo>
                <a:lnTo>
                  <a:pt x="58361" y="63017"/>
                </a:lnTo>
                <a:lnTo>
                  <a:pt x="101127" y="125856"/>
                </a:lnTo>
                <a:lnTo>
                  <a:pt x="144224" y="188328"/>
                </a:lnTo>
                <a:lnTo>
                  <a:pt x="165987" y="219417"/>
                </a:lnTo>
                <a:lnTo>
                  <a:pt x="187898" y="250367"/>
                </a:lnTo>
                <a:lnTo>
                  <a:pt x="210021" y="281177"/>
                </a:lnTo>
                <a:lnTo>
                  <a:pt x="232393" y="311873"/>
                </a:lnTo>
                <a:lnTo>
                  <a:pt x="254971" y="342328"/>
                </a:lnTo>
                <a:lnTo>
                  <a:pt x="277794" y="372567"/>
                </a:lnTo>
                <a:lnTo>
                  <a:pt x="300855" y="402513"/>
                </a:lnTo>
                <a:lnTo>
                  <a:pt x="324285" y="432282"/>
                </a:lnTo>
                <a:lnTo>
                  <a:pt x="348035" y="461797"/>
                </a:lnTo>
                <a:lnTo>
                  <a:pt x="372234" y="491121"/>
                </a:lnTo>
                <a:lnTo>
                  <a:pt x="396647" y="519963"/>
                </a:lnTo>
                <a:lnTo>
                  <a:pt x="421551" y="548576"/>
                </a:lnTo>
                <a:lnTo>
                  <a:pt x="446981" y="576973"/>
                </a:lnTo>
                <a:lnTo>
                  <a:pt x="472689" y="604812"/>
                </a:lnTo>
                <a:lnTo>
                  <a:pt x="498950" y="632383"/>
                </a:lnTo>
                <a:lnTo>
                  <a:pt x="525755" y="659599"/>
                </a:lnTo>
                <a:lnTo>
                  <a:pt x="553113" y="686434"/>
                </a:lnTo>
                <a:lnTo>
                  <a:pt x="580979" y="712800"/>
                </a:lnTo>
                <a:lnTo>
                  <a:pt x="595054" y="725754"/>
                </a:lnTo>
                <a:lnTo>
                  <a:pt x="609339" y="738657"/>
                </a:lnTo>
                <a:lnTo>
                  <a:pt x="623777" y="751446"/>
                </a:lnTo>
                <a:lnTo>
                  <a:pt x="638383" y="764120"/>
                </a:lnTo>
                <a:lnTo>
                  <a:pt x="653111" y="776668"/>
                </a:lnTo>
                <a:lnTo>
                  <a:pt x="668020" y="789101"/>
                </a:lnTo>
                <a:lnTo>
                  <a:pt x="683174" y="801471"/>
                </a:lnTo>
                <a:lnTo>
                  <a:pt x="698331" y="813600"/>
                </a:lnTo>
                <a:lnTo>
                  <a:pt x="713734" y="825652"/>
                </a:lnTo>
                <a:lnTo>
                  <a:pt x="729394" y="837641"/>
                </a:lnTo>
                <a:lnTo>
                  <a:pt x="745144" y="849439"/>
                </a:lnTo>
                <a:lnTo>
                  <a:pt x="760986" y="861034"/>
                </a:lnTo>
                <a:lnTo>
                  <a:pt x="777087" y="872553"/>
                </a:lnTo>
                <a:lnTo>
                  <a:pt x="793474" y="884008"/>
                </a:lnTo>
                <a:lnTo>
                  <a:pt x="809948" y="895248"/>
                </a:lnTo>
                <a:lnTo>
                  <a:pt x="826626" y="906348"/>
                </a:lnTo>
                <a:lnTo>
                  <a:pt x="843494" y="917308"/>
                </a:lnTo>
                <a:lnTo>
                  <a:pt x="860459" y="928065"/>
                </a:lnTo>
                <a:lnTo>
                  <a:pt x="877780" y="938796"/>
                </a:lnTo>
                <a:lnTo>
                  <a:pt x="895126" y="949286"/>
                </a:lnTo>
                <a:lnTo>
                  <a:pt x="912739" y="959688"/>
                </a:lnTo>
                <a:lnTo>
                  <a:pt x="930551" y="969962"/>
                </a:lnTo>
                <a:lnTo>
                  <a:pt x="948520" y="980109"/>
                </a:lnTo>
                <a:lnTo>
                  <a:pt x="966667" y="990117"/>
                </a:lnTo>
                <a:lnTo>
                  <a:pt x="984979" y="1000010"/>
                </a:lnTo>
                <a:lnTo>
                  <a:pt x="1003469" y="1009776"/>
                </a:lnTo>
                <a:lnTo>
                  <a:pt x="1022123" y="1019416"/>
                </a:lnTo>
                <a:lnTo>
                  <a:pt x="1041019" y="1028979"/>
                </a:lnTo>
                <a:lnTo>
                  <a:pt x="1059928" y="1038351"/>
                </a:lnTo>
                <a:lnTo>
                  <a:pt x="1079122" y="1047673"/>
                </a:lnTo>
                <a:lnTo>
                  <a:pt x="1098415" y="1056855"/>
                </a:lnTo>
                <a:lnTo>
                  <a:pt x="1117851" y="1065923"/>
                </a:lnTo>
                <a:lnTo>
                  <a:pt x="1157061" y="1083690"/>
                </a:lnTo>
                <a:lnTo>
                  <a:pt x="1197057" y="1101140"/>
                </a:lnTo>
                <a:lnTo>
                  <a:pt x="1237462" y="1118146"/>
                </a:lnTo>
                <a:lnTo>
                  <a:pt x="1278394" y="1134770"/>
                </a:lnTo>
                <a:lnTo>
                  <a:pt x="1319725" y="1150988"/>
                </a:lnTo>
                <a:lnTo>
                  <a:pt x="1361639" y="1166914"/>
                </a:lnTo>
                <a:lnTo>
                  <a:pt x="1403966" y="1182509"/>
                </a:lnTo>
                <a:lnTo>
                  <a:pt x="1446712" y="1197800"/>
                </a:lnTo>
                <a:lnTo>
                  <a:pt x="1489865" y="1212799"/>
                </a:lnTo>
                <a:lnTo>
                  <a:pt x="1533462" y="1227543"/>
                </a:lnTo>
                <a:lnTo>
                  <a:pt x="1577329" y="1242021"/>
                </a:lnTo>
                <a:lnTo>
                  <a:pt x="1621514" y="1256258"/>
                </a:lnTo>
                <a:lnTo>
                  <a:pt x="1666004" y="1270279"/>
                </a:lnTo>
                <a:lnTo>
                  <a:pt x="1710686" y="1284084"/>
                </a:lnTo>
                <a:lnTo>
                  <a:pt x="1755682" y="1297724"/>
                </a:lnTo>
                <a:lnTo>
                  <a:pt x="1800954" y="1311224"/>
                </a:lnTo>
                <a:lnTo>
                  <a:pt x="1846382" y="1324559"/>
                </a:lnTo>
                <a:lnTo>
                  <a:pt x="1891963" y="1337767"/>
                </a:lnTo>
                <a:lnTo>
                  <a:pt x="1983607" y="1363878"/>
                </a:lnTo>
                <a:lnTo>
                  <a:pt x="2075611" y="1389697"/>
                </a:lnTo>
                <a:lnTo>
                  <a:pt x="2167851" y="1415376"/>
                </a:lnTo>
                <a:lnTo>
                  <a:pt x="2162746" y="14337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21024" y="2281173"/>
            <a:ext cx="2197735" cy="107950"/>
          </a:xfrm>
          <a:custGeom>
            <a:avLst/>
            <a:gdLst/>
            <a:ahLst/>
            <a:cxnLst/>
            <a:rect l="l" t="t" r="r" b="b"/>
            <a:pathLst>
              <a:path w="2197735" h="107950">
                <a:moveTo>
                  <a:pt x="2180779" y="63550"/>
                </a:moveTo>
                <a:lnTo>
                  <a:pt x="2178202" y="63550"/>
                </a:lnTo>
                <a:lnTo>
                  <a:pt x="2178215" y="44500"/>
                </a:lnTo>
                <a:lnTo>
                  <a:pt x="2142993" y="44475"/>
                </a:lnTo>
                <a:lnTo>
                  <a:pt x="2097239" y="17741"/>
                </a:lnTo>
                <a:lnTo>
                  <a:pt x="2092540" y="10236"/>
                </a:lnTo>
                <a:lnTo>
                  <a:pt x="2092642" y="7937"/>
                </a:lnTo>
                <a:lnTo>
                  <a:pt x="2102472" y="0"/>
                </a:lnTo>
                <a:lnTo>
                  <a:pt x="2104732" y="381"/>
                </a:lnTo>
                <a:lnTo>
                  <a:pt x="2106841" y="1295"/>
                </a:lnTo>
                <a:lnTo>
                  <a:pt x="2197112" y="54038"/>
                </a:lnTo>
                <a:lnTo>
                  <a:pt x="2180779" y="63550"/>
                </a:lnTo>
                <a:close/>
              </a:path>
              <a:path w="2197735" h="107950">
                <a:moveTo>
                  <a:pt x="2142968" y="63525"/>
                </a:moveTo>
                <a:lnTo>
                  <a:pt x="0" y="61975"/>
                </a:lnTo>
                <a:lnTo>
                  <a:pt x="25" y="42925"/>
                </a:lnTo>
                <a:lnTo>
                  <a:pt x="2142993" y="44475"/>
                </a:lnTo>
                <a:lnTo>
                  <a:pt x="2159310" y="54009"/>
                </a:lnTo>
                <a:lnTo>
                  <a:pt x="2142968" y="63525"/>
                </a:lnTo>
                <a:close/>
              </a:path>
              <a:path w="2197735" h="107950">
                <a:moveTo>
                  <a:pt x="2159310" y="54009"/>
                </a:moveTo>
                <a:lnTo>
                  <a:pt x="2142993" y="44475"/>
                </a:lnTo>
                <a:lnTo>
                  <a:pt x="2178215" y="44500"/>
                </a:lnTo>
                <a:lnTo>
                  <a:pt x="2178214" y="45796"/>
                </a:lnTo>
                <a:lnTo>
                  <a:pt x="2173414" y="45796"/>
                </a:lnTo>
                <a:lnTo>
                  <a:pt x="2159310" y="54009"/>
                </a:lnTo>
                <a:close/>
              </a:path>
              <a:path w="2197735" h="107950">
                <a:moveTo>
                  <a:pt x="2173401" y="62242"/>
                </a:moveTo>
                <a:lnTo>
                  <a:pt x="2159310" y="54009"/>
                </a:lnTo>
                <a:lnTo>
                  <a:pt x="2173414" y="45796"/>
                </a:lnTo>
                <a:lnTo>
                  <a:pt x="2173401" y="62242"/>
                </a:lnTo>
                <a:close/>
              </a:path>
              <a:path w="2197735" h="107950">
                <a:moveTo>
                  <a:pt x="2178203" y="62242"/>
                </a:moveTo>
                <a:lnTo>
                  <a:pt x="2173401" y="62242"/>
                </a:lnTo>
                <a:lnTo>
                  <a:pt x="2173414" y="45796"/>
                </a:lnTo>
                <a:lnTo>
                  <a:pt x="2178214" y="45796"/>
                </a:lnTo>
                <a:lnTo>
                  <a:pt x="2178203" y="62242"/>
                </a:lnTo>
                <a:close/>
              </a:path>
              <a:path w="2197735" h="107950">
                <a:moveTo>
                  <a:pt x="2178202" y="63550"/>
                </a:moveTo>
                <a:lnTo>
                  <a:pt x="2142968" y="63525"/>
                </a:lnTo>
                <a:lnTo>
                  <a:pt x="2159310" y="54009"/>
                </a:lnTo>
                <a:lnTo>
                  <a:pt x="2173401" y="62242"/>
                </a:lnTo>
                <a:lnTo>
                  <a:pt x="2178203" y="62242"/>
                </a:lnTo>
                <a:lnTo>
                  <a:pt x="2178202" y="63550"/>
                </a:lnTo>
                <a:close/>
              </a:path>
              <a:path w="2197735" h="107950">
                <a:moveTo>
                  <a:pt x="2102396" y="107937"/>
                </a:moveTo>
                <a:lnTo>
                  <a:pt x="2092477" y="97688"/>
                </a:lnTo>
                <a:lnTo>
                  <a:pt x="2092934" y="95440"/>
                </a:lnTo>
                <a:lnTo>
                  <a:pt x="2093912" y="93357"/>
                </a:lnTo>
                <a:lnTo>
                  <a:pt x="2095347" y="91579"/>
                </a:lnTo>
                <a:lnTo>
                  <a:pt x="2097189" y="90182"/>
                </a:lnTo>
                <a:lnTo>
                  <a:pt x="2142968" y="63525"/>
                </a:lnTo>
                <a:lnTo>
                  <a:pt x="2180779" y="63550"/>
                </a:lnTo>
                <a:lnTo>
                  <a:pt x="2106764" y="106654"/>
                </a:lnTo>
                <a:lnTo>
                  <a:pt x="2104656" y="107556"/>
                </a:lnTo>
                <a:lnTo>
                  <a:pt x="2102396" y="107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23001" y="2320912"/>
            <a:ext cx="107950" cy="1473835"/>
          </a:xfrm>
          <a:custGeom>
            <a:avLst/>
            <a:gdLst/>
            <a:ahLst/>
            <a:cxnLst/>
            <a:rect l="l" t="t" r="r" b="b"/>
            <a:pathLst>
              <a:path w="107950" h="1473835">
                <a:moveTo>
                  <a:pt x="53902" y="1435403"/>
                </a:moveTo>
                <a:lnTo>
                  <a:pt x="44402" y="1419081"/>
                </a:lnTo>
                <a:lnTo>
                  <a:pt x="45923" y="0"/>
                </a:lnTo>
                <a:lnTo>
                  <a:pt x="64973" y="25"/>
                </a:lnTo>
                <a:lnTo>
                  <a:pt x="63448" y="1419081"/>
                </a:lnTo>
                <a:lnTo>
                  <a:pt x="53902" y="1435403"/>
                </a:lnTo>
                <a:close/>
              </a:path>
              <a:path w="107950" h="1473835">
                <a:moveTo>
                  <a:pt x="53860" y="1473212"/>
                </a:moveTo>
                <a:lnTo>
                  <a:pt x="1282" y="1382852"/>
                </a:lnTo>
                <a:lnTo>
                  <a:pt x="368" y="1380743"/>
                </a:lnTo>
                <a:lnTo>
                  <a:pt x="0" y="1378470"/>
                </a:lnTo>
                <a:lnTo>
                  <a:pt x="177" y="1376184"/>
                </a:lnTo>
                <a:lnTo>
                  <a:pt x="10248" y="1368564"/>
                </a:lnTo>
                <a:lnTo>
                  <a:pt x="12496" y="1369021"/>
                </a:lnTo>
                <a:lnTo>
                  <a:pt x="44398" y="1419075"/>
                </a:lnTo>
                <a:lnTo>
                  <a:pt x="44361" y="1454302"/>
                </a:lnTo>
                <a:lnTo>
                  <a:pt x="64910" y="1454315"/>
                </a:lnTo>
                <a:lnTo>
                  <a:pt x="53860" y="1473212"/>
                </a:lnTo>
                <a:close/>
              </a:path>
              <a:path w="107950" h="1473835">
                <a:moveTo>
                  <a:pt x="64910" y="1454315"/>
                </a:moveTo>
                <a:lnTo>
                  <a:pt x="63411" y="1454315"/>
                </a:lnTo>
                <a:lnTo>
                  <a:pt x="63452" y="1419075"/>
                </a:lnTo>
                <a:lnTo>
                  <a:pt x="90253" y="1373276"/>
                </a:lnTo>
                <a:lnTo>
                  <a:pt x="97701" y="1368653"/>
                </a:lnTo>
                <a:lnTo>
                  <a:pt x="99987" y="1368767"/>
                </a:lnTo>
                <a:lnTo>
                  <a:pt x="107924" y="1378597"/>
                </a:lnTo>
                <a:lnTo>
                  <a:pt x="107543" y="1380858"/>
                </a:lnTo>
                <a:lnTo>
                  <a:pt x="106629" y="1382966"/>
                </a:lnTo>
                <a:lnTo>
                  <a:pt x="64910" y="1454315"/>
                </a:lnTo>
                <a:close/>
              </a:path>
              <a:path w="107950" h="1473835">
                <a:moveTo>
                  <a:pt x="63411" y="1454315"/>
                </a:moveTo>
                <a:lnTo>
                  <a:pt x="44361" y="1454302"/>
                </a:lnTo>
                <a:lnTo>
                  <a:pt x="44398" y="1419075"/>
                </a:lnTo>
                <a:lnTo>
                  <a:pt x="53902" y="1435403"/>
                </a:lnTo>
                <a:lnTo>
                  <a:pt x="45656" y="1449501"/>
                </a:lnTo>
                <a:lnTo>
                  <a:pt x="63416" y="1449514"/>
                </a:lnTo>
                <a:lnTo>
                  <a:pt x="63411" y="1454315"/>
                </a:lnTo>
                <a:close/>
              </a:path>
              <a:path w="107950" h="1473835">
                <a:moveTo>
                  <a:pt x="63416" y="1449514"/>
                </a:moveTo>
                <a:lnTo>
                  <a:pt x="62108" y="1449501"/>
                </a:lnTo>
                <a:lnTo>
                  <a:pt x="53902" y="1435403"/>
                </a:lnTo>
                <a:lnTo>
                  <a:pt x="63448" y="1419081"/>
                </a:lnTo>
                <a:lnTo>
                  <a:pt x="63416" y="1449514"/>
                </a:lnTo>
                <a:close/>
              </a:path>
              <a:path w="107950" h="1473835">
                <a:moveTo>
                  <a:pt x="62115" y="1449514"/>
                </a:moveTo>
                <a:lnTo>
                  <a:pt x="45656" y="1449501"/>
                </a:lnTo>
                <a:lnTo>
                  <a:pt x="53902" y="1435403"/>
                </a:lnTo>
                <a:lnTo>
                  <a:pt x="62115" y="1449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90239" y="186086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06377" y="190055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83462" y="4178274"/>
            <a:ext cx="4231005" cy="107950"/>
          </a:xfrm>
          <a:custGeom>
            <a:avLst/>
            <a:gdLst/>
            <a:ahLst/>
            <a:cxnLst/>
            <a:rect l="l" t="t" r="r" b="b"/>
            <a:pathLst>
              <a:path w="4231005" h="107950">
                <a:moveTo>
                  <a:pt x="4214366" y="63512"/>
                </a:moveTo>
                <a:lnTo>
                  <a:pt x="4211777" y="63512"/>
                </a:lnTo>
                <a:lnTo>
                  <a:pt x="4211789" y="44462"/>
                </a:lnTo>
                <a:lnTo>
                  <a:pt x="4176545" y="44449"/>
                </a:lnTo>
                <a:lnTo>
                  <a:pt x="4130802" y="17741"/>
                </a:lnTo>
                <a:lnTo>
                  <a:pt x="4126103" y="10236"/>
                </a:lnTo>
                <a:lnTo>
                  <a:pt x="4126204" y="7937"/>
                </a:lnTo>
                <a:lnTo>
                  <a:pt x="4136034" y="0"/>
                </a:lnTo>
                <a:lnTo>
                  <a:pt x="4138295" y="381"/>
                </a:lnTo>
                <a:lnTo>
                  <a:pt x="4140403" y="1282"/>
                </a:lnTo>
                <a:lnTo>
                  <a:pt x="4230687" y="54000"/>
                </a:lnTo>
                <a:lnTo>
                  <a:pt x="4214366" y="63512"/>
                </a:lnTo>
                <a:close/>
              </a:path>
              <a:path w="4231005" h="107950">
                <a:moveTo>
                  <a:pt x="4176547" y="63499"/>
                </a:moveTo>
                <a:lnTo>
                  <a:pt x="0" y="61937"/>
                </a:lnTo>
                <a:lnTo>
                  <a:pt x="0" y="42887"/>
                </a:lnTo>
                <a:lnTo>
                  <a:pt x="4176545" y="44449"/>
                </a:lnTo>
                <a:lnTo>
                  <a:pt x="4192875" y="53983"/>
                </a:lnTo>
                <a:lnTo>
                  <a:pt x="4176547" y="63499"/>
                </a:lnTo>
                <a:close/>
              </a:path>
              <a:path w="4231005" h="107950">
                <a:moveTo>
                  <a:pt x="4192875" y="53983"/>
                </a:moveTo>
                <a:lnTo>
                  <a:pt x="4176545" y="44449"/>
                </a:lnTo>
                <a:lnTo>
                  <a:pt x="4211789" y="44462"/>
                </a:lnTo>
                <a:lnTo>
                  <a:pt x="4211789" y="45758"/>
                </a:lnTo>
                <a:lnTo>
                  <a:pt x="4206989" y="45758"/>
                </a:lnTo>
                <a:lnTo>
                  <a:pt x="4192875" y="53983"/>
                </a:lnTo>
                <a:close/>
              </a:path>
              <a:path w="4231005" h="107950">
                <a:moveTo>
                  <a:pt x="4206976" y="62217"/>
                </a:moveTo>
                <a:lnTo>
                  <a:pt x="4192875" y="53983"/>
                </a:lnTo>
                <a:lnTo>
                  <a:pt x="4206989" y="45758"/>
                </a:lnTo>
                <a:lnTo>
                  <a:pt x="4206976" y="62217"/>
                </a:lnTo>
                <a:close/>
              </a:path>
              <a:path w="4231005" h="107950">
                <a:moveTo>
                  <a:pt x="4211778" y="62217"/>
                </a:moveTo>
                <a:lnTo>
                  <a:pt x="4206976" y="62217"/>
                </a:lnTo>
                <a:lnTo>
                  <a:pt x="4206989" y="45758"/>
                </a:lnTo>
                <a:lnTo>
                  <a:pt x="4211789" y="45758"/>
                </a:lnTo>
                <a:lnTo>
                  <a:pt x="4211778" y="62217"/>
                </a:lnTo>
                <a:close/>
              </a:path>
              <a:path w="4231005" h="107950">
                <a:moveTo>
                  <a:pt x="4211777" y="63512"/>
                </a:moveTo>
                <a:lnTo>
                  <a:pt x="4176547" y="63499"/>
                </a:lnTo>
                <a:lnTo>
                  <a:pt x="4192875" y="53983"/>
                </a:lnTo>
                <a:lnTo>
                  <a:pt x="4206976" y="62217"/>
                </a:lnTo>
                <a:lnTo>
                  <a:pt x="4211778" y="62217"/>
                </a:lnTo>
                <a:lnTo>
                  <a:pt x="4211777" y="63512"/>
                </a:lnTo>
                <a:close/>
              </a:path>
              <a:path w="4231005" h="107950">
                <a:moveTo>
                  <a:pt x="4135983" y="107924"/>
                </a:moveTo>
                <a:lnTo>
                  <a:pt x="4126064" y="97688"/>
                </a:lnTo>
                <a:lnTo>
                  <a:pt x="4126522" y="95440"/>
                </a:lnTo>
                <a:lnTo>
                  <a:pt x="4127500" y="93357"/>
                </a:lnTo>
                <a:lnTo>
                  <a:pt x="4128935" y="91567"/>
                </a:lnTo>
                <a:lnTo>
                  <a:pt x="4130763" y="90182"/>
                </a:lnTo>
                <a:lnTo>
                  <a:pt x="4176547" y="63499"/>
                </a:lnTo>
                <a:lnTo>
                  <a:pt x="4214366" y="63512"/>
                </a:lnTo>
                <a:lnTo>
                  <a:pt x="4140365" y="106641"/>
                </a:lnTo>
                <a:lnTo>
                  <a:pt x="4138256" y="107556"/>
                </a:lnTo>
                <a:lnTo>
                  <a:pt x="4135983" y="107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9436" y="1720850"/>
            <a:ext cx="107950" cy="2511425"/>
          </a:xfrm>
          <a:custGeom>
            <a:avLst/>
            <a:gdLst/>
            <a:ahLst/>
            <a:cxnLst/>
            <a:rect l="l" t="t" r="r" b="b"/>
            <a:pathLst>
              <a:path w="107950" h="2511425">
                <a:moveTo>
                  <a:pt x="10236" y="104571"/>
                </a:moveTo>
                <a:lnTo>
                  <a:pt x="0" y="94640"/>
                </a:lnTo>
                <a:lnTo>
                  <a:pt x="380" y="92379"/>
                </a:lnTo>
                <a:lnTo>
                  <a:pt x="1295" y="90271"/>
                </a:lnTo>
                <a:lnTo>
                  <a:pt x="54025" y="0"/>
                </a:lnTo>
                <a:lnTo>
                  <a:pt x="65032" y="18897"/>
                </a:lnTo>
                <a:lnTo>
                  <a:pt x="44488" y="18897"/>
                </a:lnTo>
                <a:lnTo>
                  <a:pt x="44465" y="54141"/>
                </a:lnTo>
                <a:lnTo>
                  <a:pt x="17713" y="99923"/>
                </a:lnTo>
                <a:lnTo>
                  <a:pt x="16357" y="101714"/>
                </a:lnTo>
                <a:lnTo>
                  <a:pt x="14566" y="103149"/>
                </a:lnTo>
                <a:lnTo>
                  <a:pt x="12484" y="104127"/>
                </a:lnTo>
                <a:lnTo>
                  <a:pt x="10236" y="104571"/>
                </a:lnTo>
                <a:close/>
              </a:path>
              <a:path w="107950" h="2511425">
                <a:moveTo>
                  <a:pt x="44465" y="54140"/>
                </a:moveTo>
                <a:lnTo>
                  <a:pt x="44488" y="18897"/>
                </a:lnTo>
                <a:lnTo>
                  <a:pt x="63538" y="18910"/>
                </a:lnTo>
                <a:lnTo>
                  <a:pt x="63535" y="23698"/>
                </a:lnTo>
                <a:lnTo>
                  <a:pt x="45783" y="23698"/>
                </a:lnTo>
                <a:lnTo>
                  <a:pt x="54004" y="37812"/>
                </a:lnTo>
                <a:lnTo>
                  <a:pt x="44465" y="54140"/>
                </a:lnTo>
                <a:close/>
              </a:path>
              <a:path w="107950" h="2511425">
                <a:moveTo>
                  <a:pt x="97688" y="104622"/>
                </a:moveTo>
                <a:lnTo>
                  <a:pt x="63515" y="54141"/>
                </a:lnTo>
                <a:lnTo>
                  <a:pt x="63538" y="18910"/>
                </a:lnTo>
                <a:lnTo>
                  <a:pt x="44488" y="18897"/>
                </a:lnTo>
                <a:lnTo>
                  <a:pt x="65040" y="18910"/>
                </a:lnTo>
                <a:lnTo>
                  <a:pt x="106641" y="90335"/>
                </a:lnTo>
                <a:lnTo>
                  <a:pt x="107556" y="92443"/>
                </a:lnTo>
                <a:lnTo>
                  <a:pt x="107937" y="94716"/>
                </a:lnTo>
                <a:lnTo>
                  <a:pt x="107759" y="97002"/>
                </a:lnTo>
                <a:lnTo>
                  <a:pt x="99987" y="104520"/>
                </a:lnTo>
                <a:lnTo>
                  <a:pt x="97688" y="104622"/>
                </a:lnTo>
                <a:close/>
              </a:path>
              <a:path w="107950" h="2511425">
                <a:moveTo>
                  <a:pt x="54004" y="37812"/>
                </a:moveTo>
                <a:lnTo>
                  <a:pt x="45783" y="23698"/>
                </a:lnTo>
                <a:lnTo>
                  <a:pt x="62242" y="23710"/>
                </a:lnTo>
                <a:lnTo>
                  <a:pt x="54004" y="37812"/>
                </a:lnTo>
                <a:close/>
              </a:path>
              <a:path w="107950" h="2511425">
                <a:moveTo>
                  <a:pt x="63515" y="54141"/>
                </a:moveTo>
                <a:lnTo>
                  <a:pt x="54004" y="37812"/>
                </a:lnTo>
                <a:lnTo>
                  <a:pt x="62242" y="23710"/>
                </a:lnTo>
                <a:lnTo>
                  <a:pt x="45783" y="23698"/>
                </a:lnTo>
                <a:lnTo>
                  <a:pt x="63535" y="23698"/>
                </a:lnTo>
                <a:lnTo>
                  <a:pt x="63515" y="54141"/>
                </a:lnTo>
                <a:close/>
              </a:path>
              <a:path w="107950" h="2511425">
                <a:moveTo>
                  <a:pt x="61963" y="2511425"/>
                </a:moveTo>
                <a:lnTo>
                  <a:pt x="42913" y="2511412"/>
                </a:lnTo>
                <a:lnTo>
                  <a:pt x="44465" y="54140"/>
                </a:lnTo>
                <a:lnTo>
                  <a:pt x="54004" y="37812"/>
                </a:lnTo>
                <a:lnTo>
                  <a:pt x="63515" y="54140"/>
                </a:lnTo>
                <a:lnTo>
                  <a:pt x="61963" y="25114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528488" y="424872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V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7877" y="150526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75169" y="41531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52740" y="36753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215312" y="2294051"/>
            <a:ext cx="1369060" cy="107950"/>
          </a:xfrm>
          <a:custGeom>
            <a:avLst/>
            <a:gdLst/>
            <a:ahLst/>
            <a:cxnLst/>
            <a:rect l="l" t="t" r="r" b="b"/>
            <a:pathLst>
              <a:path w="1369059" h="107950">
                <a:moveTo>
                  <a:pt x="94615" y="107937"/>
                </a:moveTo>
                <a:lnTo>
                  <a:pt x="92354" y="107556"/>
                </a:lnTo>
                <a:lnTo>
                  <a:pt x="90246" y="106641"/>
                </a:lnTo>
                <a:lnTo>
                  <a:pt x="0" y="53860"/>
                </a:lnTo>
                <a:lnTo>
                  <a:pt x="90360" y="1282"/>
                </a:lnTo>
                <a:lnTo>
                  <a:pt x="92468" y="380"/>
                </a:lnTo>
                <a:lnTo>
                  <a:pt x="94742" y="0"/>
                </a:lnTo>
                <a:lnTo>
                  <a:pt x="97027" y="177"/>
                </a:lnTo>
                <a:lnTo>
                  <a:pt x="104648" y="10261"/>
                </a:lnTo>
                <a:lnTo>
                  <a:pt x="104203" y="12509"/>
                </a:lnTo>
                <a:lnTo>
                  <a:pt x="54215" y="44361"/>
                </a:lnTo>
                <a:lnTo>
                  <a:pt x="18910" y="44361"/>
                </a:lnTo>
                <a:lnTo>
                  <a:pt x="18897" y="63411"/>
                </a:lnTo>
                <a:lnTo>
                  <a:pt x="99860" y="90195"/>
                </a:lnTo>
                <a:lnTo>
                  <a:pt x="104546" y="97713"/>
                </a:lnTo>
                <a:lnTo>
                  <a:pt x="104444" y="99999"/>
                </a:lnTo>
                <a:lnTo>
                  <a:pt x="96900" y="107759"/>
                </a:lnTo>
                <a:lnTo>
                  <a:pt x="94615" y="107937"/>
                </a:lnTo>
                <a:close/>
              </a:path>
              <a:path w="1369059" h="107950">
                <a:moveTo>
                  <a:pt x="54136" y="63451"/>
                </a:moveTo>
                <a:lnTo>
                  <a:pt x="18897" y="63411"/>
                </a:lnTo>
                <a:lnTo>
                  <a:pt x="18910" y="44361"/>
                </a:lnTo>
                <a:lnTo>
                  <a:pt x="54145" y="44401"/>
                </a:lnTo>
                <a:lnTo>
                  <a:pt x="51989" y="45656"/>
                </a:lnTo>
                <a:lnTo>
                  <a:pt x="23710" y="45656"/>
                </a:lnTo>
                <a:lnTo>
                  <a:pt x="23698" y="62115"/>
                </a:lnTo>
                <a:lnTo>
                  <a:pt x="51851" y="62115"/>
                </a:lnTo>
                <a:lnTo>
                  <a:pt x="54136" y="63451"/>
                </a:lnTo>
                <a:close/>
              </a:path>
              <a:path w="1369059" h="107950">
                <a:moveTo>
                  <a:pt x="54145" y="44401"/>
                </a:moveTo>
                <a:lnTo>
                  <a:pt x="18910" y="44361"/>
                </a:lnTo>
                <a:lnTo>
                  <a:pt x="54215" y="44361"/>
                </a:lnTo>
                <a:close/>
              </a:path>
              <a:path w="1369059" h="107950">
                <a:moveTo>
                  <a:pt x="1368412" y="64973"/>
                </a:moveTo>
                <a:lnTo>
                  <a:pt x="54136" y="63451"/>
                </a:lnTo>
                <a:lnTo>
                  <a:pt x="37812" y="53904"/>
                </a:lnTo>
                <a:lnTo>
                  <a:pt x="54145" y="44401"/>
                </a:lnTo>
                <a:lnTo>
                  <a:pt x="1368437" y="45923"/>
                </a:lnTo>
                <a:lnTo>
                  <a:pt x="1368412" y="64973"/>
                </a:lnTo>
                <a:close/>
              </a:path>
              <a:path w="1369059" h="107950">
                <a:moveTo>
                  <a:pt x="23698" y="62115"/>
                </a:moveTo>
                <a:lnTo>
                  <a:pt x="23710" y="45656"/>
                </a:lnTo>
                <a:lnTo>
                  <a:pt x="37812" y="53904"/>
                </a:lnTo>
                <a:lnTo>
                  <a:pt x="23698" y="62115"/>
                </a:lnTo>
                <a:close/>
              </a:path>
              <a:path w="1369059" h="107950">
                <a:moveTo>
                  <a:pt x="37812" y="53904"/>
                </a:moveTo>
                <a:lnTo>
                  <a:pt x="23710" y="45656"/>
                </a:lnTo>
                <a:lnTo>
                  <a:pt x="51989" y="45656"/>
                </a:lnTo>
                <a:lnTo>
                  <a:pt x="37812" y="53904"/>
                </a:lnTo>
                <a:close/>
              </a:path>
              <a:path w="1369059" h="107950">
                <a:moveTo>
                  <a:pt x="51851" y="62115"/>
                </a:moveTo>
                <a:lnTo>
                  <a:pt x="23698" y="62115"/>
                </a:lnTo>
                <a:lnTo>
                  <a:pt x="37812" y="53904"/>
                </a:lnTo>
                <a:lnTo>
                  <a:pt x="51851" y="62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88438" y="2347899"/>
            <a:ext cx="107950" cy="1475105"/>
          </a:xfrm>
          <a:custGeom>
            <a:avLst/>
            <a:gdLst/>
            <a:ahLst/>
            <a:cxnLst/>
            <a:rect l="l" t="t" r="r" b="b"/>
            <a:pathLst>
              <a:path w="107950" h="1475104">
                <a:moveTo>
                  <a:pt x="53902" y="1436990"/>
                </a:moveTo>
                <a:lnTo>
                  <a:pt x="44402" y="1420669"/>
                </a:lnTo>
                <a:lnTo>
                  <a:pt x="45923" y="0"/>
                </a:lnTo>
                <a:lnTo>
                  <a:pt x="64973" y="25"/>
                </a:lnTo>
                <a:lnTo>
                  <a:pt x="63448" y="1420669"/>
                </a:lnTo>
                <a:lnTo>
                  <a:pt x="53902" y="1436990"/>
                </a:lnTo>
                <a:close/>
              </a:path>
              <a:path w="107950" h="1475104">
                <a:moveTo>
                  <a:pt x="53860" y="1474800"/>
                </a:moveTo>
                <a:lnTo>
                  <a:pt x="1282" y="1384439"/>
                </a:lnTo>
                <a:lnTo>
                  <a:pt x="368" y="1382331"/>
                </a:lnTo>
                <a:lnTo>
                  <a:pt x="0" y="1380058"/>
                </a:lnTo>
                <a:lnTo>
                  <a:pt x="177" y="1377772"/>
                </a:lnTo>
                <a:lnTo>
                  <a:pt x="10248" y="1370152"/>
                </a:lnTo>
                <a:lnTo>
                  <a:pt x="12496" y="1370609"/>
                </a:lnTo>
                <a:lnTo>
                  <a:pt x="44398" y="1420662"/>
                </a:lnTo>
                <a:lnTo>
                  <a:pt x="44361" y="1455889"/>
                </a:lnTo>
                <a:lnTo>
                  <a:pt x="64910" y="1455902"/>
                </a:lnTo>
                <a:lnTo>
                  <a:pt x="53860" y="1474800"/>
                </a:lnTo>
                <a:close/>
              </a:path>
              <a:path w="107950" h="1475104">
                <a:moveTo>
                  <a:pt x="64910" y="1455902"/>
                </a:moveTo>
                <a:lnTo>
                  <a:pt x="63411" y="1455902"/>
                </a:lnTo>
                <a:lnTo>
                  <a:pt x="63452" y="1420662"/>
                </a:lnTo>
                <a:lnTo>
                  <a:pt x="90253" y="1374863"/>
                </a:lnTo>
                <a:lnTo>
                  <a:pt x="97701" y="1370241"/>
                </a:lnTo>
                <a:lnTo>
                  <a:pt x="99987" y="1370355"/>
                </a:lnTo>
                <a:lnTo>
                  <a:pt x="107924" y="1380185"/>
                </a:lnTo>
                <a:lnTo>
                  <a:pt x="107543" y="1382445"/>
                </a:lnTo>
                <a:lnTo>
                  <a:pt x="106629" y="1384553"/>
                </a:lnTo>
                <a:lnTo>
                  <a:pt x="64910" y="1455902"/>
                </a:lnTo>
                <a:close/>
              </a:path>
              <a:path w="107950" h="1475104">
                <a:moveTo>
                  <a:pt x="63411" y="1455902"/>
                </a:moveTo>
                <a:lnTo>
                  <a:pt x="44361" y="1455889"/>
                </a:lnTo>
                <a:lnTo>
                  <a:pt x="44398" y="1420662"/>
                </a:lnTo>
                <a:lnTo>
                  <a:pt x="53902" y="1436990"/>
                </a:lnTo>
                <a:lnTo>
                  <a:pt x="45656" y="1451089"/>
                </a:lnTo>
                <a:lnTo>
                  <a:pt x="63416" y="1451102"/>
                </a:lnTo>
                <a:lnTo>
                  <a:pt x="63411" y="1455902"/>
                </a:lnTo>
                <a:close/>
              </a:path>
              <a:path w="107950" h="1475104">
                <a:moveTo>
                  <a:pt x="63416" y="1451102"/>
                </a:moveTo>
                <a:lnTo>
                  <a:pt x="62108" y="1451089"/>
                </a:lnTo>
                <a:lnTo>
                  <a:pt x="53902" y="1436990"/>
                </a:lnTo>
                <a:lnTo>
                  <a:pt x="63448" y="1420669"/>
                </a:lnTo>
                <a:lnTo>
                  <a:pt x="63416" y="1451102"/>
                </a:lnTo>
                <a:close/>
              </a:path>
              <a:path w="107950" h="1475104">
                <a:moveTo>
                  <a:pt x="62115" y="1451102"/>
                </a:moveTo>
                <a:lnTo>
                  <a:pt x="45656" y="1451089"/>
                </a:lnTo>
                <a:lnTo>
                  <a:pt x="53902" y="1436990"/>
                </a:lnTo>
                <a:lnTo>
                  <a:pt x="62115" y="1451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549765" y="187356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44827" y="187356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917254" y="1686623"/>
            <a:ext cx="1663064" cy="1012190"/>
          </a:xfrm>
          <a:custGeom>
            <a:avLst/>
            <a:gdLst/>
            <a:ahLst/>
            <a:cxnLst/>
            <a:rect l="l" t="t" r="r" b="b"/>
            <a:pathLst>
              <a:path w="1663065" h="1012189">
                <a:moveTo>
                  <a:pt x="1657896" y="1011821"/>
                </a:moveTo>
                <a:lnTo>
                  <a:pt x="1446130" y="957186"/>
                </a:lnTo>
                <a:lnTo>
                  <a:pt x="1377541" y="938847"/>
                </a:lnTo>
                <a:lnTo>
                  <a:pt x="1309835" y="920191"/>
                </a:lnTo>
                <a:lnTo>
                  <a:pt x="1243187" y="901153"/>
                </a:lnTo>
                <a:lnTo>
                  <a:pt x="1177552" y="881595"/>
                </a:lnTo>
                <a:lnTo>
                  <a:pt x="1113069" y="861428"/>
                </a:lnTo>
                <a:lnTo>
                  <a:pt x="1049812" y="840549"/>
                </a:lnTo>
                <a:lnTo>
                  <a:pt x="1006767" y="825665"/>
                </a:lnTo>
                <a:lnTo>
                  <a:pt x="943330" y="802436"/>
                </a:lnTo>
                <a:lnTo>
                  <a:pt x="881418" y="778103"/>
                </a:lnTo>
                <a:lnTo>
                  <a:pt x="821207" y="752589"/>
                </a:lnTo>
                <a:lnTo>
                  <a:pt x="762825" y="725766"/>
                </a:lnTo>
                <a:lnTo>
                  <a:pt x="706424" y="697534"/>
                </a:lnTo>
                <a:lnTo>
                  <a:pt x="652145" y="667778"/>
                </a:lnTo>
                <a:lnTo>
                  <a:pt x="600151" y="636409"/>
                </a:lnTo>
                <a:lnTo>
                  <a:pt x="550468" y="603453"/>
                </a:lnTo>
                <a:lnTo>
                  <a:pt x="502970" y="568998"/>
                </a:lnTo>
                <a:lnTo>
                  <a:pt x="457504" y="533158"/>
                </a:lnTo>
                <a:lnTo>
                  <a:pt x="413918" y="496036"/>
                </a:lnTo>
                <a:lnTo>
                  <a:pt x="372084" y="457733"/>
                </a:lnTo>
                <a:lnTo>
                  <a:pt x="331825" y="418376"/>
                </a:lnTo>
                <a:lnTo>
                  <a:pt x="293001" y="378053"/>
                </a:lnTo>
                <a:lnTo>
                  <a:pt x="255473" y="336880"/>
                </a:lnTo>
                <a:lnTo>
                  <a:pt x="219087" y="294957"/>
                </a:lnTo>
                <a:lnTo>
                  <a:pt x="183680" y="252374"/>
                </a:lnTo>
                <a:lnTo>
                  <a:pt x="149123" y="209257"/>
                </a:lnTo>
                <a:lnTo>
                  <a:pt x="98539" y="143802"/>
                </a:lnTo>
                <a:lnTo>
                  <a:pt x="65430" y="99783"/>
                </a:lnTo>
                <a:lnTo>
                  <a:pt x="24268" y="44234"/>
                </a:lnTo>
                <a:lnTo>
                  <a:pt x="0" y="11302"/>
                </a:lnTo>
                <a:lnTo>
                  <a:pt x="15341" y="0"/>
                </a:lnTo>
                <a:lnTo>
                  <a:pt x="47961" y="44259"/>
                </a:lnTo>
                <a:lnTo>
                  <a:pt x="80670" y="88353"/>
                </a:lnTo>
                <a:lnTo>
                  <a:pt x="113683" y="132232"/>
                </a:lnTo>
                <a:lnTo>
                  <a:pt x="147201" y="175882"/>
                </a:lnTo>
                <a:lnTo>
                  <a:pt x="164069" y="197434"/>
                </a:lnTo>
                <a:lnTo>
                  <a:pt x="181153" y="218935"/>
                </a:lnTo>
                <a:lnTo>
                  <a:pt x="198487" y="240372"/>
                </a:lnTo>
                <a:lnTo>
                  <a:pt x="215888" y="261518"/>
                </a:lnTo>
                <a:lnTo>
                  <a:pt x="233643" y="282663"/>
                </a:lnTo>
                <a:lnTo>
                  <a:pt x="251508" y="303479"/>
                </a:lnTo>
                <a:lnTo>
                  <a:pt x="269751" y="324269"/>
                </a:lnTo>
                <a:lnTo>
                  <a:pt x="288133" y="344690"/>
                </a:lnTo>
                <a:lnTo>
                  <a:pt x="306876" y="364997"/>
                </a:lnTo>
                <a:lnTo>
                  <a:pt x="325924" y="385076"/>
                </a:lnTo>
                <a:lnTo>
                  <a:pt x="345302" y="404914"/>
                </a:lnTo>
                <a:lnTo>
                  <a:pt x="365035" y="424510"/>
                </a:lnTo>
                <a:lnTo>
                  <a:pt x="385123" y="443852"/>
                </a:lnTo>
                <a:lnTo>
                  <a:pt x="405714" y="463029"/>
                </a:lnTo>
                <a:lnTo>
                  <a:pt x="426605" y="481812"/>
                </a:lnTo>
                <a:lnTo>
                  <a:pt x="447903" y="500303"/>
                </a:lnTo>
                <a:lnTo>
                  <a:pt x="469521" y="518363"/>
                </a:lnTo>
                <a:lnTo>
                  <a:pt x="491858" y="536333"/>
                </a:lnTo>
                <a:lnTo>
                  <a:pt x="514540" y="553859"/>
                </a:lnTo>
                <a:lnTo>
                  <a:pt x="537576" y="570928"/>
                </a:lnTo>
                <a:lnTo>
                  <a:pt x="561416" y="587857"/>
                </a:lnTo>
                <a:lnTo>
                  <a:pt x="585498" y="604202"/>
                </a:lnTo>
                <a:lnTo>
                  <a:pt x="610281" y="620268"/>
                </a:lnTo>
                <a:lnTo>
                  <a:pt x="635622" y="635939"/>
                </a:lnTo>
                <a:lnTo>
                  <a:pt x="661720" y="651319"/>
                </a:lnTo>
                <a:lnTo>
                  <a:pt x="688092" y="666102"/>
                </a:lnTo>
                <a:lnTo>
                  <a:pt x="715340" y="680694"/>
                </a:lnTo>
                <a:lnTo>
                  <a:pt x="742813" y="694753"/>
                </a:lnTo>
                <a:lnTo>
                  <a:pt x="771131" y="708621"/>
                </a:lnTo>
                <a:lnTo>
                  <a:pt x="799659" y="722007"/>
                </a:lnTo>
                <a:lnTo>
                  <a:pt x="828954" y="735190"/>
                </a:lnTo>
                <a:lnTo>
                  <a:pt x="858478" y="747941"/>
                </a:lnTo>
                <a:lnTo>
                  <a:pt x="888560" y="760437"/>
                </a:lnTo>
                <a:lnTo>
                  <a:pt x="919200" y="772706"/>
                </a:lnTo>
                <a:lnTo>
                  <a:pt x="950039" y="784593"/>
                </a:lnTo>
                <a:lnTo>
                  <a:pt x="981472" y="796302"/>
                </a:lnTo>
                <a:lnTo>
                  <a:pt x="1013110" y="807694"/>
                </a:lnTo>
                <a:lnTo>
                  <a:pt x="1045175" y="818870"/>
                </a:lnTo>
                <a:lnTo>
                  <a:pt x="1077583" y="829818"/>
                </a:lnTo>
                <a:lnTo>
                  <a:pt x="1110389" y="840574"/>
                </a:lnTo>
                <a:lnTo>
                  <a:pt x="1143379" y="851090"/>
                </a:lnTo>
                <a:lnTo>
                  <a:pt x="1176764" y="861453"/>
                </a:lnTo>
                <a:lnTo>
                  <a:pt x="1210357" y="871613"/>
                </a:lnTo>
                <a:lnTo>
                  <a:pt x="1244125" y="881595"/>
                </a:lnTo>
                <a:lnTo>
                  <a:pt x="1278223" y="891451"/>
                </a:lnTo>
                <a:lnTo>
                  <a:pt x="1312449" y="901153"/>
                </a:lnTo>
                <a:lnTo>
                  <a:pt x="1346957" y="910742"/>
                </a:lnTo>
                <a:lnTo>
                  <a:pt x="1381535" y="920191"/>
                </a:lnTo>
                <a:lnTo>
                  <a:pt x="1451270" y="938847"/>
                </a:lnTo>
                <a:lnTo>
                  <a:pt x="1521436" y="957186"/>
                </a:lnTo>
                <a:lnTo>
                  <a:pt x="1662620" y="993368"/>
                </a:lnTo>
                <a:lnTo>
                  <a:pt x="1657896" y="10118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565885" y="3011195"/>
            <a:ext cx="1622425" cy="1160780"/>
          </a:xfrm>
          <a:custGeom>
            <a:avLst/>
            <a:gdLst/>
            <a:ahLst/>
            <a:cxnLst/>
            <a:rect l="l" t="t" r="r" b="b"/>
            <a:pathLst>
              <a:path w="1622425" h="1160779">
                <a:moveTo>
                  <a:pt x="1616646" y="1160348"/>
                </a:moveTo>
                <a:lnTo>
                  <a:pt x="1487607" y="1121359"/>
                </a:lnTo>
                <a:lnTo>
                  <a:pt x="1419817" y="1100505"/>
                </a:lnTo>
                <a:lnTo>
                  <a:pt x="1352733" y="1079423"/>
                </a:lnTo>
                <a:lnTo>
                  <a:pt x="1286380" y="1057986"/>
                </a:lnTo>
                <a:lnTo>
                  <a:pt x="1221031" y="1036091"/>
                </a:lnTo>
                <a:lnTo>
                  <a:pt x="1156655" y="1013612"/>
                </a:lnTo>
                <a:lnTo>
                  <a:pt x="1093382" y="990434"/>
                </a:lnTo>
                <a:lnTo>
                  <a:pt x="1044879" y="971854"/>
                </a:lnTo>
                <a:lnTo>
                  <a:pt x="981646" y="946277"/>
                </a:lnTo>
                <a:lnTo>
                  <a:pt x="919772" y="919556"/>
                </a:lnTo>
                <a:lnTo>
                  <a:pt x="859383" y="891578"/>
                </a:lnTo>
                <a:lnTo>
                  <a:pt x="800646" y="862228"/>
                </a:lnTo>
                <a:lnTo>
                  <a:pt x="743699" y="831367"/>
                </a:lnTo>
                <a:lnTo>
                  <a:pt x="688682" y="798893"/>
                </a:lnTo>
                <a:lnTo>
                  <a:pt x="648766" y="773404"/>
                </a:lnTo>
                <a:lnTo>
                  <a:pt x="610095" y="746887"/>
                </a:lnTo>
                <a:lnTo>
                  <a:pt x="572719" y="719302"/>
                </a:lnTo>
                <a:lnTo>
                  <a:pt x="536562" y="690689"/>
                </a:lnTo>
                <a:lnTo>
                  <a:pt x="490270" y="651090"/>
                </a:lnTo>
                <a:lnTo>
                  <a:pt x="445947" y="609892"/>
                </a:lnTo>
                <a:lnTo>
                  <a:pt x="403466" y="567232"/>
                </a:lnTo>
                <a:lnTo>
                  <a:pt x="362673" y="523214"/>
                </a:lnTo>
                <a:lnTo>
                  <a:pt x="323430" y="477977"/>
                </a:lnTo>
                <a:lnTo>
                  <a:pt x="285597" y="431647"/>
                </a:lnTo>
                <a:lnTo>
                  <a:pt x="249021" y="384314"/>
                </a:lnTo>
                <a:lnTo>
                  <a:pt x="213563" y="336130"/>
                </a:lnTo>
                <a:lnTo>
                  <a:pt x="179057" y="287210"/>
                </a:lnTo>
                <a:lnTo>
                  <a:pt x="145376" y="237655"/>
                </a:lnTo>
                <a:lnTo>
                  <a:pt x="96062" y="162407"/>
                </a:lnTo>
                <a:lnTo>
                  <a:pt x="63779" y="111810"/>
                </a:lnTo>
                <a:lnTo>
                  <a:pt x="31813" y="61010"/>
                </a:lnTo>
                <a:lnTo>
                  <a:pt x="0" y="10096"/>
                </a:lnTo>
                <a:lnTo>
                  <a:pt x="16154" y="0"/>
                </a:lnTo>
                <a:lnTo>
                  <a:pt x="47958" y="50901"/>
                </a:lnTo>
                <a:lnTo>
                  <a:pt x="79871" y="101600"/>
                </a:lnTo>
                <a:lnTo>
                  <a:pt x="112054" y="152057"/>
                </a:lnTo>
                <a:lnTo>
                  <a:pt x="144687" y="202171"/>
                </a:lnTo>
                <a:lnTo>
                  <a:pt x="161192" y="227037"/>
                </a:lnTo>
                <a:lnTo>
                  <a:pt x="177907" y="251828"/>
                </a:lnTo>
                <a:lnTo>
                  <a:pt x="194710" y="276339"/>
                </a:lnTo>
                <a:lnTo>
                  <a:pt x="211753" y="300748"/>
                </a:lnTo>
                <a:lnTo>
                  <a:pt x="229049" y="325043"/>
                </a:lnTo>
                <a:lnTo>
                  <a:pt x="264278" y="372897"/>
                </a:lnTo>
                <a:lnTo>
                  <a:pt x="300563" y="419849"/>
                </a:lnTo>
                <a:lnTo>
                  <a:pt x="338069" y="465772"/>
                </a:lnTo>
                <a:lnTo>
                  <a:pt x="357216" y="488200"/>
                </a:lnTo>
                <a:lnTo>
                  <a:pt x="376924" y="510565"/>
                </a:lnTo>
                <a:lnTo>
                  <a:pt x="396887" y="532498"/>
                </a:lnTo>
                <a:lnTo>
                  <a:pt x="417258" y="554101"/>
                </a:lnTo>
                <a:lnTo>
                  <a:pt x="437924" y="575233"/>
                </a:lnTo>
                <a:lnTo>
                  <a:pt x="459128" y="596138"/>
                </a:lnTo>
                <a:lnTo>
                  <a:pt x="480776" y="616673"/>
                </a:lnTo>
                <a:lnTo>
                  <a:pt x="502894" y="636816"/>
                </a:lnTo>
                <a:lnTo>
                  <a:pt x="525482" y="656564"/>
                </a:lnTo>
                <a:lnTo>
                  <a:pt x="548728" y="676033"/>
                </a:lnTo>
                <a:lnTo>
                  <a:pt x="560442" y="685507"/>
                </a:lnTo>
                <a:lnTo>
                  <a:pt x="572318" y="694905"/>
                </a:lnTo>
                <a:lnTo>
                  <a:pt x="584244" y="704138"/>
                </a:lnTo>
                <a:lnTo>
                  <a:pt x="596468" y="713384"/>
                </a:lnTo>
                <a:lnTo>
                  <a:pt x="608675" y="722376"/>
                </a:lnTo>
                <a:lnTo>
                  <a:pt x="621094" y="731329"/>
                </a:lnTo>
                <a:lnTo>
                  <a:pt x="633758" y="740219"/>
                </a:lnTo>
                <a:lnTo>
                  <a:pt x="646474" y="748944"/>
                </a:lnTo>
                <a:lnTo>
                  <a:pt x="659257" y="757491"/>
                </a:lnTo>
                <a:lnTo>
                  <a:pt x="672208" y="765962"/>
                </a:lnTo>
                <a:lnTo>
                  <a:pt x="698605" y="782637"/>
                </a:lnTo>
                <a:lnTo>
                  <a:pt x="725555" y="798893"/>
                </a:lnTo>
                <a:lnTo>
                  <a:pt x="753148" y="814832"/>
                </a:lnTo>
                <a:lnTo>
                  <a:pt x="781088" y="830287"/>
                </a:lnTo>
                <a:lnTo>
                  <a:pt x="809510" y="845362"/>
                </a:lnTo>
                <a:lnTo>
                  <a:pt x="838265" y="860005"/>
                </a:lnTo>
                <a:lnTo>
                  <a:pt x="867702" y="874445"/>
                </a:lnTo>
                <a:lnTo>
                  <a:pt x="897337" y="888415"/>
                </a:lnTo>
                <a:lnTo>
                  <a:pt x="927483" y="902131"/>
                </a:lnTo>
                <a:lnTo>
                  <a:pt x="958052" y="915555"/>
                </a:lnTo>
                <a:lnTo>
                  <a:pt x="988948" y="928674"/>
                </a:lnTo>
                <a:lnTo>
                  <a:pt x="1020212" y="941514"/>
                </a:lnTo>
                <a:lnTo>
                  <a:pt x="1051899" y="954138"/>
                </a:lnTo>
                <a:lnTo>
                  <a:pt x="1083726" y="966444"/>
                </a:lnTo>
                <a:lnTo>
                  <a:pt x="1115919" y="978547"/>
                </a:lnTo>
                <a:lnTo>
                  <a:pt x="1148404" y="990434"/>
                </a:lnTo>
                <a:lnTo>
                  <a:pt x="1181143" y="1002118"/>
                </a:lnTo>
                <a:lnTo>
                  <a:pt x="1214194" y="1013637"/>
                </a:lnTo>
                <a:lnTo>
                  <a:pt x="1247406" y="1024953"/>
                </a:lnTo>
                <a:lnTo>
                  <a:pt x="1280756" y="1036091"/>
                </a:lnTo>
                <a:lnTo>
                  <a:pt x="1314387" y="1047115"/>
                </a:lnTo>
                <a:lnTo>
                  <a:pt x="1348116" y="1057986"/>
                </a:lnTo>
                <a:lnTo>
                  <a:pt x="1416085" y="1079423"/>
                </a:lnTo>
                <a:lnTo>
                  <a:pt x="1484532" y="1100518"/>
                </a:lnTo>
                <a:lnTo>
                  <a:pt x="1553277" y="1121371"/>
                </a:lnTo>
                <a:lnTo>
                  <a:pt x="1622132" y="1142111"/>
                </a:lnTo>
                <a:lnTo>
                  <a:pt x="1616646" y="1160348"/>
                </a:lnTo>
                <a:close/>
              </a:path>
              <a:path w="1622425" h="1160779">
                <a:moveTo>
                  <a:pt x="396905" y="532498"/>
                </a:moveTo>
                <a:close/>
              </a:path>
              <a:path w="1622425" h="1160779">
                <a:moveTo>
                  <a:pt x="596495" y="713384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695065" y="4860289"/>
            <a:ext cx="2622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591040" y="4846002"/>
            <a:ext cx="2622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06415" y="5500052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图像</a:t>
            </a:r>
            <a:r>
              <a:rPr dirty="0" sz="2800" spc="-5"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39997" y="4691062"/>
            <a:ext cx="6652259" cy="2167255"/>
          </a:xfrm>
          <a:custGeom>
            <a:avLst/>
            <a:gdLst/>
            <a:ahLst/>
            <a:cxnLst/>
            <a:rect l="l" t="t" r="r" b="b"/>
            <a:pathLst>
              <a:path w="6652259" h="2167254">
                <a:moveTo>
                  <a:pt x="6652002" y="2166937"/>
                </a:moveTo>
                <a:lnTo>
                  <a:pt x="0" y="2166937"/>
                </a:lnTo>
                <a:lnTo>
                  <a:pt x="3085" y="2153033"/>
                </a:lnTo>
                <a:lnTo>
                  <a:pt x="16095" y="2104205"/>
                </a:lnTo>
                <a:lnTo>
                  <a:pt x="31917" y="2055671"/>
                </a:lnTo>
                <a:lnTo>
                  <a:pt x="50521" y="2007442"/>
                </a:lnTo>
                <a:lnTo>
                  <a:pt x="71879" y="1959528"/>
                </a:lnTo>
                <a:lnTo>
                  <a:pt x="95960" y="1911940"/>
                </a:lnTo>
                <a:lnTo>
                  <a:pt x="122737" y="1864687"/>
                </a:lnTo>
                <a:lnTo>
                  <a:pt x="152179" y="1817780"/>
                </a:lnTo>
                <a:lnTo>
                  <a:pt x="184258" y="1771229"/>
                </a:lnTo>
                <a:lnTo>
                  <a:pt x="218945" y="1725044"/>
                </a:lnTo>
                <a:lnTo>
                  <a:pt x="256211" y="1679236"/>
                </a:lnTo>
                <a:lnTo>
                  <a:pt x="296026" y="1633815"/>
                </a:lnTo>
                <a:lnTo>
                  <a:pt x="338361" y="1588790"/>
                </a:lnTo>
                <a:lnTo>
                  <a:pt x="383188" y="1544173"/>
                </a:lnTo>
                <a:lnTo>
                  <a:pt x="430477" y="1499974"/>
                </a:lnTo>
                <a:lnTo>
                  <a:pt x="480198" y="1456203"/>
                </a:lnTo>
                <a:lnTo>
                  <a:pt x="532324" y="1412869"/>
                </a:lnTo>
                <a:lnTo>
                  <a:pt x="586825" y="1369984"/>
                </a:lnTo>
                <a:lnTo>
                  <a:pt x="643671" y="1327558"/>
                </a:lnTo>
                <a:lnTo>
                  <a:pt x="702834" y="1285600"/>
                </a:lnTo>
                <a:lnTo>
                  <a:pt x="764285" y="1244122"/>
                </a:lnTo>
                <a:lnTo>
                  <a:pt x="827994" y="1203133"/>
                </a:lnTo>
                <a:lnTo>
                  <a:pt x="860686" y="1182825"/>
                </a:lnTo>
                <a:lnTo>
                  <a:pt x="893932" y="1162644"/>
                </a:lnTo>
                <a:lnTo>
                  <a:pt x="927728" y="1142589"/>
                </a:lnTo>
                <a:lnTo>
                  <a:pt x="962071" y="1122664"/>
                </a:lnTo>
                <a:lnTo>
                  <a:pt x="996956" y="1102869"/>
                </a:lnTo>
                <a:lnTo>
                  <a:pt x="1032380" y="1083205"/>
                </a:lnTo>
                <a:lnTo>
                  <a:pt x="1068340" y="1063673"/>
                </a:lnTo>
                <a:lnTo>
                  <a:pt x="1104832" y="1044276"/>
                </a:lnTo>
                <a:lnTo>
                  <a:pt x="1141852" y="1025013"/>
                </a:lnTo>
                <a:lnTo>
                  <a:pt x="1179397" y="1005887"/>
                </a:lnTo>
                <a:lnTo>
                  <a:pt x="1217462" y="986899"/>
                </a:lnTo>
                <a:lnTo>
                  <a:pt x="1256045" y="968050"/>
                </a:lnTo>
                <a:lnTo>
                  <a:pt x="1334748" y="930773"/>
                </a:lnTo>
                <a:lnTo>
                  <a:pt x="1415477" y="894068"/>
                </a:lnTo>
                <a:lnTo>
                  <a:pt x="1498202" y="857945"/>
                </a:lnTo>
                <a:lnTo>
                  <a:pt x="1582894" y="822413"/>
                </a:lnTo>
                <a:lnTo>
                  <a:pt x="1669525" y="787484"/>
                </a:lnTo>
                <a:lnTo>
                  <a:pt x="1758065" y="753167"/>
                </a:lnTo>
                <a:lnTo>
                  <a:pt x="1848485" y="719473"/>
                </a:lnTo>
                <a:lnTo>
                  <a:pt x="1940756" y="686411"/>
                </a:lnTo>
                <a:lnTo>
                  <a:pt x="2034849" y="653993"/>
                </a:lnTo>
                <a:lnTo>
                  <a:pt x="2179340" y="606594"/>
                </a:lnTo>
                <a:lnTo>
                  <a:pt x="2327767" y="560699"/>
                </a:lnTo>
                <a:lnTo>
                  <a:pt x="2480031" y="516345"/>
                </a:lnTo>
                <a:lnTo>
                  <a:pt x="2636034" y="473564"/>
                </a:lnTo>
                <a:lnTo>
                  <a:pt x="2795678" y="432391"/>
                </a:lnTo>
                <a:lnTo>
                  <a:pt x="2958864" y="392862"/>
                </a:lnTo>
                <a:lnTo>
                  <a:pt x="3181787" y="342772"/>
                </a:lnTo>
                <a:lnTo>
                  <a:pt x="3410600" y="295747"/>
                </a:lnTo>
                <a:lnTo>
                  <a:pt x="3645071" y="251869"/>
                </a:lnTo>
                <a:lnTo>
                  <a:pt x="3884966" y="211220"/>
                </a:lnTo>
                <a:lnTo>
                  <a:pt x="4130053" y="173881"/>
                </a:lnTo>
                <a:lnTo>
                  <a:pt x="4380098" y="139935"/>
                </a:lnTo>
                <a:lnTo>
                  <a:pt x="4634870" y="109464"/>
                </a:lnTo>
                <a:lnTo>
                  <a:pt x="4959627" y="76387"/>
                </a:lnTo>
                <a:lnTo>
                  <a:pt x="5290949" y="49027"/>
                </a:lnTo>
                <a:lnTo>
                  <a:pt x="5628383" y="27546"/>
                </a:lnTo>
                <a:lnTo>
                  <a:pt x="5971473" y="12103"/>
                </a:lnTo>
                <a:lnTo>
                  <a:pt x="6652002" y="0"/>
                </a:lnTo>
                <a:lnTo>
                  <a:pt x="6652002" y="216693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201737"/>
            <a:ext cx="6572884" cy="5656580"/>
          </a:xfrm>
          <a:custGeom>
            <a:avLst/>
            <a:gdLst/>
            <a:ahLst/>
            <a:cxnLst/>
            <a:rect l="l" t="t" r="r" b="b"/>
            <a:pathLst>
              <a:path w="6572884" h="5656580">
                <a:moveTo>
                  <a:pt x="6572781" y="5656262"/>
                </a:moveTo>
                <a:lnTo>
                  <a:pt x="0" y="5656262"/>
                </a:lnTo>
                <a:lnTo>
                  <a:pt x="0" y="0"/>
                </a:lnTo>
                <a:lnTo>
                  <a:pt x="670648" y="29971"/>
                </a:lnTo>
                <a:lnTo>
                  <a:pt x="772466" y="39831"/>
                </a:lnTo>
                <a:lnTo>
                  <a:pt x="873812" y="51056"/>
                </a:lnTo>
                <a:lnTo>
                  <a:pt x="974675" y="63637"/>
                </a:lnTo>
                <a:lnTo>
                  <a:pt x="1075041" y="77562"/>
                </a:lnTo>
                <a:lnTo>
                  <a:pt x="1174899" y="92821"/>
                </a:lnTo>
                <a:lnTo>
                  <a:pt x="1274238" y="109404"/>
                </a:lnTo>
                <a:lnTo>
                  <a:pt x="1373044" y="127299"/>
                </a:lnTo>
                <a:lnTo>
                  <a:pt x="1471306" y="146496"/>
                </a:lnTo>
                <a:lnTo>
                  <a:pt x="1569013" y="166984"/>
                </a:lnTo>
                <a:lnTo>
                  <a:pt x="1666151" y="188753"/>
                </a:lnTo>
                <a:lnTo>
                  <a:pt x="1762709" y="211792"/>
                </a:lnTo>
                <a:lnTo>
                  <a:pt x="1858675" y="236091"/>
                </a:lnTo>
                <a:lnTo>
                  <a:pt x="1954036" y="261638"/>
                </a:lnTo>
                <a:lnTo>
                  <a:pt x="2048781" y="288423"/>
                </a:lnTo>
                <a:lnTo>
                  <a:pt x="2142898" y="316435"/>
                </a:lnTo>
                <a:lnTo>
                  <a:pt x="2236375" y="345665"/>
                </a:lnTo>
                <a:lnTo>
                  <a:pt x="2329199" y="376100"/>
                </a:lnTo>
                <a:lnTo>
                  <a:pt x="2421359" y="407731"/>
                </a:lnTo>
                <a:lnTo>
                  <a:pt x="2512842" y="440547"/>
                </a:lnTo>
                <a:lnTo>
                  <a:pt x="2603637" y="474536"/>
                </a:lnTo>
                <a:lnTo>
                  <a:pt x="2693731" y="509689"/>
                </a:lnTo>
                <a:lnTo>
                  <a:pt x="2783113" y="545995"/>
                </a:lnTo>
                <a:lnTo>
                  <a:pt x="2871770" y="583444"/>
                </a:lnTo>
                <a:lnTo>
                  <a:pt x="2959690" y="622023"/>
                </a:lnTo>
                <a:lnTo>
                  <a:pt x="3046862" y="661724"/>
                </a:lnTo>
                <a:lnTo>
                  <a:pt x="3133273" y="702534"/>
                </a:lnTo>
                <a:lnTo>
                  <a:pt x="3218911" y="744445"/>
                </a:lnTo>
                <a:lnTo>
                  <a:pt x="3303764" y="787444"/>
                </a:lnTo>
                <a:lnTo>
                  <a:pt x="3387820" y="831521"/>
                </a:lnTo>
                <a:lnTo>
                  <a:pt x="3471068" y="876666"/>
                </a:lnTo>
                <a:lnTo>
                  <a:pt x="3553494" y="922868"/>
                </a:lnTo>
                <a:lnTo>
                  <a:pt x="3635088" y="970116"/>
                </a:lnTo>
                <a:lnTo>
                  <a:pt x="3715836" y="1018399"/>
                </a:lnTo>
                <a:lnTo>
                  <a:pt x="3795728" y="1067708"/>
                </a:lnTo>
                <a:lnTo>
                  <a:pt x="3874750" y="1118031"/>
                </a:lnTo>
                <a:lnTo>
                  <a:pt x="3913932" y="1143569"/>
                </a:lnTo>
                <a:lnTo>
                  <a:pt x="3952892" y="1169357"/>
                </a:lnTo>
                <a:lnTo>
                  <a:pt x="3991628" y="1195394"/>
                </a:lnTo>
                <a:lnTo>
                  <a:pt x="4030140" y="1221677"/>
                </a:lnTo>
                <a:lnTo>
                  <a:pt x="4068425" y="1248206"/>
                </a:lnTo>
                <a:lnTo>
                  <a:pt x="4106483" y="1274979"/>
                </a:lnTo>
                <a:lnTo>
                  <a:pt x="4144311" y="1301995"/>
                </a:lnTo>
                <a:lnTo>
                  <a:pt x="4181908" y="1329252"/>
                </a:lnTo>
                <a:lnTo>
                  <a:pt x="4219274" y="1356750"/>
                </a:lnTo>
                <a:lnTo>
                  <a:pt x="4256405" y="1384487"/>
                </a:lnTo>
                <a:lnTo>
                  <a:pt x="4293301" y="1412461"/>
                </a:lnTo>
                <a:lnTo>
                  <a:pt x="4329960" y="1440672"/>
                </a:lnTo>
                <a:lnTo>
                  <a:pt x="4366381" y="1469117"/>
                </a:lnTo>
                <a:lnTo>
                  <a:pt x="4402562" y="1497796"/>
                </a:lnTo>
                <a:lnTo>
                  <a:pt x="4438501" y="1526708"/>
                </a:lnTo>
                <a:lnTo>
                  <a:pt x="4474198" y="1555850"/>
                </a:lnTo>
                <a:lnTo>
                  <a:pt x="4509650" y="1585222"/>
                </a:lnTo>
                <a:lnTo>
                  <a:pt x="4544857" y="1614822"/>
                </a:lnTo>
                <a:lnTo>
                  <a:pt x="4579816" y="1644649"/>
                </a:lnTo>
                <a:lnTo>
                  <a:pt x="4614526" y="1674702"/>
                </a:lnTo>
                <a:lnTo>
                  <a:pt x="4648986" y="1704979"/>
                </a:lnTo>
                <a:lnTo>
                  <a:pt x="4683194" y="1735479"/>
                </a:lnTo>
                <a:lnTo>
                  <a:pt x="4717148" y="1766200"/>
                </a:lnTo>
                <a:lnTo>
                  <a:pt x="4750848" y="1797142"/>
                </a:lnTo>
                <a:lnTo>
                  <a:pt x="4784291" y="1828303"/>
                </a:lnTo>
                <a:lnTo>
                  <a:pt x="4817477" y="1859681"/>
                </a:lnTo>
                <a:lnTo>
                  <a:pt x="4850403" y="1891276"/>
                </a:lnTo>
                <a:lnTo>
                  <a:pt x="4883068" y="1923085"/>
                </a:lnTo>
                <a:lnTo>
                  <a:pt x="4915471" y="1955109"/>
                </a:lnTo>
                <a:lnTo>
                  <a:pt x="4947609" y="1987344"/>
                </a:lnTo>
                <a:lnTo>
                  <a:pt x="4979483" y="2019790"/>
                </a:lnTo>
                <a:lnTo>
                  <a:pt x="5011089" y="2052447"/>
                </a:lnTo>
                <a:lnTo>
                  <a:pt x="5042427" y="2085311"/>
                </a:lnTo>
                <a:lnTo>
                  <a:pt x="5073495" y="2118382"/>
                </a:lnTo>
                <a:lnTo>
                  <a:pt x="5104291" y="2151659"/>
                </a:lnTo>
                <a:lnTo>
                  <a:pt x="5134815" y="2185140"/>
                </a:lnTo>
                <a:lnTo>
                  <a:pt x="5165064" y="2218825"/>
                </a:lnTo>
                <a:lnTo>
                  <a:pt x="5195037" y="2252710"/>
                </a:lnTo>
                <a:lnTo>
                  <a:pt x="5224733" y="2286796"/>
                </a:lnTo>
                <a:lnTo>
                  <a:pt x="5254150" y="2321082"/>
                </a:lnTo>
                <a:lnTo>
                  <a:pt x="5283286" y="2355564"/>
                </a:lnTo>
                <a:lnTo>
                  <a:pt x="5312140" y="2390243"/>
                </a:lnTo>
                <a:lnTo>
                  <a:pt x="5340711" y="2425117"/>
                </a:lnTo>
                <a:lnTo>
                  <a:pt x="5368997" y="2460185"/>
                </a:lnTo>
                <a:lnTo>
                  <a:pt x="5396996" y="2495445"/>
                </a:lnTo>
                <a:lnTo>
                  <a:pt x="5424707" y="2530896"/>
                </a:lnTo>
                <a:lnTo>
                  <a:pt x="5452129" y="2566536"/>
                </a:lnTo>
                <a:lnTo>
                  <a:pt x="5479260" y="2602365"/>
                </a:lnTo>
                <a:lnTo>
                  <a:pt x="5506098" y="2638381"/>
                </a:lnTo>
                <a:lnTo>
                  <a:pt x="5532643" y="2674583"/>
                </a:lnTo>
                <a:lnTo>
                  <a:pt x="5558891" y="2710968"/>
                </a:lnTo>
                <a:lnTo>
                  <a:pt x="5584843" y="2747537"/>
                </a:lnTo>
                <a:lnTo>
                  <a:pt x="5610496" y="2784288"/>
                </a:lnTo>
                <a:lnTo>
                  <a:pt x="5635849" y="2821218"/>
                </a:lnTo>
                <a:lnTo>
                  <a:pt x="5660901" y="2858328"/>
                </a:lnTo>
                <a:lnTo>
                  <a:pt x="5685649" y="2895615"/>
                </a:lnTo>
                <a:lnTo>
                  <a:pt x="5710093" y="2933079"/>
                </a:lnTo>
                <a:lnTo>
                  <a:pt x="5734231" y="2970718"/>
                </a:lnTo>
                <a:lnTo>
                  <a:pt x="5758062" y="3008530"/>
                </a:lnTo>
                <a:lnTo>
                  <a:pt x="5781583" y="3046515"/>
                </a:lnTo>
                <a:lnTo>
                  <a:pt x="5804793" y="3084671"/>
                </a:lnTo>
                <a:lnTo>
                  <a:pt x="5827692" y="3122996"/>
                </a:lnTo>
                <a:lnTo>
                  <a:pt x="5850277" y="3161490"/>
                </a:lnTo>
                <a:lnTo>
                  <a:pt x="5872547" y="3200151"/>
                </a:lnTo>
                <a:lnTo>
                  <a:pt x="5894500" y="3238977"/>
                </a:lnTo>
                <a:lnTo>
                  <a:pt x="5916136" y="3277968"/>
                </a:lnTo>
                <a:lnTo>
                  <a:pt x="5937451" y="3317121"/>
                </a:lnTo>
                <a:lnTo>
                  <a:pt x="5958446" y="3356437"/>
                </a:lnTo>
                <a:lnTo>
                  <a:pt x="5979118" y="3395912"/>
                </a:lnTo>
                <a:lnTo>
                  <a:pt x="5999466" y="3435547"/>
                </a:lnTo>
                <a:lnTo>
                  <a:pt x="6019488" y="3475340"/>
                </a:lnTo>
                <a:lnTo>
                  <a:pt x="6039183" y="3515288"/>
                </a:lnTo>
                <a:lnTo>
                  <a:pt x="6058549" y="3555392"/>
                </a:lnTo>
                <a:lnTo>
                  <a:pt x="6077586" y="3595650"/>
                </a:lnTo>
                <a:lnTo>
                  <a:pt x="6096290" y="3636059"/>
                </a:lnTo>
                <a:lnTo>
                  <a:pt x="6114662" y="3676620"/>
                </a:lnTo>
                <a:lnTo>
                  <a:pt x="6132699" y="3717331"/>
                </a:lnTo>
                <a:lnTo>
                  <a:pt x="6150400" y="3758190"/>
                </a:lnTo>
                <a:lnTo>
                  <a:pt x="6167763" y="3799196"/>
                </a:lnTo>
                <a:lnTo>
                  <a:pt x="6184786" y="3840347"/>
                </a:lnTo>
                <a:lnTo>
                  <a:pt x="6201470" y="3881643"/>
                </a:lnTo>
                <a:lnTo>
                  <a:pt x="6217811" y="3923082"/>
                </a:lnTo>
                <a:lnTo>
                  <a:pt x="6233808" y="3964663"/>
                </a:lnTo>
                <a:lnTo>
                  <a:pt x="6249460" y="4006384"/>
                </a:lnTo>
                <a:lnTo>
                  <a:pt x="6264766" y="4048244"/>
                </a:lnTo>
                <a:lnTo>
                  <a:pt x="6279723" y="4090242"/>
                </a:lnTo>
                <a:lnTo>
                  <a:pt x="6294331" y="4132376"/>
                </a:lnTo>
                <a:lnTo>
                  <a:pt x="6308587" y="4174645"/>
                </a:lnTo>
                <a:lnTo>
                  <a:pt x="6322491" y="4217048"/>
                </a:lnTo>
                <a:lnTo>
                  <a:pt x="6336040" y="4259583"/>
                </a:lnTo>
                <a:lnTo>
                  <a:pt x="6349234" y="4302249"/>
                </a:lnTo>
                <a:lnTo>
                  <a:pt x="6362071" y="4345045"/>
                </a:lnTo>
                <a:lnTo>
                  <a:pt x="6374548" y="4387970"/>
                </a:lnTo>
                <a:lnTo>
                  <a:pt x="6386666" y="4431021"/>
                </a:lnTo>
                <a:lnTo>
                  <a:pt x="6398422" y="4474198"/>
                </a:lnTo>
                <a:lnTo>
                  <a:pt x="6409814" y="4517500"/>
                </a:lnTo>
                <a:lnTo>
                  <a:pt x="6420842" y="4560924"/>
                </a:lnTo>
                <a:lnTo>
                  <a:pt x="6431504" y="4604470"/>
                </a:lnTo>
                <a:lnTo>
                  <a:pt x="6441798" y="4648137"/>
                </a:lnTo>
                <a:lnTo>
                  <a:pt x="6451722" y="4691923"/>
                </a:lnTo>
                <a:lnTo>
                  <a:pt x="6461276" y="4735826"/>
                </a:lnTo>
                <a:lnTo>
                  <a:pt x="6470457" y="4779846"/>
                </a:lnTo>
                <a:lnTo>
                  <a:pt x="6479265" y="4823981"/>
                </a:lnTo>
                <a:lnTo>
                  <a:pt x="6487698" y="4868230"/>
                </a:lnTo>
                <a:lnTo>
                  <a:pt x="6495753" y="4912591"/>
                </a:lnTo>
                <a:lnTo>
                  <a:pt x="6503431" y="4957063"/>
                </a:lnTo>
                <a:lnTo>
                  <a:pt x="6510728" y="5001644"/>
                </a:lnTo>
                <a:lnTo>
                  <a:pt x="6517645" y="5046335"/>
                </a:lnTo>
                <a:lnTo>
                  <a:pt x="6524178" y="5091132"/>
                </a:lnTo>
                <a:lnTo>
                  <a:pt x="6530327" y="5136035"/>
                </a:lnTo>
                <a:lnTo>
                  <a:pt x="6536091" y="5181042"/>
                </a:lnTo>
                <a:lnTo>
                  <a:pt x="6541467" y="5226153"/>
                </a:lnTo>
                <a:lnTo>
                  <a:pt x="6546454" y="5271365"/>
                </a:lnTo>
                <a:lnTo>
                  <a:pt x="6551051" y="5316677"/>
                </a:lnTo>
                <a:lnTo>
                  <a:pt x="6555256" y="5362089"/>
                </a:lnTo>
                <a:lnTo>
                  <a:pt x="6559068" y="5407599"/>
                </a:lnTo>
                <a:lnTo>
                  <a:pt x="6562484" y="5453204"/>
                </a:lnTo>
                <a:lnTo>
                  <a:pt x="6565505" y="5498905"/>
                </a:lnTo>
                <a:lnTo>
                  <a:pt x="6568128" y="5544700"/>
                </a:lnTo>
                <a:lnTo>
                  <a:pt x="6570351" y="5590587"/>
                </a:lnTo>
                <a:lnTo>
                  <a:pt x="6572173" y="5636565"/>
                </a:lnTo>
                <a:lnTo>
                  <a:pt x="6572781" y="565626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09465" y="3116579"/>
            <a:ext cx="41554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344" algn="l"/>
                <a:tab pos="1952625" algn="l"/>
                <a:tab pos="2922905" algn="l"/>
              </a:tabLst>
            </a:pPr>
            <a:r>
              <a:rPr dirty="0" sz="4800">
                <a:solidFill>
                  <a:srgbClr val="252525"/>
                </a:solidFill>
                <a:latin typeface="微软雅黑"/>
                <a:cs typeface="微软雅黑"/>
              </a:rPr>
              <a:t>感	谢	聆	听！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1282" y="1368818"/>
            <a:ext cx="1545361" cy="1541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15132" y="5434406"/>
            <a:ext cx="703986" cy="702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78444" y="2946793"/>
            <a:ext cx="1208811" cy="1208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8045" y="4439043"/>
            <a:ext cx="941260" cy="939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2025-04-20T14:11:18Z</dcterms:created>
  <dcterms:modified xsi:type="dcterms:W3CDTF">2025-04-20T14:11:18Z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