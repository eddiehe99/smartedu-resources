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97462" y="1116329"/>
            <a:ext cx="2197074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69649" y="1134617"/>
            <a:ext cx="1852701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84336" y="2976867"/>
            <a:ext cx="7823327" cy="2548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40.png"/><Relationship Id="rId17" Type="http://schemas.openxmlformats.org/officeDocument/2006/relationships/image" Target="../media/image41.png"/><Relationship Id="rId18" Type="http://schemas.openxmlformats.org/officeDocument/2006/relationships/image" Target="../media/image42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openxmlformats.org/officeDocument/2006/relationships/image" Target="../media/image63.png"/><Relationship Id="rId21" Type="http://schemas.openxmlformats.org/officeDocument/2006/relationships/image" Target="../media/image64.png"/><Relationship Id="rId22" Type="http://schemas.openxmlformats.org/officeDocument/2006/relationships/image" Target="../media/image65.png"/><Relationship Id="rId23" Type="http://schemas.openxmlformats.org/officeDocument/2006/relationships/image" Target="../media/image66.png"/><Relationship Id="rId24" Type="http://schemas.openxmlformats.org/officeDocument/2006/relationships/image" Target="../media/image67.png"/><Relationship Id="rId25" Type="http://schemas.openxmlformats.org/officeDocument/2006/relationships/image" Target="../media/image68.png"/><Relationship Id="rId26" Type="http://schemas.openxmlformats.org/officeDocument/2006/relationships/image" Target="../media/image69.png"/><Relationship Id="rId27" Type="http://schemas.openxmlformats.org/officeDocument/2006/relationships/image" Target="../media/image70.png"/><Relationship Id="rId28" Type="http://schemas.openxmlformats.org/officeDocument/2006/relationships/image" Target="../media/image71.png"/><Relationship Id="rId29" Type="http://schemas.openxmlformats.org/officeDocument/2006/relationships/image" Target="../media/image72.png"/><Relationship Id="rId30" Type="http://schemas.openxmlformats.org/officeDocument/2006/relationships/image" Target="../media/image73.png"/><Relationship Id="rId31" Type="http://schemas.openxmlformats.org/officeDocument/2006/relationships/image" Target="../media/image74.png"/><Relationship Id="rId32" Type="http://schemas.openxmlformats.org/officeDocument/2006/relationships/image" Target="../media/image75.png"/><Relationship Id="rId33" Type="http://schemas.openxmlformats.org/officeDocument/2006/relationships/image" Target="../media/image76.png"/><Relationship Id="rId34" Type="http://schemas.openxmlformats.org/officeDocument/2006/relationships/image" Target="../media/image77.png"/><Relationship Id="rId35" Type="http://schemas.openxmlformats.org/officeDocument/2006/relationships/image" Target="../media/image78.png"/><Relationship Id="rId36" Type="http://schemas.openxmlformats.org/officeDocument/2006/relationships/image" Target="../media/image79.png"/><Relationship Id="rId37" Type="http://schemas.openxmlformats.org/officeDocument/2006/relationships/image" Target="../media/image80.png"/><Relationship Id="rId38" Type="http://schemas.openxmlformats.org/officeDocument/2006/relationships/image" Target="../media/image81.png"/><Relationship Id="rId39" Type="http://schemas.openxmlformats.org/officeDocument/2006/relationships/image" Target="../media/image82.png"/><Relationship Id="rId40" Type="http://schemas.openxmlformats.org/officeDocument/2006/relationships/image" Target="../media/image83.png"/><Relationship Id="rId41" Type="http://schemas.openxmlformats.org/officeDocument/2006/relationships/image" Target="../media/image84.png"/><Relationship Id="rId42" Type="http://schemas.openxmlformats.org/officeDocument/2006/relationships/image" Target="../media/image85.png"/><Relationship Id="rId43" Type="http://schemas.openxmlformats.org/officeDocument/2006/relationships/image" Target="../media/image86.png"/><Relationship Id="rId44" Type="http://schemas.openxmlformats.org/officeDocument/2006/relationships/image" Target="../media/image87.png"/><Relationship Id="rId45" Type="http://schemas.openxmlformats.org/officeDocument/2006/relationships/image" Target="../media/image88.png"/><Relationship Id="rId46" Type="http://schemas.openxmlformats.org/officeDocument/2006/relationships/image" Target="../media/image89.png"/><Relationship Id="rId47" Type="http://schemas.openxmlformats.org/officeDocument/2006/relationships/image" Target="../media/image90.png"/><Relationship Id="rId48" Type="http://schemas.openxmlformats.org/officeDocument/2006/relationships/image" Target="../media/image91.png"/><Relationship Id="rId49" Type="http://schemas.openxmlformats.org/officeDocument/2006/relationships/image" Target="../media/image92.png"/><Relationship Id="rId50" Type="http://schemas.openxmlformats.org/officeDocument/2006/relationships/image" Target="../media/image93.png"/><Relationship Id="rId51" Type="http://schemas.openxmlformats.org/officeDocument/2006/relationships/image" Target="../media/image94.png"/><Relationship Id="rId52" Type="http://schemas.openxmlformats.org/officeDocument/2006/relationships/image" Target="../media/image95.png"/><Relationship Id="rId53" Type="http://schemas.openxmlformats.org/officeDocument/2006/relationships/image" Target="../media/image96.png"/><Relationship Id="rId54" Type="http://schemas.openxmlformats.org/officeDocument/2006/relationships/image" Target="../media/image97.png"/><Relationship Id="rId55" Type="http://schemas.openxmlformats.org/officeDocument/2006/relationships/image" Target="../media/image98.png"/><Relationship Id="rId56" Type="http://schemas.openxmlformats.org/officeDocument/2006/relationships/image" Target="../media/image99.png"/><Relationship Id="rId57" Type="http://schemas.openxmlformats.org/officeDocument/2006/relationships/image" Target="../media/image100.png"/><Relationship Id="rId58" Type="http://schemas.openxmlformats.org/officeDocument/2006/relationships/image" Target="../media/image101.png"/><Relationship Id="rId59" Type="http://schemas.openxmlformats.org/officeDocument/2006/relationships/image" Target="../media/image102.png"/><Relationship Id="rId60" Type="http://schemas.openxmlformats.org/officeDocument/2006/relationships/image" Target="../media/image103.png"/><Relationship Id="rId61" Type="http://schemas.openxmlformats.org/officeDocument/2006/relationships/image" Target="../media/image104.png"/><Relationship Id="rId62" Type="http://schemas.openxmlformats.org/officeDocument/2006/relationships/image" Target="../media/image105.png"/><Relationship Id="rId63" Type="http://schemas.openxmlformats.org/officeDocument/2006/relationships/image" Target="../media/image106.png"/><Relationship Id="rId64" Type="http://schemas.openxmlformats.org/officeDocument/2006/relationships/image" Target="../media/image107.png"/><Relationship Id="rId65" Type="http://schemas.openxmlformats.org/officeDocument/2006/relationships/image" Target="../media/image108.png"/><Relationship Id="rId66" Type="http://schemas.openxmlformats.org/officeDocument/2006/relationships/image" Target="../media/image109.png"/><Relationship Id="rId67" Type="http://schemas.openxmlformats.org/officeDocument/2006/relationships/image" Target="../media/image110.png"/><Relationship Id="rId68" Type="http://schemas.openxmlformats.org/officeDocument/2006/relationships/image" Target="../media/image111.png"/><Relationship Id="rId69" Type="http://schemas.openxmlformats.org/officeDocument/2006/relationships/image" Target="../media/image112.png"/><Relationship Id="rId70" Type="http://schemas.openxmlformats.org/officeDocument/2006/relationships/image" Target="../media/image113.png"/><Relationship Id="rId71" Type="http://schemas.openxmlformats.org/officeDocument/2006/relationships/image" Target="../media/image114.png"/><Relationship Id="rId72" Type="http://schemas.openxmlformats.org/officeDocument/2006/relationships/image" Target="../media/image115.png"/><Relationship Id="rId73" Type="http://schemas.openxmlformats.org/officeDocument/2006/relationships/image" Target="../media/image116.png"/><Relationship Id="rId74" Type="http://schemas.openxmlformats.org/officeDocument/2006/relationships/image" Target="../media/image117.png"/><Relationship Id="rId75" Type="http://schemas.openxmlformats.org/officeDocument/2006/relationships/image" Target="../media/image118.png"/><Relationship Id="rId76" Type="http://schemas.openxmlformats.org/officeDocument/2006/relationships/image" Target="../media/image119.png"/><Relationship Id="rId77" Type="http://schemas.openxmlformats.org/officeDocument/2006/relationships/image" Target="../media/image120.png"/><Relationship Id="rId78" Type="http://schemas.openxmlformats.org/officeDocument/2006/relationships/image" Target="../media/image121.png"/><Relationship Id="rId79" Type="http://schemas.openxmlformats.org/officeDocument/2006/relationships/image" Target="../media/image122.png"/><Relationship Id="rId80" Type="http://schemas.openxmlformats.org/officeDocument/2006/relationships/image" Target="../media/image123.png"/><Relationship Id="rId81" Type="http://schemas.openxmlformats.org/officeDocument/2006/relationships/image" Target="../media/image124.png"/><Relationship Id="rId82" Type="http://schemas.openxmlformats.org/officeDocument/2006/relationships/image" Target="../media/image125.png"/><Relationship Id="rId83" Type="http://schemas.openxmlformats.org/officeDocument/2006/relationships/image" Target="../media/image126.png"/><Relationship Id="rId84" Type="http://schemas.openxmlformats.org/officeDocument/2006/relationships/image" Target="../media/image127.png"/><Relationship Id="rId85" Type="http://schemas.openxmlformats.org/officeDocument/2006/relationships/image" Target="../media/image128.png"/><Relationship Id="rId86" Type="http://schemas.openxmlformats.org/officeDocument/2006/relationships/image" Target="../media/image129.png"/><Relationship Id="rId87" Type="http://schemas.openxmlformats.org/officeDocument/2006/relationships/image" Target="../media/image130.png"/><Relationship Id="rId88" Type="http://schemas.openxmlformats.org/officeDocument/2006/relationships/image" Target="../media/image131.png"/><Relationship Id="rId89" Type="http://schemas.openxmlformats.org/officeDocument/2006/relationships/image" Target="../media/image132.png"/><Relationship Id="rId90" Type="http://schemas.openxmlformats.org/officeDocument/2006/relationships/image" Target="../media/image133.png"/><Relationship Id="rId91" Type="http://schemas.openxmlformats.org/officeDocument/2006/relationships/image" Target="../media/image134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jpg"/><Relationship Id="rId3" Type="http://schemas.openxmlformats.org/officeDocument/2006/relationships/image" Target="../media/image136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jpg"/><Relationship Id="rId3" Type="http://schemas.openxmlformats.org/officeDocument/2006/relationships/image" Target="../media/image137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Relationship Id="rId6" Type="http://schemas.openxmlformats.org/officeDocument/2006/relationships/image" Target="../media/image140.png"/><Relationship Id="rId7" Type="http://schemas.openxmlformats.org/officeDocument/2006/relationships/image" Target="../media/image141.png"/><Relationship Id="rId8" Type="http://schemas.openxmlformats.org/officeDocument/2006/relationships/image" Target="../media/image142.png"/><Relationship Id="rId9" Type="http://schemas.openxmlformats.org/officeDocument/2006/relationships/image" Target="../media/image143.png"/><Relationship Id="rId10" Type="http://schemas.openxmlformats.org/officeDocument/2006/relationships/image" Target="../media/image144.png"/><Relationship Id="rId11" Type="http://schemas.openxmlformats.org/officeDocument/2006/relationships/image" Target="../media/image145.png"/><Relationship Id="rId12" Type="http://schemas.openxmlformats.org/officeDocument/2006/relationships/image" Target="../media/image146.png"/><Relationship Id="rId13" Type="http://schemas.openxmlformats.org/officeDocument/2006/relationships/image" Target="../media/image147.png"/><Relationship Id="rId14" Type="http://schemas.openxmlformats.org/officeDocument/2006/relationships/image" Target="../media/image148.png"/><Relationship Id="rId15" Type="http://schemas.openxmlformats.org/officeDocument/2006/relationships/image" Target="../media/image149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5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0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1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2.jpg"/><Relationship Id="rId3" Type="http://schemas.openxmlformats.org/officeDocument/2006/relationships/image" Target="../media/image153.png"/><Relationship Id="rId4" Type="http://schemas.openxmlformats.org/officeDocument/2006/relationships/image" Target="../media/image27.png"/><Relationship Id="rId5" Type="http://schemas.openxmlformats.org/officeDocument/2006/relationships/image" Target="../media/image154.png"/><Relationship Id="rId6" Type="http://schemas.openxmlformats.org/officeDocument/2006/relationships/image" Target="../media/image155.png"/><Relationship Id="rId7" Type="http://schemas.openxmlformats.org/officeDocument/2006/relationships/image" Target="../media/image156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Relationship Id="rId17" Type="http://schemas.openxmlformats.org/officeDocument/2006/relationships/image" Target="../media/image41.png"/><Relationship Id="rId18" Type="http://schemas.openxmlformats.org/officeDocument/2006/relationships/image" Target="../media/image42.png"/><Relationship Id="rId19" Type="http://schemas.openxmlformats.org/officeDocument/2006/relationships/image" Target="../media/image4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Relationship Id="rId3" Type="http://schemas.openxmlformats.org/officeDocument/2006/relationships/image" Target="../media/image135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FFFF"/>
                </a:solidFill>
                <a:latin typeface="微软雅黑"/>
                <a:cs typeface="微软雅黑"/>
              </a:rPr>
              <a:t>国家中小学课程资源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339782" y="2073452"/>
            <a:ext cx="55118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质谱仪与回旋加速器</a:t>
            </a:r>
            <a:endParaRPr sz="48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34705" y="3957615"/>
          <a:ext cx="7194550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7005"/>
                <a:gridCol w="982980"/>
                <a:gridCol w="3505199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 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讲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 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人：陈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伟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5365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校：北京市第四中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1387" y="2093772"/>
            <a:ext cx="55118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latin typeface="微软雅黑"/>
                <a:cs typeface="微软雅黑"/>
              </a:rPr>
              <a:t>质谱仪与回旋加速器</a:t>
            </a:r>
            <a:endParaRPr sz="4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34705" y="3957615"/>
          <a:ext cx="7194550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7005"/>
                <a:gridCol w="982980"/>
                <a:gridCol w="3505199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3315"/>
                        </a:lnSpc>
                      </a:pPr>
                      <a:r>
                        <a:rPr dirty="0" sz="2800" b="1"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3315"/>
                        </a:lnSpc>
                      </a:pPr>
                      <a:r>
                        <a:rPr dirty="0" sz="2800" b="1"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spc="-10" b="1"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-10" b="1">
                          <a:latin typeface="华文楷体"/>
                          <a:cs typeface="华文楷体"/>
                        </a:rPr>
                        <a:t>主</a:t>
                      </a:r>
                      <a:r>
                        <a:rPr dirty="0" sz="2800" spc="-5" b="1">
                          <a:latin typeface="华文楷体"/>
                          <a:cs typeface="华文楷体"/>
                        </a:rPr>
                        <a:t> </a:t>
                      </a:r>
                      <a:r>
                        <a:rPr dirty="0" sz="2800" spc="-10" b="1">
                          <a:latin typeface="华文楷体"/>
                          <a:cs typeface="华文楷体"/>
                        </a:rPr>
                        <a:t>讲</a:t>
                      </a:r>
                      <a:r>
                        <a:rPr dirty="0" sz="2800" spc="-5" b="1">
                          <a:latin typeface="华文楷体"/>
                          <a:cs typeface="华文楷体"/>
                        </a:rPr>
                        <a:t> </a:t>
                      </a:r>
                      <a:r>
                        <a:rPr dirty="0" sz="2800" b="1">
                          <a:latin typeface="华文楷体"/>
                          <a:cs typeface="华文楷体"/>
                        </a:rPr>
                        <a:t>人：陈</a:t>
                      </a:r>
                      <a:r>
                        <a:rPr dirty="0" sz="2800" spc="-10" b="1">
                          <a:latin typeface="华文楷体"/>
                          <a:cs typeface="华文楷体"/>
                        </a:rPr>
                        <a:t>伟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5365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latin typeface="华文楷体"/>
                          <a:cs typeface="华文楷体"/>
                        </a:rPr>
                        <a:t>校：北京市第四中</a:t>
                      </a:r>
                      <a:r>
                        <a:rPr dirty="0" sz="2800" spc="-10" b="1"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30816" y="1751647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701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13304" y="153619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12948" y="1760220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197106" y="1043178"/>
            <a:ext cx="1549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知识回顾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94816" y="3572255"/>
            <a:ext cx="2170176" cy="2170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82853" y="2022424"/>
            <a:ext cx="1040193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22935">
              <a:lnSpc>
                <a:spcPct val="15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微观带电粒子在匀强磁场中做匀速圆周运动的圆半径和周期，与粒子运动 的速度、磁场的磁感应强度有什么关系呢？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30816" y="1751647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701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13304" y="153619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12948" y="1760220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197106" y="1043178"/>
            <a:ext cx="1549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知识回顾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05795" y="3437725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由：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94816" y="3572255"/>
            <a:ext cx="2170176" cy="2170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93268" y="3630612"/>
            <a:ext cx="400685" cy="0"/>
          </a:xfrm>
          <a:custGeom>
            <a:avLst/>
            <a:gdLst/>
            <a:ahLst/>
            <a:cxnLst/>
            <a:rect l="l" t="t" r="r" b="b"/>
            <a:pathLst>
              <a:path w="400684" h="0">
                <a:moveTo>
                  <a:pt x="0" y="0"/>
                </a:moveTo>
                <a:lnTo>
                  <a:pt x="400291" y="0"/>
                </a:lnTo>
              </a:path>
            </a:pathLst>
          </a:custGeom>
          <a:ln w="202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801916" y="2873743"/>
            <a:ext cx="348615" cy="517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aseline="-25173" sz="4800" spc="292" i="1">
                <a:latin typeface="Times New Roman"/>
                <a:cs typeface="Times New Roman"/>
              </a:rPr>
              <a:t>v</a:t>
            </a:r>
            <a:r>
              <a:rPr dirty="0" sz="1850" spc="-5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97979" y="3627729"/>
            <a:ext cx="183515" cy="517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00" spc="-5" i="1"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49100" y="3311270"/>
            <a:ext cx="1387475" cy="517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00" spc="10" i="1">
                <a:latin typeface="Times New Roman"/>
                <a:cs typeface="Times New Roman"/>
              </a:rPr>
              <a:t>qvB </a:t>
            </a:r>
            <a:r>
              <a:rPr dirty="0" sz="3200" spc="-10">
                <a:latin typeface="Symbol"/>
                <a:cs typeface="Symbol"/>
              </a:rPr>
              <a:t></a:t>
            </a:r>
            <a:r>
              <a:rPr dirty="0" sz="3200" spc="-50">
                <a:latin typeface="Times New Roman"/>
                <a:cs typeface="Times New Roman"/>
              </a:rPr>
              <a:t> </a:t>
            </a:r>
            <a:r>
              <a:rPr dirty="0" sz="3200" spc="-10" i="1">
                <a:latin typeface="Times New Roman"/>
                <a:cs typeface="Times New Roman"/>
              </a:rPr>
              <a:t>m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37659" y="4371428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得：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82893" y="4571149"/>
            <a:ext cx="531495" cy="0"/>
          </a:xfrm>
          <a:custGeom>
            <a:avLst/>
            <a:gdLst/>
            <a:ahLst/>
            <a:cxnLst/>
            <a:rect l="l" t="t" r="r" b="b"/>
            <a:pathLst>
              <a:path w="531495" h="0">
                <a:moveTo>
                  <a:pt x="0" y="0"/>
                </a:moveTo>
                <a:lnTo>
                  <a:pt x="531494" y="0"/>
                </a:lnTo>
              </a:path>
            </a:pathLst>
          </a:custGeom>
          <a:ln w="202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107696" y="4567783"/>
            <a:ext cx="481965" cy="517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00" spc="15" i="1">
                <a:latin typeface="Times New Roman"/>
                <a:cs typeface="Times New Roman"/>
              </a:rPr>
              <a:t>q</a:t>
            </a:r>
            <a:r>
              <a:rPr dirty="0" sz="3200" spc="15" i="1"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63679" y="3997109"/>
            <a:ext cx="1133475" cy="517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aseline="-34722" sz="4800" spc="15" i="1">
                <a:latin typeface="Times New Roman"/>
                <a:cs typeface="Times New Roman"/>
              </a:rPr>
              <a:t>r </a:t>
            </a:r>
            <a:r>
              <a:rPr dirty="0" baseline="-34722" sz="4800" spc="15">
                <a:latin typeface="Symbol"/>
                <a:cs typeface="Symbol"/>
              </a:rPr>
              <a:t></a:t>
            </a:r>
            <a:r>
              <a:rPr dirty="0" baseline="-34722" sz="4800" spc="322">
                <a:latin typeface="Times New Roman"/>
                <a:cs typeface="Times New Roman"/>
              </a:rPr>
              <a:t> </a:t>
            </a:r>
            <a:r>
              <a:rPr dirty="0" sz="3200" spc="20" i="1">
                <a:latin typeface="Times New Roman"/>
                <a:cs typeface="Times New Roman"/>
              </a:rPr>
              <a:t>mv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88028" y="5494972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再由：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72466" y="5788990"/>
            <a:ext cx="681990" cy="0"/>
          </a:xfrm>
          <a:custGeom>
            <a:avLst/>
            <a:gdLst/>
            <a:ahLst/>
            <a:cxnLst/>
            <a:rect l="l" t="t" r="r" b="b"/>
            <a:pathLst>
              <a:path w="681990" h="0">
                <a:moveTo>
                  <a:pt x="0" y="0"/>
                </a:moveTo>
                <a:lnTo>
                  <a:pt x="681964" y="0"/>
                </a:lnTo>
              </a:path>
            </a:pathLst>
          </a:custGeom>
          <a:ln w="202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400861" y="5788990"/>
            <a:ext cx="805180" cy="0"/>
          </a:xfrm>
          <a:custGeom>
            <a:avLst/>
            <a:gdLst/>
            <a:ahLst/>
            <a:cxnLst/>
            <a:rect l="l" t="t" r="r" b="b"/>
            <a:pathLst>
              <a:path w="805179" h="0">
                <a:moveTo>
                  <a:pt x="0" y="0"/>
                </a:moveTo>
                <a:lnTo>
                  <a:pt x="805078" y="0"/>
                </a:lnTo>
              </a:path>
            </a:pathLst>
          </a:custGeom>
          <a:ln w="202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545683" y="5115566"/>
            <a:ext cx="2645410" cy="118745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392430" algn="l"/>
              </a:tabLst>
            </a:pPr>
            <a:r>
              <a:rPr dirty="0" baseline="-34722" sz="4800" spc="-15" i="1">
                <a:latin typeface="Times New Roman"/>
                <a:cs typeface="Times New Roman"/>
              </a:rPr>
              <a:t>T	</a:t>
            </a:r>
            <a:r>
              <a:rPr dirty="0" baseline="-34722" sz="4800" spc="-15">
                <a:latin typeface="Symbol"/>
                <a:cs typeface="Symbol"/>
              </a:rPr>
              <a:t></a:t>
            </a:r>
            <a:r>
              <a:rPr dirty="0" baseline="-34722" sz="4800" spc="-15">
                <a:latin typeface="Times New Roman"/>
                <a:cs typeface="Times New Roman"/>
              </a:rPr>
              <a:t> </a:t>
            </a:r>
            <a:r>
              <a:rPr dirty="0" sz="3200" spc="-345">
                <a:latin typeface="Times New Roman"/>
                <a:cs typeface="Times New Roman"/>
              </a:rPr>
              <a:t>2</a:t>
            </a:r>
            <a:r>
              <a:rPr dirty="0" sz="3350" spc="-345" i="1">
                <a:latin typeface="Symbol"/>
                <a:cs typeface="Symbol"/>
              </a:rPr>
              <a:t></a:t>
            </a:r>
            <a:r>
              <a:rPr dirty="0" sz="3200" spc="-345" i="1">
                <a:latin typeface="Times New Roman"/>
                <a:cs typeface="Times New Roman"/>
              </a:rPr>
              <a:t>r   </a:t>
            </a:r>
            <a:r>
              <a:rPr dirty="0" baseline="-34722" sz="4800" spc="-15">
                <a:latin typeface="Symbol"/>
                <a:cs typeface="Symbol"/>
              </a:rPr>
              <a:t></a:t>
            </a:r>
            <a:r>
              <a:rPr dirty="0" baseline="-34722" sz="4800" spc="315">
                <a:latin typeface="Times New Roman"/>
                <a:cs typeface="Times New Roman"/>
              </a:rPr>
              <a:t> </a:t>
            </a:r>
            <a:r>
              <a:rPr dirty="0" sz="3200" spc="-360">
                <a:latin typeface="Times New Roman"/>
                <a:cs typeface="Times New Roman"/>
              </a:rPr>
              <a:t>2</a:t>
            </a:r>
            <a:r>
              <a:rPr dirty="0" sz="3350" spc="-360" i="1">
                <a:latin typeface="Symbol"/>
                <a:cs typeface="Symbol"/>
              </a:rPr>
              <a:t></a:t>
            </a:r>
            <a:r>
              <a:rPr dirty="0" sz="3200" spc="-360" i="1">
                <a:latin typeface="Times New Roman"/>
                <a:cs typeface="Times New Roman"/>
              </a:rPr>
              <a:t>m</a:t>
            </a:r>
            <a:endParaRPr sz="3200">
              <a:latin typeface="Times New Roman"/>
              <a:cs typeface="Times New Roman"/>
            </a:endParaRPr>
          </a:p>
          <a:p>
            <a:pPr marL="971550">
              <a:lnSpc>
                <a:spcPct val="100000"/>
              </a:lnSpc>
              <a:spcBef>
                <a:spcPts val="625"/>
              </a:spcBef>
              <a:tabLst>
                <a:tab pos="2029460" algn="l"/>
              </a:tabLst>
            </a:pPr>
            <a:r>
              <a:rPr dirty="0" sz="3200" spc="-10" i="1">
                <a:latin typeface="Times New Roman"/>
                <a:cs typeface="Times New Roman"/>
              </a:rPr>
              <a:t>v	</a:t>
            </a:r>
            <a:r>
              <a:rPr dirty="0" sz="3200" i="1">
                <a:latin typeface="Times New Roman"/>
                <a:cs typeface="Times New Roman"/>
              </a:rPr>
              <a:t>qB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82853" y="2022424"/>
            <a:ext cx="1040193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22935">
              <a:lnSpc>
                <a:spcPct val="15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微观带电粒子在匀强磁场中做匀速圆周运动的圆半径和周期，与粒子运动 的速度、磁场的磁感应强度有什么关系呢？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14280" y="230943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23616" y="2020823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23260" y="2244851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197106" y="1646682"/>
            <a:ext cx="1549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科学探究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5556" y="3215373"/>
            <a:ext cx="52070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55372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在科学研究和工业生产中，常常需 要将一束带等量电荷的粒子分开，以便 知道其中所含物质的成分。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85176" y="2723388"/>
            <a:ext cx="2161031" cy="21015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14280" y="230943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23616" y="2020823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23260" y="2244851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197106" y="1646682"/>
            <a:ext cx="1549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科学探究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77527" y="3089871"/>
            <a:ext cx="6426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设计实验方案：如何分离不同比荷的带电粒子？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91043" y="3742944"/>
            <a:ext cx="2246376" cy="20482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798" y="2127046"/>
            <a:ext cx="102235" cy="1567180"/>
          </a:xfrm>
          <a:custGeom>
            <a:avLst/>
            <a:gdLst/>
            <a:ahLst/>
            <a:cxnLst/>
            <a:rect l="l" t="t" r="r" b="b"/>
            <a:pathLst>
              <a:path w="102234" h="1567179">
                <a:moveTo>
                  <a:pt x="102184" y="1567052"/>
                </a:moveTo>
                <a:lnTo>
                  <a:pt x="0" y="1567052"/>
                </a:lnTo>
                <a:lnTo>
                  <a:pt x="0" y="0"/>
                </a:lnTo>
                <a:lnTo>
                  <a:pt x="102184" y="0"/>
                </a:lnTo>
                <a:lnTo>
                  <a:pt x="102184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548002"/>
                </a:lnTo>
                <a:lnTo>
                  <a:pt x="9525" y="1548002"/>
                </a:lnTo>
                <a:lnTo>
                  <a:pt x="19050" y="1557527"/>
                </a:lnTo>
                <a:lnTo>
                  <a:pt x="102184" y="1557527"/>
                </a:lnTo>
                <a:lnTo>
                  <a:pt x="102184" y="1567052"/>
                </a:lnTo>
                <a:close/>
              </a:path>
              <a:path w="102234" h="1567179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102234" h="1567179">
                <a:moveTo>
                  <a:pt x="83134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3134" y="9524"/>
                </a:lnTo>
                <a:lnTo>
                  <a:pt x="83134" y="19049"/>
                </a:lnTo>
                <a:close/>
              </a:path>
              <a:path w="102234" h="1567179">
                <a:moveTo>
                  <a:pt x="83134" y="1557527"/>
                </a:moveTo>
                <a:lnTo>
                  <a:pt x="83134" y="9524"/>
                </a:lnTo>
                <a:lnTo>
                  <a:pt x="92659" y="19049"/>
                </a:lnTo>
                <a:lnTo>
                  <a:pt x="102184" y="19049"/>
                </a:lnTo>
                <a:lnTo>
                  <a:pt x="102184" y="1548002"/>
                </a:lnTo>
                <a:lnTo>
                  <a:pt x="92659" y="1548002"/>
                </a:lnTo>
                <a:lnTo>
                  <a:pt x="83134" y="1557527"/>
                </a:lnTo>
                <a:close/>
              </a:path>
              <a:path w="102234" h="1567179">
                <a:moveTo>
                  <a:pt x="102184" y="19049"/>
                </a:moveTo>
                <a:lnTo>
                  <a:pt x="92659" y="19049"/>
                </a:lnTo>
                <a:lnTo>
                  <a:pt x="83134" y="9524"/>
                </a:lnTo>
                <a:lnTo>
                  <a:pt x="102184" y="9524"/>
                </a:lnTo>
                <a:lnTo>
                  <a:pt x="102184" y="19049"/>
                </a:lnTo>
                <a:close/>
              </a:path>
              <a:path w="102234" h="1567179">
                <a:moveTo>
                  <a:pt x="19050" y="1557527"/>
                </a:moveTo>
                <a:lnTo>
                  <a:pt x="9525" y="1548002"/>
                </a:lnTo>
                <a:lnTo>
                  <a:pt x="19050" y="1548002"/>
                </a:lnTo>
                <a:lnTo>
                  <a:pt x="19050" y="1557527"/>
                </a:lnTo>
                <a:close/>
              </a:path>
              <a:path w="102234" h="1567179">
                <a:moveTo>
                  <a:pt x="83134" y="1557527"/>
                </a:moveTo>
                <a:lnTo>
                  <a:pt x="19050" y="1557527"/>
                </a:lnTo>
                <a:lnTo>
                  <a:pt x="19050" y="1548002"/>
                </a:lnTo>
                <a:lnTo>
                  <a:pt x="83134" y="1548002"/>
                </a:lnTo>
                <a:lnTo>
                  <a:pt x="83134" y="1557527"/>
                </a:lnTo>
                <a:close/>
              </a:path>
              <a:path w="102234" h="1567179">
                <a:moveTo>
                  <a:pt x="102184" y="1557527"/>
                </a:moveTo>
                <a:lnTo>
                  <a:pt x="83134" y="1557527"/>
                </a:lnTo>
                <a:lnTo>
                  <a:pt x="92659" y="1548002"/>
                </a:lnTo>
                <a:lnTo>
                  <a:pt x="102184" y="1548002"/>
                </a:lnTo>
                <a:lnTo>
                  <a:pt x="102184" y="1557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98867" y="2127046"/>
            <a:ext cx="102235" cy="739140"/>
          </a:xfrm>
          <a:custGeom>
            <a:avLst/>
            <a:gdLst/>
            <a:ahLst/>
            <a:cxnLst/>
            <a:rect l="l" t="t" r="r" b="b"/>
            <a:pathLst>
              <a:path w="102234" h="739139">
                <a:moveTo>
                  <a:pt x="102171" y="739051"/>
                </a:moveTo>
                <a:lnTo>
                  <a:pt x="0" y="739051"/>
                </a:lnTo>
                <a:lnTo>
                  <a:pt x="0" y="0"/>
                </a:lnTo>
                <a:lnTo>
                  <a:pt x="102171" y="0"/>
                </a:lnTo>
                <a:lnTo>
                  <a:pt x="102171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720001"/>
                </a:lnTo>
                <a:lnTo>
                  <a:pt x="9525" y="720001"/>
                </a:lnTo>
                <a:lnTo>
                  <a:pt x="19050" y="729526"/>
                </a:lnTo>
                <a:lnTo>
                  <a:pt x="102171" y="729526"/>
                </a:lnTo>
                <a:lnTo>
                  <a:pt x="102171" y="739051"/>
                </a:lnTo>
                <a:close/>
              </a:path>
              <a:path w="102234" h="739139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102234" h="739139">
                <a:moveTo>
                  <a:pt x="83121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3121" y="9524"/>
                </a:lnTo>
                <a:lnTo>
                  <a:pt x="83121" y="19049"/>
                </a:lnTo>
                <a:close/>
              </a:path>
              <a:path w="102234" h="739139">
                <a:moveTo>
                  <a:pt x="83121" y="729526"/>
                </a:moveTo>
                <a:lnTo>
                  <a:pt x="83121" y="9524"/>
                </a:lnTo>
                <a:lnTo>
                  <a:pt x="92646" y="19049"/>
                </a:lnTo>
                <a:lnTo>
                  <a:pt x="102171" y="19049"/>
                </a:lnTo>
                <a:lnTo>
                  <a:pt x="102171" y="720001"/>
                </a:lnTo>
                <a:lnTo>
                  <a:pt x="92646" y="720001"/>
                </a:lnTo>
                <a:lnTo>
                  <a:pt x="83121" y="729526"/>
                </a:lnTo>
                <a:close/>
              </a:path>
              <a:path w="102234" h="739139">
                <a:moveTo>
                  <a:pt x="102171" y="19049"/>
                </a:moveTo>
                <a:lnTo>
                  <a:pt x="92646" y="19049"/>
                </a:lnTo>
                <a:lnTo>
                  <a:pt x="83121" y="9524"/>
                </a:lnTo>
                <a:lnTo>
                  <a:pt x="102171" y="9524"/>
                </a:lnTo>
                <a:lnTo>
                  <a:pt x="102171" y="19049"/>
                </a:lnTo>
                <a:close/>
              </a:path>
              <a:path w="102234" h="739139">
                <a:moveTo>
                  <a:pt x="19050" y="729526"/>
                </a:moveTo>
                <a:lnTo>
                  <a:pt x="9525" y="720001"/>
                </a:lnTo>
                <a:lnTo>
                  <a:pt x="19050" y="720001"/>
                </a:lnTo>
                <a:lnTo>
                  <a:pt x="19050" y="729526"/>
                </a:lnTo>
                <a:close/>
              </a:path>
              <a:path w="102234" h="739139">
                <a:moveTo>
                  <a:pt x="83121" y="729526"/>
                </a:moveTo>
                <a:lnTo>
                  <a:pt x="19050" y="729526"/>
                </a:lnTo>
                <a:lnTo>
                  <a:pt x="19050" y="720001"/>
                </a:lnTo>
                <a:lnTo>
                  <a:pt x="83121" y="720001"/>
                </a:lnTo>
                <a:lnTo>
                  <a:pt x="83121" y="729526"/>
                </a:lnTo>
                <a:close/>
              </a:path>
              <a:path w="102234" h="739139">
                <a:moveTo>
                  <a:pt x="102171" y="729526"/>
                </a:moveTo>
                <a:lnTo>
                  <a:pt x="83121" y="729526"/>
                </a:lnTo>
                <a:lnTo>
                  <a:pt x="92646" y="720001"/>
                </a:lnTo>
                <a:lnTo>
                  <a:pt x="102171" y="720001"/>
                </a:lnTo>
                <a:lnTo>
                  <a:pt x="102171" y="7295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98867" y="2958338"/>
            <a:ext cx="102235" cy="739140"/>
          </a:xfrm>
          <a:custGeom>
            <a:avLst/>
            <a:gdLst/>
            <a:ahLst/>
            <a:cxnLst/>
            <a:rect l="l" t="t" r="r" b="b"/>
            <a:pathLst>
              <a:path w="102234" h="739139">
                <a:moveTo>
                  <a:pt x="102171" y="739051"/>
                </a:moveTo>
                <a:lnTo>
                  <a:pt x="0" y="739051"/>
                </a:lnTo>
                <a:lnTo>
                  <a:pt x="0" y="0"/>
                </a:lnTo>
                <a:lnTo>
                  <a:pt x="102171" y="0"/>
                </a:lnTo>
                <a:lnTo>
                  <a:pt x="102171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720001"/>
                </a:lnTo>
                <a:lnTo>
                  <a:pt x="9525" y="720001"/>
                </a:lnTo>
                <a:lnTo>
                  <a:pt x="19050" y="729526"/>
                </a:lnTo>
                <a:lnTo>
                  <a:pt x="102171" y="729526"/>
                </a:lnTo>
                <a:lnTo>
                  <a:pt x="102171" y="739051"/>
                </a:lnTo>
                <a:close/>
              </a:path>
              <a:path w="102234" h="73913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02234" h="739139">
                <a:moveTo>
                  <a:pt x="83121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3121" y="9525"/>
                </a:lnTo>
                <a:lnTo>
                  <a:pt x="83121" y="19050"/>
                </a:lnTo>
                <a:close/>
              </a:path>
              <a:path w="102234" h="739139">
                <a:moveTo>
                  <a:pt x="83121" y="729526"/>
                </a:moveTo>
                <a:lnTo>
                  <a:pt x="83121" y="9525"/>
                </a:lnTo>
                <a:lnTo>
                  <a:pt x="92646" y="19050"/>
                </a:lnTo>
                <a:lnTo>
                  <a:pt x="102171" y="19050"/>
                </a:lnTo>
                <a:lnTo>
                  <a:pt x="102171" y="720001"/>
                </a:lnTo>
                <a:lnTo>
                  <a:pt x="92646" y="720001"/>
                </a:lnTo>
                <a:lnTo>
                  <a:pt x="83121" y="729526"/>
                </a:lnTo>
                <a:close/>
              </a:path>
              <a:path w="102234" h="739139">
                <a:moveTo>
                  <a:pt x="102171" y="19050"/>
                </a:moveTo>
                <a:lnTo>
                  <a:pt x="92646" y="19050"/>
                </a:lnTo>
                <a:lnTo>
                  <a:pt x="83121" y="9525"/>
                </a:lnTo>
                <a:lnTo>
                  <a:pt x="102171" y="9525"/>
                </a:lnTo>
                <a:lnTo>
                  <a:pt x="102171" y="19050"/>
                </a:lnTo>
                <a:close/>
              </a:path>
              <a:path w="102234" h="739139">
                <a:moveTo>
                  <a:pt x="19050" y="729526"/>
                </a:moveTo>
                <a:lnTo>
                  <a:pt x="9525" y="720001"/>
                </a:lnTo>
                <a:lnTo>
                  <a:pt x="19050" y="720001"/>
                </a:lnTo>
                <a:lnTo>
                  <a:pt x="19050" y="729526"/>
                </a:lnTo>
                <a:close/>
              </a:path>
              <a:path w="102234" h="739139">
                <a:moveTo>
                  <a:pt x="83121" y="729526"/>
                </a:moveTo>
                <a:lnTo>
                  <a:pt x="19050" y="729526"/>
                </a:lnTo>
                <a:lnTo>
                  <a:pt x="19050" y="720001"/>
                </a:lnTo>
                <a:lnTo>
                  <a:pt x="83121" y="720001"/>
                </a:lnTo>
                <a:lnTo>
                  <a:pt x="83121" y="729526"/>
                </a:lnTo>
                <a:close/>
              </a:path>
              <a:path w="102234" h="739139">
                <a:moveTo>
                  <a:pt x="102171" y="729526"/>
                </a:moveTo>
                <a:lnTo>
                  <a:pt x="83121" y="729526"/>
                </a:lnTo>
                <a:lnTo>
                  <a:pt x="92646" y="720001"/>
                </a:lnTo>
                <a:lnTo>
                  <a:pt x="102171" y="720001"/>
                </a:lnTo>
                <a:lnTo>
                  <a:pt x="102171" y="7295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33270" y="2263724"/>
            <a:ext cx="1567180" cy="102235"/>
          </a:xfrm>
          <a:custGeom>
            <a:avLst/>
            <a:gdLst/>
            <a:ahLst/>
            <a:cxnLst/>
            <a:rect l="l" t="t" r="r" b="b"/>
            <a:pathLst>
              <a:path w="1567180" h="102235">
                <a:moveTo>
                  <a:pt x="1567040" y="102171"/>
                </a:moveTo>
                <a:lnTo>
                  <a:pt x="0" y="102171"/>
                </a:lnTo>
                <a:lnTo>
                  <a:pt x="0" y="0"/>
                </a:lnTo>
                <a:lnTo>
                  <a:pt x="1567040" y="0"/>
                </a:lnTo>
                <a:lnTo>
                  <a:pt x="156704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83121"/>
                </a:lnTo>
                <a:lnTo>
                  <a:pt x="9525" y="83121"/>
                </a:lnTo>
                <a:lnTo>
                  <a:pt x="19050" y="92646"/>
                </a:lnTo>
                <a:lnTo>
                  <a:pt x="1567040" y="92646"/>
                </a:lnTo>
                <a:lnTo>
                  <a:pt x="1567040" y="102171"/>
                </a:lnTo>
                <a:close/>
              </a:path>
              <a:path w="1567180" h="10223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567180" h="102235">
                <a:moveTo>
                  <a:pt x="154799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547990" y="9525"/>
                </a:lnTo>
                <a:lnTo>
                  <a:pt x="1547990" y="19050"/>
                </a:lnTo>
                <a:close/>
              </a:path>
              <a:path w="1567180" h="102235">
                <a:moveTo>
                  <a:pt x="1547990" y="92646"/>
                </a:moveTo>
                <a:lnTo>
                  <a:pt x="1547990" y="9525"/>
                </a:lnTo>
                <a:lnTo>
                  <a:pt x="1557515" y="19050"/>
                </a:lnTo>
                <a:lnTo>
                  <a:pt x="1567040" y="19050"/>
                </a:lnTo>
                <a:lnTo>
                  <a:pt x="1567040" y="83121"/>
                </a:lnTo>
                <a:lnTo>
                  <a:pt x="1557515" y="83121"/>
                </a:lnTo>
                <a:lnTo>
                  <a:pt x="1547990" y="92646"/>
                </a:lnTo>
                <a:close/>
              </a:path>
              <a:path w="1567180" h="102235">
                <a:moveTo>
                  <a:pt x="1567040" y="19050"/>
                </a:moveTo>
                <a:lnTo>
                  <a:pt x="1557515" y="19050"/>
                </a:lnTo>
                <a:lnTo>
                  <a:pt x="1547990" y="9525"/>
                </a:lnTo>
                <a:lnTo>
                  <a:pt x="1567040" y="9525"/>
                </a:lnTo>
                <a:lnTo>
                  <a:pt x="1567040" y="19050"/>
                </a:lnTo>
                <a:close/>
              </a:path>
              <a:path w="1567180" h="102235">
                <a:moveTo>
                  <a:pt x="19050" y="92646"/>
                </a:moveTo>
                <a:lnTo>
                  <a:pt x="9525" y="83121"/>
                </a:lnTo>
                <a:lnTo>
                  <a:pt x="19050" y="83121"/>
                </a:lnTo>
                <a:lnTo>
                  <a:pt x="19050" y="92646"/>
                </a:lnTo>
                <a:close/>
              </a:path>
              <a:path w="1567180" h="102235">
                <a:moveTo>
                  <a:pt x="1547990" y="92646"/>
                </a:moveTo>
                <a:lnTo>
                  <a:pt x="19050" y="92646"/>
                </a:lnTo>
                <a:lnTo>
                  <a:pt x="19050" y="83121"/>
                </a:lnTo>
                <a:lnTo>
                  <a:pt x="1547990" y="83121"/>
                </a:lnTo>
                <a:lnTo>
                  <a:pt x="1547990" y="92646"/>
                </a:lnTo>
                <a:close/>
              </a:path>
              <a:path w="1567180" h="102235">
                <a:moveTo>
                  <a:pt x="1567040" y="92646"/>
                </a:moveTo>
                <a:lnTo>
                  <a:pt x="1547990" y="92646"/>
                </a:lnTo>
                <a:lnTo>
                  <a:pt x="1557515" y="83121"/>
                </a:lnTo>
                <a:lnTo>
                  <a:pt x="1567040" y="83121"/>
                </a:lnTo>
                <a:lnTo>
                  <a:pt x="1567040" y="926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33258" y="3385972"/>
            <a:ext cx="1567180" cy="102235"/>
          </a:xfrm>
          <a:custGeom>
            <a:avLst/>
            <a:gdLst/>
            <a:ahLst/>
            <a:cxnLst/>
            <a:rect l="l" t="t" r="r" b="b"/>
            <a:pathLst>
              <a:path w="1567180" h="102235">
                <a:moveTo>
                  <a:pt x="1567052" y="102171"/>
                </a:moveTo>
                <a:lnTo>
                  <a:pt x="0" y="102171"/>
                </a:lnTo>
                <a:lnTo>
                  <a:pt x="0" y="0"/>
                </a:lnTo>
                <a:lnTo>
                  <a:pt x="1567052" y="0"/>
                </a:lnTo>
                <a:lnTo>
                  <a:pt x="1567052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83121"/>
                </a:lnTo>
                <a:lnTo>
                  <a:pt x="9525" y="83121"/>
                </a:lnTo>
                <a:lnTo>
                  <a:pt x="19050" y="92646"/>
                </a:lnTo>
                <a:lnTo>
                  <a:pt x="1567052" y="92646"/>
                </a:lnTo>
                <a:lnTo>
                  <a:pt x="1567052" y="102171"/>
                </a:lnTo>
                <a:close/>
              </a:path>
              <a:path w="1567180" h="10223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567180" h="102235">
                <a:moveTo>
                  <a:pt x="1548002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548002" y="9525"/>
                </a:lnTo>
                <a:lnTo>
                  <a:pt x="1548002" y="19050"/>
                </a:lnTo>
                <a:close/>
              </a:path>
              <a:path w="1567180" h="102235">
                <a:moveTo>
                  <a:pt x="1548002" y="92646"/>
                </a:moveTo>
                <a:lnTo>
                  <a:pt x="1548002" y="9525"/>
                </a:lnTo>
                <a:lnTo>
                  <a:pt x="1557527" y="19050"/>
                </a:lnTo>
                <a:lnTo>
                  <a:pt x="1567052" y="19050"/>
                </a:lnTo>
                <a:lnTo>
                  <a:pt x="1567052" y="83121"/>
                </a:lnTo>
                <a:lnTo>
                  <a:pt x="1557527" y="83121"/>
                </a:lnTo>
                <a:lnTo>
                  <a:pt x="1548002" y="92646"/>
                </a:lnTo>
                <a:close/>
              </a:path>
              <a:path w="1567180" h="102235">
                <a:moveTo>
                  <a:pt x="1567052" y="19050"/>
                </a:moveTo>
                <a:lnTo>
                  <a:pt x="1557527" y="19050"/>
                </a:lnTo>
                <a:lnTo>
                  <a:pt x="1548002" y="9525"/>
                </a:lnTo>
                <a:lnTo>
                  <a:pt x="1567052" y="9525"/>
                </a:lnTo>
                <a:lnTo>
                  <a:pt x="1567052" y="19050"/>
                </a:lnTo>
                <a:close/>
              </a:path>
              <a:path w="1567180" h="102235">
                <a:moveTo>
                  <a:pt x="19050" y="92646"/>
                </a:moveTo>
                <a:lnTo>
                  <a:pt x="9525" y="83121"/>
                </a:lnTo>
                <a:lnTo>
                  <a:pt x="19050" y="83121"/>
                </a:lnTo>
                <a:lnTo>
                  <a:pt x="19050" y="92646"/>
                </a:lnTo>
                <a:close/>
              </a:path>
              <a:path w="1567180" h="102235">
                <a:moveTo>
                  <a:pt x="1548002" y="92646"/>
                </a:moveTo>
                <a:lnTo>
                  <a:pt x="19050" y="92646"/>
                </a:lnTo>
                <a:lnTo>
                  <a:pt x="19050" y="83121"/>
                </a:lnTo>
                <a:lnTo>
                  <a:pt x="1548002" y="83121"/>
                </a:lnTo>
                <a:lnTo>
                  <a:pt x="1548002" y="92646"/>
                </a:lnTo>
                <a:close/>
              </a:path>
              <a:path w="1567180" h="102235">
                <a:moveTo>
                  <a:pt x="1567052" y="92646"/>
                </a:moveTo>
                <a:lnTo>
                  <a:pt x="1548002" y="92646"/>
                </a:lnTo>
                <a:lnTo>
                  <a:pt x="1557527" y="83121"/>
                </a:lnTo>
                <a:lnTo>
                  <a:pt x="1567052" y="83121"/>
                </a:lnTo>
                <a:lnTo>
                  <a:pt x="1567052" y="926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23048" y="2869539"/>
            <a:ext cx="1053465" cy="76200"/>
          </a:xfrm>
          <a:custGeom>
            <a:avLst/>
            <a:gdLst/>
            <a:ahLst/>
            <a:cxnLst/>
            <a:rect l="l" t="t" r="r" b="b"/>
            <a:pathLst>
              <a:path w="1053464" h="76200">
                <a:moveTo>
                  <a:pt x="925944" y="76200"/>
                </a:moveTo>
                <a:lnTo>
                  <a:pt x="989444" y="38100"/>
                </a:lnTo>
                <a:lnTo>
                  <a:pt x="925944" y="0"/>
                </a:lnTo>
                <a:lnTo>
                  <a:pt x="1021194" y="28575"/>
                </a:lnTo>
                <a:lnTo>
                  <a:pt x="1005319" y="28575"/>
                </a:lnTo>
                <a:lnTo>
                  <a:pt x="1005319" y="47625"/>
                </a:lnTo>
                <a:lnTo>
                  <a:pt x="1021194" y="47625"/>
                </a:lnTo>
                <a:lnTo>
                  <a:pt x="925944" y="76200"/>
                </a:lnTo>
                <a:close/>
              </a:path>
              <a:path w="1053464" h="76200">
                <a:moveTo>
                  <a:pt x="973569" y="47625"/>
                </a:moveTo>
                <a:lnTo>
                  <a:pt x="0" y="47625"/>
                </a:lnTo>
                <a:lnTo>
                  <a:pt x="0" y="28575"/>
                </a:lnTo>
                <a:lnTo>
                  <a:pt x="973569" y="28575"/>
                </a:lnTo>
                <a:lnTo>
                  <a:pt x="989444" y="38100"/>
                </a:lnTo>
                <a:lnTo>
                  <a:pt x="973569" y="47625"/>
                </a:lnTo>
                <a:close/>
              </a:path>
              <a:path w="1053464" h="76200">
                <a:moveTo>
                  <a:pt x="1021194" y="47625"/>
                </a:moveTo>
                <a:lnTo>
                  <a:pt x="1005319" y="47625"/>
                </a:lnTo>
                <a:lnTo>
                  <a:pt x="1005319" y="28575"/>
                </a:lnTo>
                <a:lnTo>
                  <a:pt x="1021194" y="28575"/>
                </a:lnTo>
                <a:lnTo>
                  <a:pt x="1052944" y="38100"/>
                </a:lnTo>
                <a:lnTo>
                  <a:pt x="1021194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14209" y="2870365"/>
            <a:ext cx="70242" cy="703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12823" y="2895612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66" y="20129"/>
                </a:moveTo>
                <a:lnTo>
                  <a:pt x="0" y="1079"/>
                </a:lnTo>
                <a:lnTo>
                  <a:pt x="76187" y="0"/>
                </a:lnTo>
                <a:lnTo>
                  <a:pt x="76453" y="19050"/>
                </a:lnTo>
                <a:lnTo>
                  <a:pt x="266" y="201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46160" y="2893733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66" y="20129"/>
                </a:moveTo>
                <a:lnTo>
                  <a:pt x="0" y="1079"/>
                </a:lnTo>
                <a:lnTo>
                  <a:pt x="76187" y="0"/>
                </a:lnTo>
                <a:lnTo>
                  <a:pt x="76453" y="19050"/>
                </a:lnTo>
                <a:lnTo>
                  <a:pt x="266" y="201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79485" y="2891853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79" y="20116"/>
                </a:moveTo>
                <a:lnTo>
                  <a:pt x="0" y="1079"/>
                </a:lnTo>
                <a:lnTo>
                  <a:pt x="76200" y="0"/>
                </a:lnTo>
                <a:lnTo>
                  <a:pt x="76466" y="19049"/>
                </a:lnTo>
                <a:lnTo>
                  <a:pt x="279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12822" y="2889973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79" y="20116"/>
                </a:moveTo>
                <a:lnTo>
                  <a:pt x="0" y="1079"/>
                </a:lnTo>
                <a:lnTo>
                  <a:pt x="76200" y="0"/>
                </a:lnTo>
                <a:lnTo>
                  <a:pt x="76466" y="19049"/>
                </a:lnTo>
                <a:lnTo>
                  <a:pt x="279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446159" y="2888094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79" y="20116"/>
                </a:moveTo>
                <a:lnTo>
                  <a:pt x="0" y="1066"/>
                </a:lnTo>
                <a:lnTo>
                  <a:pt x="76200" y="0"/>
                </a:lnTo>
                <a:lnTo>
                  <a:pt x="76466" y="19050"/>
                </a:lnTo>
                <a:lnTo>
                  <a:pt x="279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579497" y="2886214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79" y="20116"/>
                </a:moveTo>
                <a:lnTo>
                  <a:pt x="0" y="1066"/>
                </a:lnTo>
                <a:lnTo>
                  <a:pt x="76200" y="0"/>
                </a:lnTo>
                <a:lnTo>
                  <a:pt x="76466" y="19050"/>
                </a:lnTo>
                <a:lnTo>
                  <a:pt x="279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712834" y="2884335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66" y="20116"/>
                </a:moveTo>
                <a:lnTo>
                  <a:pt x="0" y="1066"/>
                </a:lnTo>
                <a:lnTo>
                  <a:pt x="76200" y="0"/>
                </a:lnTo>
                <a:lnTo>
                  <a:pt x="76466" y="19050"/>
                </a:lnTo>
                <a:lnTo>
                  <a:pt x="266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46171" y="2882455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66" y="20116"/>
                </a:moveTo>
                <a:lnTo>
                  <a:pt x="0" y="1066"/>
                </a:lnTo>
                <a:lnTo>
                  <a:pt x="76200" y="0"/>
                </a:lnTo>
                <a:lnTo>
                  <a:pt x="76466" y="19037"/>
                </a:lnTo>
                <a:lnTo>
                  <a:pt x="266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79508" y="2880575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66" y="20116"/>
                </a:moveTo>
                <a:lnTo>
                  <a:pt x="0" y="1066"/>
                </a:lnTo>
                <a:lnTo>
                  <a:pt x="76200" y="0"/>
                </a:lnTo>
                <a:lnTo>
                  <a:pt x="76466" y="19037"/>
                </a:lnTo>
                <a:lnTo>
                  <a:pt x="266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12846" y="2878950"/>
            <a:ext cx="57785" cy="20320"/>
          </a:xfrm>
          <a:custGeom>
            <a:avLst/>
            <a:gdLst/>
            <a:ahLst/>
            <a:cxnLst/>
            <a:rect l="l" t="t" r="r" b="b"/>
            <a:pathLst>
              <a:path w="57785" h="20319">
                <a:moveTo>
                  <a:pt x="266" y="19862"/>
                </a:moveTo>
                <a:lnTo>
                  <a:pt x="0" y="812"/>
                </a:lnTo>
                <a:lnTo>
                  <a:pt x="57480" y="0"/>
                </a:lnTo>
                <a:lnTo>
                  <a:pt x="57746" y="19050"/>
                </a:lnTo>
                <a:lnTo>
                  <a:pt x="266" y="19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648955" y="2904591"/>
            <a:ext cx="1799589" cy="496570"/>
          </a:xfrm>
          <a:custGeom>
            <a:avLst/>
            <a:gdLst/>
            <a:ahLst/>
            <a:cxnLst/>
            <a:rect l="l" t="t" r="r" b="b"/>
            <a:pathLst>
              <a:path w="1799589" h="496570">
                <a:moveTo>
                  <a:pt x="75412" y="21818"/>
                </a:moveTo>
                <a:lnTo>
                  <a:pt x="0" y="19037"/>
                </a:lnTo>
                <a:lnTo>
                  <a:pt x="698" y="0"/>
                </a:lnTo>
                <a:lnTo>
                  <a:pt x="152260" y="6159"/>
                </a:lnTo>
                <a:lnTo>
                  <a:pt x="229641" y="10744"/>
                </a:lnTo>
                <a:lnTo>
                  <a:pt x="268998" y="13665"/>
                </a:lnTo>
                <a:lnTo>
                  <a:pt x="357711" y="21805"/>
                </a:lnTo>
                <a:lnTo>
                  <a:pt x="75361" y="21805"/>
                </a:lnTo>
                <a:close/>
              </a:path>
              <a:path w="1799589" h="496570">
                <a:moveTo>
                  <a:pt x="189674" y="27279"/>
                </a:moveTo>
                <a:lnTo>
                  <a:pt x="151256" y="25184"/>
                </a:lnTo>
                <a:lnTo>
                  <a:pt x="113207" y="23380"/>
                </a:lnTo>
                <a:lnTo>
                  <a:pt x="75361" y="21805"/>
                </a:lnTo>
                <a:lnTo>
                  <a:pt x="357711" y="21805"/>
                </a:lnTo>
                <a:lnTo>
                  <a:pt x="410945" y="27266"/>
                </a:lnTo>
                <a:lnTo>
                  <a:pt x="189585" y="27266"/>
                </a:lnTo>
                <a:close/>
              </a:path>
              <a:path w="1799589" h="496570">
                <a:moveTo>
                  <a:pt x="604393" y="53174"/>
                </a:moveTo>
                <a:lnTo>
                  <a:pt x="470230" y="53162"/>
                </a:lnTo>
                <a:lnTo>
                  <a:pt x="428879" y="48348"/>
                </a:lnTo>
                <a:lnTo>
                  <a:pt x="387908" y="43967"/>
                </a:lnTo>
                <a:lnTo>
                  <a:pt x="347319" y="39916"/>
                </a:lnTo>
                <a:lnTo>
                  <a:pt x="307098" y="36093"/>
                </a:lnTo>
                <a:lnTo>
                  <a:pt x="267411" y="32651"/>
                </a:lnTo>
                <a:lnTo>
                  <a:pt x="228282" y="29743"/>
                </a:lnTo>
                <a:lnTo>
                  <a:pt x="189585" y="27266"/>
                </a:lnTo>
                <a:lnTo>
                  <a:pt x="411064" y="27279"/>
                </a:lnTo>
                <a:lnTo>
                  <a:pt x="458959" y="32664"/>
                </a:lnTo>
                <a:lnTo>
                  <a:pt x="514553" y="39624"/>
                </a:lnTo>
                <a:lnTo>
                  <a:pt x="556971" y="45643"/>
                </a:lnTo>
                <a:lnTo>
                  <a:pt x="599782" y="52387"/>
                </a:lnTo>
                <a:lnTo>
                  <a:pt x="604393" y="53174"/>
                </a:lnTo>
                <a:close/>
              </a:path>
              <a:path w="1799589" h="496570">
                <a:moveTo>
                  <a:pt x="701430" y="71183"/>
                </a:moveTo>
                <a:lnTo>
                  <a:pt x="596620" y="71170"/>
                </a:lnTo>
                <a:lnTo>
                  <a:pt x="575322" y="67729"/>
                </a:lnTo>
                <a:lnTo>
                  <a:pt x="554113" y="64477"/>
                </a:lnTo>
                <a:lnTo>
                  <a:pt x="533006" y="61404"/>
                </a:lnTo>
                <a:lnTo>
                  <a:pt x="512000" y="58496"/>
                </a:lnTo>
                <a:lnTo>
                  <a:pt x="470307" y="53172"/>
                </a:lnTo>
                <a:lnTo>
                  <a:pt x="604393" y="53174"/>
                </a:lnTo>
                <a:lnTo>
                  <a:pt x="634853" y="58508"/>
                </a:lnTo>
                <a:lnTo>
                  <a:pt x="650596" y="61417"/>
                </a:lnTo>
                <a:lnTo>
                  <a:pt x="684012" y="67741"/>
                </a:lnTo>
                <a:lnTo>
                  <a:pt x="701430" y="71183"/>
                </a:lnTo>
                <a:close/>
              </a:path>
              <a:path w="1799589" h="496570">
                <a:moveTo>
                  <a:pt x="719808" y="74841"/>
                </a:moveTo>
                <a:lnTo>
                  <a:pt x="618021" y="74828"/>
                </a:lnTo>
                <a:lnTo>
                  <a:pt x="596662" y="71177"/>
                </a:lnTo>
                <a:lnTo>
                  <a:pt x="701430" y="71183"/>
                </a:lnTo>
                <a:lnTo>
                  <a:pt x="719808" y="74841"/>
                </a:lnTo>
                <a:close/>
              </a:path>
              <a:path w="1799589" h="496570">
                <a:moveTo>
                  <a:pt x="738786" y="78714"/>
                </a:moveTo>
                <a:lnTo>
                  <a:pt x="639526" y="78701"/>
                </a:lnTo>
                <a:lnTo>
                  <a:pt x="618020" y="74828"/>
                </a:lnTo>
                <a:lnTo>
                  <a:pt x="719808" y="74841"/>
                </a:lnTo>
                <a:lnTo>
                  <a:pt x="730529" y="76974"/>
                </a:lnTo>
                <a:lnTo>
                  <a:pt x="738786" y="78714"/>
                </a:lnTo>
                <a:close/>
              </a:path>
              <a:path w="1799589" h="496570">
                <a:moveTo>
                  <a:pt x="777648" y="86931"/>
                </a:moveTo>
                <a:lnTo>
                  <a:pt x="682913" y="86918"/>
                </a:lnTo>
                <a:lnTo>
                  <a:pt x="639508" y="78701"/>
                </a:lnTo>
                <a:lnTo>
                  <a:pt x="738786" y="78714"/>
                </a:lnTo>
                <a:lnTo>
                  <a:pt x="774890" y="86321"/>
                </a:lnTo>
                <a:lnTo>
                  <a:pt x="777648" y="86931"/>
                </a:lnTo>
                <a:close/>
              </a:path>
              <a:path w="1799589" h="496570">
                <a:moveTo>
                  <a:pt x="855502" y="104952"/>
                </a:moveTo>
                <a:lnTo>
                  <a:pt x="770855" y="104940"/>
                </a:lnTo>
                <a:lnTo>
                  <a:pt x="726643" y="95618"/>
                </a:lnTo>
                <a:lnTo>
                  <a:pt x="682891" y="86918"/>
                </a:lnTo>
                <a:lnTo>
                  <a:pt x="777648" y="86931"/>
                </a:lnTo>
                <a:lnTo>
                  <a:pt x="816416" y="95643"/>
                </a:lnTo>
                <a:lnTo>
                  <a:pt x="855502" y="104952"/>
                </a:lnTo>
                <a:close/>
              </a:path>
              <a:path w="1799589" h="496570">
                <a:moveTo>
                  <a:pt x="875184" y="109855"/>
                </a:moveTo>
                <a:lnTo>
                  <a:pt x="793044" y="109842"/>
                </a:lnTo>
                <a:lnTo>
                  <a:pt x="770826" y="104940"/>
                </a:lnTo>
                <a:lnTo>
                  <a:pt x="855502" y="104952"/>
                </a:lnTo>
                <a:lnTo>
                  <a:pt x="875184" y="109855"/>
                </a:lnTo>
                <a:close/>
              </a:path>
              <a:path w="1799589" h="496570">
                <a:moveTo>
                  <a:pt x="895016" y="114947"/>
                </a:moveTo>
                <a:lnTo>
                  <a:pt x="815373" y="114935"/>
                </a:lnTo>
                <a:lnTo>
                  <a:pt x="793038" y="109842"/>
                </a:lnTo>
                <a:lnTo>
                  <a:pt x="875184" y="109855"/>
                </a:lnTo>
                <a:lnTo>
                  <a:pt x="895016" y="114947"/>
                </a:lnTo>
                <a:close/>
              </a:path>
              <a:path w="1799589" h="496570">
                <a:moveTo>
                  <a:pt x="915010" y="120243"/>
                </a:moveTo>
                <a:lnTo>
                  <a:pt x="837777" y="120230"/>
                </a:lnTo>
                <a:lnTo>
                  <a:pt x="815352" y="114935"/>
                </a:lnTo>
                <a:lnTo>
                  <a:pt x="895016" y="114947"/>
                </a:lnTo>
                <a:lnTo>
                  <a:pt x="910539" y="119024"/>
                </a:lnTo>
                <a:lnTo>
                  <a:pt x="915010" y="120243"/>
                </a:lnTo>
                <a:close/>
              </a:path>
              <a:path w="1799589" h="496570">
                <a:moveTo>
                  <a:pt x="975732" y="137439"/>
                </a:moveTo>
                <a:lnTo>
                  <a:pt x="905601" y="137426"/>
                </a:lnTo>
                <a:lnTo>
                  <a:pt x="882865" y="131457"/>
                </a:lnTo>
                <a:lnTo>
                  <a:pt x="860272" y="125730"/>
                </a:lnTo>
                <a:lnTo>
                  <a:pt x="837768" y="120230"/>
                </a:lnTo>
                <a:lnTo>
                  <a:pt x="915010" y="120243"/>
                </a:lnTo>
                <a:lnTo>
                  <a:pt x="933500" y="125285"/>
                </a:lnTo>
                <a:lnTo>
                  <a:pt x="956576" y="131813"/>
                </a:lnTo>
                <a:lnTo>
                  <a:pt x="975732" y="137439"/>
                </a:lnTo>
                <a:close/>
              </a:path>
              <a:path w="1799589" h="496570">
                <a:moveTo>
                  <a:pt x="1016879" y="150126"/>
                </a:moveTo>
                <a:lnTo>
                  <a:pt x="951344" y="150126"/>
                </a:lnTo>
                <a:lnTo>
                  <a:pt x="928369" y="143637"/>
                </a:lnTo>
                <a:lnTo>
                  <a:pt x="905573" y="137426"/>
                </a:lnTo>
                <a:lnTo>
                  <a:pt x="975732" y="137439"/>
                </a:lnTo>
                <a:lnTo>
                  <a:pt x="979754" y="138620"/>
                </a:lnTo>
                <a:lnTo>
                  <a:pt x="1003045" y="145707"/>
                </a:lnTo>
                <a:lnTo>
                  <a:pt x="1016879" y="150126"/>
                </a:lnTo>
                <a:close/>
              </a:path>
              <a:path w="1799589" h="496570">
                <a:moveTo>
                  <a:pt x="1037488" y="156883"/>
                </a:moveTo>
                <a:lnTo>
                  <a:pt x="974344" y="156883"/>
                </a:lnTo>
                <a:lnTo>
                  <a:pt x="951280" y="150108"/>
                </a:lnTo>
                <a:lnTo>
                  <a:pt x="1016879" y="150126"/>
                </a:lnTo>
                <a:lnTo>
                  <a:pt x="1026896" y="153327"/>
                </a:lnTo>
                <a:lnTo>
                  <a:pt x="1037488" y="156883"/>
                </a:lnTo>
                <a:close/>
              </a:path>
              <a:path w="1799589" h="496570">
                <a:moveTo>
                  <a:pt x="1058193" y="163918"/>
                </a:moveTo>
                <a:lnTo>
                  <a:pt x="997432" y="163918"/>
                </a:lnTo>
                <a:lnTo>
                  <a:pt x="974255" y="156857"/>
                </a:lnTo>
                <a:lnTo>
                  <a:pt x="1037488" y="156883"/>
                </a:lnTo>
                <a:lnTo>
                  <a:pt x="1051598" y="161620"/>
                </a:lnTo>
                <a:lnTo>
                  <a:pt x="1058193" y="163918"/>
                </a:lnTo>
                <a:close/>
              </a:path>
              <a:path w="1799589" h="496570">
                <a:moveTo>
                  <a:pt x="1079711" y="171450"/>
                </a:moveTo>
                <a:lnTo>
                  <a:pt x="1021029" y="171450"/>
                </a:lnTo>
                <a:lnTo>
                  <a:pt x="997305" y="163880"/>
                </a:lnTo>
                <a:lnTo>
                  <a:pt x="997432" y="163918"/>
                </a:lnTo>
                <a:lnTo>
                  <a:pt x="1058193" y="163918"/>
                </a:lnTo>
                <a:lnTo>
                  <a:pt x="1076960" y="170459"/>
                </a:lnTo>
                <a:lnTo>
                  <a:pt x="1079711" y="171450"/>
                </a:lnTo>
                <a:close/>
              </a:path>
              <a:path w="1799589" h="496570">
                <a:moveTo>
                  <a:pt x="1102499" y="179654"/>
                </a:moveTo>
                <a:lnTo>
                  <a:pt x="1045489" y="179654"/>
                </a:lnTo>
                <a:lnTo>
                  <a:pt x="1020902" y="171411"/>
                </a:lnTo>
                <a:lnTo>
                  <a:pt x="1021029" y="171450"/>
                </a:lnTo>
                <a:lnTo>
                  <a:pt x="1079711" y="171450"/>
                </a:lnTo>
                <a:lnTo>
                  <a:pt x="1102499" y="179654"/>
                </a:lnTo>
                <a:close/>
              </a:path>
              <a:path w="1799589" h="496570">
                <a:moveTo>
                  <a:pt x="1126243" y="188429"/>
                </a:moveTo>
                <a:lnTo>
                  <a:pt x="1070648" y="188429"/>
                </a:lnTo>
                <a:lnTo>
                  <a:pt x="1045375" y="179616"/>
                </a:lnTo>
                <a:lnTo>
                  <a:pt x="1102499" y="179654"/>
                </a:lnTo>
                <a:lnTo>
                  <a:pt x="1126243" y="188429"/>
                </a:lnTo>
                <a:close/>
              </a:path>
              <a:path w="1799589" h="496570">
                <a:moveTo>
                  <a:pt x="1150818" y="197675"/>
                </a:moveTo>
                <a:lnTo>
                  <a:pt x="1096327" y="197675"/>
                </a:lnTo>
                <a:lnTo>
                  <a:pt x="1070546" y="188404"/>
                </a:lnTo>
                <a:lnTo>
                  <a:pt x="1126243" y="188429"/>
                </a:lnTo>
                <a:lnTo>
                  <a:pt x="1150818" y="197675"/>
                </a:lnTo>
                <a:close/>
              </a:path>
              <a:path w="1799589" h="496570">
                <a:moveTo>
                  <a:pt x="1252619" y="237388"/>
                </a:moveTo>
                <a:lnTo>
                  <a:pt x="1200810" y="237388"/>
                </a:lnTo>
                <a:lnTo>
                  <a:pt x="1148499" y="217170"/>
                </a:lnTo>
                <a:lnTo>
                  <a:pt x="1122299" y="207276"/>
                </a:lnTo>
                <a:lnTo>
                  <a:pt x="1096251" y="197650"/>
                </a:lnTo>
                <a:lnTo>
                  <a:pt x="1150818" y="197675"/>
                </a:lnTo>
                <a:lnTo>
                  <a:pt x="1175821" y="207302"/>
                </a:lnTo>
                <a:lnTo>
                  <a:pt x="1201401" y="217195"/>
                </a:lnTo>
                <a:lnTo>
                  <a:pt x="1252619" y="237388"/>
                </a:lnTo>
                <a:close/>
              </a:path>
              <a:path w="1799589" h="496570">
                <a:moveTo>
                  <a:pt x="1302933" y="257467"/>
                </a:moveTo>
                <a:lnTo>
                  <a:pt x="1251552" y="257454"/>
                </a:lnTo>
                <a:lnTo>
                  <a:pt x="1200734" y="237363"/>
                </a:lnTo>
                <a:lnTo>
                  <a:pt x="1252619" y="237388"/>
                </a:lnTo>
                <a:lnTo>
                  <a:pt x="1302933" y="257467"/>
                </a:lnTo>
                <a:close/>
              </a:path>
              <a:path w="1799589" h="496570">
                <a:moveTo>
                  <a:pt x="1556486" y="358355"/>
                </a:moveTo>
                <a:lnTo>
                  <a:pt x="1509509" y="358355"/>
                </a:lnTo>
                <a:lnTo>
                  <a:pt x="1492326" y="351231"/>
                </a:lnTo>
                <a:lnTo>
                  <a:pt x="1475816" y="344728"/>
                </a:lnTo>
                <a:lnTo>
                  <a:pt x="1381340" y="308965"/>
                </a:lnTo>
                <a:lnTo>
                  <a:pt x="1336022" y="291172"/>
                </a:lnTo>
                <a:lnTo>
                  <a:pt x="1298783" y="276326"/>
                </a:lnTo>
                <a:lnTo>
                  <a:pt x="1251546" y="257454"/>
                </a:lnTo>
                <a:lnTo>
                  <a:pt x="1302933" y="257467"/>
                </a:lnTo>
                <a:lnTo>
                  <a:pt x="1350244" y="276326"/>
                </a:lnTo>
                <a:lnTo>
                  <a:pt x="1388152" y="291172"/>
                </a:lnTo>
                <a:lnTo>
                  <a:pt x="1444294" y="312470"/>
                </a:lnTo>
                <a:lnTo>
                  <a:pt x="1482737" y="326974"/>
                </a:lnTo>
                <a:lnTo>
                  <a:pt x="1499539" y="333603"/>
                </a:lnTo>
                <a:lnTo>
                  <a:pt x="1516875" y="340779"/>
                </a:lnTo>
                <a:lnTo>
                  <a:pt x="1536369" y="349262"/>
                </a:lnTo>
                <a:lnTo>
                  <a:pt x="1556486" y="358355"/>
                </a:lnTo>
                <a:close/>
              </a:path>
              <a:path w="1799589" h="496570">
                <a:moveTo>
                  <a:pt x="1648793" y="402729"/>
                </a:moveTo>
                <a:lnTo>
                  <a:pt x="1605775" y="402729"/>
                </a:lnTo>
                <a:lnTo>
                  <a:pt x="1577962" y="389356"/>
                </a:lnTo>
                <a:lnTo>
                  <a:pt x="1551660" y="377075"/>
                </a:lnTo>
                <a:lnTo>
                  <a:pt x="1528584" y="366649"/>
                </a:lnTo>
                <a:lnTo>
                  <a:pt x="1509372" y="358299"/>
                </a:lnTo>
                <a:lnTo>
                  <a:pt x="1509509" y="358355"/>
                </a:lnTo>
                <a:lnTo>
                  <a:pt x="1556486" y="358355"/>
                </a:lnTo>
                <a:lnTo>
                  <a:pt x="1559661" y="359791"/>
                </a:lnTo>
                <a:lnTo>
                  <a:pt x="1586166" y="372160"/>
                </a:lnTo>
                <a:lnTo>
                  <a:pt x="1614068" y="385584"/>
                </a:lnTo>
                <a:lnTo>
                  <a:pt x="1648793" y="402729"/>
                </a:lnTo>
                <a:close/>
              </a:path>
              <a:path w="1799589" h="496570">
                <a:moveTo>
                  <a:pt x="1677174" y="416979"/>
                </a:moveTo>
                <a:lnTo>
                  <a:pt x="1634705" y="416979"/>
                </a:lnTo>
                <a:lnTo>
                  <a:pt x="1605686" y="402691"/>
                </a:lnTo>
                <a:lnTo>
                  <a:pt x="1648793" y="402729"/>
                </a:lnTo>
                <a:lnTo>
                  <a:pt x="1677174" y="416979"/>
                </a:lnTo>
                <a:close/>
              </a:path>
              <a:path w="1799589" h="496570">
                <a:moveTo>
                  <a:pt x="1706608" y="431977"/>
                </a:moveTo>
                <a:lnTo>
                  <a:pt x="1664652" y="431977"/>
                </a:lnTo>
                <a:lnTo>
                  <a:pt x="1634642" y="416953"/>
                </a:lnTo>
                <a:lnTo>
                  <a:pt x="1677174" y="416979"/>
                </a:lnTo>
                <a:lnTo>
                  <a:pt x="1706608" y="431977"/>
                </a:lnTo>
                <a:close/>
              </a:path>
              <a:path w="1799589" h="496570">
                <a:moveTo>
                  <a:pt x="1790598" y="496557"/>
                </a:moveTo>
                <a:lnTo>
                  <a:pt x="1726780" y="463638"/>
                </a:lnTo>
                <a:lnTo>
                  <a:pt x="1664589" y="431952"/>
                </a:lnTo>
                <a:lnTo>
                  <a:pt x="1706608" y="431977"/>
                </a:lnTo>
                <a:lnTo>
                  <a:pt x="1768387" y="463664"/>
                </a:lnTo>
                <a:lnTo>
                  <a:pt x="1799336" y="479628"/>
                </a:lnTo>
                <a:lnTo>
                  <a:pt x="1790598" y="4965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139617" y="2897022"/>
            <a:ext cx="53340" cy="350520"/>
          </a:xfrm>
          <a:custGeom>
            <a:avLst/>
            <a:gdLst/>
            <a:ahLst/>
            <a:cxnLst/>
            <a:rect l="l" t="t" r="r" b="b"/>
            <a:pathLst>
              <a:path w="53339" h="350519">
                <a:moveTo>
                  <a:pt x="2349" y="126339"/>
                </a:moveTo>
                <a:lnTo>
                  <a:pt x="30835" y="0"/>
                </a:lnTo>
                <a:lnTo>
                  <a:pt x="41890" y="63246"/>
                </a:lnTo>
                <a:lnTo>
                  <a:pt x="19773" y="63246"/>
                </a:lnTo>
                <a:lnTo>
                  <a:pt x="19193" y="87055"/>
                </a:lnTo>
                <a:lnTo>
                  <a:pt x="2349" y="126339"/>
                </a:lnTo>
                <a:close/>
              </a:path>
              <a:path w="53339" h="350519">
                <a:moveTo>
                  <a:pt x="19193" y="87055"/>
                </a:moveTo>
                <a:lnTo>
                  <a:pt x="19773" y="63246"/>
                </a:lnTo>
                <a:lnTo>
                  <a:pt x="29549" y="63487"/>
                </a:lnTo>
                <a:lnTo>
                  <a:pt x="29298" y="63487"/>
                </a:lnTo>
                <a:lnTo>
                  <a:pt x="19193" y="87055"/>
                </a:lnTo>
                <a:close/>
              </a:path>
              <a:path w="53339" h="350519">
                <a:moveTo>
                  <a:pt x="53136" y="127584"/>
                </a:moveTo>
                <a:lnTo>
                  <a:pt x="38231" y="87504"/>
                </a:lnTo>
                <a:lnTo>
                  <a:pt x="38811" y="63715"/>
                </a:lnTo>
                <a:lnTo>
                  <a:pt x="19773" y="63246"/>
                </a:lnTo>
                <a:lnTo>
                  <a:pt x="41890" y="63246"/>
                </a:lnTo>
                <a:lnTo>
                  <a:pt x="53136" y="127584"/>
                </a:lnTo>
                <a:close/>
              </a:path>
              <a:path w="53339" h="350519">
                <a:moveTo>
                  <a:pt x="23837" y="286893"/>
                </a:moveTo>
                <a:lnTo>
                  <a:pt x="14905" y="262875"/>
                </a:lnTo>
                <a:lnTo>
                  <a:pt x="19193" y="87055"/>
                </a:lnTo>
                <a:lnTo>
                  <a:pt x="29298" y="63487"/>
                </a:lnTo>
                <a:lnTo>
                  <a:pt x="38231" y="87504"/>
                </a:lnTo>
                <a:lnTo>
                  <a:pt x="33943" y="263324"/>
                </a:lnTo>
                <a:lnTo>
                  <a:pt x="23837" y="286893"/>
                </a:lnTo>
                <a:close/>
              </a:path>
              <a:path w="53339" h="350519">
                <a:moveTo>
                  <a:pt x="38231" y="87504"/>
                </a:moveTo>
                <a:lnTo>
                  <a:pt x="29298" y="63487"/>
                </a:lnTo>
                <a:lnTo>
                  <a:pt x="38811" y="63715"/>
                </a:lnTo>
                <a:lnTo>
                  <a:pt x="38231" y="87504"/>
                </a:lnTo>
                <a:close/>
              </a:path>
              <a:path w="53339" h="350519">
                <a:moveTo>
                  <a:pt x="22301" y="350380"/>
                </a:moveTo>
                <a:lnTo>
                  <a:pt x="0" y="222796"/>
                </a:lnTo>
                <a:lnTo>
                  <a:pt x="14905" y="262875"/>
                </a:lnTo>
                <a:lnTo>
                  <a:pt x="14325" y="286664"/>
                </a:lnTo>
                <a:lnTo>
                  <a:pt x="33362" y="287134"/>
                </a:lnTo>
                <a:lnTo>
                  <a:pt x="36561" y="287134"/>
                </a:lnTo>
                <a:lnTo>
                  <a:pt x="22301" y="350380"/>
                </a:lnTo>
                <a:close/>
              </a:path>
              <a:path w="53339" h="350519">
                <a:moveTo>
                  <a:pt x="36561" y="287134"/>
                </a:moveTo>
                <a:lnTo>
                  <a:pt x="33362" y="287134"/>
                </a:lnTo>
                <a:lnTo>
                  <a:pt x="33943" y="263324"/>
                </a:lnTo>
                <a:lnTo>
                  <a:pt x="50787" y="224040"/>
                </a:lnTo>
                <a:lnTo>
                  <a:pt x="36561" y="287134"/>
                </a:lnTo>
                <a:close/>
              </a:path>
              <a:path w="53339" h="350519">
                <a:moveTo>
                  <a:pt x="33362" y="287134"/>
                </a:moveTo>
                <a:lnTo>
                  <a:pt x="14325" y="286664"/>
                </a:lnTo>
                <a:lnTo>
                  <a:pt x="14905" y="262875"/>
                </a:lnTo>
                <a:lnTo>
                  <a:pt x="23837" y="286893"/>
                </a:lnTo>
                <a:lnTo>
                  <a:pt x="33368" y="286893"/>
                </a:lnTo>
                <a:lnTo>
                  <a:pt x="33362" y="287134"/>
                </a:lnTo>
                <a:close/>
              </a:path>
              <a:path w="53339" h="350519">
                <a:moveTo>
                  <a:pt x="33368" y="286893"/>
                </a:moveTo>
                <a:lnTo>
                  <a:pt x="23837" y="286893"/>
                </a:lnTo>
                <a:lnTo>
                  <a:pt x="33943" y="263324"/>
                </a:lnTo>
                <a:lnTo>
                  <a:pt x="33368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38580" y="2146909"/>
            <a:ext cx="350520" cy="53340"/>
          </a:xfrm>
          <a:custGeom>
            <a:avLst/>
            <a:gdLst/>
            <a:ahLst/>
            <a:cxnLst/>
            <a:rect l="l" t="t" r="r" b="b"/>
            <a:pathLst>
              <a:path w="350519" h="53339">
                <a:moveTo>
                  <a:pt x="126339" y="50787"/>
                </a:moveTo>
                <a:lnTo>
                  <a:pt x="0" y="22301"/>
                </a:lnTo>
                <a:lnTo>
                  <a:pt x="127584" y="0"/>
                </a:lnTo>
                <a:lnTo>
                  <a:pt x="89085" y="14325"/>
                </a:lnTo>
                <a:lnTo>
                  <a:pt x="63715" y="14325"/>
                </a:lnTo>
                <a:lnTo>
                  <a:pt x="63246" y="33362"/>
                </a:lnTo>
                <a:lnTo>
                  <a:pt x="87039" y="33944"/>
                </a:lnTo>
                <a:lnTo>
                  <a:pt x="126339" y="50787"/>
                </a:lnTo>
                <a:close/>
              </a:path>
              <a:path w="350519" h="53339">
                <a:moveTo>
                  <a:pt x="304726" y="38823"/>
                </a:moveTo>
                <a:lnTo>
                  <a:pt x="286664" y="38823"/>
                </a:lnTo>
                <a:lnTo>
                  <a:pt x="287134" y="19773"/>
                </a:lnTo>
                <a:lnTo>
                  <a:pt x="263324" y="19193"/>
                </a:lnTo>
                <a:lnTo>
                  <a:pt x="224040" y="2349"/>
                </a:lnTo>
                <a:lnTo>
                  <a:pt x="350380" y="30848"/>
                </a:lnTo>
                <a:lnTo>
                  <a:pt x="304726" y="38823"/>
                </a:lnTo>
                <a:close/>
              </a:path>
              <a:path w="350519" h="53339">
                <a:moveTo>
                  <a:pt x="87039" y="33944"/>
                </a:moveTo>
                <a:lnTo>
                  <a:pt x="63246" y="33362"/>
                </a:lnTo>
                <a:lnTo>
                  <a:pt x="63715" y="14325"/>
                </a:lnTo>
                <a:lnTo>
                  <a:pt x="87524" y="14906"/>
                </a:lnTo>
                <a:lnTo>
                  <a:pt x="63487" y="23850"/>
                </a:lnTo>
                <a:lnTo>
                  <a:pt x="87039" y="33944"/>
                </a:lnTo>
                <a:close/>
              </a:path>
              <a:path w="350519" h="53339">
                <a:moveTo>
                  <a:pt x="87524" y="14906"/>
                </a:moveTo>
                <a:lnTo>
                  <a:pt x="63715" y="14325"/>
                </a:lnTo>
                <a:lnTo>
                  <a:pt x="89085" y="14325"/>
                </a:lnTo>
                <a:lnTo>
                  <a:pt x="87524" y="14906"/>
                </a:lnTo>
                <a:close/>
              </a:path>
              <a:path w="350519" h="53339">
                <a:moveTo>
                  <a:pt x="262846" y="38241"/>
                </a:moveTo>
                <a:lnTo>
                  <a:pt x="87039" y="33944"/>
                </a:lnTo>
                <a:lnTo>
                  <a:pt x="63487" y="23850"/>
                </a:lnTo>
                <a:lnTo>
                  <a:pt x="87524" y="14906"/>
                </a:lnTo>
                <a:lnTo>
                  <a:pt x="263324" y="19193"/>
                </a:lnTo>
                <a:lnTo>
                  <a:pt x="286893" y="29298"/>
                </a:lnTo>
                <a:lnTo>
                  <a:pt x="262846" y="38241"/>
                </a:lnTo>
                <a:close/>
              </a:path>
              <a:path w="350519" h="53339">
                <a:moveTo>
                  <a:pt x="286664" y="38823"/>
                </a:moveTo>
                <a:lnTo>
                  <a:pt x="262846" y="38241"/>
                </a:lnTo>
                <a:lnTo>
                  <a:pt x="286893" y="29298"/>
                </a:lnTo>
                <a:lnTo>
                  <a:pt x="263324" y="19193"/>
                </a:lnTo>
                <a:lnTo>
                  <a:pt x="287134" y="19773"/>
                </a:lnTo>
                <a:lnTo>
                  <a:pt x="286664" y="38823"/>
                </a:lnTo>
                <a:close/>
              </a:path>
              <a:path w="350519" h="53339">
                <a:moveTo>
                  <a:pt x="222796" y="53136"/>
                </a:moveTo>
                <a:lnTo>
                  <a:pt x="262846" y="38241"/>
                </a:lnTo>
                <a:lnTo>
                  <a:pt x="286664" y="38823"/>
                </a:lnTo>
                <a:lnTo>
                  <a:pt x="304726" y="38823"/>
                </a:lnTo>
                <a:lnTo>
                  <a:pt x="222796" y="531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632216" y="2025357"/>
            <a:ext cx="0" cy="205104"/>
          </a:xfrm>
          <a:custGeom>
            <a:avLst/>
            <a:gdLst/>
            <a:ahLst/>
            <a:cxnLst/>
            <a:rect l="l" t="t" r="r" b="b"/>
            <a:pathLst>
              <a:path w="0" h="205105">
                <a:moveTo>
                  <a:pt x="0" y="0"/>
                </a:moveTo>
                <a:lnTo>
                  <a:pt x="0" y="20509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177578" y="2032469"/>
            <a:ext cx="0" cy="205104"/>
          </a:xfrm>
          <a:custGeom>
            <a:avLst/>
            <a:gdLst/>
            <a:ahLst/>
            <a:cxnLst/>
            <a:rect l="l" t="t" r="r" b="b"/>
            <a:pathLst>
              <a:path w="0" h="205105">
                <a:moveTo>
                  <a:pt x="0" y="0"/>
                </a:moveTo>
                <a:lnTo>
                  <a:pt x="0" y="20510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255911" y="2358644"/>
            <a:ext cx="760730" cy="0"/>
          </a:xfrm>
          <a:custGeom>
            <a:avLst/>
            <a:gdLst/>
            <a:ahLst/>
            <a:cxnLst/>
            <a:rect l="l" t="t" r="r" b="b"/>
            <a:pathLst>
              <a:path w="760729" h="0">
                <a:moveTo>
                  <a:pt x="0" y="0"/>
                </a:moveTo>
                <a:lnTo>
                  <a:pt x="76057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245942" y="3382721"/>
            <a:ext cx="760730" cy="0"/>
          </a:xfrm>
          <a:custGeom>
            <a:avLst/>
            <a:gdLst/>
            <a:ahLst/>
            <a:cxnLst/>
            <a:rect l="l" t="t" r="r" b="b"/>
            <a:pathLst>
              <a:path w="760729" h="0">
                <a:moveTo>
                  <a:pt x="0" y="0"/>
                </a:moveTo>
                <a:lnTo>
                  <a:pt x="76057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743083" y="2358644"/>
            <a:ext cx="58419" cy="1024255"/>
          </a:xfrm>
          <a:custGeom>
            <a:avLst/>
            <a:gdLst/>
            <a:ahLst/>
            <a:cxnLst/>
            <a:rect l="l" t="t" r="r" b="b"/>
            <a:pathLst>
              <a:path w="58420" h="1024254">
                <a:moveTo>
                  <a:pt x="7493" y="126745"/>
                </a:moveTo>
                <a:lnTo>
                  <a:pt x="34124" y="0"/>
                </a:lnTo>
                <a:lnTo>
                  <a:pt x="46166" y="63398"/>
                </a:lnTo>
                <a:lnTo>
                  <a:pt x="23990" y="63398"/>
                </a:lnTo>
                <a:lnTo>
                  <a:pt x="23758" y="87185"/>
                </a:lnTo>
                <a:lnTo>
                  <a:pt x="7493" y="126745"/>
                </a:lnTo>
                <a:close/>
              </a:path>
              <a:path w="58420" h="1024254">
                <a:moveTo>
                  <a:pt x="23758" y="87185"/>
                </a:moveTo>
                <a:lnTo>
                  <a:pt x="23990" y="63398"/>
                </a:lnTo>
                <a:lnTo>
                  <a:pt x="33500" y="63493"/>
                </a:lnTo>
                <a:lnTo>
                  <a:pt x="23758" y="87185"/>
                </a:lnTo>
                <a:close/>
              </a:path>
              <a:path w="58420" h="1024254">
                <a:moveTo>
                  <a:pt x="33500" y="63493"/>
                </a:moveTo>
                <a:lnTo>
                  <a:pt x="23990" y="63398"/>
                </a:lnTo>
                <a:lnTo>
                  <a:pt x="46166" y="63398"/>
                </a:lnTo>
                <a:lnTo>
                  <a:pt x="33500" y="63493"/>
                </a:lnTo>
                <a:close/>
              </a:path>
              <a:path w="58420" h="1024254">
                <a:moveTo>
                  <a:pt x="58293" y="127241"/>
                </a:moveTo>
                <a:lnTo>
                  <a:pt x="42796" y="87387"/>
                </a:lnTo>
                <a:lnTo>
                  <a:pt x="43027" y="63588"/>
                </a:lnTo>
                <a:lnTo>
                  <a:pt x="33502" y="63487"/>
                </a:lnTo>
                <a:lnTo>
                  <a:pt x="46183" y="63487"/>
                </a:lnTo>
                <a:lnTo>
                  <a:pt x="58293" y="127241"/>
                </a:lnTo>
                <a:close/>
              </a:path>
              <a:path w="58420" h="1024254">
                <a:moveTo>
                  <a:pt x="24790" y="960564"/>
                </a:moveTo>
                <a:lnTo>
                  <a:pt x="15496" y="936669"/>
                </a:lnTo>
                <a:lnTo>
                  <a:pt x="23758" y="87185"/>
                </a:lnTo>
                <a:lnTo>
                  <a:pt x="33500" y="63493"/>
                </a:lnTo>
                <a:lnTo>
                  <a:pt x="42796" y="87387"/>
                </a:lnTo>
                <a:lnTo>
                  <a:pt x="34534" y="936871"/>
                </a:lnTo>
                <a:lnTo>
                  <a:pt x="24790" y="960564"/>
                </a:lnTo>
                <a:close/>
              </a:path>
              <a:path w="58420" h="1024254">
                <a:moveTo>
                  <a:pt x="42796" y="87387"/>
                </a:moveTo>
                <a:lnTo>
                  <a:pt x="33505" y="63493"/>
                </a:lnTo>
                <a:lnTo>
                  <a:pt x="43027" y="63588"/>
                </a:lnTo>
                <a:lnTo>
                  <a:pt x="42796" y="87387"/>
                </a:lnTo>
                <a:close/>
              </a:path>
              <a:path w="58420" h="1024254">
                <a:moveTo>
                  <a:pt x="24168" y="1024064"/>
                </a:moveTo>
                <a:lnTo>
                  <a:pt x="0" y="896823"/>
                </a:lnTo>
                <a:lnTo>
                  <a:pt x="15496" y="936669"/>
                </a:lnTo>
                <a:lnTo>
                  <a:pt x="15265" y="960475"/>
                </a:lnTo>
                <a:lnTo>
                  <a:pt x="34302" y="960666"/>
                </a:lnTo>
                <a:lnTo>
                  <a:pt x="37489" y="960666"/>
                </a:lnTo>
                <a:lnTo>
                  <a:pt x="24168" y="1024064"/>
                </a:lnTo>
                <a:close/>
              </a:path>
              <a:path w="58420" h="1024254">
                <a:moveTo>
                  <a:pt x="37489" y="960666"/>
                </a:moveTo>
                <a:lnTo>
                  <a:pt x="34302" y="960666"/>
                </a:lnTo>
                <a:lnTo>
                  <a:pt x="34534" y="936871"/>
                </a:lnTo>
                <a:lnTo>
                  <a:pt x="50800" y="897318"/>
                </a:lnTo>
                <a:lnTo>
                  <a:pt x="37489" y="960666"/>
                </a:lnTo>
                <a:close/>
              </a:path>
              <a:path w="58420" h="1024254">
                <a:moveTo>
                  <a:pt x="34302" y="960666"/>
                </a:moveTo>
                <a:lnTo>
                  <a:pt x="15265" y="960475"/>
                </a:lnTo>
                <a:lnTo>
                  <a:pt x="15496" y="936669"/>
                </a:lnTo>
                <a:lnTo>
                  <a:pt x="24790" y="960564"/>
                </a:lnTo>
                <a:lnTo>
                  <a:pt x="34303" y="960564"/>
                </a:lnTo>
                <a:close/>
              </a:path>
              <a:path w="58420" h="1024254">
                <a:moveTo>
                  <a:pt x="34303" y="960564"/>
                </a:moveTo>
                <a:lnTo>
                  <a:pt x="24790" y="960564"/>
                </a:lnTo>
                <a:lnTo>
                  <a:pt x="34534" y="936871"/>
                </a:lnTo>
                <a:lnTo>
                  <a:pt x="34303" y="9605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646466" y="2094433"/>
            <a:ext cx="1532890" cy="55880"/>
          </a:xfrm>
          <a:custGeom>
            <a:avLst/>
            <a:gdLst/>
            <a:ahLst/>
            <a:cxnLst/>
            <a:rect l="l" t="t" r="r" b="b"/>
            <a:pathLst>
              <a:path w="1532889" h="55880">
                <a:moveTo>
                  <a:pt x="1445183" y="15722"/>
                </a:moveTo>
                <a:lnTo>
                  <a:pt x="1405445" y="0"/>
                </a:lnTo>
                <a:lnTo>
                  <a:pt x="1485183" y="15633"/>
                </a:lnTo>
                <a:lnTo>
                  <a:pt x="1469008" y="15633"/>
                </a:lnTo>
                <a:lnTo>
                  <a:pt x="1445183" y="15722"/>
                </a:lnTo>
                <a:close/>
              </a:path>
              <a:path w="1532889" h="55880">
                <a:moveTo>
                  <a:pt x="127101" y="55549"/>
                </a:moveTo>
                <a:lnTo>
                  <a:pt x="0" y="30619"/>
                </a:lnTo>
                <a:lnTo>
                  <a:pt x="126911" y="4749"/>
                </a:lnTo>
                <a:lnTo>
                  <a:pt x="87285" y="20764"/>
                </a:lnTo>
                <a:lnTo>
                  <a:pt x="63474" y="20853"/>
                </a:lnTo>
                <a:lnTo>
                  <a:pt x="63538" y="39903"/>
                </a:lnTo>
                <a:lnTo>
                  <a:pt x="87567" y="39903"/>
                </a:lnTo>
                <a:lnTo>
                  <a:pt x="127101" y="55549"/>
                </a:lnTo>
                <a:close/>
              </a:path>
              <a:path w="1532889" h="55880">
                <a:moveTo>
                  <a:pt x="1445265" y="34772"/>
                </a:moveTo>
                <a:lnTo>
                  <a:pt x="1469034" y="25158"/>
                </a:lnTo>
                <a:lnTo>
                  <a:pt x="1445183" y="15722"/>
                </a:lnTo>
                <a:lnTo>
                  <a:pt x="1469008" y="15633"/>
                </a:lnTo>
                <a:lnTo>
                  <a:pt x="1469072" y="34683"/>
                </a:lnTo>
                <a:lnTo>
                  <a:pt x="1445265" y="34772"/>
                </a:lnTo>
                <a:close/>
              </a:path>
              <a:path w="1532889" h="55880">
                <a:moveTo>
                  <a:pt x="1405636" y="50800"/>
                </a:moveTo>
                <a:lnTo>
                  <a:pt x="1445265" y="34772"/>
                </a:lnTo>
                <a:lnTo>
                  <a:pt x="1469072" y="34683"/>
                </a:lnTo>
                <a:lnTo>
                  <a:pt x="1469008" y="15633"/>
                </a:lnTo>
                <a:lnTo>
                  <a:pt x="1485183" y="15633"/>
                </a:lnTo>
                <a:lnTo>
                  <a:pt x="1532534" y="24917"/>
                </a:lnTo>
                <a:lnTo>
                  <a:pt x="1405636" y="50800"/>
                </a:lnTo>
                <a:close/>
              </a:path>
              <a:path w="1532889" h="55880">
                <a:moveTo>
                  <a:pt x="87343" y="39814"/>
                </a:moveTo>
                <a:lnTo>
                  <a:pt x="63506" y="30375"/>
                </a:lnTo>
                <a:lnTo>
                  <a:pt x="87285" y="20764"/>
                </a:lnTo>
                <a:lnTo>
                  <a:pt x="1445183" y="15722"/>
                </a:lnTo>
                <a:lnTo>
                  <a:pt x="1469034" y="25158"/>
                </a:lnTo>
                <a:lnTo>
                  <a:pt x="1445265" y="34772"/>
                </a:lnTo>
                <a:lnTo>
                  <a:pt x="87343" y="39814"/>
                </a:lnTo>
                <a:close/>
              </a:path>
              <a:path w="1532889" h="55880">
                <a:moveTo>
                  <a:pt x="63506" y="30375"/>
                </a:moveTo>
                <a:lnTo>
                  <a:pt x="63474" y="20853"/>
                </a:lnTo>
                <a:lnTo>
                  <a:pt x="87285" y="20764"/>
                </a:lnTo>
                <a:lnTo>
                  <a:pt x="63506" y="30375"/>
                </a:lnTo>
                <a:close/>
              </a:path>
              <a:path w="1532889" h="55880">
                <a:moveTo>
                  <a:pt x="63538" y="39903"/>
                </a:moveTo>
                <a:lnTo>
                  <a:pt x="63506" y="30380"/>
                </a:lnTo>
                <a:lnTo>
                  <a:pt x="87343" y="39814"/>
                </a:lnTo>
                <a:lnTo>
                  <a:pt x="63538" y="39903"/>
                </a:lnTo>
                <a:close/>
              </a:path>
              <a:path w="1532889" h="55880">
                <a:moveTo>
                  <a:pt x="87567" y="39903"/>
                </a:moveTo>
                <a:lnTo>
                  <a:pt x="63538" y="39903"/>
                </a:lnTo>
                <a:lnTo>
                  <a:pt x="87343" y="39814"/>
                </a:lnTo>
                <a:lnTo>
                  <a:pt x="87567" y="399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027290" y="1857031"/>
            <a:ext cx="265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U</a:t>
            </a:r>
            <a:r>
              <a:rPr dirty="0" baseline="-16908" sz="1725" spc="15">
                <a:latin typeface="Times New Roman"/>
                <a:cs typeface="Times New Roman"/>
              </a:rPr>
              <a:t>0</a:t>
            </a:r>
            <a:endParaRPr baseline="-16908" sz="1725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282101" y="183851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37826" y="2845511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45459" y="2666034"/>
            <a:ext cx="419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U</a:t>
            </a:r>
            <a:r>
              <a:rPr dirty="0" sz="1800" spc="36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27213" y="2562085"/>
            <a:ext cx="476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m ,</a:t>
            </a:r>
            <a:r>
              <a:rPr dirty="0" sz="1800" spc="-9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q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4415625" y="1741919"/>
            <a:ext cx="169227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（</a:t>
            </a:r>
            <a:r>
              <a:rPr dirty="0" sz="2400" spc="-5" i="1">
                <a:latin typeface="华文楷体"/>
                <a:cs typeface="华文楷体"/>
              </a:rPr>
              <a:t>1</a:t>
            </a:r>
            <a:r>
              <a:rPr dirty="0" sz="2400" i="1">
                <a:latin typeface="华文楷体"/>
                <a:cs typeface="华文楷体"/>
              </a:rPr>
              <a:t>）先加速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9508" y="3834257"/>
            <a:ext cx="16922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（</a:t>
            </a:r>
            <a:r>
              <a:rPr dirty="0" sz="2400" spc="-5" i="1">
                <a:latin typeface="华文楷体"/>
                <a:cs typeface="华文楷体"/>
              </a:rPr>
              <a:t>2</a:t>
            </a:r>
            <a:r>
              <a:rPr dirty="0" sz="2400" i="1">
                <a:latin typeface="华文楷体"/>
                <a:cs typeface="华文楷体"/>
              </a:rPr>
              <a:t>）再偏转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5625" y="1741919"/>
            <a:ext cx="169227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（</a:t>
            </a:r>
            <a:r>
              <a:rPr dirty="0" sz="2400" spc="-5" i="1">
                <a:latin typeface="华文楷体"/>
                <a:cs typeface="华文楷体"/>
              </a:rPr>
              <a:t>1</a:t>
            </a:r>
            <a:r>
              <a:rPr dirty="0" sz="2400" i="1">
                <a:latin typeface="华文楷体"/>
                <a:cs typeface="华文楷体"/>
              </a:rPr>
              <a:t>）先加速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7798" y="2127046"/>
            <a:ext cx="102235" cy="1567180"/>
          </a:xfrm>
          <a:custGeom>
            <a:avLst/>
            <a:gdLst/>
            <a:ahLst/>
            <a:cxnLst/>
            <a:rect l="l" t="t" r="r" b="b"/>
            <a:pathLst>
              <a:path w="102234" h="1567179">
                <a:moveTo>
                  <a:pt x="102184" y="1567052"/>
                </a:moveTo>
                <a:lnTo>
                  <a:pt x="0" y="1567052"/>
                </a:lnTo>
                <a:lnTo>
                  <a:pt x="0" y="0"/>
                </a:lnTo>
                <a:lnTo>
                  <a:pt x="102184" y="0"/>
                </a:lnTo>
                <a:lnTo>
                  <a:pt x="102184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548002"/>
                </a:lnTo>
                <a:lnTo>
                  <a:pt x="9525" y="1548002"/>
                </a:lnTo>
                <a:lnTo>
                  <a:pt x="19050" y="1557527"/>
                </a:lnTo>
                <a:lnTo>
                  <a:pt x="102184" y="1557527"/>
                </a:lnTo>
                <a:lnTo>
                  <a:pt x="102184" y="1567052"/>
                </a:lnTo>
                <a:close/>
              </a:path>
              <a:path w="102234" h="1567179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102234" h="1567179">
                <a:moveTo>
                  <a:pt x="83134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3134" y="9524"/>
                </a:lnTo>
                <a:lnTo>
                  <a:pt x="83134" y="19049"/>
                </a:lnTo>
                <a:close/>
              </a:path>
              <a:path w="102234" h="1567179">
                <a:moveTo>
                  <a:pt x="83134" y="1557527"/>
                </a:moveTo>
                <a:lnTo>
                  <a:pt x="83134" y="9524"/>
                </a:lnTo>
                <a:lnTo>
                  <a:pt x="92659" y="19049"/>
                </a:lnTo>
                <a:lnTo>
                  <a:pt x="102184" y="19049"/>
                </a:lnTo>
                <a:lnTo>
                  <a:pt x="102184" y="1548002"/>
                </a:lnTo>
                <a:lnTo>
                  <a:pt x="92659" y="1548002"/>
                </a:lnTo>
                <a:lnTo>
                  <a:pt x="83134" y="1557527"/>
                </a:lnTo>
                <a:close/>
              </a:path>
              <a:path w="102234" h="1567179">
                <a:moveTo>
                  <a:pt x="102184" y="19049"/>
                </a:moveTo>
                <a:lnTo>
                  <a:pt x="92659" y="19049"/>
                </a:lnTo>
                <a:lnTo>
                  <a:pt x="83134" y="9524"/>
                </a:lnTo>
                <a:lnTo>
                  <a:pt x="102184" y="9524"/>
                </a:lnTo>
                <a:lnTo>
                  <a:pt x="102184" y="19049"/>
                </a:lnTo>
                <a:close/>
              </a:path>
              <a:path w="102234" h="1567179">
                <a:moveTo>
                  <a:pt x="19050" y="1557527"/>
                </a:moveTo>
                <a:lnTo>
                  <a:pt x="9525" y="1548002"/>
                </a:lnTo>
                <a:lnTo>
                  <a:pt x="19050" y="1548002"/>
                </a:lnTo>
                <a:lnTo>
                  <a:pt x="19050" y="1557527"/>
                </a:lnTo>
                <a:close/>
              </a:path>
              <a:path w="102234" h="1567179">
                <a:moveTo>
                  <a:pt x="83134" y="1557527"/>
                </a:moveTo>
                <a:lnTo>
                  <a:pt x="19050" y="1557527"/>
                </a:lnTo>
                <a:lnTo>
                  <a:pt x="19050" y="1548002"/>
                </a:lnTo>
                <a:lnTo>
                  <a:pt x="83134" y="1548002"/>
                </a:lnTo>
                <a:lnTo>
                  <a:pt x="83134" y="1557527"/>
                </a:lnTo>
                <a:close/>
              </a:path>
              <a:path w="102234" h="1567179">
                <a:moveTo>
                  <a:pt x="102184" y="1557527"/>
                </a:moveTo>
                <a:lnTo>
                  <a:pt x="83134" y="1557527"/>
                </a:lnTo>
                <a:lnTo>
                  <a:pt x="92659" y="1548002"/>
                </a:lnTo>
                <a:lnTo>
                  <a:pt x="102184" y="1548002"/>
                </a:lnTo>
                <a:lnTo>
                  <a:pt x="102184" y="1557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98867" y="2127046"/>
            <a:ext cx="102235" cy="739140"/>
          </a:xfrm>
          <a:custGeom>
            <a:avLst/>
            <a:gdLst/>
            <a:ahLst/>
            <a:cxnLst/>
            <a:rect l="l" t="t" r="r" b="b"/>
            <a:pathLst>
              <a:path w="102234" h="739139">
                <a:moveTo>
                  <a:pt x="102171" y="739051"/>
                </a:moveTo>
                <a:lnTo>
                  <a:pt x="0" y="739051"/>
                </a:lnTo>
                <a:lnTo>
                  <a:pt x="0" y="0"/>
                </a:lnTo>
                <a:lnTo>
                  <a:pt x="102171" y="0"/>
                </a:lnTo>
                <a:lnTo>
                  <a:pt x="102171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720001"/>
                </a:lnTo>
                <a:lnTo>
                  <a:pt x="9525" y="720001"/>
                </a:lnTo>
                <a:lnTo>
                  <a:pt x="19050" y="729526"/>
                </a:lnTo>
                <a:lnTo>
                  <a:pt x="102171" y="729526"/>
                </a:lnTo>
                <a:lnTo>
                  <a:pt x="102171" y="739051"/>
                </a:lnTo>
                <a:close/>
              </a:path>
              <a:path w="102234" h="739139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102234" h="739139">
                <a:moveTo>
                  <a:pt x="83121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3121" y="9524"/>
                </a:lnTo>
                <a:lnTo>
                  <a:pt x="83121" y="19049"/>
                </a:lnTo>
                <a:close/>
              </a:path>
              <a:path w="102234" h="739139">
                <a:moveTo>
                  <a:pt x="83121" y="729526"/>
                </a:moveTo>
                <a:lnTo>
                  <a:pt x="83121" y="9524"/>
                </a:lnTo>
                <a:lnTo>
                  <a:pt x="92646" y="19049"/>
                </a:lnTo>
                <a:lnTo>
                  <a:pt x="102171" y="19049"/>
                </a:lnTo>
                <a:lnTo>
                  <a:pt x="102171" y="720001"/>
                </a:lnTo>
                <a:lnTo>
                  <a:pt x="92646" y="720001"/>
                </a:lnTo>
                <a:lnTo>
                  <a:pt x="83121" y="729526"/>
                </a:lnTo>
                <a:close/>
              </a:path>
              <a:path w="102234" h="739139">
                <a:moveTo>
                  <a:pt x="102171" y="19049"/>
                </a:moveTo>
                <a:lnTo>
                  <a:pt x="92646" y="19049"/>
                </a:lnTo>
                <a:lnTo>
                  <a:pt x="83121" y="9524"/>
                </a:lnTo>
                <a:lnTo>
                  <a:pt x="102171" y="9524"/>
                </a:lnTo>
                <a:lnTo>
                  <a:pt x="102171" y="19049"/>
                </a:lnTo>
                <a:close/>
              </a:path>
              <a:path w="102234" h="739139">
                <a:moveTo>
                  <a:pt x="19050" y="729526"/>
                </a:moveTo>
                <a:lnTo>
                  <a:pt x="9525" y="720001"/>
                </a:lnTo>
                <a:lnTo>
                  <a:pt x="19050" y="720001"/>
                </a:lnTo>
                <a:lnTo>
                  <a:pt x="19050" y="729526"/>
                </a:lnTo>
                <a:close/>
              </a:path>
              <a:path w="102234" h="739139">
                <a:moveTo>
                  <a:pt x="83121" y="729526"/>
                </a:moveTo>
                <a:lnTo>
                  <a:pt x="19050" y="729526"/>
                </a:lnTo>
                <a:lnTo>
                  <a:pt x="19050" y="720001"/>
                </a:lnTo>
                <a:lnTo>
                  <a:pt x="83121" y="720001"/>
                </a:lnTo>
                <a:lnTo>
                  <a:pt x="83121" y="729526"/>
                </a:lnTo>
                <a:close/>
              </a:path>
              <a:path w="102234" h="739139">
                <a:moveTo>
                  <a:pt x="102171" y="729526"/>
                </a:moveTo>
                <a:lnTo>
                  <a:pt x="83121" y="729526"/>
                </a:lnTo>
                <a:lnTo>
                  <a:pt x="92646" y="720001"/>
                </a:lnTo>
                <a:lnTo>
                  <a:pt x="102171" y="720001"/>
                </a:lnTo>
                <a:lnTo>
                  <a:pt x="102171" y="7295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98867" y="2958338"/>
            <a:ext cx="102235" cy="739140"/>
          </a:xfrm>
          <a:custGeom>
            <a:avLst/>
            <a:gdLst/>
            <a:ahLst/>
            <a:cxnLst/>
            <a:rect l="l" t="t" r="r" b="b"/>
            <a:pathLst>
              <a:path w="102234" h="739139">
                <a:moveTo>
                  <a:pt x="102171" y="739051"/>
                </a:moveTo>
                <a:lnTo>
                  <a:pt x="0" y="739051"/>
                </a:lnTo>
                <a:lnTo>
                  <a:pt x="0" y="0"/>
                </a:lnTo>
                <a:lnTo>
                  <a:pt x="102171" y="0"/>
                </a:lnTo>
                <a:lnTo>
                  <a:pt x="102171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720001"/>
                </a:lnTo>
                <a:lnTo>
                  <a:pt x="9525" y="720001"/>
                </a:lnTo>
                <a:lnTo>
                  <a:pt x="19050" y="729526"/>
                </a:lnTo>
                <a:lnTo>
                  <a:pt x="102171" y="729526"/>
                </a:lnTo>
                <a:lnTo>
                  <a:pt x="102171" y="739051"/>
                </a:lnTo>
                <a:close/>
              </a:path>
              <a:path w="102234" h="73913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02234" h="739139">
                <a:moveTo>
                  <a:pt x="83121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3121" y="9525"/>
                </a:lnTo>
                <a:lnTo>
                  <a:pt x="83121" y="19050"/>
                </a:lnTo>
                <a:close/>
              </a:path>
              <a:path w="102234" h="739139">
                <a:moveTo>
                  <a:pt x="83121" y="729526"/>
                </a:moveTo>
                <a:lnTo>
                  <a:pt x="83121" y="9525"/>
                </a:lnTo>
                <a:lnTo>
                  <a:pt x="92646" y="19050"/>
                </a:lnTo>
                <a:lnTo>
                  <a:pt x="102171" y="19050"/>
                </a:lnTo>
                <a:lnTo>
                  <a:pt x="102171" y="720001"/>
                </a:lnTo>
                <a:lnTo>
                  <a:pt x="92646" y="720001"/>
                </a:lnTo>
                <a:lnTo>
                  <a:pt x="83121" y="729526"/>
                </a:lnTo>
                <a:close/>
              </a:path>
              <a:path w="102234" h="739139">
                <a:moveTo>
                  <a:pt x="102171" y="19050"/>
                </a:moveTo>
                <a:lnTo>
                  <a:pt x="92646" y="19050"/>
                </a:lnTo>
                <a:lnTo>
                  <a:pt x="83121" y="9525"/>
                </a:lnTo>
                <a:lnTo>
                  <a:pt x="102171" y="9525"/>
                </a:lnTo>
                <a:lnTo>
                  <a:pt x="102171" y="19050"/>
                </a:lnTo>
                <a:close/>
              </a:path>
              <a:path w="102234" h="739139">
                <a:moveTo>
                  <a:pt x="19050" y="729526"/>
                </a:moveTo>
                <a:lnTo>
                  <a:pt x="9525" y="720001"/>
                </a:lnTo>
                <a:lnTo>
                  <a:pt x="19050" y="720001"/>
                </a:lnTo>
                <a:lnTo>
                  <a:pt x="19050" y="729526"/>
                </a:lnTo>
                <a:close/>
              </a:path>
              <a:path w="102234" h="739139">
                <a:moveTo>
                  <a:pt x="83121" y="729526"/>
                </a:moveTo>
                <a:lnTo>
                  <a:pt x="19050" y="729526"/>
                </a:lnTo>
                <a:lnTo>
                  <a:pt x="19050" y="720001"/>
                </a:lnTo>
                <a:lnTo>
                  <a:pt x="83121" y="720001"/>
                </a:lnTo>
                <a:lnTo>
                  <a:pt x="83121" y="729526"/>
                </a:lnTo>
                <a:close/>
              </a:path>
              <a:path w="102234" h="739139">
                <a:moveTo>
                  <a:pt x="102171" y="729526"/>
                </a:moveTo>
                <a:lnTo>
                  <a:pt x="83121" y="729526"/>
                </a:lnTo>
                <a:lnTo>
                  <a:pt x="92646" y="720001"/>
                </a:lnTo>
                <a:lnTo>
                  <a:pt x="102171" y="720001"/>
                </a:lnTo>
                <a:lnTo>
                  <a:pt x="102171" y="7295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33270" y="2263724"/>
            <a:ext cx="1567180" cy="102235"/>
          </a:xfrm>
          <a:custGeom>
            <a:avLst/>
            <a:gdLst/>
            <a:ahLst/>
            <a:cxnLst/>
            <a:rect l="l" t="t" r="r" b="b"/>
            <a:pathLst>
              <a:path w="1567180" h="102235">
                <a:moveTo>
                  <a:pt x="1567040" y="102171"/>
                </a:moveTo>
                <a:lnTo>
                  <a:pt x="0" y="102171"/>
                </a:lnTo>
                <a:lnTo>
                  <a:pt x="0" y="0"/>
                </a:lnTo>
                <a:lnTo>
                  <a:pt x="1567040" y="0"/>
                </a:lnTo>
                <a:lnTo>
                  <a:pt x="156704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83121"/>
                </a:lnTo>
                <a:lnTo>
                  <a:pt x="9525" y="83121"/>
                </a:lnTo>
                <a:lnTo>
                  <a:pt x="19050" y="92646"/>
                </a:lnTo>
                <a:lnTo>
                  <a:pt x="1567040" y="92646"/>
                </a:lnTo>
                <a:lnTo>
                  <a:pt x="1567040" y="102171"/>
                </a:lnTo>
                <a:close/>
              </a:path>
              <a:path w="1567180" h="10223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567180" h="102235">
                <a:moveTo>
                  <a:pt x="154799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547990" y="9525"/>
                </a:lnTo>
                <a:lnTo>
                  <a:pt x="1547990" y="19050"/>
                </a:lnTo>
                <a:close/>
              </a:path>
              <a:path w="1567180" h="102235">
                <a:moveTo>
                  <a:pt x="1547990" y="92646"/>
                </a:moveTo>
                <a:lnTo>
                  <a:pt x="1547990" y="9525"/>
                </a:lnTo>
                <a:lnTo>
                  <a:pt x="1557515" y="19050"/>
                </a:lnTo>
                <a:lnTo>
                  <a:pt x="1567040" y="19050"/>
                </a:lnTo>
                <a:lnTo>
                  <a:pt x="1567040" y="83121"/>
                </a:lnTo>
                <a:lnTo>
                  <a:pt x="1557515" y="83121"/>
                </a:lnTo>
                <a:lnTo>
                  <a:pt x="1547990" y="92646"/>
                </a:lnTo>
                <a:close/>
              </a:path>
              <a:path w="1567180" h="102235">
                <a:moveTo>
                  <a:pt x="1567040" y="19050"/>
                </a:moveTo>
                <a:lnTo>
                  <a:pt x="1557515" y="19050"/>
                </a:lnTo>
                <a:lnTo>
                  <a:pt x="1547990" y="9525"/>
                </a:lnTo>
                <a:lnTo>
                  <a:pt x="1567040" y="9525"/>
                </a:lnTo>
                <a:lnTo>
                  <a:pt x="1567040" y="19050"/>
                </a:lnTo>
                <a:close/>
              </a:path>
              <a:path w="1567180" h="102235">
                <a:moveTo>
                  <a:pt x="19050" y="92646"/>
                </a:moveTo>
                <a:lnTo>
                  <a:pt x="9525" y="83121"/>
                </a:lnTo>
                <a:lnTo>
                  <a:pt x="19050" y="83121"/>
                </a:lnTo>
                <a:lnTo>
                  <a:pt x="19050" y="92646"/>
                </a:lnTo>
                <a:close/>
              </a:path>
              <a:path w="1567180" h="102235">
                <a:moveTo>
                  <a:pt x="1547990" y="92646"/>
                </a:moveTo>
                <a:lnTo>
                  <a:pt x="19050" y="92646"/>
                </a:lnTo>
                <a:lnTo>
                  <a:pt x="19050" y="83121"/>
                </a:lnTo>
                <a:lnTo>
                  <a:pt x="1547990" y="83121"/>
                </a:lnTo>
                <a:lnTo>
                  <a:pt x="1547990" y="92646"/>
                </a:lnTo>
                <a:close/>
              </a:path>
              <a:path w="1567180" h="102235">
                <a:moveTo>
                  <a:pt x="1567040" y="92646"/>
                </a:moveTo>
                <a:lnTo>
                  <a:pt x="1547990" y="92646"/>
                </a:lnTo>
                <a:lnTo>
                  <a:pt x="1557515" y="83121"/>
                </a:lnTo>
                <a:lnTo>
                  <a:pt x="1567040" y="83121"/>
                </a:lnTo>
                <a:lnTo>
                  <a:pt x="1567040" y="926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33258" y="3385972"/>
            <a:ext cx="1567180" cy="102235"/>
          </a:xfrm>
          <a:custGeom>
            <a:avLst/>
            <a:gdLst/>
            <a:ahLst/>
            <a:cxnLst/>
            <a:rect l="l" t="t" r="r" b="b"/>
            <a:pathLst>
              <a:path w="1567180" h="102235">
                <a:moveTo>
                  <a:pt x="1567052" y="102171"/>
                </a:moveTo>
                <a:lnTo>
                  <a:pt x="0" y="102171"/>
                </a:lnTo>
                <a:lnTo>
                  <a:pt x="0" y="0"/>
                </a:lnTo>
                <a:lnTo>
                  <a:pt x="1567052" y="0"/>
                </a:lnTo>
                <a:lnTo>
                  <a:pt x="1567052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83121"/>
                </a:lnTo>
                <a:lnTo>
                  <a:pt x="9525" y="83121"/>
                </a:lnTo>
                <a:lnTo>
                  <a:pt x="19050" y="92646"/>
                </a:lnTo>
                <a:lnTo>
                  <a:pt x="1567052" y="92646"/>
                </a:lnTo>
                <a:lnTo>
                  <a:pt x="1567052" y="102171"/>
                </a:lnTo>
                <a:close/>
              </a:path>
              <a:path w="1567180" h="10223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567180" h="102235">
                <a:moveTo>
                  <a:pt x="1548002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548002" y="9525"/>
                </a:lnTo>
                <a:lnTo>
                  <a:pt x="1548002" y="19050"/>
                </a:lnTo>
                <a:close/>
              </a:path>
              <a:path w="1567180" h="102235">
                <a:moveTo>
                  <a:pt x="1548002" y="92646"/>
                </a:moveTo>
                <a:lnTo>
                  <a:pt x="1548002" y="9525"/>
                </a:lnTo>
                <a:lnTo>
                  <a:pt x="1557527" y="19050"/>
                </a:lnTo>
                <a:lnTo>
                  <a:pt x="1567052" y="19050"/>
                </a:lnTo>
                <a:lnTo>
                  <a:pt x="1567052" y="83121"/>
                </a:lnTo>
                <a:lnTo>
                  <a:pt x="1557527" y="83121"/>
                </a:lnTo>
                <a:lnTo>
                  <a:pt x="1548002" y="92646"/>
                </a:lnTo>
                <a:close/>
              </a:path>
              <a:path w="1567180" h="102235">
                <a:moveTo>
                  <a:pt x="1567052" y="19050"/>
                </a:moveTo>
                <a:lnTo>
                  <a:pt x="1557527" y="19050"/>
                </a:lnTo>
                <a:lnTo>
                  <a:pt x="1548002" y="9525"/>
                </a:lnTo>
                <a:lnTo>
                  <a:pt x="1567052" y="9525"/>
                </a:lnTo>
                <a:lnTo>
                  <a:pt x="1567052" y="19050"/>
                </a:lnTo>
                <a:close/>
              </a:path>
              <a:path w="1567180" h="102235">
                <a:moveTo>
                  <a:pt x="19050" y="92646"/>
                </a:moveTo>
                <a:lnTo>
                  <a:pt x="9525" y="83121"/>
                </a:lnTo>
                <a:lnTo>
                  <a:pt x="19050" y="83121"/>
                </a:lnTo>
                <a:lnTo>
                  <a:pt x="19050" y="92646"/>
                </a:lnTo>
                <a:close/>
              </a:path>
              <a:path w="1567180" h="102235">
                <a:moveTo>
                  <a:pt x="1548002" y="92646"/>
                </a:moveTo>
                <a:lnTo>
                  <a:pt x="19050" y="92646"/>
                </a:lnTo>
                <a:lnTo>
                  <a:pt x="19050" y="83121"/>
                </a:lnTo>
                <a:lnTo>
                  <a:pt x="1548002" y="83121"/>
                </a:lnTo>
                <a:lnTo>
                  <a:pt x="1548002" y="92646"/>
                </a:lnTo>
                <a:close/>
              </a:path>
              <a:path w="1567180" h="102235">
                <a:moveTo>
                  <a:pt x="1567052" y="92646"/>
                </a:moveTo>
                <a:lnTo>
                  <a:pt x="1548002" y="92646"/>
                </a:lnTo>
                <a:lnTo>
                  <a:pt x="1557527" y="83121"/>
                </a:lnTo>
                <a:lnTo>
                  <a:pt x="1567052" y="83121"/>
                </a:lnTo>
                <a:lnTo>
                  <a:pt x="1567052" y="926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3048" y="2869539"/>
            <a:ext cx="1053465" cy="76200"/>
          </a:xfrm>
          <a:custGeom>
            <a:avLst/>
            <a:gdLst/>
            <a:ahLst/>
            <a:cxnLst/>
            <a:rect l="l" t="t" r="r" b="b"/>
            <a:pathLst>
              <a:path w="1053464" h="76200">
                <a:moveTo>
                  <a:pt x="925944" y="76200"/>
                </a:moveTo>
                <a:lnTo>
                  <a:pt x="989444" y="38100"/>
                </a:lnTo>
                <a:lnTo>
                  <a:pt x="925944" y="0"/>
                </a:lnTo>
                <a:lnTo>
                  <a:pt x="1021194" y="28575"/>
                </a:lnTo>
                <a:lnTo>
                  <a:pt x="1005319" y="28575"/>
                </a:lnTo>
                <a:lnTo>
                  <a:pt x="1005319" y="47625"/>
                </a:lnTo>
                <a:lnTo>
                  <a:pt x="1021194" y="47625"/>
                </a:lnTo>
                <a:lnTo>
                  <a:pt x="925944" y="76200"/>
                </a:lnTo>
                <a:close/>
              </a:path>
              <a:path w="1053464" h="76200">
                <a:moveTo>
                  <a:pt x="973569" y="47625"/>
                </a:moveTo>
                <a:lnTo>
                  <a:pt x="0" y="47625"/>
                </a:lnTo>
                <a:lnTo>
                  <a:pt x="0" y="28575"/>
                </a:lnTo>
                <a:lnTo>
                  <a:pt x="973569" y="28575"/>
                </a:lnTo>
                <a:lnTo>
                  <a:pt x="989444" y="38100"/>
                </a:lnTo>
                <a:lnTo>
                  <a:pt x="973569" y="47625"/>
                </a:lnTo>
                <a:close/>
              </a:path>
              <a:path w="1053464" h="76200">
                <a:moveTo>
                  <a:pt x="1021194" y="47625"/>
                </a:moveTo>
                <a:lnTo>
                  <a:pt x="1005319" y="47625"/>
                </a:lnTo>
                <a:lnTo>
                  <a:pt x="1005319" y="28575"/>
                </a:lnTo>
                <a:lnTo>
                  <a:pt x="1021194" y="28575"/>
                </a:lnTo>
                <a:lnTo>
                  <a:pt x="1052944" y="38100"/>
                </a:lnTo>
                <a:lnTo>
                  <a:pt x="1021194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14209" y="2870365"/>
            <a:ext cx="70242" cy="703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12823" y="2895612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66" y="20129"/>
                </a:moveTo>
                <a:lnTo>
                  <a:pt x="0" y="1079"/>
                </a:lnTo>
                <a:lnTo>
                  <a:pt x="76187" y="0"/>
                </a:lnTo>
                <a:lnTo>
                  <a:pt x="76453" y="19050"/>
                </a:lnTo>
                <a:lnTo>
                  <a:pt x="266" y="201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46160" y="2893733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66" y="20129"/>
                </a:moveTo>
                <a:lnTo>
                  <a:pt x="0" y="1079"/>
                </a:lnTo>
                <a:lnTo>
                  <a:pt x="76187" y="0"/>
                </a:lnTo>
                <a:lnTo>
                  <a:pt x="76453" y="19050"/>
                </a:lnTo>
                <a:lnTo>
                  <a:pt x="266" y="201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79485" y="2891853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79" y="20116"/>
                </a:moveTo>
                <a:lnTo>
                  <a:pt x="0" y="1079"/>
                </a:lnTo>
                <a:lnTo>
                  <a:pt x="76200" y="0"/>
                </a:lnTo>
                <a:lnTo>
                  <a:pt x="76466" y="19049"/>
                </a:lnTo>
                <a:lnTo>
                  <a:pt x="279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312822" y="2889973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79" y="20116"/>
                </a:moveTo>
                <a:lnTo>
                  <a:pt x="0" y="1079"/>
                </a:lnTo>
                <a:lnTo>
                  <a:pt x="76200" y="0"/>
                </a:lnTo>
                <a:lnTo>
                  <a:pt x="76466" y="19049"/>
                </a:lnTo>
                <a:lnTo>
                  <a:pt x="279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446159" y="2888094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79" y="20116"/>
                </a:moveTo>
                <a:lnTo>
                  <a:pt x="0" y="1066"/>
                </a:lnTo>
                <a:lnTo>
                  <a:pt x="76200" y="0"/>
                </a:lnTo>
                <a:lnTo>
                  <a:pt x="76466" y="19050"/>
                </a:lnTo>
                <a:lnTo>
                  <a:pt x="279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579497" y="2886214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79" y="20116"/>
                </a:moveTo>
                <a:lnTo>
                  <a:pt x="0" y="1066"/>
                </a:lnTo>
                <a:lnTo>
                  <a:pt x="76200" y="0"/>
                </a:lnTo>
                <a:lnTo>
                  <a:pt x="76466" y="19050"/>
                </a:lnTo>
                <a:lnTo>
                  <a:pt x="279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712834" y="2884335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66" y="20116"/>
                </a:moveTo>
                <a:lnTo>
                  <a:pt x="0" y="1066"/>
                </a:lnTo>
                <a:lnTo>
                  <a:pt x="76200" y="0"/>
                </a:lnTo>
                <a:lnTo>
                  <a:pt x="76466" y="19050"/>
                </a:lnTo>
                <a:lnTo>
                  <a:pt x="266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846171" y="2882455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66" y="20116"/>
                </a:moveTo>
                <a:lnTo>
                  <a:pt x="0" y="1066"/>
                </a:lnTo>
                <a:lnTo>
                  <a:pt x="76200" y="0"/>
                </a:lnTo>
                <a:lnTo>
                  <a:pt x="76466" y="19037"/>
                </a:lnTo>
                <a:lnTo>
                  <a:pt x="266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79508" y="2880575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66" y="20116"/>
                </a:moveTo>
                <a:lnTo>
                  <a:pt x="0" y="1066"/>
                </a:lnTo>
                <a:lnTo>
                  <a:pt x="76200" y="0"/>
                </a:lnTo>
                <a:lnTo>
                  <a:pt x="76466" y="19037"/>
                </a:lnTo>
                <a:lnTo>
                  <a:pt x="266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12846" y="2878950"/>
            <a:ext cx="57785" cy="20320"/>
          </a:xfrm>
          <a:custGeom>
            <a:avLst/>
            <a:gdLst/>
            <a:ahLst/>
            <a:cxnLst/>
            <a:rect l="l" t="t" r="r" b="b"/>
            <a:pathLst>
              <a:path w="57785" h="20319">
                <a:moveTo>
                  <a:pt x="266" y="19862"/>
                </a:moveTo>
                <a:lnTo>
                  <a:pt x="0" y="812"/>
                </a:lnTo>
                <a:lnTo>
                  <a:pt x="57480" y="0"/>
                </a:lnTo>
                <a:lnTo>
                  <a:pt x="57746" y="19050"/>
                </a:lnTo>
                <a:lnTo>
                  <a:pt x="266" y="19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648955" y="2904591"/>
            <a:ext cx="1799589" cy="496570"/>
          </a:xfrm>
          <a:custGeom>
            <a:avLst/>
            <a:gdLst/>
            <a:ahLst/>
            <a:cxnLst/>
            <a:rect l="l" t="t" r="r" b="b"/>
            <a:pathLst>
              <a:path w="1799589" h="496570">
                <a:moveTo>
                  <a:pt x="75412" y="21818"/>
                </a:moveTo>
                <a:lnTo>
                  <a:pt x="0" y="19037"/>
                </a:lnTo>
                <a:lnTo>
                  <a:pt x="698" y="0"/>
                </a:lnTo>
                <a:lnTo>
                  <a:pt x="152260" y="6159"/>
                </a:lnTo>
                <a:lnTo>
                  <a:pt x="229641" y="10744"/>
                </a:lnTo>
                <a:lnTo>
                  <a:pt x="268998" y="13665"/>
                </a:lnTo>
                <a:lnTo>
                  <a:pt x="357711" y="21805"/>
                </a:lnTo>
                <a:lnTo>
                  <a:pt x="75361" y="21805"/>
                </a:lnTo>
                <a:close/>
              </a:path>
              <a:path w="1799589" h="496570">
                <a:moveTo>
                  <a:pt x="189674" y="27279"/>
                </a:moveTo>
                <a:lnTo>
                  <a:pt x="151256" y="25184"/>
                </a:lnTo>
                <a:lnTo>
                  <a:pt x="113207" y="23380"/>
                </a:lnTo>
                <a:lnTo>
                  <a:pt x="75361" y="21805"/>
                </a:lnTo>
                <a:lnTo>
                  <a:pt x="357711" y="21805"/>
                </a:lnTo>
                <a:lnTo>
                  <a:pt x="410945" y="27266"/>
                </a:lnTo>
                <a:lnTo>
                  <a:pt x="189585" y="27266"/>
                </a:lnTo>
                <a:close/>
              </a:path>
              <a:path w="1799589" h="496570">
                <a:moveTo>
                  <a:pt x="604393" y="53174"/>
                </a:moveTo>
                <a:lnTo>
                  <a:pt x="470230" y="53162"/>
                </a:lnTo>
                <a:lnTo>
                  <a:pt x="428879" y="48348"/>
                </a:lnTo>
                <a:lnTo>
                  <a:pt x="387908" y="43967"/>
                </a:lnTo>
                <a:lnTo>
                  <a:pt x="347319" y="39916"/>
                </a:lnTo>
                <a:lnTo>
                  <a:pt x="307098" y="36093"/>
                </a:lnTo>
                <a:lnTo>
                  <a:pt x="267411" y="32651"/>
                </a:lnTo>
                <a:lnTo>
                  <a:pt x="228282" y="29743"/>
                </a:lnTo>
                <a:lnTo>
                  <a:pt x="189585" y="27266"/>
                </a:lnTo>
                <a:lnTo>
                  <a:pt x="411064" y="27279"/>
                </a:lnTo>
                <a:lnTo>
                  <a:pt x="458959" y="32664"/>
                </a:lnTo>
                <a:lnTo>
                  <a:pt x="514553" y="39624"/>
                </a:lnTo>
                <a:lnTo>
                  <a:pt x="556971" y="45643"/>
                </a:lnTo>
                <a:lnTo>
                  <a:pt x="599782" y="52387"/>
                </a:lnTo>
                <a:lnTo>
                  <a:pt x="604393" y="53174"/>
                </a:lnTo>
                <a:close/>
              </a:path>
              <a:path w="1799589" h="496570">
                <a:moveTo>
                  <a:pt x="701430" y="71183"/>
                </a:moveTo>
                <a:lnTo>
                  <a:pt x="596620" y="71170"/>
                </a:lnTo>
                <a:lnTo>
                  <a:pt x="575322" y="67729"/>
                </a:lnTo>
                <a:lnTo>
                  <a:pt x="554113" y="64477"/>
                </a:lnTo>
                <a:lnTo>
                  <a:pt x="533006" y="61404"/>
                </a:lnTo>
                <a:lnTo>
                  <a:pt x="512000" y="58496"/>
                </a:lnTo>
                <a:lnTo>
                  <a:pt x="470307" y="53172"/>
                </a:lnTo>
                <a:lnTo>
                  <a:pt x="604393" y="53174"/>
                </a:lnTo>
                <a:lnTo>
                  <a:pt x="634853" y="58508"/>
                </a:lnTo>
                <a:lnTo>
                  <a:pt x="650596" y="61417"/>
                </a:lnTo>
                <a:lnTo>
                  <a:pt x="684012" y="67741"/>
                </a:lnTo>
                <a:lnTo>
                  <a:pt x="701430" y="71183"/>
                </a:lnTo>
                <a:close/>
              </a:path>
              <a:path w="1799589" h="496570">
                <a:moveTo>
                  <a:pt x="719808" y="74841"/>
                </a:moveTo>
                <a:lnTo>
                  <a:pt x="618021" y="74828"/>
                </a:lnTo>
                <a:lnTo>
                  <a:pt x="596662" y="71177"/>
                </a:lnTo>
                <a:lnTo>
                  <a:pt x="701430" y="71183"/>
                </a:lnTo>
                <a:lnTo>
                  <a:pt x="719808" y="74841"/>
                </a:lnTo>
                <a:close/>
              </a:path>
              <a:path w="1799589" h="496570">
                <a:moveTo>
                  <a:pt x="738786" y="78714"/>
                </a:moveTo>
                <a:lnTo>
                  <a:pt x="639526" y="78701"/>
                </a:lnTo>
                <a:lnTo>
                  <a:pt x="618020" y="74828"/>
                </a:lnTo>
                <a:lnTo>
                  <a:pt x="719808" y="74841"/>
                </a:lnTo>
                <a:lnTo>
                  <a:pt x="730529" y="76974"/>
                </a:lnTo>
                <a:lnTo>
                  <a:pt x="738786" y="78714"/>
                </a:lnTo>
                <a:close/>
              </a:path>
              <a:path w="1799589" h="496570">
                <a:moveTo>
                  <a:pt x="777648" y="86931"/>
                </a:moveTo>
                <a:lnTo>
                  <a:pt x="682913" y="86918"/>
                </a:lnTo>
                <a:lnTo>
                  <a:pt x="639508" y="78701"/>
                </a:lnTo>
                <a:lnTo>
                  <a:pt x="738786" y="78714"/>
                </a:lnTo>
                <a:lnTo>
                  <a:pt x="774890" y="86321"/>
                </a:lnTo>
                <a:lnTo>
                  <a:pt x="777648" y="86931"/>
                </a:lnTo>
                <a:close/>
              </a:path>
              <a:path w="1799589" h="496570">
                <a:moveTo>
                  <a:pt x="855502" y="104952"/>
                </a:moveTo>
                <a:lnTo>
                  <a:pt x="770855" y="104940"/>
                </a:lnTo>
                <a:lnTo>
                  <a:pt x="726643" y="95618"/>
                </a:lnTo>
                <a:lnTo>
                  <a:pt x="682891" y="86918"/>
                </a:lnTo>
                <a:lnTo>
                  <a:pt x="777648" y="86931"/>
                </a:lnTo>
                <a:lnTo>
                  <a:pt x="816416" y="95643"/>
                </a:lnTo>
                <a:lnTo>
                  <a:pt x="855502" y="104952"/>
                </a:lnTo>
                <a:close/>
              </a:path>
              <a:path w="1799589" h="496570">
                <a:moveTo>
                  <a:pt x="875184" y="109855"/>
                </a:moveTo>
                <a:lnTo>
                  <a:pt x="793044" y="109842"/>
                </a:lnTo>
                <a:lnTo>
                  <a:pt x="770826" y="104940"/>
                </a:lnTo>
                <a:lnTo>
                  <a:pt x="855502" y="104952"/>
                </a:lnTo>
                <a:lnTo>
                  <a:pt x="875184" y="109855"/>
                </a:lnTo>
                <a:close/>
              </a:path>
              <a:path w="1799589" h="496570">
                <a:moveTo>
                  <a:pt x="895016" y="114947"/>
                </a:moveTo>
                <a:lnTo>
                  <a:pt x="815373" y="114935"/>
                </a:lnTo>
                <a:lnTo>
                  <a:pt x="793038" y="109842"/>
                </a:lnTo>
                <a:lnTo>
                  <a:pt x="875184" y="109855"/>
                </a:lnTo>
                <a:lnTo>
                  <a:pt x="895016" y="114947"/>
                </a:lnTo>
                <a:close/>
              </a:path>
              <a:path w="1799589" h="496570">
                <a:moveTo>
                  <a:pt x="915010" y="120243"/>
                </a:moveTo>
                <a:lnTo>
                  <a:pt x="837777" y="120230"/>
                </a:lnTo>
                <a:lnTo>
                  <a:pt x="815352" y="114935"/>
                </a:lnTo>
                <a:lnTo>
                  <a:pt x="895016" y="114947"/>
                </a:lnTo>
                <a:lnTo>
                  <a:pt x="910539" y="119024"/>
                </a:lnTo>
                <a:lnTo>
                  <a:pt x="915010" y="120243"/>
                </a:lnTo>
                <a:close/>
              </a:path>
              <a:path w="1799589" h="496570">
                <a:moveTo>
                  <a:pt x="975732" y="137439"/>
                </a:moveTo>
                <a:lnTo>
                  <a:pt x="905601" y="137426"/>
                </a:lnTo>
                <a:lnTo>
                  <a:pt x="882865" y="131457"/>
                </a:lnTo>
                <a:lnTo>
                  <a:pt x="860272" y="125730"/>
                </a:lnTo>
                <a:lnTo>
                  <a:pt x="837768" y="120230"/>
                </a:lnTo>
                <a:lnTo>
                  <a:pt x="915010" y="120243"/>
                </a:lnTo>
                <a:lnTo>
                  <a:pt x="933500" y="125285"/>
                </a:lnTo>
                <a:lnTo>
                  <a:pt x="956576" y="131813"/>
                </a:lnTo>
                <a:lnTo>
                  <a:pt x="975732" y="137439"/>
                </a:lnTo>
                <a:close/>
              </a:path>
              <a:path w="1799589" h="496570">
                <a:moveTo>
                  <a:pt x="1016879" y="150126"/>
                </a:moveTo>
                <a:lnTo>
                  <a:pt x="951344" y="150126"/>
                </a:lnTo>
                <a:lnTo>
                  <a:pt x="928369" y="143637"/>
                </a:lnTo>
                <a:lnTo>
                  <a:pt x="905573" y="137426"/>
                </a:lnTo>
                <a:lnTo>
                  <a:pt x="975732" y="137439"/>
                </a:lnTo>
                <a:lnTo>
                  <a:pt x="979754" y="138620"/>
                </a:lnTo>
                <a:lnTo>
                  <a:pt x="1003045" y="145707"/>
                </a:lnTo>
                <a:lnTo>
                  <a:pt x="1016879" y="150126"/>
                </a:lnTo>
                <a:close/>
              </a:path>
              <a:path w="1799589" h="496570">
                <a:moveTo>
                  <a:pt x="1037488" y="156883"/>
                </a:moveTo>
                <a:lnTo>
                  <a:pt x="974344" y="156883"/>
                </a:lnTo>
                <a:lnTo>
                  <a:pt x="951280" y="150108"/>
                </a:lnTo>
                <a:lnTo>
                  <a:pt x="1016879" y="150126"/>
                </a:lnTo>
                <a:lnTo>
                  <a:pt x="1026896" y="153327"/>
                </a:lnTo>
                <a:lnTo>
                  <a:pt x="1037488" y="156883"/>
                </a:lnTo>
                <a:close/>
              </a:path>
              <a:path w="1799589" h="496570">
                <a:moveTo>
                  <a:pt x="1058193" y="163918"/>
                </a:moveTo>
                <a:lnTo>
                  <a:pt x="997432" y="163918"/>
                </a:lnTo>
                <a:lnTo>
                  <a:pt x="974255" y="156857"/>
                </a:lnTo>
                <a:lnTo>
                  <a:pt x="1037488" y="156883"/>
                </a:lnTo>
                <a:lnTo>
                  <a:pt x="1051598" y="161620"/>
                </a:lnTo>
                <a:lnTo>
                  <a:pt x="1058193" y="163918"/>
                </a:lnTo>
                <a:close/>
              </a:path>
              <a:path w="1799589" h="496570">
                <a:moveTo>
                  <a:pt x="1079711" y="171450"/>
                </a:moveTo>
                <a:lnTo>
                  <a:pt x="1021029" y="171450"/>
                </a:lnTo>
                <a:lnTo>
                  <a:pt x="997305" y="163880"/>
                </a:lnTo>
                <a:lnTo>
                  <a:pt x="997432" y="163918"/>
                </a:lnTo>
                <a:lnTo>
                  <a:pt x="1058193" y="163918"/>
                </a:lnTo>
                <a:lnTo>
                  <a:pt x="1076960" y="170459"/>
                </a:lnTo>
                <a:lnTo>
                  <a:pt x="1079711" y="171450"/>
                </a:lnTo>
                <a:close/>
              </a:path>
              <a:path w="1799589" h="496570">
                <a:moveTo>
                  <a:pt x="1102499" y="179654"/>
                </a:moveTo>
                <a:lnTo>
                  <a:pt x="1045489" y="179654"/>
                </a:lnTo>
                <a:lnTo>
                  <a:pt x="1020902" y="171411"/>
                </a:lnTo>
                <a:lnTo>
                  <a:pt x="1021029" y="171450"/>
                </a:lnTo>
                <a:lnTo>
                  <a:pt x="1079711" y="171450"/>
                </a:lnTo>
                <a:lnTo>
                  <a:pt x="1102499" y="179654"/>
                </a:lnTo>
                <a:close/>
              </a:path>
              <a:path w="1799589" h="496570">
                <a:moveTo>
                  <a:pt x="1126243" y="188429"/>
                </a:moveTo>
                <a:lnTo>
                  <a:pt x="1070648" y="188429"/>
                </a:lnTo>
                <a:lnTo>
                  <a:pt x="1045375" y="179616"/>
                </a:lnTo>
                <a:lnTo>
                  <a:pt x="1102499" y="179654"/>
                </a:lnTo>
                <a:lnTo>
                  <a:pt x="1126243" y="188429"/>
                </a:lnTo>
                <a:close/>
              </a:path>
              <a:path w="1799589" h="496570">
                <a:moveTo>
                  <a:pt x="1150818" y="197675"/>
                </a:moveTo>
                <a:lnTo>
                  <a:pt x="1096327" y="197675"/>
                </a:lnTo>
                <a:lnTo>
                  <a:pt x="1070546" y="188404"/>
                </a:lnTo>
                <a:lnTo>
                  <a:pt x="1126243" y="188429"/>
                </a:lnTo>
                <a:lnTo>
                  <a:pt x="1150818" y="197675"/>
                </a:lnTo>
                <a:close/>
              </a:path>
              <a:path w="1799589" h="496570">
                <a:moveTo>
                  <a:pt x="1252619" y="237388"/>
                </a:moveTo>
                <a:lnTo>
                  <a:pt x="1200810" y="237388"/>
                </a:lnTo>
                <a:lnTo>
                  <a:pt x="1148499" y="217170"/>
                </a:lnTo>
                <a:lnTo>
                  <a:pt x="1122299" y="207276"/>
                </a:lnTo>
                <a:lnTo>
                  <a:pt x="1096251" y="197650"/>
                </a:lnTo>
                <a:lnTo>
                  <a:pt x="1150818" y="197675"/>
                </a:lnTo>
                <a:lnTo>
                  <a:pt x="1175821" y="207302"/>
                </a:lnTo>
                <a:lnTo>
                  <a:pt x="1201401" y="217195"/>
                </a:lnTo>
                <a:lnTo>
                  <a:pt x="1252619" y="237388"/>
                </a:lnTo>
                <a:close/>
              </a:path>
              <a:path w="1799589" h="496570">
                <a:moveTo>
                  <a:pt x="1302933" y="257467"/>
                </a:moveTo>
                <a:lnTo>
                  <a:pt x="1251552" y="257454"/>
                </a:lnTo>
                <a:lnTo>
                  <a:pt x="1200734" y="237363"/>
                </a:lnTo>
                <a:lnTo>
                  <a:pt x="1252619" y="237388"/>
                </a:lnTo>
                <a:lnTo>
                  <a:pt x="1302933" y="257467"/>
                </a:lnTo>
                <a:close/>
              </a:path>
              <a:path w="1799589" h="496570">
                <a:moveTo>
                  <a:pt x="1556486" y="358355"/>
                </a:moveTo>
                <a:lnTo>
                  <a:pt x="1509509" y="358355"/>
                </a:lnTo>
                <a:lnTo>
                  <a:pt x="1492326" y="351231"/>
                </a:lnTo>
                <a:lnTo>
                  <a:pt x="1475816" y="344728"/>
                </a:lnTo>
                <a:lnTo>
                  <a:pt x="1381340" y="308965"/>
                </a:lnTo>
                <a:lnTo>
                  <a:pt x="1336022" y="291172"/>
                </a:lnTo>
                <a:lnTo>
                  <a:pt x="1298783" y="276326"/>
                </a:lnTo>
                <a:lnTo>
                  <a:pt x="1251546" y="257454"/>
                </a:lnTo>
                <a:lnTo>
                  <a:pt x="1302933" y="257467"/>
                </a:lnTo>
                <a:lnTo>
                  <a:pt x="1350244" y="276326"/>
                </a:lnTo>
                <a:lnTo>
                  <a:pt x="1388152" y="291172"/>
                </a:lnTo>
                <a:lnTo>
                  <a:pt x="1444294" y="312470"/>
                </a:lnTo>
                <a:lnTo>
                  <a:pt x="1482737" y="326974"/>
                </a:lnTo>
                <a:lnTo>
                  <a:pt x="1499539" y="333603"/>
                </a:lnTo>
                <a:lnTo>
                  <a:pt x="1516875" y="340779"/>
                </a:lnTo>
                <a:lnTo>
                  <a:pt x="1536369" y="349262"/>
                </a:lnTo>
                <a:lnTo>
                  <a:pt x="1556486" y="358355"/>
                </a:lnTo>
                <a:close/>
              </a:path>
              <a:path w="1799589" h="496570">
                <a:moveTo>
                  <a:pt x="1648793" y="402729"/>
                </a:moveTo>
                <a:lnTo>
                  <a:pt x="1605775" y="402729"/>
                </a:lnTo>
                <a:lnTo>
                  <a:pt x="1577962" y="389356"/>
                </a:lnTo>
                <a:lnTo>
                  <a:pt x="1551660" y="377075"/>
                </a:lnTo>
                <a:lnTo>
                  <a:pt x="1528584" y="366649"/>
                </a:lnTo>
                <a:lnTo>
                  <a:pt x="1509372" y="358299"/>
                </a:lnTo>
                <a:lnTo>
                  <a:pt x="1509509" y="358355"/>
                </a:lnTo>
                <a:lnTo>
                  <a:pt x="1556486" y="358355"/>
                </a:lnTo>
                <a:lnTo>
                  <a:pt x="1559661" y="359791"/>
                </a:lnTo>
                <a:lnTo>
                  <a:pt x="1586166" y="372160"/>
                </a:lnTo>
                <a:lnTo>
                  <a:pt x="1614068" y="385584"/>
                </a:lnTo>
                <a:lnTo>
                  <a:pt x="1648793" y="402729"/>
                </a:lnTo>
                <a:close/>
              </a:path>
              <a:path w="1799589" h="496570">
                <a:moveTo>
                  <a:pt x="1677174" y="416979"/>
                </a:moveTo>
                <a:lnTo>
                  <a:pt x="1634705" y="416979"/>
                </a:lnTo>
                <a:lnTo>
                  <a:pt x="1605686" y="402691"/>
                </a:lnTo>
                <a:lnTo>
                  <a:pt x="1648793" y="402729"/>
                </a:lnTo>
                <a:lnTo>
                  <a:pt x="1677174" y="416979"/>
                </a:lnTo>
                <a:close/>
              </a:path>
              <a:path w="1799589" h="496570">
                <a:moveTo>
                  <a:pt x="1706608" y="431977"/>
                </a:moveTo>
                <a:lnTo>
                  <a:pt x="1664652" y="431977"/>
                </a:lnTo>
                <a:lnTo>
                  <a:pt x="1634642" y="416953"/>
                </a:lnTo>
                <a:lnTo>
                  <a:pt x="1677174" y="416979"/>
                </a:lnTo>
                <a:lnTo>
                  <a:pt x="1706608" y="431977"/>
                </a:lnTo>
                <a:close/>
              </a:path>
              <a:path w="1799589" h="496570">
                <a:moveTo>
                  <a:pt x="1790598" y="496557"/>
                </a:moveTo>
                <a:lnTo>
                  <a:pt x="1726780" y="463638"/>
                </a:lnTo>
                <a:lnTo>
                  <a:pt x="1664589" y="431952"/>
                </a:lnTo>
                <a:lnTo>
                  <a:pt x="1706608" y="431977"/>
                </a:lnTo>
                <a:lnTo>
                  <a:pt x="1768387" y="463664"/>
                </a:lnTo>
                <a:lnTo>
                  <a:pt x="1799336" y="479628"/>
                </a:lnTo>
                <a:lnTo>
                  <a:pt x="1790598" y="4965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139617" y="2897022"/>
            <a:ext cx="53340" cy="350520"/>
          </a:xfrm>
          <a:custGeom>
            <a:avLst/>
            <a:gdLst/>
            <a:ahLst/>
            <a:cxnLst/>
            <a:rect l="l" t="t" r="r" b="b"/>
            <a:pathLst>
              <a:path w="53339" h="350519">
                <a:moveTo>
                  <a:pt x="2349" y="126339"/>
                </a:moveTo>
                <a:lnTo>
                  <a:pt x="30835" y="0"/>
                </a:lnTo>
                <a:lnTo>
                  <a:pt x="41890" y="63246"/>
                </a:lnTo>
                <a:lnTo>
                  <a:pt x="19773" y="63246"/>
                </a:lnTo>
                <a:lnTo>
                  <a:pt x="19193" y="87055"/>
                </a:lnTo>
                <a:lnTo>
                  <a:pt x="2349" y="126339"/>
                </a:lnTo>
                <a:close/>
              </a:path>
              <a:path w="53339" h="350519">
                <a:moveTo>
                  <a:pt x="19193" y="87055"/>
                </a:moveTo>
                <a:lnTo>
                  <a:pt x="19773" y="63246"/>
                </a:lnTo>
                <a:lnTo>
                  <a:pt x="29549" y="63487"/>
                </a:lnTo>
                <a:lnTo>
                  <a:pt x="29298" y="63487"/>
                </a:lnTo>
                <a:lnTo>
                  <a:pt x="19193" y="87055"/>
                </a:lnTo>
                <a:close/>
              </a:path>
              <a:path w="53339" h="350519">
                <a:moveTo>
                  <a:pt x="53136" y="127584"/>
                </a:moveTo>
                <a:lnTo>
                  <a:pt x="38231" y="87504"/>
                </a:lnTo>
                <a:lnTo>
                  <a:pt x="38811" y="63715"/>
                </a:lnTo>
                <a:lnTo>
                  <a:pt x="19773" y="63246"/>
                </a:lnTo>
                <a:lnTo>
                  <a:pt x="41890" y="63246"/>
                </a:lnTo>
                <a:lnTo>
                  <a:pt x="53136" y="127584"/>
                </a:lnTo>
                <a:close/>
              </a:path>
              <a:path w="53339" h="350519">
                <a:moveTo>
                  <a:pt x="23837" y="286893"/>
                </a:moveTo>
                <a:lnTo>
                  <a:pt x="14905" y="262875"/>
                </a:lnTo>
                <a:lnTo>
                  <a:pt x="19193" y="87055"/>
                </a:lnTo>
                <a:lnTo>
                  <a:pt x="29298" y="63487"/>
                </a:lnTo>
                <a:lnTo>
                  <a:pt x="38231" y="87504"/>
                </a:lnTo>
                <a:lnTo>
                  <a:pt x="33943" y="263324"/>
                </a:lnTo>
                <a:lnTo>
                  <a:pt x="23837" y="286893"/>
                </a:lnTo>
                <a:close/>
              </a:path>
              <a:path w="53339" h="350519">
                <a:moveTo>
                  <a:pt x="38231" y="87504"/>
                </a:moveTo>
                <a:lnTo>
                  <a:pt x="29298" y="63487"/>
                </a:lnTo>
                <a:lnTo>
                  <a:pt x="38811" y="63715"/>
                </a:lnTo>
                <a:lnTo>
                  <a:pt x="38231" y="87504"/>
                </a:lnTo>
                <a:close/>
              </a:path>
              <a:path w="53339" h="350519">
                <a:moveTo>
                  <a:pt x="22301" y="350380"/>
                </a:moveTo>
                <a:lnTo>
                  <a:pt x="0" y="222796"/>
                </a:lnTo>
                <a:lnTo>
                  <a:pt x="14905" y="262875"/>
                </a:lnTo>
                <a:lnTo>
                  <a:pt x="14325" y="286664"/>
                </a:lnTo>
                <a:lnTo>
                  <a:pt x="33362" y="287134"/>
                </a:lnTo>
                <a:lnTo>
                  <a:pt x="36561" y="287134"/>
                </a:lnTo>
                <a:lnTo>
                  <a:pt x="22301" y="350380"/>
                </a:lnTo>
                <a:close/>
              </a:path>
              <a:path w="53339" h="350519">
                <a:moveTo>
                  <a:pt x="36561" y="287134"/>
                </a:moveTo>
                <a:lnTo>
                  <a:pt x="33362" y="287134"/>
                </a:lnTo>
                <a:lnTo>
                  <a:pt x="33943" y="263324"/>
                </a:lnTo>
                <a:lnTo>
                  <a:pt x="50787" y="224040"/>
                </a:lnTo>
                <a:lnTo>
                  <a:pt x="36561" y="287134"/>
                </a:lnTo>
                <a:close/>
              </a:path>
              <a:path w="53339" h="350519">
                <a:moveTo>
                  <a:pt x="33362" y="287134"/>
                </a:moveTo>
                <a:lnTo>
                  <a:pt x="14325" y="286664"/>
                </a:lnTo>
                <a:lnTo>
                  <a:pt x="14905" y="262875"/>
                </a:lnTo>
                <a:lnTo>
                  <a:pt x="23837" y="286893"/>
                </a:lnTo>
                <a:lnTo>
                  <a:pt x="33368" y="286893"/>
                </a:lnTo>
                <a:lnTo>
                  <a:pt x="33362" y="287134"/>
                </a:lnTo>
                <a:close/>
              </a:path>
              <a:path w="53339" h="350519">
                <a:moveTo>
                  <a:pt x="33368" y="286893"/>
                </a:moveTo>
                <a:lnTo>
                  <a:pt x="23837" y="286893"/>
                </a:lnTo>
                <a:lnTo>
                  <a:pt x="33943" y="263324"/>
                </a:lnTo>
                <a:lnTo>
                  <a:pt x="33368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38580" y="2146909"/>
            <a:ext cx="350520" cy="53340"/>
          </a:xfrm>
          <a:custGeom>
            <a:avLst/>
            <a:gdLst/>
            <a:ahLst/>
            <a:cxnLst/>
            <a:rect l="l" t="t" r="r" b="b"/>
            <a:pathLst>
              <a:path w="350519" h="53339">
                <a:moveTo>
                  <a:pt x="126339" y="50787"/>
                </a:moveTo>
                <a:lnTo>
                  <a:pt x="0" y="22301"/>
                </a:lnTo>
                <a:lnTo>
                  <a:pt x="127584" y="0"/>
                </a:lnTo>
                <a:lnTo>
                  <a:pt x="89085" y="14325"/>
                </a:lnTo>
                <a:lnTo>
                  <a:pt x="63715" y="14325"/>
                </a:lnTo>
                <a:lnTo>
                  <a:pt x="63246" y="33362"/>
                </a:lnTo>
                <a:lnTo>
                  <a:pt x="87039" y="33944"/>
                </a:lnTo>
                <a:lnTo>
                  <a:pt x="126339" y="50787"/>
                </a:lnTo>
                <a:close/>
              </a:path>
              <a:path w="350519" h="53339">
                <a:moveTo>
                  <a:pt x="304726" y="38823"/>
                </a:moveTo>
                <a:lnTo>
                  <a:pt x="286664" y="38823"/>
                </a:lnTo>
                <a:lnTo>
                  <a:pt x="287134" y="19773"/>
                </a:lnTo>
                <a:lnTo>
                  <a:pt x="263324" y="19193"/>
                </a:lnTo>
                <a:lnTo>
                  <a:pt x="224040" y="2349"/>
                </a:lnTo>
                <a:lnTo>
                  <a:pt x="350380" y="30848"/>
                </a:lnTo>
                <a:lnTo>
                  <a:pt x="304726" y="38823"/>
                </a:lnTo>
                <a:close/>
              </a:path>
              <a:path w="350519" h="53339">
                <a:moveTo>
                  <a:pt x="87039" y="33944"/>
                </a:moveTo>
                <a:lnTo>
                  <a:pt x="63246" y="33362"/>
                </a:lnTo>
                <a:lnTo>
                  <a:pt x="63715" y="14325"/>
                </a:lnTo>
                <a:lnTo>
                  <a:pt x="87524" y="14906"/>
                </a:lnTo>
                <a:lnTo>
                  <a:pt x="63487" y="23850"/>
                </a:lnTo>
                <a:lnTo>
                  <a:pt x="87039" y="33944"/>
                </a:lnTo>
                <a:close/>
              </a:path>
              <a:path w="350519" h="53339">
                <a:moveTo>
                  <a:pt x="87524" y="14906"/>
                </a:moveTo>
                <a:lnTo>
                  <a:pt x="63715" y="14325"/>
                </a:lnTo>
                <a:lnTo>
                  <a:pt x="89085" y="14325"/>
                </a:lnTo>
                <a:lnTo>
                  <a:pt x="87524" y="14906"/>
                </a:lnTo>
                <a:close/>
              </a:path>
              <a:path w="350519" h="53339">
                <a:moveTo>
                  <a:pt x="262846" y="38241"/>
                </a:moveTo>
                <a:lnTo>
                  <a:pt x="87039" y="33944"/>
                </a:lnTo>
                <a:lnTo>
                  <a:pt x="63487" y="23850"/>
                </a:lnTo>
                <a:lnTo>
                  <a:pt x="87524" y="14906"/>
                </a:lnTo>
                <a:lnTo>
                  <a:pt x="263324" y="19193"/>
                </a:lnTo>
                <a:lnTo>
                  <a:pt x="286893" y="29298"/>
                </a:lnTo>
                <a:lnTo>
                  <a:pt x="262846" y="38241"/>
                </a:lnTo>
                <a:close/>
              </a:path>
              <a:path w="350519" h="53339">
                <a:moveTo>
                  <a:pt x="286664" y="38823"/>
                </a:moveTo>
                <a:lnTo>
                  <a:pt x="262846" y="38241"/>
                </a:lnTo>
                <a:lnTo>
                  <a:pt x="286893" y="29298"/>
                </a:lnTo>
                <a:lnTo>
                  <a:pt x="263324" y="19193"/>
                </a:lnTo>
                <a:lnTo>
                  <a:pt x="287134" y="19773"/>
                </a:lnTo>
                <a:lnTo>
                  <a:pt x="286664" y="38823"/>
                </a:lnTo>
                <a:close/>
              </a:path>
              <a:path w="350519" h="53339">
                <a:moveTo>
                  <a:pt x="222796" y="53136"/>
                </a:moveTo>
                <a:lnTo>
                  <a:pt x="262846" y="38241"/>
                </a:lnTo>
                <a:lnTo>
                  <a:pt x="286664" y="38823"/>
                </a:lnTo>
                <a:lnTo>
                  <a:pt x="304726" y="38823"/>
                </a:lnTo>
                <a:lnTo>
                  <a:pt x="222796" y="531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632216" y="2025357"/>
            <a:ext cx="0" cy="205104"/>
          </a:xfrm>
          <a:custGeom>
            <a:avLst/>
            <a:gdLst/>
            <a:ahLst/>
            <a:cxnLst/>
            <a:rect l="l" t="t" r="r" b="b"/>
            <a:pathLst>
              <a:path w="0" h="205105">
                <a:moveTo>
                  <a:pt x="0" y="0"/>
                </a:moveTo>
                <a:lnTo>
                  <a:pt x="0" y="20509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177578" y="2032469"/>
            <a:ext cx="0" cy="205104"/>
          </a:xfrm>
          <a:custGeom>
            <a:avLst/>
            <a:gdLst/>
            <a:ahLst/>
            <a:cxnLst/>
            <a:rect l="l" t="t" r="r" b="b"/>
            <a:pathLst>
              <a:path w="0" h="205105">
                <a:moveTo>
                  <a:pt x="0" y="0"/>
                </a:moveTo>
                <a:lnTo>
                  <a:pt x="0" y="20510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255911" y="2358644"/>
            <a:ext cx="760730" cy="0"/>
          </a:xfrm>
          <a:custGeom>
            <a:avLst/>
            <a:gdLst/>
            <a:ahLst/>
            <a:cxnLst/>
            <a:rect l="l" t="t" r="r" b="b"/>
            <a:pathLst>
              <a:path w="760729" h="0">
                <a:moveTo>
                  <a:pt x="0" y="0"/>
                </a:moveTo>
                <a:lnTo>
                  <a:pt x="76057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245942" y="3382721"/>
            <a:ext cx="760730" cy="0"/>
          </a:xfrm>
          <a:custGeom>
            <a:avLst/>
            <a:gdLst/>
            <a:ahLst/>
            <a:cxnLst/>
            <a:rect l="l" t="t" r="r" b="b"/>
            <a:pathLst>
              <a:path w="760729" h="0">
                <a:moveTo>
                  <a:pt x="0" y="0"/>
                </a:moveTo>
                <a:lnTo>
                  <a:pt x="76057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743083" y="2358644"/>
            <a:ext cx="58419" cy="1024255"/>
          </a:xfrm>
          <a:custGeom>
            <a:avLst/>
            <a:gdLst/>
            <a:ahLst/>
            <a:cxnLst/>
            <a:rect l="l" t="t" r="r" b="b"/>
            <a:pathLst>
              <a:path w="58420" h="1024254">
                <a:moveTo>
                  <a:pt x="7493" y="126745"/>
                </a:moveTo>
                <a:lnTo>
                  <a:pt x="34124" y="0"/>
                </a:lnTo>
                <a:lnTo>
                  <a:pt x="46166" y="63398"/>
                </a:lnTo>
                <a:lnTo>
                  <a:pt x="23990" y="63398"/>
                </a:lnTo>
                <a:lnTo>
                  <a:pt x="23758" y="87185"/>
                </a:lnTo>
                <a:lnTo>
                  <a:pt x="7493" y="126745"/>
                </a:lnTo>
                <a:close/>
              </a:path>
              <a:path w="58420" h="1024254">
                <a:moveTo>
                  <a:pt x="23758" y="87185"/>
                </a:moveTo>
                <a:lnTo>
                  <a:pt x="23990" y="63398"/>
                </a:lnTo>
                <a:lnTo>
                  <a:pt x="33500" y="63493"/>
                </a:lnTo>
                <a:lnTo>
                  <a:pt x="23758" y="87185"/>
                </a:lnTo>
                <a:close/>
              </a:path>
              <a:path w="58420" h="1024254">
                <a:moveTo>
                  <a:pt x="33500" y="63493"/>
                </a:moveTo>
                <a:lnTo>
                  <a:pt x="23990" y="63398"/>
                </a:lnTo>
                <a:lnTo>
                  <a:pt x="46166" y="63398"/>
                </a:lnTo>
                <a:lnTo>
                  <a:pt x="33500" y="63493"/>
                </a:lnTo>
                <a:close/>
              </a:path>
              <a:path w="58420" h="1024254">
                <a:moveTo>
                  <a:pt x="58293" y="127241"/>
                </a:moveTo>
                <a:lnTo>
                  <a:pt x="42796" y="87387"/>
                </a:lnTo>
                <a:lnTo>
                  <a:pt x="43027" y="63588"/>
                </a:lnTo>
                <a:lnTo>
                  <a:pt x="33502" y="63487"/>
                </a:lnTo>
                <a:lnTo>
                  <a:pt x="46183" y="63487"/>
                </a:lnTo>
                <a:lnTo>
                  <a:pt x="58293" y="127241"/>
                </a:lnTo>
                <a:close/>
              </a:path>
              <a:path w="58420" h="1024254">
                <a:moveTo>
                  <a:pt x="24790" y="960564"/>
                </a:moveTo>
                <a:lnTo>
                  <a:pt x="15496" y="936669"/>
                </a:lnTo>
                <a:lnTo>
                  <a:pt x="23758" y="87185"/>
                </a:lnTo>
                <a:lnTo>
                  <a:pt x="33500" y="63493"/>
                </a:lnTo>
                <a:lnTo>
                  <a:pt x="42796" y="87387"/>
                </a:lnTo>
                <a:lnTo>
                  <a:pt x="34534" y="936871"/>
                </a:lnTo>
                <a:lnTo>
                  <a:pt x="24790" y="960564"/>
                </a:lnTo>
                <a:close/>
              </a:path>
              <a:path w="58420" h="1024254">
                <a:moveTo>
                  <a:pt x="42796" y="87387"/>
                </a:moveTo>
                <a:lnTo>
                  <a:pt x="33505" y="63493"/>
                </a:lnTo>
                <a:lnTo>
                  <a:pt x="43027" y="63588"/>
                </a:lnTo>
                <a:lnTo>
                  <a:pt x="42796" y="87387"/>
                </a:lnTo>
                <a:close/>
              </a:path>
              <a:path w="58420" h="1024254">
                <a:moveTo>
                  <a:pt x="24168" y="1024064"/>
                </a:moveTo>
                <a:lnTo>
                  <a:pt x="0" y="896823"/>
                </a:lnTo>
                <a:lnTo>
                  <a:pt x="15496" y="936669"/>
                </a:lnTo>
                <a:lnTo>
                  <a:pt x="15265" y="960475"/>
                </a:lnTo>
                <a:lnTo>
                  <a:pt x="34302" y="960666"/>
                </a:lnTo>
                <a:lnTo>
                  <a:pt x="37489" y="960666"/>
                </a:lnTo>
                <a:lnTo>
                  <a:pt x="24168" y="1024064"/>
                </a:lnTo>
                <a:close/>
              </a:path>
              <a:path w="58420" h="1024254">
                <a:moveTo>
                  <a:pt x="37489" y="960666"/>
                </a:moveTo>
                <a:lnTo>
                  <a:pt x="34302" y="960666"/>
                </a:lnTo>
                <a:lnTo>
                  <a:pt x="34534" y="936871"/>
                </a:lnTo>
                <a:lnTo>
                  <a:pt x="50800" y="897318"/>
                </a:lnTo>
                <a:lnTo>
                  <a:pt x="37489" y="960666"/>
                </a:lnTo>
                <a:close/>
              </a:path>
              <a:path w="58420" h="1024254">
                <a:moveTo>
                  <a:pt x="34302" y="960666"/>
                </a:moveTo>
                <a:lnTo>
                  <a:pt x="15265" y="960475"/>
                </a:lnTo>
                <a:lnTo>
                  <a:pt x="15496" y="936669"/>
                </a:lnTo>
                <a:lnTo>
                  <a:pt x="24790" y="960564"/>
                </a:lnTo>
                <a:lnTo>
                  <a:pt x="34303" y="960564"/>
                </a:lnTo>
                <a:close/>
              </a:path>
              <a:path w="58420" h="1024254">
                <a:moveTo>
                  <a:pt x="34303" y="960564"/>
                </a:moveTo>
                <a:lnTo>
                  <a:pt x="24790" y="960564"/>
                </a:lnTo>
                <a:lnTo>
                  <a:pt x="34534" y="936871"/>
                </a:lnTo>
                <a:lnTo>
                  <a:pt x="34303" y="9605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646466" y="2094433"/>
            <a:ext cx="1532890" cy="55880"/>
          </a:xfrm>
          <a:custGeom>
            <a:avLst/>
            <a:gdLst/>
            <a:ahLst/>
            <a:cxnLst/>
            <a:rect l="l" t="t" r="r" b="b"/>
            <a:pathLst>
              <a:path w="1532889" h="55880">
                <a:moveTo>
                  <a:pt x="1445183" y="15722"/>
                </a:moveTo>
                <a:lnTo>
                  <a:pt x="1405445" y="0"/>
                </a:lnTo>
                <a:lnTo>
                  <a:pt x="1485183" y="15633"/>
                </a:lnTo>
                <a:lnTo>
                  <a:pt x="1469008" y="15633"/>
                </a:lnTo>
                <a:lnTo>
                  <a:pt x="1445183" y="15722"/>
                </a:lnTo>
                <a:close/>
              </a:path>
              <a:path w="1532889" h="55880">
                <a:moveTo>
                  <a:pt x="127101" y="55549"/>
                </a:moveTo>
                <a:lnTo>
                  <a:pt x="0" y="30619"/>
                </a:lnTo>
                <a:lnTo>
                  <a:pt x="126911" y="4749"/>
                </a:lnTo>
                <a:lnTo>
                  <a:pt x="87285" y="20764"/>
                </a:lnTo>
                <a:lnTo>
                  <a:pt x="63474" y="20853"/>
                </a:lnTo>
                <a:lnTo>
                  <a:pt x="63538" y="39903"/>
                </a:lnTo>
                <a:lnTo>
                  <a:pt x="87567" y="39903"/>
                </a:lnTo>
                <a:lnTo>
                  <a:pt x="127101" y="55549"/>
                </a:lnTo>
                <a:close/>
              </a:path>
              <a:path w="1532889" h="55880">
                <a:moveTo>
                  <a:pt x="1445265" y="34772"/>
                </a:moveTo>
                <a:lnTo>
                  <a:pt x="1469034" y="25158"/>
                </a:lnTo>
                <a:lnTo>
                  <a:pt x="1445183" y="15722"/>
                </a:lnTo>
                <a:lnTo>
                  <a:pt x="1469008" y="15633"/>
                </a:lnTo>
                <a:lnTo>
                  <a:pt x="1469072" y="34683"/>
                </a:lnTo>
                <a:lnTo>
                  <a:pt x="1445265" y="34772"/>
                </a:lnTo>
                <a:close/>
              </a:path>
              <a:path w="1532889" h="55880">
                <a:moveTo>
                  <a:pt x="1405636" y="50800"/>
                </a:moveTo>
                <a:lnTo>
                  <a:pt x="1445265" y="34772"/>
                </a:lnTo>
                <a:lnTo>
                  <a:pt x="1469072" y="34683"/>
                </a:lnTo>
                <a:lnTo>
                  <a:pt x="1469008" y="15633"/>
                </a:lnTo>
                <a:lnTo>
                  <a:pt x="1485183" y="15633"/>
                </a:lnTo>
                <a:lnTo>
                  <a:pt x="1532534" y="24917"/>
                </a:lnTo>
                <a:lnTo>
                  <a:pt x="1405636" y="50800"/>
                </a:lnTo>
                <a:close/>
              </a:path>
              <a:path w="1532889" h="55880">
                <a:moveTo>
                  <a:pt x="87343" y="39814"/>
                </a:moveTo>
                <a:lnTo>
                  <a:pt x="63506" y="30375"/>
                </a:lnTo>
                <a:lnTo>
                  <a:pt x="87285" y="20764"/>
                </a:lnTo>
                <a:lnTo>
                  <a:pt x="1445183" y="15722"/>
                </a:lnTo>
                <a:lnTo>
                  <a:pt x="1469034" y="25158"/>
                </a:lnTo>
                <a:lnTo>
                  <a:pt x="1445265" y="34772"/>
                </a:lnTo>
                <a:lnTo>
                  <a:pt x="87343" y="39814"/>
                </a:lnTo>
                <a:close/>
              </a:path>
              <a:path w="1532889" h="55880">
                <a:moveTo>
                  <a:pt x="63506" y="30375"/>
                </a:moveTo>
                <a:lnTo>
                  <a:pt x="63474" y="20853"/>
                </a:lnTo>
                <a:lnTo>
                  <a:pt x="87285" y="20764"/>
                </a:lnTo>
                <a:lnTo>
                  <a:pt x="63506" y="30375"/>
                </a:lnTo>
                <a:close/>
              </a:path>
              <a:path w="1532889" h="55880">
                <a:moveTo>
                  <a:pt x="63538" y="39903"/>
                </a:moveTo>
                <a:lnTo>
                  <a:pt x="63506" y="30380"/>
                </a:lnTo>
                <a:lnTo>
                  <a:pt x="87343" y="39814"/>
                </a:lnTo>
                <a:lnTo>
                  <a:pt x="63538" y="39903"/>
                </a:lnTo>
                <a:close/>
              </a:path>
              <a:path w="1532889" h="55880">
                <a:moveTo>
                  <a:pt x="87567" y="39903"/>
                </a:moveTo>
                <a:lnTo>
                  <a:pt x="63538" y="39903"/>
                </a:lnTo>
                <a:lnTo>
                  <a:pt x="87343" y="39814"/>
                </a:lnTo>
                <a:lnTo>
                  <a:pt x="87567" y="399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027290" y="1857031"/>
            <a:ext cx="265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U</a:t>
            </a:r>
            <a:r>
              <a:rPr dirty="0" baseline="-16908" sz="1725" spc="15">
                <a:latin typeface="Times New Roman"/>
                <a:cs typeface="Times New Roman"/>
              </a:rPr>
              <a:t>0</a:t>
            </a:r>
            <a:endParaRPr baseline="-16908" sz="1725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82101" y="183851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37826" y="2845511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45459" y="2666034"/>
            <a:ext cx="419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U</a:t>
            </a:r>
            <a:r>
              <a:rPr dirty="0" sz="1800" spc="36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27213" y="2562085"/>
            <a:ext cx="476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m ,</a:t>
            </a:r>
            <a:r>
              <a:rPr dirty="0" sz="1800" spc="-9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q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946749" y="2644152"/>
            <a:ext cx="172720" cy="0"/>
          </a:xfrm>
          <a:custGeom>
            <a:avLst/>
            <a:gdLst/>
            <a:ahLst/>
            <a:cxnLst/>
            <a:rect l="l" t="t" r="r" b="b"/>
            <a:pathLst>
              <a:path w="172720" h="0">
                <a:moveTo>
                  <a:pt x="0" y="0"/>
                </a:moveTo>
                <a:lnTo>
                  <a:pt x="172199" y="0"/>
                </a:lnTo>
              </a:path>
            </a:pathLst>
          </a:custGeom>
          <a:ln w="143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520893" y="2611094"/>
            <a:ext cx="110489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15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949150" y="2638729"/>
            <a:ext cx="172085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>
                <a:latin typeface="Times New Roman"/>
                <a:cs typeface="Times New Roman"/>
              </a:rPr>
              <a:t>2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97095" y="2400300"/>
            <a:ext cx="22205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5810" algn="l"/>
                <a:tab pos="1313815" algn="l"/>
              </a:tabLst>
            </a:pPr>
            <a:r>
              <a:rPr dirty="0" baseline="6944" sz="3600" i="1">
                <a:latin typeface="华文楷体"/>
                <a:cs typeface="华文楷体"/>
              </a:rPr>
              <a:t>由：	</a:t>
            </a:r>
            <a:r>
              <a:rPr dirty="0" sz="2300" spc="-10" i="1">
                <a:latin typeface="Times New Roman"/>
                <a:cs typeface="Times New Roman"/>
              </a:rPr>
              <a:t>qU	</a:t>
            </a:r>
            <a:r>
              <a:rPr dirty="0" sz="2300">
                <a:latin typeface="Symbol"/>
                <a:cs typeface="Symbol"/>
              </a:rPr>
              <a:t></a:t>
            </a:r>
            <a:r>
              <a:rPr dirty="0" sz="2300">
                <a:latin typeface="Times New Roman"/>
                <a:cs typeface="Times New Roman"/>
              </a:rPr>
              <a:t> </a:t>
            </a:r>
            <a:r>
              <a:rPr dirty="0" baseline="35024" sz="3450">
                <a:latin typeface="Times New Roman"/>
                <a:cs typeface="Times New Roman"/>
              </a:rPr>
              <a:t>1</a:t>
            </a:r>
            <a:r>
              <a:rPr dirty="0" baseline="35024" sz="3450" spc="-127">
                <a:latin typeface="Times New Roman"/>
                <a:cs typeface="Times New Roman"/>
              </a:rPr>
              <a:t> </a:t>
            </a:r>
            <a:r>
              <a:rPr dirty="0" sz="2300" spc="40" i="1">
                <a:latin typeface="Times New Roman"/>
                <a:cs typeface="Times New Roman"/>
              </a:rPr>
              <a:t>mv</a:t>
            </a:r>
            <a:r>
              <a:rPr dirty="0" baseline="44871" sz="1950" spc="60">
                <a:latin typeface="Times New Roman"/>
                <a:cs typeface="Times New Roman"/>
              </a:rPr>
              <a:t>2</a:t>
            </a:r>
            <a:endParaRPr baseline="44871" sz="19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928766" y="3487000"/>
            <a:ext cx="655320" cy="0"/>
          </a:xfrm>
          <a:custGeom>
            <a:avLst/>
            <a:gdLst/>
            <a:ahLst/>
            <a:cxnLst/>
            <a:rect l="l" t="t" r="r" b="b"/>
            <a:pathLst>
              <a:path w="655320" h="0">
                <a:moveTo>
                  <a:pt x="0" y="0"/>
                </a:moveTo>
                <a:lnTo>
                  <a:pt x="655269" y="0"/>
                </a:lnTo>
              </a:path>
            </a:pathLst>
          </a:custGeom>
          <a:ln w="141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737364" y="3540607"/>
            <a:ext cx="27940" cy="36195"/>
          </a:xfrm>
          <a:custGeom>
            <a:avLst/>
            <a:gdLst/>
            <a:ahLst/>
            <a:cxnLst/>
            <a:rect l="l" t="t" r="r" b="b"/>
            <a:pathLst>
              <a:path w="27939" h="36195">
                <a:moveTo>
                  <a:pt x="0" y="35725"/>
                </a:moveTo>
                <a:lnTo>
                  <a:pt x="2777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765139" y="3540607"/>
            <a:ext cx="69850" cy="266065"/>
          </a:xfrm>
          <a:custGeom>
            <a:avLst/>
            <a:gdLst/>
            <a:ahLst/>
            <a:cxnLst/>
            <a:rect l="l" t="t" r="r" b="b"/>
            <a:pathLst>
              <a:path w="69850" h="266064">
                <a:moveTo>
                  <a:pt x="0" y="0"/>
                </a:moveTo>
                <a:lnTo>
                  <a:pt x="69799" y="26576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834938" y="3105861"/>
            <a:ext cx="77470" cy="701040"/>
          </a:xfrm>
          <a:custGeom>
            <a:avLst/>
            <a:gdLst/>
            <a:ahLst/>
            <a:cxnLst/>
            <a:rect l="l" t="t" r="r" b="b"/>
            <a:pathLst>
              <a:path w="77470" h="701039">
                <a:moveTo>
                  <a:pt x="0" y="700506"/>
                </a:moveTo>
                <a:lnTo>
                  <a:pt x="7731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912256" y="3105861"/>
            <a:ext cx="694690" cy="0"/>
          </a:xfrm>
          <a:custGeom>
            <a:avLst/>
            <a:gdLst/>
            <a:ahLst/>
            <a:cxnLst/>
            <a:rect l="l" t="t" r="r" b="b"/>
            <a:pathLst>
              <a:path w="694690" h="0">
                <a:moveTo>
                  <a:pt x="0" y="0"/>
                </a:moveTo>
                <a:lnTo>
                  <a:pt x="69430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733618" y="3099155"/>
            <a:ext cx="873125" cy="707390"/>
          </a:xfrm>
          <a:custGeom>
            <a:avLst/>
            <a:gdLst/>
            <a:ahLst/>
            <a:cxnLst/>
            <a:rect l="l" t="t" r="r" b="b"/>
            <a:pathLst>
              <a:path w="873125" h="707389">
                <a:moveTo>
                  <a:pt x="115598" y="645413"/>
                </a:moveTo>
                <a:lnTo>
                  <a:pt x="101320" y="645413"/>
                </a:lnTo>
                <a:lnTo>
                  <a:pt x="172631" y="0"/>
                </a:lnTo>
                <a:lnTo>
                  <a:pt x="872947" y="0"/>
                </a:lnTo>
                <a:lnTo>
                  <a:pt x="872947" y="14147"/>
                </a:lnTo>
                <a:lnTo>
                  <a:pt x="184645" y="14147"/>
                </a:lnTo>
                <a:lnTo>
                  <a:pt x="115598" y="645413"/>
                </a:lnTo>
                <a:close/>
              </a:path>
              <a:path w="873125" h="707389">
                <a:moveTo>
                  <a:pt x="7505" y="480161"/>
                </a:moveTo>
                <a:lnTo>
                  <a:pt x="0" y="474205"/>
                </a:lnTo>
                <a:lnTo>
                  <a:pt x="39776" y="424332"/>
                </a:lnTo>
                <a:lnTo>
                  <a:pt x="49512" y="459308"/>
                </a:lnTo>
                <a:lnTo>
                  <a:pt x="24015" y="459308"/>
                </a:lnTo>
                <a:lnTo>
                  <a:pt x="7505" y="480161"/>
                </a:lnTo>
                <a:close/>
              </a:path>
              <a:path w="873125" h="707389">
                <a:moveTo>
                  <a:pt x="108838" y="707212"/>
                </a:moveTo>
                <a:lnTo>
                  <a:pt x="94576" y="707212"/>
                </a:lnTo>
                <a:lnTo>
                  <a:pt x="24015" y="459308"/>
                </a:lnTo>
                <a:lnTo>
                  <a:pt x="49512" y="459308"/>
                </a:lnTo>
                <a:lnTo>
                  <a:pt x="101320" y="645413"/>
                </a:lnTo>
                <a:lnTo>
                  <a:pt x="115598" y="645413"/>
                </a:lnTo>
                <a:lnTo>
                  <a:pt x="108838" y="7072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5931077" y="3080118"/>
            <a:ext cx="629285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70">
                <a:latin typeface="Times New Roman"/>
                <a:cs typeface="Times New Roman"/>
              </a:rPr>
              <a:t>2</a:t>
            </a:r>
            <a:r>
              <a:rPr dirty="0" sz="2250" spc="5" i="1">
                <a:latin typeface="Times New Roman"/>
                <a:cs typeface="Times New Roman"/>
              </a:rPr>
              <a:t>q</a:t>
            </a:r>
            <a:r>
              <a:rPr dirty="0" sz="2250" spc="135" i="1">
                <a:latin typeface="Times New Roman"/>
                <a:cs typeface="Times New Roman"/>
              </a:rPr>
              <a:t>U</a:t>
            </a:r>
            <a:r>
              <a:rPr dirty="0" baseline="-25641" sz="1950">
                <a:latin typeface="Times New Roman"/>
                <a:cs typeface="Times New Roman"/>
              </a:rPr>
              <a:t>0</a:t>
            </a:r>
            <a:endParaRPr baseline="-25641" sz="19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6139002" y="3480625"/>
            <a:ext cx="233679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10" i="1">
                <a:latin typeface="Times New Roman"/>
                <a:cs typeface="Times New Roman"/>
              </a:rPr>
              <a:t>m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04220" y="3191878"/>
            <a:ext cx="12661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7560" algn="l"/>
                <a:tab pos="1094740" algn="l"/>
              </a:tabLst>
            </a:pPr>
            <a:r>
              <a:rPr dirty="0" sz="2400" i="1">
                <a:latin typeface="华文楷体"/>
                <a:cs typeface="华文楷体"/>
              </a:rPr>
              <a:t>得：	</a:t>
            </a:r>
            <a:r>
              <a:rPr dirty="0" baseline="-9876" sz="3375" spc="7" i="1">
                <a:latin typeface="Times New Roman"/>
                <a:cs typeface="Times New Roman"/>
              </a:rPr>
              <a:t>v</a:t>
            </a:r>
            <a:r>
              <a:rPr dirty="0" baseline="-9876" sz="3375" spc="7" i="1">
                <a:latin typeface="Times New Roman"/>
                <a:cs typeface="Times New Roman"/>
              </a:rPr>
              <a:t>	</a:t>
            </a:r>
            <a:r>
              <a:rPr dirty="0" baseline="-9876" sz="3375" spc="7">
                <a:latin typeface="Symbol"/>
                <a:cs typeface="Symbol"/>
              </a:rPr>
              <a:t></a:t>
            </a:r>
            <a:endParaRPr baseline="-9876" sz="3375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39508" y="3834257"/>
            <a:ext cx="16922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（</a:t>
            </a:r>
            <a:r>
              <a:rPr dirty="0" sz="2400" spc="-5" i="1">
                <a:latin typeface="华文楷体"/>
                <a:cs typeface="华文楷体"/>
              </a:rPr>
              <a:t>2</a:t>
            </a:r>
            <a:r>
              <a:rPr dirty="0" sz="2400" i="1">
                <a:latin typeface="华文楷体"/>
                <a:cs typeface="华文楷体"/>
              </a:rPr>
              <a:t>）再偏转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5625" y="1741919"/>
            <a:ext cx="169227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（</a:t>
            </a:r>
            <a:r>
              <a:rPr dirty="0" sz="2400" spc="-5" i="1">
                <a:latin typeface="华文楷体"/>
                <a:cs typeface="华文楷体"/>
              </a:rPr>
              <a:t>1</a:t>
            </a:r>
            <a:r>
              <a:rPr dirty="0" sz="2400" i="1">
                <a:latin typeface="华文楷体"/>
                <a:cs typeface="华文楷体"/>
              </a:rPr>
              <a:t>）先加速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7798" y="2127046"/>
            <a:ext cx="102235" cy="1567180"/>
          </a:xfrm>
          <a:custGeom>
            <a:avLst/>
            <a:gdLst/>
            <a:ahLst/>
            <a:cxnLst/>
            <a:rect l="l" t="t" r="r" b="b"/>
            <a:pathLst>
              <a:path w="102234" h="1567179">
                <a:moveTo>
                  <a:pt x="102184" y="1567052"/>
                </a:moveTo>
                <a:lnTo>
                  <a:pt x="0" y="1567052"/>
                </a:lnTo>
                <a:lnTo>
                  <a:pt x="0" y="0"/>
                </a:lnTo>
                <a:lnTo>
                  <a:pt x="102184" y="0"/>
                </a:lnTo>
                <a:lnTo>
                  <a:pt x="102184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548002"/>
                </a:lnTo>
                <a:lnTo>
                  <a:pt x="9525" y="1548002"/>
                </a:lnTo>
                <a:lnTo>
                  <a:pt x="19050" y="1557527"/>
                </a:lnTo>
                <a:lnTo>
                  <a:pt x="102184" y="1557527"/>
                </a:lnTo>
                <a:lnTo>
                  <a:pt x="102184" y="1567052"/>
                </a:lnTo>
                <a:close/>
              </a:path>
              <a:path w="102234" h="1567179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102234" h="1567179">
                <a:moveTo>
                  <a:pt x="83134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3134" y="9524"/>
                </a:lnTo>
                <a:lnTo>
                  <a:pt x="83134" y="19049"/>
                </a:lnTo>
                <a:close/>
              </a:path>
              <a:path w="102234" h="1567179">
                <a:moveTo>
                  <a:pt x="83134" y="1557527"/>
                </a:moveTo>
                <a:lnTo>
                  <a:pt x="83134" y="9524"/>
                </a:lnTo>
                <a:lnTo>
                  <a:pt x="92659" y="19049"/>
                </a:lnTo>
                <a:lnTo>
                  <a:pt x="102184" y="19049"/>
                </a:lnTo>
                <a:lnTo>
                  <a:pt x="102184" y="1548002"/>
                </a:lnTo>
                <a:lnTo>
                  <a:pt x="92659" y="1548002"/>
                </a:lnTo>
                <a:lnTo>
                  <a:pt x="83134" y="1557527"/>
                </a:lnTo>
                <a:close/>
              </a:path>
              <a:path w="102234" h="1567179">
                <a:moveTo>
                  <a:pt x="102184" y="19049"/>
                </a:moveTo>
                <a:lnTo>
                  <a:pt x="92659" y="19049"/>
                </a:lnTo>
                <a:lnTo>
                  <a:pt x="83134" y="9524"/>
                </a:lnTo>
                <a:lnTo>
                  <a:pt x="102184" y="9524"/>
                </a:lnTo>
                <a:lnTo>
                  <a:pt x="102184" y="19049"/>
                </a:lnTo>
                <a:close/>
              </a:path>
              <a:path w="102234" h="1567179">
                <a:moveTo>
                  <a:pt x="19050" y="1557527"/>
                </a:moveTo>
                <a:lnTo>
                  <a:pt x="9525" y="1548002"/>
                </a:lnTo>
                <a:lnTo>
                  <a:pt x="19050" y="1548002"/>
                </a:lnTo>
                <a:lnTo>
                  <a:pt x="19050" y="1557527"/>
                </a:lnTo>
                <a:close/>
              </a:path>
              <a:path w="102234" h="1567179">
                <a:moveTo>
                  <a:pt x="83134" y="1557527"/>
                </a:moveTo>
                <a:lnTo>
                  <a:pt x="19050" y="1557527"/>
                </a:lnTo>
                <a:lnTo>
                  <a:pt x="19050" y="1548002"/>
                </a:lnTo>
                <a:lnTo>
                  <a:pt x="83134" y="1548002"/>
                </a:lnTo>
                <a:lnTo>
                  <a:pt x="83134" y="1557527"/>
                </a:lnTo>
                <a:close/>
              </a:path>
              <a:path w="102234" h="1567179">
                <a:moveTo>
                  <a:pt x="102184" y="1557527"/>
                </a:moveTo>
                <a:lnTo>
                  <a:pt x="83134" y="1557527"/>
                </a:lnTo>
                <a:lnTo>
                  <a:pt x="92659" y="1548002"/>
                </a:lnTo>
                <a:lnTo>
                  <a:pt x="102184" y="1548002"/>
                </a:lnTo>
                <a:lnTo>
                  <a:pt x="102184" y="1557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98867" y="2127046"/>
            <a:ext cx="102235" cy="739140"/>
          </a:xfrm>
          <a:custGeom>
            <a:avLst/>
            <a:gdLst/>
            <a:ahLst/>
            <a:cxnLst/>
            <a:rect l="l" t="t" r="r" b="b"/>
            <a:pathLst>
              <a:path w="102234" h="739139">
                <a:moveTo>
                  <a:pt x="102171" y="739051"/>
                </a:moveTo>
                <a:lnTo>
                  <a:pt x="0" y="739051"/>
                </a:lnTo>
                <a:lnTo>
                  <a:pt x="0" y="0"/>
                </a:lnTo>
                <a:lnTo>
                  <a:pt x="102171" y="0"/>
                </a:lnTo>
                <a:lnTo>
                  <a:pt x="102171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720001"/>
                </a:lnTo>
                <a:lnTo>
                  <a:pt x="9525" y="720001"/>
                </a:lnTo>
                <a:lnTo>
                  <a:pt x="19050" y="729526"/>
                </a:lnTo>
                <a:lnTo>
                  <a:pt x="102171" y="729526"/>
                </a:lnTo>
                <a:lnTo>
                  <a:pt x="102171" y="739051"/>
                </a:lnTo>
                <a:close/>
              </a:path>
              <a:path w="102234" h="739139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102234" h="739139">
                <a:moveTo>
                  <a:pt x="83121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3121" y="9524"/>
                </a:lnTo>
                <a:lnTo>
                  <a:pt x="83121" y="19049"/>
                </a:lnTo>
                <a:close/>
              </a:path>
              <a:path w="102234" h="739139">
                <a:moveTo>
                  <a:pt x="83121" y="729526"/>
                </a:moveTo>
                <a:lnTo>
                  <a:pt x="83121" y="9524"/>
                </a:lnTo>
                <a:lnTo>
                  <a:pt x="92646" y="19049"/>
                </a:lnTo>
                <a:lnTo>
                  <a:pt x="102171" y="19049"/>
                </a:lnTo>
                <a:lnTo>
                  <a:pt x="102171" y="720001"/>
                </a:lnTo>
                <a:lnTo>
                  <a:pt x="92646" y="720001"/>
                </a:lnTo>
                <a:lnTo>
                  <a:pt x="83121" y="729526"/>
                </a:lnTo>
                <a:close/>
              </a:path>
              <a:path w="102234" h="739139">
                <a:moveTo>
                  <a:pt x="102171" y="19049"/>
                </a:moveTo>
                <a:lnTo>
                  <a:pt x="92646" y="19049"/>
                </a:lnTo>
                <a:lnTo>
                  <a:pt x="83121" y="9524"/>
                </a:lnTo>
                <a:lnTo>
                  <a:pt x="102171" y="9524"/>
                </a:lnTo>
                <a:lnTo>
                  <a:pt x="102171" y="19049"/>
                </a:lnTo>
                <a:close/>
              </a:path>
              <a:path w="102234" h="739139">
                <a:moveTo>
                  <a:pt x="19050" y="729526"/>
                </a:moveTo>
                <a:lnTo>
                  <a:pt x="9525" y="720001"/>
                </a:lnTo>
                <a:lnTo>
                  <a:pt x="19050" y="720001"/>
                </a:lnTo>
                <a:lnTo>
                  <a:pt x="19050" y="729526"/>
                </a:lnTo>
                <a:close/>
              </a:path>
              <a:path w="102234" h="739139">
                <a:moveTo>
                  <a:pt x="83121" y="729526"/>
                </a:moveTo>
                <a:lnTo>
                  <a:pt x="19050" y="729526"/>
                </a:lnTo>
                <a:lnTo>
                  <a:pt x="19050" y="720001"/>
                </a:lnTo>
                <a:lnTo>
                  <a:pt x="83121" y="720001"/>
                </a:lnTo>
                <a:lnTo>
                  <a:pt x="83121" y="729526"/>
                </a:lnTo>
                <a:close/>
              </a:path>
              <a:path w="102234" h="739139">
                <a:moveTo>
                  <a:pt x="102171" y="729526"/>
                </a:moveTo>
                <a:lnTo>
                  <a:pt x="83121" y="729526"/>
                </a:lnTo>
                <a:lnTo>
                  <a:pt x="92646" y="720001"/>
                </a:lnTo>
                <a:lnTo>
                  <a:pt x="102171" y="720001"/>
                </a:lnTo>
                <a:lnTo>
                  <a:pt x="102171" y="7295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98867" y="2958338"/>
            <a:ext cx="102235" cy="739140"/>
          </a:xfrm>
          <a:custGeom>
            <a:avLst/>
            <a:gdLst/>
            <a:ahLst/>
            <a:cxnLst/>
            <a:rect l="l" t="t" r="r" b="b"/>
            <a:pathLst>
              <a:path w="102234" h="739139">
                <a:moveTo>
                  <a:pt x="102171" y="739051"/>
                </a:moveTo>
                <a:lnTo>
                  <a:pt x="0" y="739051"/>
                </a:lnTo>
                <a:lnTo>
                  <a:pt x="0" y="0"/>
                </a:lnTo>
                <a:lnTo>
                  <a:pt x="102171" y="0"/>
                </a:lnTo>
                <a:lnTo>
                  <a:pt x="102171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720001"/>
                </a:lnTo>
                <a:lnTo>
                  <a:pt x="9525" y="720001"/>
                </a:lnTo>
                <a:lnTo>
                  <a:pt x="19050" y="729526"/>
                </a:lnTo>
                <a:lnTo>
                  <a:pt x="102171" y="729526"/>
                </a:lnTo>
                <a:lnTo>
                  <a:pt x="102171" y="739051"/>
                </a:lnTo>
                <a:close/>
              </a:path>
              <a:path w="102234" h="73913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02234" h="739139">
                <a:moveTo>
                  <a:pt x="83121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3121" y="9525"/>
                </a:lnTo>
                <a:lnTo>
                  <a:pt x="83121" y="19050"/>
                </a:lnTo>
                <a:close/>
              </a:path>
              <a:path w="102234" h="739139">
                <a:moveTo>
                  <a:pt x="83121" y="729526"/>
                </a:moveTo>
                <a:lnTo>
                  <a:pt x="83121" y="9525"/>
                </a:lnTo>
                <a:lnTo>
                  <a:pt x="92646" y="19050"/>
                </a:lnTo>
                <a:lnTo>
                  <a:pt x="102171" y="19050"/>
                </a:lnTo>
                <a:lnTo>
                  <a:pt x="102171" y="720001"/>
                </a:lnTo>
                <a:lnTo>
                  <a:pt x="92646" y="720001"/>
                </a:lnTo>
                <a:lnTo>
                  <a:pt x="83121" y="729526"/>
                </a:lnTo>
                <a:close/>
              </a:path>
              <a:path w="102234" h="739139">
                <a:moveTo>
                  <a:pt x="102171" y="19050"/>
                </a:moveTo>
                <a:lnTo>
                  <a:pt x="92646" y="19050"/>
                </a:lnTo>
                <a:lnTo>
                  <a:pt x="83121" y="9525"/>
                </a:lnTo>
                <a:lnTo>
                  <a:pt x="102171" y="9525"/>
                </a:lnTo>
                <a:lnTo>
                  <a:pt x="102171" y="19050"/>
                </a:lnTo>
                <a:close/>
              </a:path>
              <a:path w="102234" h="739139">
                <a:moveTo>
                  <a:pt x="19050" y="729526"/>
                </a:moveTo>
                <a:lnTo>
                  <a:pt x="9525" y="720001"/>
                </a:lnTo>
                <a:lnTo>
                  <a:pt x="19050" y="720001"/>
                </a:lnTo>
                <a:lnTo>
                  <a:pt x="19050" y="729526"/>
                </a:lnTo>
                <a:close/>
              </a:path>
              <a:path w="102234" h="739139">
                <a:moveTo>
                  <a:pt x="83121" y="729526"/>
                </a:moveTo>
                <a:lnTo>
                  <a:pt x="19050" y="729526"/>
                </a:lnTo>
                <a:lnTo>
                  <a:pt x="19050" y="720001"/>
                </a:lnTo>
                <a:lnTo>
                  <a:pt x="83121" y="720001"/>
                </a:lnTo>
                <a:lnTo>
                  <a:pt x="83121" y="729526"/>
                </a:lnTo>
                <a:close/>
              </a:path>
              <a:path w="102234" h="739139">
                <a:moveTo>
                  <a:pt x="102171" y="729526"/>
                </a:moveTo>
                <a:lnTo>
                  <a:pt x="83121" y="729526"/>
                </a:lnTo>
                <a:lnTo>
                  <a:pt x="92646" y="720001"/>
                </a:lnTo>
                <a:lnTo>
                  <a:pt x="102171" y="720001"/>
                </a:lnTo>
                <a:lnTo>
                  <a:pt x="102171" y="7295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33270" y="2263724"/>
            <a:ext cx="1567180" cy="102235"/>
          </a:xfrm>
          <a:custGeom>
            <a:avLst/>
            <a:gdLst/>
            <a:ahLst/>
            <a:cxnLst/>
            <a:rect l="l" t="t" r="r" b="b"/>
            <a:pathLst>
              <a:path w="1567180" h="102235">
                <a:moveTo>
                  <a:pt x="1567040" y="102171"/>
                </a:moveTo>
                <a:lnTo>
                  <a:pt x="0" y="102171"/>
                </a:lnTo>
                <a:lnTo>
                  <a:pt x="0" y="0"/>
                </a:lnTo>
                <a:lnTo>
                  <a:pt x="1567040" y="0"/>
                </a:lnTo>
                <a:lnTo>
                  <a:pt x="156704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83121"/>
                </a:lnTo>
                <a:lnTo>
                  <a:pt x="9525" y="83121"/>
                </a:lnTo>
                <a:lnTo>
                  <a:pt x="19050" y="92646"/>
                </a:lnTo>
                <a:lnTo>
                  <a:pt x="1567040" y="92646"/>
                </a:lnTo>
                <a:lnTo>
                  <a:pt x="1567040" y="102171"/>
                </a:lnTo>
                <a:close/>
              </a:path>
              <a:path w="1567180" h="10223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567180" h="102235">
                <a:moveTo>
                  <a:pt x="154799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547990" y="9525"/>
                </a:lnTo>
                <a:lnTo>
                  <a:pt x="1547990" y="19050"/>
                </a:lnTo>
                <a:close/>
              </a:path>
              <a:path w="1567180" h="102235">
                <a:moveTo>
                  <a:pt x="1547990" y="92646"/>
                </a:moveTo>
                <a:lnTo>
                  <a:pt x="1547990" y="9525"/>
                </a:lnTo>
                <a:lnTo>
                  <a:pt x="1557515" y="19050"/>
                </a:lnTo>
                <a:lnTo>
                  <a:pt x="1567040" y="19050"/>
                </a:lnTo>
                <a:lnTo>
                  <a:pt x="1567040" y="83121"/>
                </a:lnTo>
                <a:lnTo>
                  <a:pt x="1557515" y="83121"/>
                </a:lnTo>
                <a:lnTo>
                  <a:pt x="1547990" y="92646"/>
                </a:lnTo>
                <a:close/>
              </a:path>
              <a:path w="1567180" h="102235">
                <a:moveTo>
                  <a:pt x="1567040" y="19050"/>
                </a:moveTo>
                <a:lnTo>
                  <a:pt x="1557515" y="19050"/>
                </a:lnTo>
                <a:lnTo>
                  <a:pt x="1547990" y="9525"/>
                </a:lnTo>
                <a:lnTo>
                  <a:pt x="1567040" y="9525"/>
                </a:lnTo>
                <a:lnTo>
                  <a:pt x="1567040" y="19050"/>
                </a:lnTo>
                <a:close/>
              </a:path>
              <a:path w="1567180" h="102235">
                <a:moveTo>
                  <a:pt x="19050" y="92646"/>
                </a:moveTo>
                <a:lnTo>
                  <a:pt x="9525" y="83121"/>
                </a:lnTo>
                <a:lnTo>
                  <a:pt x="19050" y="83121"/>
                </a:lnTo>
                <a:lnTo>
                  <a:pt x="19050" y="92646"/>
                </a:lnTo>
                <a:close/>
              </a:path>
              <a:path w="1567180" h="102235">
                <a:moveTo>
                  <a:pt x="1547990" y="92646"/>
                </a:moveTo>
                <a:lnTo>
                  <a:pt x="19050" y="92646"/>
                </a:lnTo>
                <a:lnTo>
                  <a:pt x="19050" y="83121"/>
                </a:lnTo>
                <a:lnTo>
                  <a:pt x="1547990" y="83121"/>
                </a:lnTo>
                <a:lnTo>
                  <a:pt x="1547990" y="92646"/>
                </a:lnTo>
                <a:close/>
              </a:path>
              <a:path w="1567180" h="102235">
                <a:moveTo>
                  <a:pt x="1567040" y="92646"/>
                </a:moveTo>
                <a:lnTo>
                  <a:pt x="1547990" y="92646"/>
                </a:lnTo>
                <a:lnTo>
                  <a:pt x="1557515" y="83121"/>
                </a:lnTo>
                <a:lnTo>
                  <a:pt x="1567040" y="83121"/>
                </a:lnTo>
                <a:lnTo>
                  <a:pt x="1567040" y="926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33258" y="3385972"/>
            <a:ext cx="1567180" cy="102235"/>
          </a:xfrm>
          <a:custGeom>
            <a:avLst/>
            <a:gdLst/>
            <a:ahLst/>
            <a:cxnLst/>
            <a:rect l="l" t="t" r="r" b="b"/>
            <a:pathLst>
              <a:path w="1567180" h="102235">
                <a:moveTo>
                  <a:pt x="1567052" y="102171"/>
                </a:moveTo>
                <a:lnTo>
                  <a:pt x="0" y="102171"/>
                </a:lnTo>
                <a:lnTo>
                  <a:pt x="0" y="0"/>
                </a:lnTo>
                <a:lnTo>
                  <a:pt x="1567052" y="0"/>
                </a:lnTo>
                <a:lnTo>
                  <a:pt x="1567052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83121"/>
                </a:lnTo>
                <a:lnTo>
                  <a:pt x="9525" y="83121"/>
                </a:lnTo>
                <a:lnTo>
                  <a:pt x="19050" y="92646"/>
                </a:lnTo>
                <a:lnTo>
                  <a:pt x="1567052" y="92646"/>
                </a:lnTo>
                <a:lnTo>
                  <a:pt x="1567052" y="102171"/>
                </a:lnTo>
                <a:close/>
              </a:path>
              <a:path w="1567180" h="10223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567180" h="102235">
                <a:moveTo>
                  <a:pt x="1548002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548002" y="9525"/>
                </a:lnTo>
                <a:lnTo>
                  <a:pt x="1548002" y="19050"/>
                </a:lnTo>
                <a:close/>
              </a:path>
              <a:path w="1567180" h="102235">
                <a:moveTo>
                  <a:pt x="1548002" y="92646"/>
                </a:moveTo>
                <a:lnTo>
                  <a:pt x="1548002" y="9525"/>
                </a:lnTo>
                <a:lnTo>
                  <a:pt x="1557527" y="19050"/>
                </a:lnTo>
                <a:lnTo>
                  <a:pt x="1567052" y="19050"/>
                </a:lnTo>
                <a:lnTo>
                  <a:pt x="1567052" y="83121"/>
                </a:lnTo>
                <a:lnTo>
                  <a:pt x="1557527" y="83121"/>
                </a:lnTo>
                <a:lnTo>
                  <a:pt x="1548002" y="92646"/>
                </a:lnTo>
                <a:close/>
              </a:path>
              <a:path w="1567180" h="102235">
                <a:moveTo>
                  <a:pt x="1567052" y="19050"/>
                </a:moveTo>
                <a:lnTo>
                  <a:pt x="1557527" y="19050"/>
                </a:lnTo>
                <a:lnTo>
                  <a:pt x="1548002" y="9525"/>
                </a:lnTo>
                <a:lnTo>
                  <a:pt x="1567052" y="9525"/>
                </a:lnTo>
                <a:lnTo>
                  <a:pt x="1567052" y="19050"/>
                </a:lnTo>
                <a:close/>
              </a:path>
              <a:path w="1567180" h="102235">
                <a:moveTo>
                  <a:pt x="19050" y="92646"/>
                </a:moveTo>
                <a:lnTo>
                  <a:pt x="9525" y="83121"/>
                </a:lnTo>
                <a:lnTo>
                  <a:pt x="19050" y="83121"/>
                </a:lnTo>
                <a:lnTo>
                  <a:pt x="19050" y="92646"/>
                </a:lnTo>
                <a:close/>
              </a:path>
              <a:path w="1567180" h="102235">
                <a:moveTo>
                  <a:pt x="1548002" y="92646"/>
                </a:moveTo>
                <a:lnTo>
                  <a:pt x="19050" y="92646"/>
                </a:lnTo>
                <a:lnTo>
                  <a:pt x="19050" y="83121"/>
                </a:lnTo>
                <a:lnTo>
                  <a:pt x="1548002" y="83121"/>
                </a:lnTo>
                <a:lnTo>
                  <a:pt x="1548002" y="92646"/>
                </a:lnTo>
                <a:close/>
              </a:path>
              <a:path w="1567180" h="102235">
                <a:moveTo>
                  <a:pt x="1567052" y="92646"/>
                </a:moveTo>
                <a:lnTo>
                  <a:pt x="1548002" y="92646"/>
                </a:lnTo>
                <a:lnTo>
                  <a:pt x="1557527" y="83121"/>
                </a:lnTo>
                <a:lnTo>
                  <a:pt x="1567052" y="83121"/>
                </a:lnTo>
                <a:lnTo>
                  <a:pt x="1567052" y="926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3048" y="2869539"/>
            <a:ext cx="1053465" cy="76200"/>
          </a:xfrm>
          <a:custGeom>
            <a:avLst/>
            <a:gdLst/>
            <a:ahLst/>
            <a:cxnLst/>
            <a:rect l="l" t="t" r="r" b="b"/>
            <a:pathLst>
              <a:path w="1053464" h="76200">
                <a:moveTo>
                  <a:pt x="925944" y="76200"/>
                </a:moveTo>
                <a:lnTo>
                  <a:pt x="989444" y="38100"/>
                </a:lnTo>
                <a:lnTo>
                  <a:pt x="925944" y="0"/>
                </a:lnTo>
                <a:lnTo>
                  <a:pt x="1021194" y="28575"/>
                </a:lnTo>
                <a:lnTo>
                  <a:pt x="1005319" y="28575"/>
                </a:lnTo>
                <a:lnTo>
                  <a:pt x="1005319" y="47625"/>
                </a:lnTo>
                <a:lnTo>
                  <a:pt x="1021194" y="47625"/>
                </a:lnTo>
                <a:lnTo>
                  <a:pt x="925944" y="76200"/>
                </a:lnTo>
                <a:close/>
              </a:path>
              <a:path w="1053464" h="76200">
                <a:moveTo>
                  <a:pt x="973569" y="47625"/>
                </a:moveTo>
                <a:lnTo>
                  <a:pt x="0" y="47625"/>
                </a:lnTo>
                <a:lnTo>
                  <a:pt x="0" y="28575"/>
                </a:lnTo>
                <a:lnTo>
                  <a:pt x="973569" y="28575"/>
                </a:lnTo>
                <a:lnTo>
                  <a:pt x="989444" y="38100"/>
                </a:lnTo>
                <a:lnTo>
                  <a:pt x="973569" y="47625"/>
                </a:lnTo>
                <a:close/>
              </a:path>
              <a:path w="1053464" h="76200">
                <a:moveTo>
                  <a:pt x="1021194" y="47625"/>
                </a:moveTo>
                <a:lnTo>
                  <a:pt x="1005319" y="47625"/>
                </a:lnTo>
                <a:lnTo>
                  <a:pt x="1005319" y="28575"/>
                </a:lnTo>
                <a:lnTo>
                  <a:pt x="1021194" y="28575"/>
                </a:lnTo>
                <a:lnTo>
                  <a:pt x="1052944" y="38100"/>
                </a:lnTo>
                <a:lnTo>
                  <a:pt x="1021194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14209" y="2870365"/>
            <a:ext cx="70242" cy="703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12823" y="2895612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66" y="20129"/>
                </a:moveTo>
                <a:lnTo>
                  <a:pt x="0" y="1079"/>
                </a:lnTo>
                <a:lnTo>
                  <a:pt x="76187" y="0"/>
                </a:lnTo>
                <a:lnTo>
                  <a:pt x="76453" y="19050"/>
                </a:lnTo>
                <a:lnTo>
                  <a:pt x="266" y="201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46160" y="2893733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66" y="20129"/>
                </a:moveTo>
                <a:lnTo>
                  <a:pt x="0" y="1079"/>
                </a:lnTo>
                <a:lnTo>
                  <a:pt x="76187" y="0"/>
                </a:lnTo>
                <a:lnTo>
                  <a:pt x="76453" y="19050"/>
                </a:lnTo>
                <a:lnTo>
                  <a:pt x="266" y="201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79485" y="2891853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79" y="20116"/>
                </a:moveTo>
                <a:lnTo>
                  <a:pt x="0" y="1079"/>
                </a:lnTo>
                <a:lnTo>
                  <a:pt x="76200" y="0"/>
                </a:lnTo>
                <a:lnTo>
                  <a:pt x="76466" y="19049"/>
                </a:lnTo>
                <a:lnTo>
                  <a:pt x="279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312822" y="2889973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79" y="20116"/>
                </a:moveTo>
                <a:lnTo>
                  <a:pt x="0" y="1079"/>
                </a:lnTo>
                <a:lnTo>
                  <a:pt x="76200" y="0"/>
                </a:lnTo>
                <a:lnTo>
                  <a:pt x="76466" y="19049"/>
                </a:lnTo>
                <a:lnTo>
                  <a:pt x="279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446159" y="2888094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79" y="20116"/>
                </a:moveTo>
                <a:lnTo>
                  <a:pt x="0" y="1066"/>
                </a:lnTo>
                <a:lnTo>
                  <a:pt x="76200" y="0"/>
                </a:lnTo>
                <a:lnTo>
                  <a:pt x="76466" y="19050"/>
                </a:lnTo>
                <a:lnTo>
                  <a:pt x="279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579497" y="2886214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79" y="20116"/>
                </a:moveTo>
                <a:lnTo>
                  <a:pt x="0" y="1066"/>
                </a:lnTo>
                <a:lnTo>
                  <a:pt x="76200" y="0"/>
                </a:lnTo>
                <a:lnTo>
                  <a:pt x="76466" y="19050"/>
                </a:lnTo>
                <a:lnTo>
                  <a:pt x="279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712834" y="2884335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66" y="20116"/>
                </a:moveTo>
                <a:lnTo>
                  <a:pt x="0" y="1066"/>
                </a:lnTo>
                <a:lnTo>
                  <a:pt x="76200" y="0"/>
                </a:lnTo>
                <a:lnTo>
                  <a:pt x="76466" y="19050"/>
                </a:lnTo>
                <a:lnTo>
                  <a:pt x="266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846171" y="2882455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66" y="20116"/>
                </a:moveTo>
                <a:lnTo>
                  <a:pt x="0" y="1066"/>
                </a:lnTo>
                <a:lnTo>
                  <a:pt x="76200" y="0"/>
                </a:lnTo>
                <a:lnTo>
                  <a:pt x="76466" y="19037"/>
                </a:lnTo>
                <a:lnTo>
                  <a:pt x="266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79508" y="2880575"/>
            <a:ext cx="76835" cy="20320"/>
          </a:xfrm>
          <a:custGeom>
            <a:avLst/>
            <a:gdLst/>
            <a:ahLst/>
            <a:cxnLst/>
            <a:rect l="l" t="t" r="r" b="b"/>
            <a:pathLst>
              <a:path w="76835" h="20319">
                <a:moveTo>
                  <a:pt x="266" y="20116"/>
                </a:moveTo>
                <a:lnTo>
                  <a:pt x="0" y="1066"/>
                </a:lnTo>
                <a:lnTo>
                  <a:pt x="76200" y="0"/>
                </a:lnTo>
                <a:lnTo>
                  <a:pt x="76466" y="19037"/>
                </a:lnTo>
                <a:lnTo>
                  <a:pt x="266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12846" y="2878950"/>
            <a:ext cx="57785" cy="20320"/>
          </a:xfrm>
          <a:custGeom>
            <a:avLst/>
            <a:gdLst/>
            <a:ahLst/>
            <a:cxnLst/>
            <a:rect l="l" t="t" r="r" b="b"/>
            <a:pathLst>
              <a:path w="57785" h="20319">
                <a:moveTo>
                  <a:pt x="266" y="19862"/>
                </a:moveTo>
                <a:lnTo>
                  <a:pt x="0" y="812"/>
                </a:lnTo>
                <a:lnTo>
                  <a:pt x="57480" y="0"/>
                </a:lnTo>
                <a:lnTo>
                  <a:pt x="57746" y="19050"/>
                </a:lnTo>
                <a:lnTo>
                  <a:pt x="266" y="19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648955" y="2904591"/>
            <a:ext cx="1799589" cy="496570"/>
          </a:xfrm>
          <a:custGeom>
            <a:avLst/>
            <a:gdLst/>
            <a:ahLst/>
            <a:cxnLst/>
            <a:rect l="l" t="t" r="r" b="b"/>
            <a:pathLst>
              <a:path w="1799589" h="496570">
                <a:moveTo>
                  <a:pt x="75412" y="21818"/>
                </a:moveTo>
                <a:lnTo>
                  <a:pt x="0" y="19037"/>
                </a:lnTo>
                <a:lnTo>
                  <a:pt x="698" y="0"/>
                </a:lnTo>
                <a:lnTo>
                  <a:pt x="152260" y="6159"/>
                </a:lnTo>
                <a:lnTo>
                  <a:pt x="229641" y="10744"/>
                </a:lnTo>
                <a:lnTo>
                  <a:pt x="268998" y="13665"/>
                </a:lnTo>
                <a:lnTo>
                  <a:pt x="357711" y="21805"/>
                </a:lnTo>
                <a:lnTo>
                  <a:pt x="75361" y="21805"/>
                </a:lnTo>
                <a:close/>
              </a:path>
              <a:path w="1799589" h="496570">
                <a:moveTo>
                  <a:pt x="189674" y="27279"/>
                </a:moveTo>
                <a:lnTo>
                  <a:pt x="151256" y="25184"/>
                </a:lnTo>
                <a:lnTo>
                  <a:pt x="113207" y="23380"/>
                </a:lnTo>
                <a:lnTo>
                  <a:pt x="75361" y="21805"/>
                </a:lnTo>
                <a:lnTo>
                  <a:pt x="357711" y="21805"/>
                </a:lnTo>
                <a:lnTo>
                  <a:pt x="410945" y="27266"/>
                </a:lnTo>
                <a:lnTo>
                  <a:pt x="189585" y="27266"/>
                </a:lnTo>
                <a:close/>
              </a:path>
              <a:path w="1799589" h="496570">
                <a:moveTo>
                  <a:pt x="604393" y="53174"/>
                </a:moveTo>
                <a:lnTo>
                  <a:pt x="470230" y="53162"/>
                </a:lnTo>
                <a:lnTo>
                  <a:pt x="428879" y="48348"/>
                </a:lnTo>
                <a:lnTo>
                  <a:pt x="387908" y="43967"/>
                </a:lnTo>
                <a:lnTo>
                  <a:pt x="347319" y="39916"/>
                </a:lnTo>
                <a:lnTo>
                  <a:pt x="307098" y="36093"/>
                </a:lnTo>
                <a:lnTo>
                  <a:pt x="267411" y="32651"/>
                </a:lnTo>
                <a:lnTo>
                  <a:pt x="228282" y="29743"/>
                </a:lnTo>
                <a:lnTo>
                  <a:pt x="189585" y="27266"/>
                </a:lnTo>
                <a:lnTo>
                  <a:pt x="411064" y="27279"/>
                </a:lnTo>
                <a:lnTo>
                  <a:pt x="458959" y="32664"/>
                </a:lnTo>
                <a:lnTo>
                  <a:pt x="514553" y="39624"/>
                </a:lnTo>
                <a:lnTo>
                  <a:pt x="556971" y="45643"/>
                </a:lnTo>
                <a:lnTo>
                  <a:pt x="599782" y="52387"/>
                </a:lnTo>
                <a:lnTo>
                  <a:pt x="604393" y="53174"/>
                </a:lnTo>
                <a:close/>
              </a:path>
              <a:path w="1799589" h="496570">
                <a:moveTo>
                  <a:pt x="701430" y="71183"/>
                </a:moveTo>
                <a:lnTo>
                  <a:pt x="596620" y="71170"/>
                </a:lnTo>
                <a:lnTo>
                  <a:pt x="575322" y="67729"/>
                </a:lnTo>
                <a:lnTo>
                  <a:pt x="554113" y="64477"/>
                </a:lnTo>
                <a:lnTo>
                  <a:pt x="533006" y="61404"/>
                </a:lnTo>
                <a:lnTo>
                  <a:pt x="512000" y="58496"/>
                </a:lnTo>
                <a:lnTo>
                  <a:pt x="470307" y="53172"/>
                </a:lnTo>
                <a:lnTo>
                  <a:pt x="604393" y="53174"/>
                </a:lnTo>
                <a:lnTo>
                  <a:pt x="634853" y="58508"/>
                </a:lnTo>
                <a:lnTo>
                  <a:pt x="650596" y="61417"/>
                </a:lnTo>
                <a:lnTo>
                  <a:pt x="684012" y="67741"/>
                </a:lnTo>
                <a:lnTo>
                  <a:pt x="701430" y="71183"/>
                </a:lnTo>
                <a:close/>
              </a:path>
              <a:path w="1799589" h="496570">
                <a:moveTo>
                  <a:pt x="719808" y="74841"/>
                </a:moveTo>
                <a:lnTo>
                  <a:pt x="618021" y="74828"/>
                </a:lnTo>
                <a:lnTo>
                  <a:pt x="596662" y="71177"/>
                </a:lnTo>
                <a:lnTo>
                  <a:pt x="701430" y="71183"/>
                </a:lnTo>
                <a:lnTo>
                  <a:pt x="719808" y="74841"/>
                </a:lnTo>
                <a:close/>
              </a:path>
              <a:path w="1799589" h="496570">
                <a:moveTo>
                  <a:pt x="738786" y="78714"/>
                </a:moveTo>
                <a:lnTo>
                  <a:pt x="639526" y="78701"/>
                </a:lnTo>
                <a:lnTo>
                  <a:pt x="618020" y="74828"/>
                </a:lnTo>
                <a:lnTo>
                  <a:pt x="719808" y="74841"/>
                </a:lnTo>
                <a:lnTo>
                  <a:pt x="730529" y="76974"/>
                </a:lnTo>
                <a:lnTo>
                  <a:pt x="738786" y="78714"/>
                </a:lnTo>
                <a:close/>
              </a:path>
              <a:path w="1799589" h="496570">
                <a:moveTo>
                  <a:pt x="777648" y="86931"/>
                </a:moveTo>
                <a:lnTo>
                  <a:pt x="682913" y="86918"/>
                </a:lnTo>
                <a:lnTo>
                  <a:pt x="639508" y="78701"/>
                </a:lnTo>
                <a:lnTo>
                  <a:pt x="738786" y="78714"/>
                </a:lnTo>
                <a:lnTo>
                  <a:pt x="774890" y="86321"/>
                </a:lnTo>
                <a:lnTo>
                  <a:pt x="777648" y="86931"/>
                </a:lnTo>
                <a:close/>
              </a:path>
              <a:path w="1799589" h="496570">
                <a:moveTo>
                  <a:pt x="855502" y="104952"/>
                </a:moveTo>
                <a:lnTo>
                  <a:pt x="770855" y="104940"/>
                </a:lnTo>
                <a:lnTo>
                  <a:pt x="726643" y="95618"/>
                </a:lnTo>
                <a:lnTo>
                  <a:pt x="682891" y="86918"/>
                </a:lnTo>
                <a:lnTo>
                  <a:pt x="777648" y="86931"/>
                </a:lnTo>
                <a:lnTo>
                  <a:pt x="816416" y="95643"/>
                </a:lnTo>
                <a:lnTo>
                  <a:pt x="855502" y="104952"/>
                </a:lnTo>
                <a:close/>
              </a:path>
              <a:path w="1799589" h="496570">
                <a:moveTo>
                  <a:pt x="875184" y="109855"/>
                </a:moveTo>
                <a:lnTo>
                  <a:pt x="793044" y="109842"/>
                </a:lnTo>
                <a:lnTo>
                  <a:pt x="770826" y="104940"/>
                </a:lnTo>
                <a:lnTo>
                  <a:pt x="855502" y="104952"/>
                </a:lnTo>
                <a:lnTo>
                  <a:pt x="875184" y="109855"/>
                </a:lnTo>
                <a:close/>
              </a:path>
              <a:path w="1799589" h="496570">
                <a:moveTo>
                  <a:pt x="895016" y="114947"/>
                </a:moveTo>
                <a:lnTo>
                  <a:pt x="815373" y="114935"/>
                </a:lnTo>
                <a:lnTo>
                  <a:pt x="793038" y="109842"/>
                </a:lnTo>
                <a:lnTo>
                  <a:pt x="875184" y="109855"/>
                </a:lnTo>
                <a:lnTo>
                  <a:pt x="895016" y="114947"/>
                </a:lnTo>
                <a:close/>
              </a:path>
              <a:path w="1799589" h="496570">
                <a:moveTo>
                  <a:pt x="915010" y="120243"/>
                </a:moveTo>
                <a:lnTo>
                  <a:pt x="837777" y="120230"/>
                </a:lnTo>
                <a:lnTo>
                  <a:pt x="815352" y="114935"/>
                </a:lnTo>
                <a:lnTo>
                  <a:pt x="895016" y="114947"/>
                </a:lnTo>
                <a:lnTo>
                  <a:pt x="910539" y="119024"/>
                </a:lnTo>
                <a:lnTo>
                  <a:pt x="915010" y="120243"/>
                </a:lnTo>
                <a:close/>
              </a:path>
              <a:path w="1799589" h="496570">
                <a:moveTo>
                  <a:pt x="975732" y="137439"/>
                </a:moveTo>
                <a:lnTo>
                  <a:pt x="905601" y="137426"/>
                </a:lnTo>
                <a:lnTo>
                  <a:pt x="882865" y="131457"/>
                </a:lnTo>
                <a:lnTo>
                  <a:pt x="860272" y="125730"/>
                </a:lnTo>
                <a:lnTo>
                  <a:pt x="837768" y="120230"/>
                </a:lnTo>
                <a:lnTo>
                  <a:pt x="915010" y="120243"/>
                </a:lnTo>
                <a:lnTo>
                  <a:pt x="933500" y="125285"/>
                </a:lnTo>
                <a:lnTo>
                  <a:pt x="956576" y="131813"/>
                </a:lnTo>
                <a:lnTo>
                  <a:pt x="975732" y="137439"/>
                </a:lnTo>
                <a:close/>
              </a:path>
              <a:path w="1799589" h="496570">
                <a:moveTo>
                  <a:pt x="1016879" y="150126"/>
                </a:moveTo>
                <a:lnTo>
                  <a:pt x="951344" y="150126"/>
                </a:lnTo>
                <a:lnTo>
                  <a:pt x="928369" y="143637"/>
                </a:lnTo>
                <a:lnTo>
                  <a:pt x="905573" y="137426"/>
                </a:lnTo>
                <a:lnTo>
                  <a:pt x="975732" y="137439"/>
                </a:lnTo>
                <a:lnTo>
                  <a:pt x="979754" y="138620"/>
                </a:lnTo>
                <a:lnTo>
                  <a:pt x="1003045" y="145707"/>
                </a:lnTo>
                <a:lnTo>
                  <a:pt x="1016879" y="150126"/>
                </a:lnTo>
                <a:close/>
              </a:path>
              <a:path w="1799589" h="496570">
                <a:moveTo>
                  <a:pt x="1037488" y="156883"/>
                </a:moveTo>
                <a:lnTo>
                  <a:pt x="974344" y="156883"/>
                </a:lnTo>
                <a:lnTo>
                  <a:pt x="951280" y="150108"/>
                </a:lnTo>
                <a:lnTo>
                  <a:pt x="1016879" y="150126"/>
                </a:lnTo>
                <a:lnTo>
                  <a:pt x="1026896" y="153327"/>
                </a:lnTo>
                <a:lnTo>
                  <a:pt x="1037488" y="156883"/>
                </a:lnTo>
                <a:close/>
              </a:path>
              <a:path w="1799589" h="496570">
                <a:moveTo>
                  <a:pt x="1058193" y="163918"/>
                </a:moveTo>
                <a:lnTo>
                  <a:pt x="997432" y="163918"/>
                </a:lnTo>
                <a:lnTo>
                  <a:pt x="974255" y="156857"/>
                </a:lnTo>
                <a:lnTo>
                  <a:pt x="1037488" y="156883"/>
                </a:lnTo>
                <a:lnTo>
                  <a:pt x="1051598" y="161620"/>
                </a:lnTo>
                <a:lnTo>
                  <a:pt x="1058193" y="163918"/>
                </a:lnTo>
                <a:close/>
              </a:path>
              <a:path w="1799589" h="496570">
                <a:moveTo>
                  <a:pt x="1079711" y="171450"/>
                </a:moveTo>
                <a:lnTo>
                  <a:pt x="1021029" y="171450"/>
                </a:lnTo>
                <a:lnTo>
                  <a:pt x="997305" y="163880"/>
                </a:lnTo>
                <a:lnTo>
                  <a:pt x="997432" y="163918"/>
                </a:lnTo>
                <a:lnTo>
                  <a:pt x="1058193" y="163918"/>
                </a:lnTo>
                <a:lnTo>
                  <a:pt x="1076960" y="170459"/>
                </a:lnTo>
                <a:lnTo>
                  <a:pt x="1079711" y="171450"/>
                </a:lnTo>
                <a:close/>
              </a:path>
              <a:path w="1799589" h="496570">
                <a:moveTo>
                  <a:pt x="1102499" y="179654"/>
                </a:moveTo>
                <a:lnTo>
                  <a:pt x="1045489" y="179654"/>
                </a:lnTo>
                <a:lnTo>
                  <a:pt x="1020902" y="171411"/>
                </a:lnTo>
                <a:lnTo>
                  <a:pt x="1021029" y="171450"/>
                </a:lnTo>
                <a:lnTo>
                  <a:pt x="1079711" y="171450"/>
                </a:lnTo>
                <a:lnTo>
                  <a:pt x="1102499" y="179654"/>
                </a:lnTo>
                <a:close/>
              </a:path>
              <a:path w="1799589" h="496570">
                <a:moveTo>
                  <a:pt x="1126243" y="188429"/>
                </a:moveTo>
                <a:lnTo>
                  <a:pt x="1070648" y="188429"/>
                </a:lnTo>
                <a:lnTo>
                  <a:pt x="1045375" y="179616"/>
                </a:lnTo>
                <a:lnTo>
                  <a:pt x="1102499" y="179654"/>
                </a:lnTo>
                <a:lnTo>
                  <a:pt x="1126243" y="188429"/>
                </a:lnTo>
                <a:close/>
              </a:path>
              <a:path w="1799589" h="496570">
                <a:moveTo>
                  <a:pt x="1150818" y="197675"/>
                </a:moveTo>
                <a:lnTo>
                  <a:pt x="1096327" y="197675"/>
                </a:lnTo>
                <a:lnTo>
                  <a:pt x="1070546" y="188404"/>
                </a:lnTo>
                <a:lnTo>
                  <a:pt x="1126243" y="188429"/>
                </a:lnTo>
                <a:lnTo>
                  <a:pt x="1150818" y="197675"/>
                </a:lnTo>
                <a:close/>
              </a:path>
              <a:path w="1799589" h="496570">
                <a:moveTo>
                  <a:pt x="1252619" y="237388"/>
                </a:moveTo>
                <a:lnTo>
                  <a:pt x="1200810" y="237388"/>
                </a:lnTo>
                <a:lnTo>
                  <a:pt x="1148499" y="217170"/>
                </a:lnTo>
                <a:lnTo>
                  <a:pt x="1122299" y="207276"/>
                </a:lnTo>
                <a:lnTo>
                  <a:pt x="1096251" y="197650"/>
                </a:lnTo>
                <a:lnTo>
                  <a:pt x="1150818" y="197675"/>
                </a:lnTo>
                <a:lnTo>
                  <a:pt x="1175821" y="207302"/>
                </a:lnTo>
                <a:lnTo>
                  <a:pt x="1201401" y="217195"/>
                </a:lnTo>
                <a:lnTo>
                  <a:pt x="1252619" y="237388"/>
                </a:lnTo>
                <a:close/>
              </a:path>
              <a:path w="1799589" h="496570">
                <a:moveTo>
                  <a:pt x="1302933" y="257467"/>
                </a:moveTo>
                <a:lnTo>
                  <a:pt x="1251552" y="257454"/>
                </a:lnTo>
                <a:lnTo>
                  <a:pt x="1200734" y="237363"/>
                </a:lnTo>
                <a:lnTo>
                  <a:pt x="1252619" y="237388"/>
                </a:lnTo>
                <a:lnTo>
                  <a:pt x="1302933" y="257467"/>
                </a:lnTo>
                <a:close/>
              </a:path>
              <a:path w="1799589" h="496570">
                <a:moveTo>
                  <a:pt x="1556486" y="358355"/>
                </a:moveTo>
                <a:lnTo>
                  <a:pt x="1509509" y="358355"/>
                </a:lnTo>
                <a:lnTo>
                  <a:pt x="1492326" y="351231"/>
                </a:lnTo>
                <a:lnTo>
                  <a:pt x="1475816" y="344728"/>
                </a:lnTo>
                <a:lnTo>
                  <a:pt x="1381340" y="308965"/>
                </a:lnTo>
                <a:lnTo>
                  <a:pt x="1336022" y="291172"/>
                </a:lnTo>
                <a:lnTo>
                  <a:pt x="1298783" y="276326"/>
                </a:lnTo>
                <a:lnTo>
                  <a:pt x="1251546" y="257454"/>
                </a:lnTo>
                <a:lnTo>
                  <a:pt x="1302933" y="257467"/>
                </a:lnTo>
                <a:lnTo>
                  <a:pt x="1350244" y="276326"/>
                </a:lnTo>
                <a:lnTo>
                  <a:pt x="1388152" y="291172"/>
                </a:lnTo>
                <a:lnTo>
                  <a:pt x="1444294" y="312470"/>
                </a:lnTo>
                <a:lnTo>
                  <a:pt x="1482737" y="326974"/>
                </a:lnTo>
                <a:lnTo>
                  <a:pt x="1499539" y="333603"/>
                </a:lnTo>
                <a:lnTo>
                  <a:pt x="1516875" y="340779"/>
                </a:lnTo>
                <a:lnTo>
                  <a:pt x="1536369" y="349262"/>
                </a:lnTo>
                <a:lnTo>
                  <a:pt x="1556486" y="358355"/>
                </a:lnTo>
                <a:close/>
              </a:path>
              <a:path w="1799589" h="496570">
                <a:moveTo>
                  <a:pt x="1648793" y="402729"/>
                </a:moveTo>
                <a:lnTo>
                  <a:pt x="1605775" y="402729"/>
                </a:lnTo>
                <a:lnTo>
                  <a:pt x="1577962" y="389356"/>
                </a:lnTo>
                <a:lnTo>
                  <a:pt x="1551660" y="377075"/>
                </a:lnTo>
                <a:lnTo>
                  <a:pt x="1528584" y="366649"/>
                </a:lnTo>
                <a:lnTo>
                  <a:pt x="1509372" y="358299"/>
                </a:lnTo>
                <a:lnTo>
                  <a:pt x="1509509" y="358355"/>
                </a:lnTo>
                <a:lnTo>
                  <a:pt x="1556486" y="358355"/>
                </a:lnTo>
                <a:lnTo>
                  <a:pt x="1559661" y="359791"/>
                </a:lnTo>
                <a:lnTo>
                  <a:pt x="1586166" y="372160"/>
                </a:lnTo>
                <a:lnTo>
                  <a:pt x="1614068" y="385584"/>
                </a:lnTo>
                <a:lnTo>
                  <a:pt x="1648793" y="402729"/>
                </a:lnTo>
                <a:close/>
              </a:path>
              <a:path w="1799589" h="496570">
                <a:moveTo>
                  <a:pt x="1677174" y="416979"/>
                </a:moveTo>
                <a:lnTo>
                  <a:pt x="1634705" y="416979"/>
                </a:lnTo>
                <a:lnTo>
                  <a:pt x="1605686" y="402691"/>
                </a:lnTo>
                <a:lnTo>
                  <a:pt x="1648793" y="402729"/>
                </a:lnTo>
                <a:lnTo>
                  <a:pt x="1677174" y="416979"/>
                </a:lnTo>
                <a:close/>
              </a:path>
              <a:path w="1799589" h="496570">
                <a:moveTo>
                  <a:pt x="1706608" y="431977"/>
                </a:moveTo>
                <a:lnTo>
                  <a:pt x="1664652" y="431977"/>
                </a:lnTo>
                <a:lnTo>
                  <a:pt x="1634642" y="416953"/>
                </a:lnTo>
                <a:lnTo>
                  <a:pt x="1677174" y="416979"/>
                </a:lnTo>
                <a:lnTo>
                  <a:pt x="1706608" y="431977"/>
                </a:lnTo>
                <a:close/>
              </a:path>
              <a:path w="1799589" h="496570">
                <a:moveTo>
                  <a:pt x="1790598" y="496557"/>
                </a:moveTo>
                <a:lnTo>
                  <a:pt x="1726780" y="463638"/>
                </a:lnTo>
                <a:lnTo>
                  <a:pt x="1664589" y="431952"/>
                </a:lnTo>
                <a:lnTo>
                  <a:pt x="1706608" y="431977"/>
                </a:lnTo>
                <a:lnTo>
                  <a:pt x="1768387" y="463664"/>
                </a:lnTo>
                <a:lnTo>
                  <a:pt x="1799336" y="479628"/>
                </a:lnTo>
                <a:lnTo>
                  <a:pt x="1790598" y="4965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139617" y="2897022"/>
            <a:ext cx="53340" cy="350520"/>
          </a:xfrm>
          <a:custGeom>
            <a:avLst/>
            <a:gdLst/>
            <a:ahLst/>
            <a:cxnLst/>
            <a:rect l="l" t="t" r="r" b="b"/>
            <a:pathLst>
              <a:path w="53339" h="350519">
                <a:moveTo>
                  <a:pt x="2349" y="126339"/>
                </a:moveTo>
                <a:lnTo>
                  <a:pt x="30835" y="0"/>
                </a:lnTo>
                <a:lnTo>
                  <a:pt x="41890" y="63246"/>
                </a:lnTo>
                <a:lnTo>
                  <a:pt x="19773" y="63246"/>
                </a:lnTo>
                <a:lnTo>
                  <a:pt x="19193" y="87055"/>
                </a:lnTo>
                <a:lnTo>
                  <a:pt x="2349" y="126339"/>
                </a:lnTo>
                <a:close/>
              </a:path>
              <a:path w="53339" h="350519">
                <a:moveTo>
                  <a:pt x="19193" y="87055"/>
                </a:moveTo>
                <a:lnTo>
                  <a:pt x="19773" y="63246"/>
                </a:lnTo>
                <a:lnTo>
                  <a:pt x="29549" y="63487"/>
                </a:lnTo>
                <a:lnTo>
                  <a:pt x="29298" y="63487"/>
                </a:lnTo>
                <a:lnTo>
                  <a:pt x="19193" y="87055"/>
                </a:lnTo>
                <a:close/>
              </a:path>
              <a:path w="53339" h="350519">
                <a:moveTo>
                  <a:pt x="53136" y="127584"/>
                </a:moveTo>
                <a:lnTo>
                  <a:pt x="38231" y="87504"/>
                </a:lnTo>
                <a:lnTo>
                  <a:pt x="38811" y="63715"/>
                </a:lnTo>
                <a:lnTo>
                  <a:pt x="19773" y="63246"/>
                </a:lnTo>
                <a:lnTo>
                  <a:pt x="41890" y="63246"/>
                </a:lnTo>
                <a:lnTo>
                  <a:pt x="53136" y="127584"/>
                </a:lnTo>
                <a:close/>
              </a:path>
              <a:path w="53339" h="350519">
                <a:moveTo>
                  <a:pt x="23837" y="286893"/>
                </a:moveTo>
                <a:lnTo>
                  <a:pt x="14905" y="262875"/>
                </a:lnTo>
                <a:lnTo>
                  <a:pt x="19193" y="87055"/>
                </a:lnTo>
                <a:lnTo>
                  <a:pt x="29298" y="63487"/>
                </a:lnTo>
                <a:lnTo>
                  <a:pt x="38231" y="87504"/>
                </a:lnTo>
                <a:lnTo>
                  <a:pt x="33943" y="263324"/>
                </a:lnTo>
                <a:lnTo>
                  <a:pt x="23837" y="286893"/>
                </a:lnTo>
                <a:close/>
              </a:path>
              <a:path w="53339" h="350519">
                <a:moveTo>
                  <a:pt x="38231" y="87504"/>
                </a:moveTo>
                <a:lnTo>
                  <a:pt x="29298" y="63487"/>
                </a:lnTo>
                <a:lnTo>
                  <a:pt x="38811" y="63715"/>
                </a:lnTo>
                <a:lnTo>
                  <a:pt x="38231" y="87504"/>
                </a:lnTo>
                <a:close/>
              </a:path>
              <a:path w="53339" h="350519">
                <a:moveTo>
                  <a:pt x="22301" y="350380"/>
                </a:moveTo>
                <a:lnTo>
                  <a:pt x="0" y="222796"/>
                </a:lnTo>
                <a:lnTo>
                  <a:pt x="14905" y="262875"/>
                </a:lnTo>
                <a:lnTo>
                  <a:pt x="14325" y="286664"/>
                </a:lnTo>
                <a:lnTo>
                  <a:pt x="33362" y="287134"/>
                </a:lnTo>
                <a:lnTo>
                  <a:pt x="36561" y="287134"/>
                </a:lnTo>
                <a:lnTo>
                  <a:pt x="22301" y="350380"/>
                </a:lnTo>
                <a:close/>
              </a:path>
              <a:path w="53339" h="350519">
                <a:moveTo>
                  <a:pt x="36561" y="287134"/>
                </a:moveTo>
                <a:lnTo>
                  <a:pt x="33362" y="287134"/>
                </a:lnTo>
                <a:lnTo>
                  <a:pt x="33943" y="263324"/>
                </a:lnTo>
                <a:lnTo>
                  <a:pt x="50787" y="224040"/>
                </a:lnTo>
                <a:lnTo>
                  <a:pt x="36561" y="287134"/>
                </a:lnTo>
                <a:close/>
              </a:path>
              <a:path w="53339" h="350519">
                <a:moveTo>
                  <a:pt x="33362" y="287134"/>
                </a:moveTo>
                <a:lnTo>
                  <a:pt x="14325" y="286664"/>
                </a:lnTo>
                <a:lnTo>
                  <a:pt x="14905" y="262875"/>
                </a:lnTo>
                <a:lnTo>
                  <a:pt x="23837" y="286893"/>
                </a:lnTo>
                <a:lnTo>
                  <a:pt x="33368" y="286893"/>
                </a:lnTo>
                <a:lnTo>
                  <a:pt x="33362" y="287134"/>
                </a:lnTo>
                <a:close/>
              </a:path>
              <a:path w="53339" h="350519">
                <a:moveTo>
                  <a:pt x="33368" y="286893"/>
                </a:moveTo>
                <a:lnTo>
                  <a:pt x="23837" y="286893"/>
                </a:lnTo>
                <a:lnTo>
                  <a:pt x="33943" y="263324"/>
                </a:lnTo>
                <a:lnTo>
                  <a:pt x="33368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38580" y="2146909"/>
            <a:ext cx="350520" cy="53340"/>
          </a:xfrm>
          <a:custGeom>
            <a:avLst/>
            <a:gdLst/>
            <a:ahLst/>
            <a:cxnLst/>
            <a:rect l="l" t="t" r="r" b="b"/>
            <a:pathLst>
              <a:path w="350519" h="53339">
                <a:moveTo>
                  <a:pt x="126339" y="50787"/>
                </a:moveTo>
                <a:lnTo>
                  <a:pt x="0" y="22301"/>
                </a:lnTo>
                <a:lnTo>
                  <a:pt x="127584" y="0"/>
                </a:lnTo>
                <a:lnTo>
                  <a:pt x="89085" y="14325"/>
                </a:lnTo>
                <a:lnTo>
                  <a:pt x="63715" y="14325"/>
                </a:lnTo>
                <a:lnTo>
                  <a:pt x="63246" y="33362"/>
                </a:lnTo>
                <a:lnTo>
                  <a:pt x="87039" y="33944"/>
                </a:lnTo>
                <a:lnTo>
                  <a:pt x="126339" y="50787"/>
                </a:lnTo>
                <a:close/>
              </a:path>
              <a:path w="350519" h="53339">
                <a:moveTo>
                  <a:pt x="304726" y="38823"/>
                </a:moveTo>
                <a:lnTo>
                  <a:pt x="286664" y="38823"/>
                </a:lnTo>
                <a:lnTo>
                  <a:pt x="287134" y="19773"/>
                </a:lnTo>
                <a:lnTo>
                  <a:pt x="263324" y="19193"/>
                </a:lnTo>
                <a:lnTo>
                  <a:pt x="224040" y="2349"/>
                </a:lnTo>
                <a:lnTo>
                  <a:pt x="350380" y="30848"/>
                </a:lnTo>
                <a:lnTo>
                  <a:pt x="304726" y="38823"/>
                </a:lnTo>
                <a:close/>
              </a:path>
              <a:path w="350519" h="53339">
                <a:moveTo>
                  <a:pt x="87039" y="33944"/>
                </a:moveTo>
                <a:lnTo>
                  <a:pt x="63246" y="33362"/>
                </a:lnTo>
                <a:lnTo>
                  <a:pt x="63715" y="14325"/>
                </a:lnTo>
                <a:lnTo>
                  <a:pt x="87524" y="14906"/>
                </a:lnTo>
                <a:lnTo>
                  <a:pt x="63487" y="23850"/>
                </a:lnTo>
                <a:lnTo>
                  <a:pt x="87039" y="33944"/>
                </a:lnTo>
                <a:close/>
              </a:path>
              <a:path w="350519" h="53339">
                <a:moveTo>
                  <a:pt x="87524" y="14906"/>
                </a:moveTo>
                <a:lnTo>
                  <a:pt x="63715" y="14325"/>
                </a:lnTo>
                <a:lnTo>
                  <a:pt x="89085" y="14325"/>
                </a:lnTo>
                <a:lnTo>
                  <a:pt x="87524" y="14906"/>
                </a:lnTo>
                <a:close/>
              </a:path>
              <a:path w="350519" h="53339">
                <a:moveTo>
                  <a:pt x="262846" y="38241"/>
                </a:moveTo>
                <a:lnTo>
                  <a:pt x="87039" y="33944"/>
                </a:lnTo>
                <a:lnTo>
                  <a:pt x="63487" y="23850"/>
                </a:lnTo>
                <a:lnTo>
                  <a:pt x="87524" y="14906"/>
                </a:lnTo>
                <a:lnTo>
                  <a:pt x="263324" y="19193"/>
                </a:lnTo>
                <a:lnTo>
                  <a:pt x="286893" y="29298"/>
                </a:lnTo>
                <a:lnTo>
                  <a:pt x="262846" y="38241"/>
                </a:lnTo>
                <a:close/>
              </a:path>
              <a:path w="350519" h="53339">
                <a:moveTo>
                  <a:pt x="286664" y="38823"/>
                </a:moveTo>
                <a:lnTo>
                  <a:pt x="262846" y="38241"/>
                </a:lnTo>
                <a:lnTo>
                  <a:pt x="286893" y="29298"/>
                </a:lnTo>
                <a:lnTo>
                  <a:pt x="263324" y="19193"/>
                </a:lnTo>
                <a:lnTo>
                  <a:pt x="287134" y="19773"/>
                </a:lnTo>
                <a:lnTo>
                  <a:pt x="286664" y="38823"/>
                </a:lnTo>
                <a:close/>
              </a:path>
              <a:path w="350519" h="53339">
                <a:moveTo>
                  <a:pt x="222796" y="53136"/>
                </a:moveTo>
                <a:lnTo>
                  <a:pt x="262846" y="38241"/>
                </a:lnTo>
                <a:lnTo>
                  <a:pt x="286664" y="38823"/>
                </a:lnTo>
                <a:lnTo>
                  <a:pt x="304726" y="38823"/>
                </a:lnTo>
                <a:lnTo>
                  <a:pt x="222796" y="531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632216" y="2025357"/>
            <a:ext cx="0" cy="205104"/>
          </a:xfrm>
          <a:custGeom>
            <a:avLst/>
            <a:gdLst/>
            <a:ahLst/>
            <a:cxnLst/>
            <a:rect l="l" t="t" r="r" b="b"/>
            <a:pathLst>
              <a:path w="0" h="205105">
                <a:moveTo>
                  <a:pt x="0" y="0"/>
                </a:moveTo>
                <a:lnTo>
                  <a:pt x="0" y="20509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177578" y="2032469"/>
            <a:ext cx="0" cy="205104"/>
          </a:xfrm>
          <a:custGeom>
            <a:avLst/>
            <a:gdLst/>
            <a:ahLst/>
            <a:cxnLst/>
            <a:rect l="l" t="t" r="r" b="b"/>
            <a:pathLst>
              <a:path w="0" h="205105">
                <a:moveTo>
                  <a:pt x="0" y="0"/>
                </a:moveTo>
                <a:lnTo>
                  <a:pt x="0" y="20510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255911" y="2358644"/>
            <a:ext cx="760730" cy="0"/>
          </a:xfrm>
          <a:custGeom>
            <a:avLst/>
            <a:gdLst/>
            <a:ahLst/>
            <a:cxnLst/>
            <a:rect l="l" t="t" r="r" b="b"/>
            <a:pathLst>
              <a:path w="760729" h="0">
                <a:moveTo>
                  <a:pt x="0" y="0"/>
                </a:moveTo>
                <a:lnTo>
                  <a:pt x="76057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245942" y="3382721"/>
            <a:ext cx="760730" cy="0"/>
          </a:xfrm>
          <a:custGeom>
            <a:avLst/>
            <a:gdLst/>
            <a:ahLst/>
            <a:cxnLst/>
            <a:rect l="l" t="t" r="r" b="b"/>
            <a:pathLst>
              <a:path w="760729" h="0">
                <a:moveTo>
                  <a:pt x="0" y="0"/>
                </a:moveTo>
                <a:lnTo>
                  <a:pt x="76057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743083" y="2358644"/>
            <a:ext cx="58419" cy="1024255"/>
          </a:xfrm>
          <a:custGeom>
            <a:avLst/>
            <a:gdLst/>
            <a:ahLst/>
            <a:cxnLst/>
            <a:rect l="l" t="t" r="r" b="b"/>
            <a:pathLst>
              <a:path w="58420" h="1024254">
                <a:moveTo>
                  <a:pt x="7493" y="126745"/>
                </a:moveTo>
                <a:lnTo>
                  <a:pt x="34124" y="0"/>
                </a:lnTo>
                <a:lnTo>
                  <a:pt x="46166" y="63398"/>
                </a:lnTo>
                <a:lnTo>
                  <a:pt x="23990" y="63398"/>
                </a:lnTo>
                <a:lnTo>
                  <a:pt x="23758" y="87185"/>
                </a:lnTo>
                <a:lnTo>
                  <a:pt x="7493" y="126745"/>
                </a:lnTo>
                <a:close/>
              </a:path>
              <a:path w="58420" h="1024254">
                <a:moveTo>
                  <a:pt x="23758" y="87185"/>
                </a:moveTo>
                <a:lnTo>
                  <a:pt x="23990" y="63398"/>
                </a:lnTo>
                <a:lnTo>
                  <a:pt x="33500" y="63493"/>
                </a:lnTo>
                <a:lnTo>
                  <a:pt x="23758" y="87185"/>
                </a:lnTo>
                <a:close/>
              </a:path>
              <a:path w="58420" h="1024254">
                <a:moveTo>
                  <a:pt x="33500" y="63493"/>
                </a:moveTo>
                <a:lnTo>
                  <a:pt x="23990" y="63398"/>
                </a:lnTo>
                <a:lnTo>
                  <a:pt x="46166" y="63398"/>
                </a:lnTo>
                <a:lnTo>
                  <a:pt x="33500" y="63493"/>
                </a:lnTo>
                <a:close/>
              </a:path>
              <a:path w="58420" h="1024254">
                <a:moveTo>
                  <a:pt x="58293" y="127241"/>
                </a:moveTo>
                <a:lnTo>
                  <a:pt x="42796" y="87387"/>
                </a:lnTo>
                <a:lnTo>
                  <a:pt x="43027" y="63588"/>
                </a:lnTo>
                <a:lnTo>
                  <a:pt x="33502" y="63487"/>
                </a:lnTo>
                <a:lnTo>
                  <a:pt x="46183" y="63487"/>
                </a:lnTo>
                <a:lnTo>
                  <a:pt x="58293" y="127241"/>
                </a:lnTo>
                <a:close/>
              </a:path>
              <a:path w="58420" h="1024254">
                <a:moveTo>
                  <a:pt x="24790" y="960564"/>
                </a:moveTo>
                <a:lnTo>
                  <a:pt x="15496" y="936669"/>
                </a:lnTo>
                <a:lnTo>
                  <a:pt x="23758" y="87185"/>
                </a:lnTo>
                <a:lnTo>
                  <a:pt x="33500" y="63493"/>
                </a:lnTo>
                <a:lnTo>
                  <a:pt x="42796" y="87387"/>
                </a:lnTo>
                <a:lnTo>
                  <a:pt x="34534" y="936871"/>
                </a:lnTo>
                <a:lnTo>
                  <a:pt x="24790" y="960564"/>
                </a:lnTo>
                <a:close/>
              </a:path>
              <a:path w="58420" h="1024254">
                <a:moveTo>
                  <a:pt x="42796" y="87387"/>
                </a:moveTo>
                <a:lnTo>
                  <a:pt x="33505" y="63493"/>
                </a:lnTo>
                <a:lnTo>
                  <a:pt x="43027" y="63588"/>
                </a:lnTo>
                <a:lnTo>
                  <a:pt x="42796" y="87387"/>
                </a:lnTo>
                <a:close/>
              </a:path>
              <a:path w="58420" h="1024254">
                <a:moveTo>
                  <a:pt x="24168" y="1024064"/>
                </a:moveTo>
                <a:lnTo>
                  <a:pt x="0" y="896823"/>
                </a:lnTo>
                <a:lnTo>
                  <a:pt x="15496" y="936669"/>
                </a:lnTo>
                <a:lnTo>
                  <a:pt x="15265" y="960475"/>
                </a:lnTo>
                <a:lnTo>
                  <a:pt x="34302" y="960666"/>
                </a:lnTo>
                <a:lnTo>
                  <a:pt x="37489" y="960666"/>
                </a:lnTo>
                <a:lnTo>
                  <a:pt x="24168" y="1024064"/>
                </a:lnTo>
                <a:close/>
              </a:path>
              <a:path w="58420" h="1024254">
                <a:moveTo>
                  <a:pt x="37489" y="960666"/>
                </a:moveTo>
                <a:lnTo>
                  <a:pt x="34302" y="960666"/>
                </a:lnTo>
                <a:lnTo>
                  <a:pt x="34534" y="936871"/>
                </a:lnTo>
                <a:lnTo>
                  <a:pt x="50800" y="897318"/>
                </a:lnTo>
                <a:lnTo>
                  <a:pt x="37489" y="960666"/>
                </a:lnTo>
                <a:close/>
              </a:path>
              <a:path w="58420" h="1024254">
                <a:moveTo>
                  <a:pt x="34302" y="960666"/>
                </a:moveTo>
                <a:lnTo>
                  <a:pt x="15265" y="960475"/>
                </a:lnTo>
                <a:lnTo>
                  <a:pt x="15496" y="936669"/>
                </a:lnTo>
                <a:lnTo>
                  <a:pt x="24790" y="960564"/>
                </a:lnTo>
                <a:lnTo>
                  <a:pt x="34303" y="960564"/>
                </a:lnTo>
                <a:close/>
              </a:path>
              <a:path w="58420" h="1024254">
                <a:moveTo>
                  <a:pt x="34303" y="960564"/>
                </a:moveTo>
                <a:lnTo>
                  <a:pt x="24790" y="960564"/>
                </a:lnTo>
                <a:lnTo>
                  <a:pt x="34534" y="936871"/>
                </a:lnTo>
                <a:lnTo>
                  <a:pt x="34303" y="9605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646466" y="2094433"/>
            <a:ext cx="1532890" cy="55880"/>
          </a:xfrm>
          <a:custGeom>
            <a:avLst/>
            <a:gdLst/>
            <a:ahLst/>
            <a:cxnLst/>
            <a:rect l="l" t="t" r="r" b="b"/>
            <a:pathLst>
              <a:path w="1532889" h="55880">
                <a:moveTo>
                  <a:pt x="1445183" y="15722"/>
                </a:moveTo>
                <a:lnTo>
                  <a:pt x="1405445" y="0"/>
                </a:lnTo>
                <a:lnTo>
                  <a:pt x="1485183" y="15633"/>
                </a:lnTo>
                <a:lnTo>
                  <a:pt x="1469008" y="15633"/>
                </a:lnTo>
                <a:lnTo>
                  <a:pt x="1445183" y="15722"/>
                </a:lnTo>
                <a:close/>
              </a:path>
              <a:path w="1532889" h="55880">
                <a:moveTo>
                  <a:pt x="127101" y="55549"/>
                </a:moveTo>
                <a:lnTo>
                  <a:pt x="0" y="30619"/>
                </a:lnTo>
                <a:lnTo>
                  <a:pt x="126911" y="4749"/>
                </a:lnTo>
                <a:lnTo>
                  <a:pt x="87285" y="20764"/>
                </a:lnTo>
                <a:lnTo>
                  <a:pt x="63474" y="20853"/>
                </a:lnTo>
                <a:lnTo>
                  <a:pt x="63538" y="39903"/>
                </a:lnTo>
                <a:lnTo>
                  <a:pt x="87567" y="39903"/>
                </a:lnTo>
                <a:lnTo>
                  <a:pt x="127101" y="55549"/>
                </a:lnTo>
                <a:close/>
              </a:path>
              <a:path w="1532889" h="55880">
                <a:moveTo>
                  <a:pt x="1445265" y="34772"/>
                </a:moveTo>
                <a:lnTo>
                  <a:pt x="1469034" y="25158"/>
                </a:lnTo>
                <a:lnTo>
                  <a:pt x="1445183" y="15722"/>
                </a:lnTo>
                <a:lnTo>
                  <a:pt x="1469008" y="15633"/>
                </a:lnTo>
                <a:lnTo>
                  <a:pt x="1469072" y="34683"/>
                </a:lnTo>
                <a:lnTo>
                  <a:pt x="1445265" y="34772"/>
                </a:lnTo>
                <a:close/>
              </a:path>
              <a:path w="1532889" h="55880">
                <a:moveTo>
                  <a:pt x="1405636" y="50800"/>
                </a:moveTo>
                <a:lnTo>
                  <a:pt x="1445265" y="34772"/>
                </a:lnTo>
                <a:lnTo>
                  <a:pt x="1469072" y="34683"/>
                </a:lnTo>
                <a:lnTo>
                  <a:pt x="1469008" y="15633"/>
                </a:lnTo>
                <a:lnTo>
                  <a:pt x="1485183" y="15633"/>
                </a:lnTo>
                <a:lnTo>
                  <a:pt x="1532534" y="24917"/>
                </a:lnTo>
                <a:lnTo>
                  <a:pt x="1405636" y="50800"/>
                </a:lnTo>
                <a:close/>
              </a:path>
              <a:path w="1532889" h="55880">
                <a:moveTo>
                  <a:pt x="87343" y="39814"/>
                </a:moveTo>
                <a:lnTo>
                  <a:pt x="63506" y="30375"/>
                </a:lnTo>
                <a:lnTo>
                  <a:pt x="87285" y="20764"/>
                </a:lnTo>
                <a:lnTo>
                  <a:pt x="1445183" y="15722"/>
                </a:lnTo>
                <a:lnTo>
                  <a:pt x="1469034" y="25158"/>
                </a:lnTo>
                <a:lnTo>
                  <a:pt x="1445265" y="34772"/>
                </a:lnTo>
                <a:lnTo>
                  <a:pt x="87343" y="39814"/>
                </a:lnTo>
                <a:close/>
              </a:path>
              <a:path w="1532889" h="55880">
                <a:moveTo>
                  <a:pt x="63506" y="30375"/>
                </a:moveTo>
                <a:lnTo>
                  <a:pt x="63474" y="20853"/>
                </a:lnTo>
                <a:lnTo>
                  <a:pt x="87285" y="20764"/>
                </a:lnTo>
                <a:lnTo>
                  <a:pt x="63506" y="30375"/>
                </a:lnTo>
                <a:close/>
              </a:path>
              <a:path w="1532889" h="55880">
                <a:moveTo>
                  <a:pt x="63538" y="39903"/>
                </a:moveTo>
                <a:lnTo>
                  <a:pt x="63506" y="30380"/>
                </a:lnTo>
                <a:lnTo>
                  <a:pt x="87343" y="39814"/>
                </a:lnTo>
                <a:lnTo>
                  <a:pt x="63538" y="39903"/>
                </a:lnTo>
                <a:close/>
              </a:path>
              <a:path w="1532889" h="55880">
                <a:moveTo>
                  <a:pt x="87567" y="39903"/>
                </a:moveTo>
                <a:lnTo>
                  <a:pt x="63538" y="39903"/>
                </a:lnTo>
                <a:lnTo>
                  <a:pt x="87343" y="39814"/>
                </a:lnTo>
                <a:lnTo>
                  <a:pt x="87567" y="399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027290" y="1857031"/>
            <a:ext cx="265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U</a:t>
            </a:r>
            <a:r>
              <a:rPr dirty="0" baseline="-16908" sz="1725" spc="15">
                <a:latin typeface="Times New Roman"/>
                <a:cs typeface="Times New Roman"/>
              </a:rPr>
              <a:t>0</a:t>
            </a:r>
            <a:endParaRPr baseline="-16908" sz="1725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82101" y="183851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37826" y="2845511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45459" y="2666034"/>
            <a:ext cx="419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U</a:t>
            </a:r>
            <a:r>
              <a:rPr dirty="0" sz="1800" spc="36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27213" y="2562085"/>
            <a:ext cx="476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m ,</a:t>
            </a:r>
            <a:r>
              <a:rPr dirty="0" sz="1800" spc="-9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q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946749" y="2644152"/>
            <a:ext cx="172720" cy="0"/>
          </a:xfrm>
          <a:custGeom>
            <a:avLst/>
            <a:gdLst/>
            <a:ahLst/>
            <a:cxnLst/>
            <a:rect l="l" t="t" r="r" b="b"/>
            <a:pathLst>
              <a:path w="172720" h="0">
                <a:moveTo>
                  <a:pt x="0" y="0"/>
                </a:moveTo>
                <a:lnTo>
                  <a:pt x="172199" y="0"/>
                </a:lnTo>
              </a:path>
            </a:pathLst>
          </a:custGeom>
          <a:ln w="143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520893" y="2611094"/>
            <a:ext cx="110489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15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949150" y="2638729"/>
            <a:ext cx="172085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>
                <a:latin typeface="Times New Roman"/>
                <a:cs typeface="Times New Roman"/>
              </a:rPr>
              <a:t>2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97095" y="2400300"/>
            <a:ext cx="22205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5810" algn="l"/>
                <a:tab pos="1313815" algn="l"/>
              </a:tabLst>
            </a:pPr>
            <a:r>
              <a:rPr dirty="0" baseline="6944" sz="3600" i="1">
                <a:latin typeface="华文楷体"/>
                <a:cs typeface="华文楷体"/>
              </a:rPr>
              <a:t>由：	</a:t>
            </a:r>
            <a:r>
              <a:rPr dirty="0" sz="2300" spc="-10" i="1">
                <a:latin typeface="Times New Roman"/>
                <a:cs typeface="Times New Roman"/>
              </a:rPr>
              <a:t>qU	</a:t>
            </a:r>
            <a:r>
              <a:rPr dirty="0" sz="2300">
                <a:latin typeface="Symbol"/>
                <a:cs typeface="Symbol"/>
              </a:rPr>
              <a:t></a:t>
            </a:r>
            <a:r>
              <a:rPr dirty="0" sz="2300">
                <a:latin typeface="Times New Roman"/>
                <a:cs typeface="Times New Roman"/>
              </a:rPr>
              <a:t> </a:t>
            </a:r>
            <a:r>
              <a:rPr dirty="0" baseline="35024" sz="3450">
                <a:latin typeface="Times New Roman"/>
                <a:cs typeface="Times New Roman"/>
              </a:rPr>
              <a:t>1</a:t>
            </a:r>
            <a:r>
              <a:rPr dirty="0" baseline="35024" sz="3450" spc="-127">
                <a:latin typeface="Times New Roman"/>
                <a:cs typeface="Times New Roman"/>
              </a:rPr>
              <a:t> </a:t>
            </a:r>
            <a:r>
              <a:rPr dirty="0" sz="2300" spc="40" i="1">
                <a:latin typeface="Times New Roman"/>
                <a:cs typeface="Times New Roman"/>
              </a:rPr>
              <a:t>mv</a:t>
            </a:r>
            <a:r>
              <a:rPr dirty="0" baseline="44871" sz="1950" spc="60">
                <a:latin typeface="Times New Roman"/>
                <a:cs typeface="Times New Roman"/>
              </a:rPr>
              <a:t>2</a:t>
            </a:r>
            <a:endParaRPr baseline="44871" sz="19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928766" y="3487000"/>
            <a:ext cx="655320" cy="0"/>
          </a:xfrm>
          <a:custGeom>
            <a:avLst/>
            <a:gdLst/>
            <a:ahLst/>
            <a:cxnLst/>
            <a:rect l="l" t="t" r="r" b="b"/>
            <a:pathLst>
              <a:path w="655320" h="0">
                <a:moveTo>
                  <a:pt x="0" y="0"/>
                </a:moveTo>
                <a:lnTo>
                  <a:pt x="655269" y="0"/>
                </a:lnTo>
              </a:path>
            </a:pathLst>
          </a:custGeom>
          <a:ln w="141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737364" y="3540607"/>
            <a:ext cx="27940" cy="36195"/>
          </a:xfrm>
          <a:custGeom>
            <a:avLst/>
            <a:gdLst/>
            <a:ahLst/>
            <a:cxnLst/>
            <a:rect l="l" t="t" r="r" b="b"/>
            <a:pathLst>
              <a:path w="27939" h="36195">
                <a:moveTo>
                  <a:pt x="0" y="35725"/>
                </a:moveTo>
                <a:lnTo>
                  <a:pt x="2777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765139" y="3540607"/>
            <a:ext cx="69850" cy="266065"/>
          </a:xfrm>
          <a:custGeom>
            <a:avLst/>
            <a:gdLst/>
            <a:ahLst/>
            <a:cxnLst/>
            <a:rect l="l" t="t" r="r" b="b"/>
            <a:pathLst>
              <a:path w="69850" h="266064">
                <a:moveTo>
                  <a:pt x="0" y="0"/>
                </a:moveTo>
                <a:lnTo>
                  <a:pt x="69799" y="26576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834938" y="3105861"/>
            <a:ext cx="77470" cy="701040"/>
          </a:xfrm>
          <a:custGeom>
            <a:avLst/>
            <a:gdLst/>
            <a:ahLst/>
            <a:cxnLst/>
            <a:rect l="l" t="t" r="r" b="b"/>
            <a:pathLst>
              <a:path w="77470" h="701039">
                <a:moveTo>
                  <a:pt x="0" y="700506"/>
                </a:moveTo>
                <a:lnTo>
                  <a:pt x="7731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912256" y="3105861"/>
            <a:ext cx="694690" cy="0"/>
          </a:xfrm>
          <a:custGeom>
            <a:avLst/>
            <a:gdLst/>
            <a:ahLst/>
            <a:cxnLst/>
            <a:rect l="l" t="t" r="r" b="b"/>
            <a:pathLst>
              <a:path w="694690" h="0">
                <a:moveTo>
                  <a:pt x="0" y="0"/>
                </a:moveTo>
                <a:lnTo>
                  <a:pt x="69430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733618" y="3099155"/>
            <a:ext cx="873125" cy="707390"/>
          </a:xfrm>
          <a:custGeom>
            <a:avLst/>
            <a:gdLst/>
            <a:ahLst/>
            <a:cxnLst/>
            <a:rect l="l" t="t" r="r" b="b"/>
            <a:pathLst>
              <a:path w="873125" h="707389">
                <a:moveTo>
                  <a:pt x="115598" y="645413"/>
                </a:moveTo>
                <a:lnTo>
                  <a:pt x="101320" y="645413"/>
                </a:lnTo>
                <a:lnTo>
                  <a:pt x="172631" y="0"/>
                </a:lnTo>
                <a:lnTo>
                  <a:pt x="872947" y="0"/>
                </a:lnTo>
                <a:lnTo>
                  <a:pt x="872947" y="14147"/>
                </a:lnTo>
                <a:lnTo>
                  <a:pt x="184645" y="14147"/>
                </a:lnTo>
                <a:lnTo>
                  <a:pt x="115598" y="645413"/>
                </a:lnTo>
                <a:close/>
              </a:path>
              <a:path w="873125" h="707389">
                <a:moveTo>
                  <a:pt x="7505" y="480161"/>
                </a:moveTo>
                <a:lnTo>
                  <a:pt x="0" y="474205"/>
                </a:lnTo>
                <a:lnTo>
                  <a:pt x="39776" y="424332"/>
                </a:lnTo>
                <a:lnTo>
                  <a:pt x="49512" y="459308"/>
                </a:lnTo>
                <a:lnTo>
                  <a:pt x="24015" y="459308"/>
                </a:lnTo>
                <a:lnTo>
                  <a:pt x="7505" y="480161"/>
                </a:lnTo>
                <a:close/>
              </a:path>
              <a:path w="873125" h="707389">
                <a:moveTo>
                  <a:pt x="108838" y="707212"/>
                </a:moveTo>
                <a:lnTo>
                  <a:pt x="94576" y="707212"/>
                </a:lnTo>
                <a:lnTo>
                  <a:pt x="24015" y="459308"/>
                </a:lnTo>
                <a:lnTo>
                  <a:pt x="49512" y="459308"/>
                </a:lnTo>
                <a:lnTo>
                  <a:pt x="101320" y="645413"/>
                </a:lnTo>
                <a:lnTo>
                  <a:pt x="115598" y="645413"/>
                </a:lnTo>
                <a:lnTo>
                  <a:pt x="108838" y="7072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5931077" y="3080118"/>
            <a:ext cx="629285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70">
                <a:latin typeface="Times New Roman"/>
                <a:cs typeface="Times New Roman"/>
              </a:rPr>
              <a:t>2</a:t>
            </a:r>
            <a:r>
              <a:rPr dirty="0" sz="2250" spc="5" i="1">
                <a:latin typeface="Times New Roman"/>
                <a:cs typeface="Times New Roman"/>
              </a:rPr>
              <a:t>q</a:t>
            </a:r>
            <a:r>
              <a:rPr dirty="0" sz="2250" spc="135" i="1">
                <a:latin typeface="Times New Roman"/>
                <a:cs typeface="Times New Roman"/>
              </a:rPr>
              <a:t>U</a:t>
            </a:r>
            <a:r>
              <a:rPr dirty="0" baseline="-25641" sz="1950">
                <a:latin typeface="Times New Roman"/>
                <a:cs typeface="Times New Roman"/>
              </a:rPr>
              <a:t>0</a:t>
            </a:r>
            <a:endParaRPr baseline="-25641" sz="19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139002" y="3480625"/>
            <a:ext cx="233679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10" i="1">
                <a:latin typeface="Times New Roman"/>
                <a:cs typeface="Times New Roman"/>
              </a:rPr>
              <a:t>m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04220" y="3191878"/>
            <a:ext cx="12661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7560" algn="l"/>
                <a:tab pos="1094740" algn="l"/>
              </a:tabLst>
            </a:pPr>
            <a:r>
              <a:rPr dirty="0" sz="2400" i="1">
                <a:latin typeface="华文楷体"/>
                <a:cs typeface="华文楷体"/>
              </a:rPr>
              <a:t>得：	</a:t>
            </a:r>
            <a:r>
              <a:rPr dirty="0" baseline="-9876" sz="3375" spc="7" i="1">
                <a:latin typeface="Times New Roman"/>
                <a:cs typeface="Times New Roman"/>
              </a:rPr>
              <a:t>v</a:t>
            </a:r>
            <a:r>
              <a:rPr dirty="0" baseline="-9876" sz="3375" spc="7" i="1">
                <a:latin typeface="Times New Roman"/>
                <a:cs typeface="Times New Roman"/>
              </a:rPr>
              <a:t>	</a:t>
            </a:r>
            <a:r>
              <a:rPr dirty="0" baseline="-9876" sz="3375" spc="7">
                <a:latin typeface="Symbol"/>
                <a:cs typeface="Symbol"/>
              </a:rPr>
              <a:t></a:t>
            </a:r>
            <a:endParaRPr baseline="-9876" sz="3375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39508" y="3671608"/>
            <a:ext cx="2021205" cy="1082675"/>
          </a:xfrm>
          <a:prstGeom prst="rect">
            <a:avLst/>
          </a:prstGeom>
        </p:spPr>
        <p:txBody>
          <a:bodyPr wrap="square" lIns="0" tIns="175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2400" spc="-5" i="1">
                <a:latin typeface="华文楷体"/>
                <a:cs typeface="华文楷体"/>
              </a:rPr>
              <a:t>（2）</a:t>
            </a:r>
            <a:r>
              <a:rPr dirty="0" sz="2400" i="1">
                <a:latin typeface="华文楷体"/>
                <a:cs typeface="华文楷体"/>
              </a:rPr>
              <a:t>再偏转</a:t>
            </a:r>
            <a:endParaRPr sz="2400">
              <a:latin typeface="华文楷体"/>
              <a:cs typeface="华文楷体"/>
            </a:endParaRPr>
          </a:p>
          <a:p>
            <a:pPr marL="788670">
              <a:lnSpc>
                <a:spcPct val="100000"/>
              </a:lnSpc>
              <a:spcBef>
                <a:spcPts val="1280"/>
              </a:spcBef>
            </a:pPr>
            <a:r>
              <a:rPr dirty="0" sz="2400" i="1">
                <a:latin typeface="华文楷体"/>
                <a:cs typeface="华文楷体"/>
              </a:rPr>
              <a:t>由水平：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961716" y="4400321"/>
            <a:ext cx="81915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20" i="1">
                <a:latin typeface="Times New Roman"/>
                <a:cs typeface="Times New Roman"/>
              </a:rPr>
              <a:t>x </a:t>
            </a:r>
            <a:r>
              <a:rPr dirty="0" sz="2300" spc="-20">
                <a:latin typeface="Symbol"/>
                <a:cs typeface="Symbol"/>
              </a:rPr>
              <a:t></a:t>
            </a:r>
            <a:r>
              <a:rPr dirty="0" sz="2300" spc="-20">
                <a:latin typeface="Times New Roman"/>
                <a:cs typeface="Times New Roman"/>
              </a:rPr>
              <a:t> </a:t>
            </a:r>
            <a:r>
              <a:rPr dirty="0" sz="2300" spc="-20" i="1">
                <a:latin typeface="Times New Roman"/>
                <a:cs typeface="Times New Roman"/>
              </a:rPr>
              <a:t>v</a:t>
            </a:r>
            <a:r>
              <a:rPr dirty="0" sz="2300" spc="-229" i="1">
                <a:latin typeface="Times New Roman"/>
                <a:cs typeface="Times New Roman"/>
              </a:rPr>
              <a:t> </a:t>
            </a:r>
            <a:r>
              <a:rPr dirty="0" sz="2300" spc="-700">
                <a:latin typeface="Symbol"/>
                <a:cs typeface="Symbol"/>
              </a:rPr>
              <a:t></a:t>
            </a:r>
            <a:r>
              <a:rPr dirty="0" sz="2300" spc="-320">
                <a:latin typeface="Times New Roman"/>
                <a:cs typeface="Times New Roman"/>
              </a:rPr>
              <a:t> </a:t>
            </a:r>
            <a:r>
              <a:rPr dirty="0" sz="2300" spc="-10" i="1">
                <a:latin typeface="Times New Roman"/>
                <a:cs typeface="Times New Roman"/>
              </a:rPr>
              <a:t>t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372294" y="5236413"/>
            <a:ext cx="172085" cy="0"/>
          </a:xfrm>
          <a:custGeom>
            <a:avLst/>
            <a:gdLst/>
            <a:ahLst/>
            <a:cxnLst/>
            <a:rect l="l" t="t" r="r" b="b"/>
            <a:pathLst>
              <a:path w="172085" h="0">
                <a:moveTo>
                  <a:pt x="0" y="0"/>
                </a:moveTo>
                <a:lnTo>
                  <a:pt x="172072" y="0"/>
                </a:lnTo>
              </a:path>
            </a:pathLst>
          </a:custGeom>
          <a:ln w="143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597198" y="5236413"/>
            <a:ext cx="418465" cy="0"/>
          </a:xfrm>
          <a:custGeom>
            <a:avLst/>
            <a:gdLst/>
            <a:ahLst/>
            <a:cxnLst/>
            <a:rect l="l" t="t" r="r" b="b"/>
            <a:pathLst>
              <a:path w="418464" h="0">
                <a:moveTo>
                  <a:pt x="0" y="0"/>
                </a:moveTo>
                <a:lnTo>
                  <a:pt x="418122" y="0"/>
                </a:lnTo>
              </a:path>
            </a:pathLst>
          </a:custGeom>
          <a:ln w="143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3373170" y="4822545"/>
            <a:ext cx="61214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>
                <a:latin typeface="Times New Roman"/>
                <a:cs typeface="Times New Roman"/>
              </a:rPr>
              <a:t>1</a:t>
            </a:r>
            <a:r>
              <a:rPr dirty="0" sz="2300" spc="5">
                <a:latin typeface="Times New Roman"/>
                <a:cs typeface="Times New Roman"/>
              </a:rPr>
              <a:t> </a:t>
            </a:r>
            <a:r>
              <a:rPr dirty="0" sz="2300" spc="-10" i="1">
                <a:latin typeface="Times New Roman"/>
                <a:cs typeface="Times New Roman"/>
              </a:rPr>
              <a:t>qU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044873" y="4874171"/>
            <a:ext cx="21209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5362" sz="3450" spc="240" i="1">
                <a:latin typeface="Times New Roman"/>
                <a:cs typeface="Times New Roman"/>
              </a:rPr>
              <a:t>t</a:t>
            </a:r>
            <a:r>
              <a:rPr dirty="0" sz="1300" spc="15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374681" y="5230990"/>
            <a:ext cx="60896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>
                <a:latin typeface="Times New Roman"/>
                <a:cs typeface="Times New Roman"/>
              </a:rPr>
              <a:t>2</a:t>
            </a:r>
            <a:r>
              <a:rPr dirty="0" sz="2300" spc="-20">
                <a:latin typeface="Times New Roman"/>
                <a:cs typeface="Times New Roman"/>
              </a:rPr>
              <a:t> </a:t>
            </a:r>
            <a:r>
              <a:rPr dirty="0" sz="2300" spc="-10" i="1">
                <a:latin typeface="Times New Roman"/>
                <a:cs typeface="Times New Roman"/>
              </a:rPr>
              <a:t>md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522869" y="4976558"/>
            <a:ext cx="17875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03985" algn="l"/>
              </a:tabLst>
            </a:pPr>
            <a:r>
              <a:rPr dirty="0" sz="2400" i="1">
                <a:latin typeface="华文楷体"/>
                <a:cs typeface="华文楷体"/>
              </a:rPr>
              <a:t>由竖直：	</a:t>
            </a:r>
            <a:r>
              <a:rPr dirty="0" baseline="-3623" sz="3450" i="1">
                <a:latin typeface="Times New Roman"/>
                <a:cs typeface="Times New Roman"/>
              </a:rPr>
              <a:t>y</a:t>
            </a:r>
            <a:r>
              <a:rPr dirty="0" baseline="-3623" sz="3450" spc="-52" i="1">
                <a:latin typeface="Times New Roman"/>
                <a:cs typeface="Times New Roman"/>
              </a:rPr>
              <a:t> </a:t>
            </a:r>
            <a:r>
              <a:rPr dirty="0" baseline="-3623" sz="3450">
                <a:latin typeface="Symbol"/>
                <a:cs typeface="Symbol"/>
              </a:rPr>
              <a:t></a:t>
            </a:r>
            <a:endParaRPr baseline="-3623" sz="3450">
              <a:latin typeface="Symbol"/>
              <a:cs typeface="Symbo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5996457" y="4917986"/>
            <a:ext cx="655320" cy="0"/>
          </a:xfrm>
          <a:custGeom>
            <a:avLst/>
            <a:gdLst/>
            <a:ahLst/>
            <a:cxnLst/>
            <a:rect l="l" t="t" r="r" b="b"/>
            <a:pathLst>
              <a:path w="655320" h="0">
                <a:moveTo>
                  <a:pt x="0" y="0"/>
                </a:moveTo>
                <a:lnTo>
                  <a:pt x="654773" y="0"/>
                </a:lnTo>
              </a:path>
            </a:pathLst>
          </a:custGeom>
          <a:ln w="143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6179134" y="4504092"/>
            <a:ext cx="236854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i="1">
                <a:latin typeface="Times New Roman"/>
                <a:cs typeface="Times New Roman"/>
              </a:rPr>
              <a:t>U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5998845" y="4912614"/>
            <a:ext cx="62928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20">
                <a:latin typeface="Times New Roman"/>
                <a:cs typeface="Times New Roman"/>
              </a:rPr>
              <a:t>4</a:t>
            </a:r>
            <a:r>
              <a:rPr dirty="0" sz="2300" spc="-15" i="1">
                <a:latin typeface="Times New Roman"/>
                <a:cs typeface="Times New Roman"/>
              </a:rPr>
              <a:t>d</a:t>
            </a:r>
            <a:r>
              <a:rPr dirty="0" sz="2300" spc="105" i="1">
                <a:latin typeface="Times New Roman"/>
                <a:cs typeface="Times New Roman"/>
              </a:rPr>
              <a:t>U</a:t>
            </a:r>
            <a:r>
              <a:rPr dirty="0" baseline="-25641" sz="1950" spc="22">
                <a:latin typeface="Times New Roman"/>
                <a:cs typeface="Times New Roman"/>
              </a:rPr>
              <a:t>0</a:t>
            </a:r>
            <a:endParaRPr baseline="-25641" sz="19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830089" y="4674146"/>
            <a:ext cx="1104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57" sz="3600" i="1">
                <a:latin typeface="华文楷体"/>
                <a:cs typeface="华文楷体"/>
              </a:rPr>
              <a:t>得：</a:t>
            </a:r>
            <a:r>
              <a:rPr dirty="0" baseline="1157" sz="3600" spc="187" i="1">
                <a:latin typeface="华文楷体"/>
                <a:cs typeface="华文楷体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y</a:t>
            </a:r>
            <a:r>
              <a:rPr dirty="0" sz="2300" spc="10" i="1">
                <a:latin typeface="Times New Roman"/>
                <a:cs typeface="Times New Roman"/>
              </a:rPr>
              <a:t> </a:t>
            </a:r>
            <a:r>
              <a:rPr dirty="0" sz="2300">
                <a:latin typeface="Symbol"/>
                <a:cs typeface="Symbol"/>
              </a:rPr>
              <a:t>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688315" y="4686337"/>
            <a:ext cx="38481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100"/>
              </a:spcBef>
              <a:buFont typeface="Symbol"/>
              <a:buChar char=""/>
              <a:tabLst>
                <a:tab pos="142240" algn="l"/>
              </a:tabLst>
            </a:pPr>
            <a:r>
              <a:rPr dirty="0" sz="2300" spc="120" i="1">
                <a:latin typeface="Times New Roman"/>
                <a:cs typeface="Times New Roman"/>
              </a:rPr>
              <a:t>x</a:t>
            </a:r>
            <a:r>
              <a:rPr dirty="0" baseline="44871" sz="1950" spc="22">
                <a:latin typeface="Times New Roman"/>
                <a:cs typeface="Times New Roman"/>
              </a:rPr>
              <a:t>2</a:t>
            </a:r>
            <a:endParaRPr baseline="44871"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5625" y="1741919"/>
            <a:ext cx="12446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电场加速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946863" y="2643898"/>
            <a:ext cx="172720" cy="0"/>
          </a:xfrm>
          <a:custGeom>
            <a:avLst/>
            <a:gdLst/>
            <a:ahLst/>
            <a:cxnLst/>
            <a:rect l="l" t="t" r="r" b="b"/>
            <a:pathLst>
              <a:path w="172720" h="0">
                <a:moveTo>
                  <a:pt x="0" y="0"/>
                </a:moveTo>
                <a:lnTo>
                  <a:pt x="172212" y="0"/>
                </a:lnTo>
              </a:path>
            </a:pathLst>
          </a:custGeom>
          <a:ln w="143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521020" y="2610840"/>
            <a:ext cx="110489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15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49276" y="2638475"/>
            <a:ext cx="172085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>
                <a:latin typeface="Times New Roman"/>
                <a:cs typeface="Times New Roman"/>
              </a:rPr>
              <a:t>2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97095" y="2400046"/>
            <a:ext cx="22205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6445" algn="l"/>
                <a:tab pos="1313815" algn="l"/>
              </a:tabLst>
            </a:pPr>
            <a:r>
              <a:rPr dirty="0" baseline="6944" sz="3600" i="1">
                <a:latin typeface="华文楷体"/>
                <a:cs typeface="华文楷体"/>
              </a:rPr>
              <a:t>由：	</a:t>
            </a:r>
            <a:r>
              <a:rPr dirty="0" sz="2300" spc="-10" i="1">
                <a:latin typeface="Times New Roman"/>
                <a:cs typeface="Times New Roman"/>
              </a:rPr>
              <a:t>qU	</a:t>
            </a:r>
            <a:r>
              <a:rPr dirty="0" sz="2300">
                <a:latin typeface="Symbol"/>
                <a:cs typeface="Symbol"/>
              </a:rPr>
              <a:t></a:t>
            </a:r>
            <a:r>
              <a:rPr dirty="0" sz="2300">
                <a:latin typeface="Times New Roman"/>
                <a:cs typeface="Times New Roman"/>
              </a:rPr>
              <a:t> </a:t>
            </a:r>
            <a:r>
              <a:rPr dirty="0" baseline="35024" sz="3450">
                <a:latin typeface="Times New Roman"/>
                <a:cs typeface="Times New Roman"/>
              </a:rPr>
              <a:t>1</a:t>
            </a:r>
            <a:r>
              <a:rPr dirty="0" baseline="35024" sz="3450" spc="-127">
                <a:latin typeface="Times New Roman"/>
                <a:cs typeface="Times New Roman"/>
              </a:rPr>
              <a:t> </a:t>
            </a:r>
            <a:r>
              <a:rPr dirty="0" sz="2300" spc="40" i="1">
                <a:latin typeface="Times New Roman"/>
                <a:cs typeface="Times New Roman"/>
              </a:rPr>
              <a:t>mv</a:t>
            </a:r>
            <a:r>
              <a:rPr dirty="0" baseline="44871" sz="1950" spc="60">
                <a:latin typeface="Times New Roman"/>
                <a:cs typeface="Times New Roman"/>
              </a:rPr>
              <a:t>2</a:t>
            </a:r>
            <a:endParaRPr baseline="44871"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27432" y="3487648"/>
            <a:ext cx="655320" cy="0"/>
          </a:xfrm>
          <a:custGeom>
            <a:avLst/>
            <a:gdLst/>
            <a:ahLst/>
            <a:cxnLst/>
            <a:rect l="l" t="t" r="r" b="b"/>
            <a:pathLst>
              <a:path w="655320" h="0">
                <a:moveTo>
                  <a:pt x="0" y="0"/>
                </a:moveTo>
                <a:lnTo>
                  <a:pt x="655281" y="0"/>
                </a:lnTo>
              </a:path>
            </a:pathLst>
          </a:custGeom>
          <a:ln w="142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36031" y="3541331"/>
            <a:ext cx="27940" cy="36195"/>
          </a:xfrm>
          <a:custGeom>
            <a:avLst/>
            <a:gdLst/>
            <a:ahLst/>
            <a:cxnLst/>
            <a:rect l="l" t="t" r="r" b="b"/>
            <a:pathLst>
              <a:path w="27939" h="36195">
                <a:moveTo>
                  <a:pt x="0" y="35788"/>
                </a:moveTo>
                <a:lnTo>
                  <a:pt x="2777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63805" y="3541331"/>
            <a:ext cx="69850" cy="266700"/>
          </a:xfrm>
          <a:custGeom>
            <a:avLst/>
            <a:gdLst/>
            <a:ahLst/>
            <a:cxnLst/>
            <a:rect l="l" t="t" r="r" b="b"/>
            <a:pathLst>
              <a:path w="69850" h="266700">
                <a:moveTo>
                  <a:pt x="0" y="0"/>
                </a:moveTo>
                <a:lnTo>
                  <a:pt x="69811" y="26615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33617" y="3105924"/>
            <a:ext cx="77470" cy="701675"/>
          </a:xfrm>
          <a:custGeom>
            <a:avLst/>
            <a:gdLst/>
            <a:ahLst/>
            <a:cxnLst/>
            <a:rect l="l" t="t" r="r" b="b"/>
            <a:pathLst>
              <a:path w="77470" h="701675">
                <a:moveTo>
                  <a:pt x="0" y="701560"/>
                </a:moveTo>
                <a:lnTo>
                  <a:pt x="7730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10922" y="3105924"/>
            <a:ext cx="694690" cy="0"/>
          </a:xfrm>
          <a:custGeom>
            <a:avLst/>
            <a:gdLst/>
            <a:ahLst/>
            <a:cxnLst/>
            <a:rect l="l" t="t" r="r" b="b"/>
            <a:pathLst>
              <a:path w="694690" h="0">
                <a:moveTo>
                  <a:pt x="0" y="0"/>
                </a:moveTo>
                <a:lnTo>
                  <a:pt x="69430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32284" y="3099206"/>
            <a:ext cx="873125" cy="708660"/>
          </a:xfrm>
          <a:custGeom>
            <a:avLst/>
            <a:gdLst/>
            <a:ahLst/>
            <a:cxnLst/>
            <a:rect l="l" t="t" r="r" b="b"/>
            <a:pathLst>
              <a:path w="873125" h="708660">
                <a:moveTo>
                  <a:pt x="115596" y="646404"/>
                </a:moveTo>
                <a:lnTo>
                  <a:pt x="101333" y="646404"/>
                </a:lnTo>
                <a:lnTo>
                  <a:pt x="172631" y="0"/>
                </a:lnTo>
                <a:lnTo>
                  <a:pt x="872947" y="0"/>
                </a:lnTo>
                <a:lnTo>
                  <a:pt x="872947" y="14173"/>
                </a:lnTo>
                <a:lnTo>
                  <a:pt x="184645" y="14173"/>
                </a:lnTo>
                <a:lnTo>
                  <a:pt x="115596" y="646404"/>
                </a:lnTo>
                <a:close/>
              </a:path>
              <a:path w="873125" h="708660">
                <a:moveTo>
                  <a:pt x="7505" y="480885"/>
                </a:moveTo>
                <a:lnTo>
                  <a:pt x="0" y="474929"/>
                </a:lnTo>
                <a:lnTo>
                  <a:pt x="39776" y="424967"/>
                </a:lnTo>
                <a:lnTo>
                  <a:pt x="49520" y="460019"/>
                </a:lnTo>
                <a:lnTo>
                  <a:pt x="24015" y="460019"/>
                </a:lnTo>
                <a:lnTo>
                  <a:pt x="7505" y="480885"/>
                </a:lnTo>
                <a:close/>
              </a:path>
              <a:path w="873125" h="708660">
                <a:moveTo>
                  <a:pt x="108838" y="708278"/>
                </a:moveTo>
                <a:lnTo>
                  <a:pt x="94576" y="708278"/>
                </a:lnTo>
                <a:lnTo>
                  <a:pt x="24015" y="460019"/>
                </a:lnTo>
                <a:lnTo>
                  <a:pt x="49520" y="460019"/>
                </a:lnTo>
                <a:lnTo>
                  <a:pt x="101333" y="646404"/>
                </a:lnTo>
                <a:lnTo>
                  <a:pt x="115596" y="646404"/>
                </a:lnTo>
                <a:lnTo>
                  <a:pt x="108838" y="708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929757" y="3080600"/>
            <a:ext cx="629285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70">
                <a:latin typeface="Times New Roman"/>
                <a:cs typeface="Times New Roman"/>
              </a:rPr>
              <a:t>2</a:t>
            </a:r>
            <a:r>
              <a:rPr dirty="0" sz="2250" spc="5" i="1">
                <a:latin typeface="Times New Roman"/>
                <a:cs typeface="Times New Roman"/>
              </a:rPr>
              <a:t>q</a:t>
            </a:r>
            <a:r>
              <a:rPr dirty="0" sz="2250" spc="135" i="1">
                <a:latin typeface="Times New Roman"/>
                <a:cs typeface="Times New Roman"/>
              </a:rPr>
              <a:t>U</a:t>
            </a:r>
            <a:r>
              <a:rPr dirty="0" baseline="-25641" sz="1950">
                <a:latin typeface="Times New Roman"/>
                <a:cs typeface="Times New Roman"/>
              </a:rPr>
              <a:t>0</a:t>
            </a:r>
            <a:endParaRPr baseline="-25641" sz="1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37668" y="3481717"/>
            <a:ext cx="233679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10" i="1">
                <a:latin typeface="Times New Roman"/>
                <a:cs typeface="Times New Roman"/>
              </a:rPr>
              <a:t>m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04220" y="3200844"/>
            <a:ext cx="12649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6290" algn="l"/>
                <a:tab pos="1093470" algn="l"/>
              </a:tabLst>
            </a:pPr>
            <a:r>
              <a:rPr dirty="0" sz="2400" i="1">
                <a:latin typeface="华文楷体"/>
                <a:cs typeface="华文楷体"/>
              </a:rPr>
              <a:t>得：	</a:t>
            </a:r>
            <a:r>
              <a:rPr dirty="0" baseline="-8641" sz="3375" spc="7" i="1">
                <a:latin typeface="Times New Roman"/>
                <a:cs typeface="Times New Roman"/>
              </a:rPr>
              <a:t>v</a:t>
            </a:r>
            <a:r>
              <a:rPr dirty="0" baseline="-8641" sz="3375" spc="7" i="1">
                <a:latin typeface="Times New Roman"/>
                <a:cs typeface="Times New Roman"/>
              </a:rPr>
              <a:t>	</a:t>
            </a:r>
            <a:r>
              <a:rPr dirty="0" baseline="-8641" sz="3375" spc="7">
                <a:latin typeface="Symbol"/>
                <a:cs typeface="Symbol"/>
              </a:rPr>
              <a:t></a:t>
            </a:r>
            <a:endParaRPr baseline="-8641" sz="3375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78102" y="1512519"/>
            <a:ext cx="265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U</a:t>
            </a:r>
            <a:r>
              <a:rPr dirty="0" baseline="-16908" sz="1725" spc="15">
                <a:latin typeface="Times New Roman"/>
                <a:cs typeface="Times New Roman"/>
              </a:rPr>
              <a:t>0</a:t>
            </a:r>
            <a:endParaRPr baseline="-16908" sz="1725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32760" y="1663763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08313" y="2232520"/>
            <a:ext cx="476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m ,</a:t>
            </a:r>
            <a:r>
              <a:rPr dirty="0" sz="1800" spc="-9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q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20012" y="1305305"/>
            <a:ext cx="1453460" cy="2632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57176" y="3305873"/>
            <a:ext cx="58347" cy="584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57176" y="3045891"/>
            <a:ext cx="58345" cy="584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057176" y="2759011"/>
            <a:ext cx="58345" cy="584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57163" y="2499029"/>
            <a:ext cx="58358" cy="584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057176" y="2203183"/>
            <a:ext cx="58346" cy="584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057163" y="1943201"/>
            <a:ext cx="58358" cy="584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57163" y="1656321"/>
            <a:ext cx="58358" cy="584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057163" y="1396339"/>
            <a:ext cx="58345" cy="584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57176" y="3807917"/>
            <a:ext cx="58345" cy="584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057163" y="3547935"/>
            <a:ext cx="58358" cy="584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8102" y="1512519"/>
            <a:ext cx="265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U</a:t>
            </a:r>
            <a:r>
              <a:rPr dirty="0" baseline="-16908" sz="1725" spc="15">
                <a:latin typeface="Times New Roman"/>
                <a:cs typeface="Times New Roman"/>
              </a:rPr>
              <a:t>0</a:t>
            </a:r>
            <a:endParaRPr baseline="-16908" sz="1725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32760" y="1663763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8313" y="2232520"/>
            <a:ext cx="476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m ,</a:t>
            </a:r>
            <a:r>
              <a:rPr dirty="0" sz="1800" spc="-9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q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20012" y="1305305"/>
            <a:ext cx="1453460" cy="2632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57176" y="3305873"/>
            <a:ext cx="58347" cy="584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57176" y="3045891"/>
            <a:ext cx="58345" cy="584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57176" y="2759011"/>
            <a:ext cx="58345" cy="584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57163" y="2499029"/>
            <a:ext cx="58358" cy="584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57176" y="2203183"/>
            <a:ext cx="58346" cy="584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57163" y="1943201"/>
            <a:ext cx="58358" cy="584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57163" y="1656321"/>
            <a:ext cx="58358" cy="584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57163" y="1396339"/>
            <a:ext cx="58345" cy="584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57176" y="3807917"/>
            <a:ext cx="58345" cy="584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57163" y="3547935"/>
            <a:ext cx="58358" cy="584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415625" y="1741919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电场加速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946863" y="2643898"/>
            <a:ext cx="172720" cy="0"/>
          </a:xfrm>
          <a:custGeom>
            <a:avLst/>
            <a:gdLst/>
            <a:ahLst/>
            <a:cxnLst/>
            <a:rect l="l" t="t" r="r" b="b"/>
            <a:pathLst>
              <a:path w="172720" h="0">
                <a:moveTo>
                  <a:pt x="0" y="0"/>
                </a:moveTo>
                <a:lnTo>
                  <a:pt x="172212" y="0"/>
                </a:lnTo>
              </a:path>
            </a:pathLst>
          </a:custGeom>
          <a:ln w="143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521020" y="2610840"/>
            <a:ext cx="110489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15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49276" y="2638475"/>
            <a:ext cx="172085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>
                <a:latin typeface="Times New Roman"/>
                <a:cs typeface="Times New Roman"/>
              </a:rPr>
              <a:t>2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97095" y="2400046"/>
            <a:ext cx="22205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6445" algn="l"/>
                <a:tab pos="1313815" algn="l"/>
              </a:tabLst>
            </a:pPr>
            <a:r>
              <a:rPr dirty="0" baseline="6944" sz="3600" i="1">
                <a:latin typeface="华文楷体"/>
                <a:cs typeface="华文楷体"/>
              </a:rPr>
              <a:t>由：	</a:t>
            </a:r>
            <a:r>
              <a:rPr dirty="0" sz="2300" spc="-10" i="1">
                <a:latin typeface="Times New Roman"/>
                <a:cs typeface="Times New Roman"/>
              </a:rPr>
              <a:t>qU	</a:t>
            </a:r>
            <a:r>
              <a:rPr dirty="0" sz="2300">
                <a:latin typeface="Symbol"/>
                <a:cs typeface="Symbol"/>
              </a:rPr>
              <a:t></a:t>
            </a:r>
            <a:r>
              <a:rPr dirty="0" sz="2300">
                <a:latin typeface="Times New Roman"/>
                <a:cs typeface="Times New Roman"/>
              </a:rPr>
              <a:t> </a:t>
            </a:r>
            <a:r>
              <a:rPr dirty="0" baseline="35024" sz="3450">
                <a:latin typeface="Times New Roman"/>
                <a:cs typeface="Times New Roman"/>
              </a:rPr>
              <a:t>1</a:t>
            </a:r>
            <a:r>
              <a:rPr dirty="0" baseline="35024" sz="3450" spc="-127">
                <a:latin typeface="Times New Roman"/>
                <a:cs typeface="Times New Roman"/>
              </a:rPr>
              <a:t> </a:t>
            </a:r>
            <a:r>
              <a:rPr dirty="0" sz="2300" spc="40" i="1">
                <a:latin typeface="Times New Roman"/>
                <a:cs typeface="Times New Roman"/>
              </a:rPr>
              <a:t>mv</a:t>
            </a:r>
            <a:r>
              <a:rPr dirty="0" baseline="44871" sz="1950" spc="60">
                <a:latin typeface="Times New Roman"/>
                <a:cs typeface="Times New Roman"/>
              </a:rPr>
              <a:t>2</a:t>
            </a:r>
            <a:endParaRPr baseline="44871" sz="19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927432" y="3487648"/>
            <a:ext cx="655320" cy="0"/>
          </a:xfrm>
          <a:custGeom>
            <a:avLst/>
            <a:gdLst/>
            <a:ahLst/>
            <a:cxnLst/>
            <a:rect l="l" t="t" r="r" b="b"/>
            <a:pathLst>
              <a:path w="655320" h="0">
                <a:moveTo>
                  <a:pt x="0" y="0"/>
                </a:moveTo>
                <a:lnTo>
                  <a:pt x="655281" y="0"/>
                </a:lnTo>
              </a:path>
            </a:pathLst>
          </a:custGeom>
          <a:ln w="142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736031" y="3541331"/>
            <a:ext cx="27940" cy="36195"/>
          </a:xfrm>
          <a:custGeom>
            <a:avLst/>
            <a:gdLst/>
            <a:ahLst/>
            <a:cxnLst/>
            <a:rect l="l" t="t" r="r" b="b"/>
            <a:pathLst>
              <a:path w="27939" h="36195">
                <a:moveTo>
                  <a:pt x="0" y="35788"/>
                </a:moveTo>
                <a:lnTo>
                  <a:pt x="2777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763805" y="3541331"/>
            <a:ext cx="69850" cy="266700"/>
          </a:xfrm>
          <a:custGeom>
            <a:avLst/>
            <a:gdLst/>
            <a:ahLst/>
            <a:cxnLst/>
            <a:rect l="l" t="t" r="r" b="b"/>
            <a:pathLst>
              <a:path w="69850" h="266700">
                <a:moveTo>
                  <a:pt x="0" y="0"/>
                </a:moveTo>
                <a:lnTo>
                  <a:pt x="69811" y="26615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833617" y="3105924"/>
            <a:ext cx="77470" cy="701675"/>
          </a:xfrm>
          <a:custGeom>
            <a:avLst/>
            <a:gdLst/>
            <a:ahLst/>
            <a:cxnLst/>
            <a:rect l="l" t="t" r="r" b="b"/>
            <a:pathLst>
              <a:path w="77470" h="701675">
                <a:moveTo>
                  <a:pt x="0" y="701560"/>
                </a:moveTo>
                <a:lnTo>
                  <a:pt x="7730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910922" y="3105924"/>
            <a:ext cx="694690" cy="0"/>
          </a:xfrm>
          <a:custGeom>
            <a:avLst/>
            <a:gdLst/>
            <a:ahLst/>
            <a:cxnLst/>
            <a:rect l="l" t="t" r="r" b="b"/>
            <a:pathLst>
              <a:path w="694690" h="0">
                <a:moveTo>
                  <a:pt x="0" y="0"/>
                </a:moveTo>
                <a:lnTo>
                  <a:pt x="69430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732284" y="3099206"/>
            <a:ext cx="873125" cy="708660"/>
          </a:xfrm>
          <a:custGeom>
            <a:avLst/>
            <a:gdLst/>
            <a:ahLst/>
            <a:cxnLst/>
            <a:rect l="l" t="t" r="r" b="b"/>
            <a:pathLst>
              <a:path w="873125" h="708660">
                <a:moveTo>
                  <a:pt x="115596" y="646404"/>
                </a:moveTo>
                <a:lnTo>
                  <a:pt x="101333" y="646404"/>
                </a:lnTo>
                <a:lnTo>
                  <a:pt x="172631" y="0"/>
                </a:lnTo>
                <a:lnTo>
                  <a:pt x="872947" y="0"/>
                </a:lnTo>
                <a:lnTo>
                  <a:pt x="872947" y="14173"/>
                </a:lnTo>
                <a:lnTo>
                  <a:pt x="184645" y="14173"/>
                </a:lnTo>
                <a:lnTo>
                  <a:pt x="115596" y="646404"/>
                </a:lnTo>
                <a:close/>
              </a:path>
              <a:path w="873125" h="708660">
                <a:moveTo>
                  <a:pt x="7505" y="480885"/>
                </a:moveTo>
                <a:lnTo>
                  <a:pt x="0" y="474929"/>
                </a:lnTo>
                <a:lnTo>
                  <a:pt x="39776" y="424967"/>
                </a:lnTo>
                <a:lnTo>
                  <a:pt x="49520" y="460019"/>
                </a:lnTo>
                <a:lnTo>
                  <a:pt x="24015" y="460019"/>
                </a:lnTo>
                <a:lnTo>
                  <a:pt x="7505" y="480885"/>
                </a:lnTo>
                <a:close/>
              </a:path>
              <a:path w="873125" h="708660">
                <a:moveTo>
                  <a:pt x="108838" y="708278"/>
                </a:moveTo>
                <a:lnTo>
                  <a:pt x="94576" y="708278"/>
                </a:lnTo>
                <a:lnTo>
                  <a:pt x="24015" y="460019"/>
                </a:lnTo>
                <a:lnTo>
                  <a:pt x="49520" y="460019"/>
                </a:lnTo>
                <a:lnTo>
                  <a:pt x="101333" y="646404"/>
                </a:lnTo>
                <a:lnTo>
                  <a:pt x="115596" y="646404"/>
                </a:lnTo>
                <a:lnTo>
                  <a:pt x="108838" y="708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929757" y="3080600"/>
            <a:ext cx="629285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70">
                <a:latin typeface="Times New Roman"/>
                <a:cs typeface="Times New Roman"/>
              </a:rPr>
              <a:t>2</a:t>
            </a:r>
            <a:r>
              <a:rPr dirty="0" sz="2250" spc="5" i="1">
                <a:latin typeface="Times New Roman"/>
                <a:cs typeface="Times New Roman"/>
              </a:rPr>
              <a:t>q</a:t>
            </a:r>
            <a:r>
              <a:rPr dirty="0" sz="2250" spc="135" i="1">
                <a:latin typeface="Times New Roman"/>
                <a:cs typeface="Times New Roman"/>
              </a:rPr>
              <a:t>U</a:t>
            </a:r>
            <a:r>
              <a:rPr dirty="0" baseline="-25641" sz="1950">
                <a:latin typeface="Times New Roman"/>
                <a:cs typeface="Times New Roman"/>
              </a:rPr>
              <a:t>0</a:t>
            </a:r>
            <a:endParaRPr baseline="-25641" sz="19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37668" y="3481717"/>
            <a:ext cx="233679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10" i="1">
                <a:latin typeface="Times New Roman"/>
                <a:cs typeface="Times New Roman"/>
              </a:rPr>
              <a:t>m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04220" y="3200844"/>
            <a:ext cx="12649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6290" algn="l"/>
                <a:tab pos="1093470" algn="l"/>
              </a:tabLst>
            </a:pPr>
            <a:r>
              <a:rPr dirty="0" sz="2400" i="1">
                <a:latin typeface="华文楷体"/>
                <a:cs typeface="华文楷体"/>
              </a:rPr>
              <a:t>得：	</a:t>
            </a:r>
            <a:r>
              <a:rPr dirty="0" baseline="-8641" sz="3375" spc="7" i="1">
                <a:latin typeface="Times New Roman"/>
                <a:cs typeface="Times New Roman"/>
              </a:rPr>
              <a:t>v</a:t>
            </a:r>
            <a:r>
              <a:rPr dirty="0" baseline="-8641" sz="3375" spc="7" i="1">
                <a:latin typeface="Times New Roman"/>
                <a:cs typeface="Times New Roman"/>
              </a:rPr>
              <a:t>	</a:t>
            </a:r>
            <a:r>
              <a:rPr dirty="0" baseline="-8641" sz="3375" spc="7">
                <a:latin typeface="Symbol"/>
                <a:cs typeface="Symbol"/>
              </a:rPr>
              <a:t></a:t>
            </a:r>
            <a:endParaRPr baseline="-8641" sz="3375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9508" y="3670795"/>
            <a:ext cx="1487170" cy="1083945"/>
          </a:xfrm>
          <a:prstGeom prst="rect">
            <a:avLst/>
          </a:prstGeom>
        </p:spPr>
        <p:txBody>
          <a:bodyPr wrap="square" lIns="0" tIns="175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dirty="0" sz="2400" i="1">
                <a:latin typeface="华文楷体"/>
                <a:cs typeface="华文楷体"/>
              </a:rPr>
              <a:t>磁场偏转</a:t>
            </a:r>
            <a:endParaRPr sz="2400">
              <a:latin typeface="华文楷体"/>
              <a:cs typeface="华文楷体"/>
            </a:endParaRPr>
          </a:p>
          <a:p>
            <a:pPr marL="864235">
              <a:lnSpc>
                <a:spcPct val="100000"/>
              </a:lnSpc>
              <a:spcBef>
                <a:spcPts val="1290"/>
              </a:spcBef>
            </a:pPr>
            <a:r>
              <a:rPr dirty="0" sz="2400" i="1">
                <a:latin typeface="华文楷体"/>
                <a:cs typeface="华文楷体"/>
              </a:rPr>
              <a:t>由：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555238" y="4636427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1027" y="0"/>
                </a:lnTo>
              </a:path>
            </a:pathLst>
          </a:custGeom>
          <a:ln w="177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561257" y="3974122"/>
            <a:ext cx="31051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4801" sz="4200" spc="262" i="1">
                <a:latin typeface="Times New Roman"/>
                <a:cs typeface="Times New Roman"/>
              </a:rPr>
              <a:t>v</a:t>
            </a:r>
            <a:r>
              <a:rPr dirty="0" sz="1600" spc="2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87257" y="4358132"/>
            <a:ext cx="122809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25" i="1">
                <a:latin typeface="Times New Roman"/>
                <a:cs typeface="Times New Roman"/>
              </a:rPr>
              <a:t>qvB </a:t>
            </a:r>
            <a:r>
              <a:rPr dirty="0" sz="2800" spc="20">
                <a:latin typeface="Symbol"/>
                <a:cs typeface="Symbol"/>
              </a:rPr>
              <a:t></a:t>
            </a:r>
            <a:r>
              <a:rPr dirty="0" sz="2800" spc="-100">
                <a:latin typeface="Times New Roman"/>
                <a:cs typeface="Times New Roman"/>
              </a:rPr>
              <a:t> </a:t>
            </a:r>
            <a:r>
              <a:rPr dirty="0" sz="2800" spc="30" i="1">
                <a:latin typeface="Times New Roman"/>
                <a:cs typeface="Times New Roman"/>
              </a:rPr>
              <a:t>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89303" y="5128259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得：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049841" y="5416397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 h="0">
                <a:moveTo>
                  <a:pt x="0" y="0"/>
                </a:moveTo>
                <a:lnTo>
                  <a:pt x="461302" y="0"/>
                </a:lnTo>
              </a:path>
            </a:pathLst>
          </a:custGeom>
          <a:ln w="176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055747" y="4635880"/>
            <a:ext cx="755650" cy="732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2780"/>
              </a:lnSpc>
              <a:spcBef>
                <a:spcPts val="100"/>
              </a:spcBef>
            </a:pPr>
            <a:r>
              <a:rPr dirty="0" sz="2800" spc="15" i="1"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2780"/>
              </a:lnSpc>
            </a:pPr>
            <a:r>
              <a:rPr dirty="0" sz="2800" spc="-5" i="1">
                <a:latin typeface="Times New Roman"/>
                <a:cs typeface="Times New Roman"/>
              </a:rPr>
              <a:t>mv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069691" y="5412054"/>
            <a:ext cx="41846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latin typeface="Times New Roman"/>
                <a:cs typeface="Times New Roman"/>
              </a:rPr>
              <a:t>q</a:t>
            </a:r>
            <a:r>
              <a:rPr dirty="0" sz="2800" spc="-25" i="1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510739" y="5137162"/>
            <a:ext cx="454659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5" i="1">
                <a:latin typeface="Times New Roman"/>
                <a:cs typeface="Times New Roman"/>
              </a:rPr>
              <a:t>r</a:t>
            </a:r>
            <a:r>
              <a:rPr dirty="0" sz="2800" spc="-10" i="1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602490" y="5032870"/>
            <a:ext cx="274320" cy="0"/>
          </a:xfrm>
          <a:custGeom>
            <a:avLst/>
            <a:gdLst/>
            <a:ahLst/>
            <a:cxnLst/>
            <a:rect l="l" t="t" r="r" b="b"/>
            <a:pathLst>
              <a:path w="274320" h="0">
                <a:moveTo>
                  <a:pt x="0" y="0"/>
                </a:moveTo>
                <a:lnTo>
                  <a:pt x="274154" y="0"/>
                </a:lnTo>
              </a:path>
            </a:pathLst>
          </a:custGeom>
          <a:ln w="175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946356" y="5142522"/>
            <a:ext cx="34925" cy="48260"/>
          </a:xfrm>
          <a:custGeom>
            <a:avLst/>
            <a:gdLst/>
            <a:ahLst/>
            <a:cxnLst/>
            <a:rect l="l" t="t" r="r" b="b"/>
            <a:pathLst>
              <a:path w="34925" h="48260">
                <a:moveTo>
                  <a:pt x="0" y="47904"/>
                </a:moveTo>
                <a:lnTo>
                  <a:pt x="3437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980734" y="5142522"/>
            <a:ext cx="86995" cy="356870"/>
          </a:xfrm>
          <a:custGeom>
            <a:avLst/>
            <a:gdLst/>
            <a:ahLst/>
            <a:cxnLst/>
            <a:rect l="l" t="t" r="r" b="b"/>
            <a:pathLst>
              <a:path w="86995" h="356870">
                <a:moveTo>
                  <a:pt x="0" y="0"/>
                </a:moveTo>
                <a:lnTo>
                  <a:pt x="86436" y="35657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067171" y="4561116"/>
            <a:ext cx="95885" cy="938530"/>
          </a:xfrm>
          <a:custGeom>
            <a:avLst/>
            <a:gdLst/>
            <a:ahLst/>
            <a:cxnLst/>
            <a:rect l="l" t="t" r="r" b="b"/>
            <a:pathLst>
              <a:path w="95885" h="938529">
                <a:moveTo>
                  <a:pt x="0" y="937983"/>
                </a:moveTo>
                <a:lnTo>
                  <a:pt x="957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162890" y="4561116"/>
            <a:ext cx="935355" cy="0"/>
          </a:xfrm>
          <a:custGeom>
            <a:avLst/>
            <a:gdLst/>
            <a:ahLst/>
            <a:cxnLst/>
            <a:rect l="l" t="t" r="r" b="b"/>
            <a:pathLst>
              <a:path w="935354" h="0">
                <a:moveTo>
                  <a:pt x="0" y="0"/>
                </a:moveTo>
                <a:lnTo>
                  <a:pt x="93492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941707" y="4552822"/>
            <a:ext cx="1156335" cy="946785"/>
          </a:xfrm>
          <a:custGeom>
            <a:avLst/>
            <a:gdLst/>
            <a:ahLst/>
            <a:cxnLst/>
            <a:rect l="l" t="t" r="r" b="b"/>
            <a:pathLst>
              <a:path w="1156334" h="946785">
                <a:moveTo>
                  <a:pt x="143116" y="864273"/>
                </a:moveTo>
                <a:lnTo>
                  <a:pt x="125463" y="864273"/>
                </a:lnTo>
                <a:lnTo>
                  <a:pt x="213740" y="0"/>
                </a:lnTo>
                <a:lnTo>
                  <a:pt x="1156106" y="0"/>
                </a:lnTo>
                <a:lnTo>
                  <a:pt x="1156106" y="17513"/>
                </a:lnTo>
                <a:lnTo>
                  <a:pt x="229539" y="17513"/>
                </a:lnTo>
                <a:lnTo>
                  <a:pt x="143116" y="864273"/>
                </a:lnTo>
                <a:close/>
              </a:path>
              <a:path w="1156334" h="946785">
                <a:moveTo>
                  <a:pt x="9283" y="641286"/>
                </a:moveTo>
                <a:lnTo>
                  <a:pt x="0" y="634847"/>
                </a:lnTo>
                <a:lnTo>
                  <a:pt x="49250" y="568502"/>
                </a:lnTo>
                <a:lnTo>
                  <a:pt x="60170" y="610882"/>
                </a:lnTo>
                <a:lnTo>
                  <a:pt x="28803" y="610882"/>
                </a:lnTo>
                <a:lnTo>
                  <a:pt x="9283" y="641286"/>
                </a:lnTo>
                <a:close/>
              </a:path>
              <a:path w="1156334" h="946785">
                <a:moveTo>
                  <a:pt x="134747" y="946276"/>
                </a:moveTo>
                <a:lnTo>
                  <a:pt x="117094" y="946276"/>
                </a:lnTo>
                <a:lnTo>
                  <a:pt x="28803" y="610882"/>
                </a:lnTo>
                <a:lnTo>
                  <a:pt x="60170" y="610882"/>
                </a:lnTo>
                <a:lnTo>
                  <a:pt x="125463" y="864273"/>
                </a:lnTo>
                <a:lnTo>
                  <a:pt x="143116" y="864273"/>
                </a:lnTo>
                <a:lnTo>
                  <a:pt x="134747" y="9462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5637186" y="4532401"/>
            <a:ext cx="127381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4515" algn="l"/>
              </a:tabLst>
            </a:pPr>
            <a:r>
              <a:rPr dirty="0" sz="2800" spc="-20">
                <a:latin typeface="Times New Roman"/>
                <a:cs typeface="Times New Roman"/>
              </a:rPr>
              <a:t>1</a:t>
            </a:r>
            <a:r>
              <a:rPr dirty="0" sz="2800" spc="-20">
                <a:latin typeface="Times New Roman"/>
                <a:cs typeface="Times New Roman"/>
              </a:rPr>
              <a:t>	</a:t>
            </a:r>
            <a:r>
              <a:rPr dirty="0" sz="2800" spc="45">
                <a:latin typeface="Times New Roman"/>
                <a:cs typeface="Times New Roman"/>
              </a:rPr>
              <a:t>2</a:t>
            </a:r>
            <a:r>
              <a:rPr dirty="0" sz="2800" spc="5" i="1">
                <a:latin typeface="Times New Roman"/>
                <a:cs typeface="Times New Roman"/>
              </a:rPr>
              <a:t>m</a:t>
            </a:r>
            <a:r>
              <a:rPr dirty="0" sz="2800" spc="-30" i="1">
                <a:latin typeface="Times New Roman"/>
                <a:cs typeface="Times New Roman"/>
              </a:rPr>
              <a:t>U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5622315" y="4773815"/>
            <a:ext cx="1413510" cy="707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560705">
              <a:lnSpc>
                <a:spcPct val="100000"/>
              </a:lnSpc>
              <a:spcBef>
                <a:spcPts val="120"/>
              </a:spcBef>
              <a:tabLst>
                <a:tab pos="1298575" algn="l"/>
              </a:tabLst>
            </a:pPr>
            <a:r>
              <a:rPr dirty="0" u="heavy" sz="16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6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16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  <a:tabLst>
                <a:tab pos="917575" algn="l"/>
              </a:tabLst>
            </a:pPr>
            <a:r>
              <a:rPr dirty="0" sz="2800" spc="-25" i="1">
                <a:latin typeface="Times New Roman"/>
                <a:cs typeface="Times New Roman"/>
              </a:rPr>
              <a:t>B	</a:t>
            </a:r>
            <a:r>
              <a:rPr dirty="0" sz="2800" spc="-20" i="1"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99762" y="4707356"/>
            <a:ext cx="111823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得：</a:t>
            </a:r>
            <a:r>
              <a:rPr dirty="0" sz="2400" spc="-210" i="1">
                <a:latin typeface="华文楷体"/>
                <a:cs typeface="华文楷体"/>
              </a:rPr>
              <a:t> </a:t>
            </a:r>
            <a:r>
              <a:rPr dirty="0" baseline="-6944" sz="4200" spc="-22" i="1">
                <a:latin typeface="Times New Roman"/>
                <a:cs typeface="Times New Roman"/>
              </a:rPr>
              <a:t>r</a:t>
            </a:r>
            <a:r>
              <a:rPr dirty="0" baseline="-6944" sz="4200" spc="37" i="1">
                <a:latin typeface="Times New Roman"/>
                <a:cs typeface="Times New Roman"/>
              </a:rPr>
              <a:t> </a:t>
            </a:r>
            <a:r>
              <a:rPr dirty="0" baseline="-6944" sz="4200" spc="-30">
                <a:latin typeface="Symbol"/>
                <a:cs typeface="Symbol"/>
              </a:rPr>
              <a:t></a:t>
            </a:r>
            <a:endParaRPr baseline="-6944" sz="42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88016" y="1833943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61359" y="1600200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61003" y="1824227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853950" y="1134617"/>
            <a:ext cx="1168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质谱仪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04160" y="2639567"/>
            <a:ext cx="1533143" cy="22052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262115" y="2593848"/>
            <a:ext cx="3285743" cy="2330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714180" y="4935105"/>
            <a:ext cx="17056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弗朗西斯</a:t>
            </a:r>
            <a:r>
              <a:rPr dirty="0" sz="1800" spc="-5">
                <a:latin typeface="Arial"/>
                <a:cs typeface="Arial"/>
              </a:rPr>
              <a:t>•</a:t>
            </a:r>
            <a:r>
              <a:rPr dirty="0" sz="1800" i="1">
                <a:latin typeface="华文楷体"/>
                <a:cs typeface="华文楷体"/>
              </a:rPr>
              <a:t>阿斯顿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0660" y="2421420"/>
            <a:ext cx="4208145" cy="295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5372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让某种中性气体分子在电 离室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>
                <a:latin typeface="宋体"/>
                <a:cs typeface="宋体"/>
              </a:rPr>
              <a:t>内被电离成离子，大量 的电荷量相同，质量不同的同 位素，经同一电场</a:t>
            </a:r>
            <a:r>
              <a:rPr dirty="0" sz="2400" i="1">
                <a:latin typeface="Times New Roman"/>
                <a:cs typeface="Times New Roman"/>
              </a:rPr>
              <a:t>U</a:t>
            </a:r>
            <a:r>
              <a:rPr dirty="0" sz="2400">
                <a:latin typeface="宋体"/>
                <a:cs typeface="宋体"/>
              </a:rPr>
              <a:t>加速后，  经</a:t>
            </a:r>
            <a:r>
              <a:rPr dirty="0" sz="2400" i="1">
                <a:latin typeface="Times New Roman"/>
                <a:cs typeface="Times New Roman"/>
              </a:rPr>
              <a:t>S</a:t>
            </a:r>
            <a:r>
              <a:rPr dirty="0" baseline="-17921" sz="2325">
                <a:latin typeface="Calibri"/>
                <a:cs typeface="Calibri"/>
              </a:rPr>
              <a:t>3</a:t>
            </a:r>
            <a:r>
              <a:rPr dirty="0" sz="2400">
                <a:latin typeface="宋体"/>
                <a:cs typeface="宋体"/>
              </a:rPr>
              <a:t>孔进入匀强磁场，由于其 圆周运动的轨道半径不同，就 会打在照相底片</a:t>
            </a:r>
            <a:r>
              <a:rPr dirty="0" sz="2400" i="1">
                <a:latin typeface="Times New Roman"/>
                <a:cs typeface="Times New Roman"/>
              </a:rPr>
              <a:t>D</a:t>
            </a:r>
            <a:r>
              <a:rPr dirty="0" sz="2400">
                <a:latin typeface="宋体"/>
                <a:cs typeface="宋体"/>
              </a:rPr>
              <a:t>的不同位置， 出现一系列的谱线。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80147" y="2727960"/>
            <a:ext cx="2551176" cy="20680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88016" y="1833943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61359" y="1600200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61003" y="1824227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96595">
              <a:lnSpc>
                <a:spcPct val="100000"/>
              </a:lnSpc>
              <a:spcBef>
                <a:spcPts val="100"/>
              </a:spcBef>
            </a:pPr>
            <a:r>
              <a:rPr dirty="0"/>
              <a:t>质谱仪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88016" y="1833943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61359" y="1600200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61003" y="1824227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853950" y="1134617"/>
            <a:ext cx="1168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质谱仪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26408" y="2258567"/>
            <a:ext cx="4861560" cy="36469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14280" y="230943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23616" y="2020823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23260" y="2244851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197106" y="1646682"/>
            <a:ext cx="1549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科学探究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3028" y="2669425"/>
            <a:ext cx="8268334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62293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在粒子物理学的研究中，经常需要高能粒子做为“炮弹” 去轰击未知原子，以便“打开”其内部结构。那如何才能获得 需要的高能粒子呢？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31023" y="3715511"/>
            <a:ext cx="2246376" cy="20482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33372" y="2464307"/>
            <a:ext cx="4689475" cy="1199515"/>
          </a:xfrm>
          <a:custGeom>
            <a:avLst/>
            <a:gdLst/>
            <a:ahLst/>
            <a:cxnLst/>
            <a:rect l="l" t="t" r="r" b="b"/>
            <a:pathLst>
              <a:path w="4689475" h="1199514">
                <a:moveTo>
                  <a:pt x="0" y="0"/>
                </a:moveTo>
                <a:lnTo>
                  <a:pt x="4689348" y="0"/>
                </a:lnTo>
                <a:lnTo>
                  <a:pt x="4689348" y="1199388"/>
                </a:lnTo>
                <a:lnTo>
                  <a:pt x="0" y="11993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49220" y="3233394"/>
            <a:ext cx="0" cy="234315"/>
          </a:xfrm>
          <a:custGeom>
            <a:avLst/>
            <a:gdLst/>
            <a:ahLst/>
            <a:cxnLst/>
            <a:rect l="l" t="t" r="r" b="b"/>
            <a:pathLst>
              <a:path w="0" h="234314">
                <a:moveTo>
                  <a:pt x="0" y="0"/>
                </a:moveTo>
                <a:lnTo>
                  <a:pt x="0" y="234048"/>
                </a:lnTo>
              </a:path>
            </a:pathLst>
          </a:custGeom>
          <a:ln w="129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917634" y="3229267"/>
            <a:ext cx="0" cy="234315"/>
          </a:xfrm>
          <a:custGeom>
            <a:avLst/>
            <a:gdLst/>
            <a:ahLst/>
            <a:cxnLst/>
            <a:rect l="l" t="t" r="r" b="b"/>
            <a:pathLst>
              <a:path w="0" h="234314">
                <a:moveTo>
                  <a:pt x="0" y="0"/>
                </a:moveTo>
                <a:lnTo>
                  <a:pt x="0" y="234048"/>
                </a:lnTo>
              </a:path>
            </a:pathLst>
          </a:custGeom>
          <a:ln w="129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55291" y="2512936"/>
            <a:ext cx="0" cy="234315"/>
          </a:xfrm>
          <a:custGeom>
            <a:avLst/>
            <a:gdLst/>
            <a:ahLst/>
            <a:cxnLst/>
            <a:rect l="l" t="t" r="r" b="b"/>
            <a:pathLst>
              <a:path w="0" h="234314">
                <a:moveTo>
                  <a:pt x="0" y="0"/>
                </a:moveTo>
                <a:lnTo>
                  <a:pt x="0" y="234175"/>
                </a:lnTo>
              </a:path>
            </a:pathLst>
          </a:custGeom>
          <a:ln w="129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307163" y="2506738"/>
            <a:ext cx="0" cy="234315"/>
          </a:xfrm>
          <a:custGeom>
            <a:avLst/>
            <a:gdLst/>
            <a:ahLst/>
            <a:cxnLst/>
            <a:rect l="l" t="t" r="r" b="b"/>
            <a:pathLst>
              <a:path w="0" h="234314">
                <a:moveTo>
                  <a:pt x="0" y="0"/>
                </a:moveTo>
                <a:lnTo>
                  <a:pt x="0" y="234048"/>
                </a:lnTo>
              </a:path>
            </a:pathLst>
          </a:custGeom>
          <a:ln w="129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49220" y="3456355"/>
            <a:ext cx="4079240" cy="0"/>
          </a:xfrm>
          <a:custGeom>
            <a:avLst/>
            <a:gdLst/>
            <a:ahLst/>
            <a:cxnLst/>
            <a:rect l="l" t="t" r="r" b="b"/>
            <a:pathLst>
              <a:path w="4079240" h="0">
                <a:moveTo>
                  <a:pt x="0" y="0"/>
                </a:moveTo>
                <a:lnTo>
                  <a:pt x="4079087" y="0"/>
                </a:lnTo>
              </a:path>
            </a:pathLst>
          </a:custGeom>
          <a:ln w="129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96474" y="3229267"/>
            <a:ext cx="0" cy="234315"/>
          </a:xfrm>
          <a:custGeom>
            <a:avLst/>
            <a:gdLst/>
            <a:ahLst/>
            <a:cxnLst/>
            <a:rect l="l" t="t" r="r" b="b"/>
            <a:pathLst>
              <a:path w="0" h="234314">
                <a:moveTo>
                  <a:pt x="0" y="0"/>
                </a:moveTo>
                <a:lnTo>
                  <a:pt x="0" y="234048"/>
                </a:lnTo>
              </a:path>
            </a:pathLst>
          </a:custGeom>
          <a:ln w="129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836236" y="3229267"/>
            <a:ext cx="0" cy="234315"/>
          </a:xfrm>
          <a:custGeom>
            <a:avLst/>
            <a:gdLst/>
            <a:ahLst/>
            <a:cxnLst/>
            <a:rect l="l" t="t" r="r" b="b"/>
            <a:pathLst>
              <a:path w="0" h="234314">
                <a:moveTo>
                  <a:pt x="0" y="0"/>
                </a:moveTo>
                <a:lnTo>
                  <a:pt x="0" y="234048"/>
                </a:lnTo>
              </a:path>
            </a:pathLst>
          </a:custGeom>
          <a:ln w="129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55291" y="2506738"/>
            <a:ext cx="4265295" cy="0"/>
          </a:xfrm>
          <a:custGeom>
            <a:avLst/>
            <a:gdLst/>
            <a:ahLst/>
            <a:cxnLst/>
            <a:rect l="l" t="t" r="r" b="b"/>
            <a:pathLst>
              <a:path w="4265295" h="0">
                <a:moveTo>
                  <a:pt x="0" y="0"/>
                </a:moveTo>
                <a:lnTo>
                  <a:pt x="4264774" y="0"/>
                </a:lnTo>
              </a:path>
            </a:pathLst>
          </a:custGeom>
          <a:ln w="129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571051" y="2512936"/>
            <a:ext cx="0" cy="234315"/>
          </a:xfrm>
          <a:custGeom>
            <a:avLst/>
            <a:gdLst/>
            <a:ahLst/>
            <a:cxnLst/>
            <a:rect l="l" t="t" r="r" b="b"/>
            <a:pathLst>
              <a:path w="0" h="234314">
                <a:moveTo>
                  <a:pt x="0" y="0"/>
                </a:moveTo>
                <a:lnTo>
                  <a:pt x="0" y="234048"/>
                </a:lnTo>
              </a:path>
            </a:pathLst>
          </a:custGeom>
          <a:ln w="129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334359" y="2512936"/>
            <a:ext cx="0" cy="234315"/>
          </a:xfrm>
          <a:custGeom>
            <a:avLst/>
            <a:gdLst/>
            <a:ahLst/>
            <a:cxnLst/>
            <a:rect l="l" t="t" r="r" b="b"/>
            <a:pathLst>
              <a:path w="0" h="234314">
                <a:moveTo>
                  <a:pt x="0" y="0"/>
                </a:moveTo>
                <a:lnTo>
                  <a:pt x="0" y="234048"/>
                </a:lnTo>
              </a:path>
            </a:pathLst>
          </a:custGeom>
          <a:ln w="129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283354" y="2506738"/>
            <a:ext cx="0" cy="234315"/>
          </a:xfrm>
          <a:custGeom>
            <a:avLst/>
            <a:gdLst/>
            <a:ahLst/>
            <a:cxnLst/>
            <a:rect l="l" t="t" r="r" b="b"/>
            <a:pathLst>
              <a:path w="0" h="234314">
                <a:moveTo>
                  <a:pt x="0" y="0"/>
                </a:moveTo>
                <a:lnTo>
                  <a:pt x="0" y="234048"/>
                </a:lnTo>
              </a:path>
            </a:pathLst>
          </a:custGeom>
          <a:ln w="129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307163" y="3216884"/>
            <a:ext cx="0" cy="234315"/>
          </a:xfrm>
          <a:custGeom>
            <a:avLst/>
            <a:gdLst/>
            <a:ahLst/>
            <a:cxnLst/>
            <a:rect l="l" t="t" r="r" b="b"/>
            <a:pathLst>
              <a:path w="0" h="234314">
                <a:moveTo>
                  <a:pt x="0" y="0"/>
                </a:moveTo>
                <a:lnTo>
                  <a:pt x="0" y="234048"/>
                </a:lnTo>
              </a:path>
            </a:pathLst>
          </a:custGeom>
          <a:ln w="129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61013" y="2760649"/>
            <a:ext cx="433070" cy="114935"/>
          </a:xfrm>
          <a:custGeom>
            <a:avLst/>
            <a:gdLst/>
            <a:ahLst/>
            <a:cxnLst/>
            <a:rect l="l" t="t" r="r" b="b"/>
            <a:pathLst>
              <a:path w="433070" h="114935">
                <a:moveTo>
                  <a:pt x="432929" y="114579"/>
                </a:moveTo>
                <a:lnTo>
                  <a:pt x="19491" y="114579"/>
                </a:lnTo>
                <a:lnTo>
                  <a:pt x="18683" y="98552"/>
                </a:lnTo>
                <a:lnTo>
                  <a:pt x="13630" y="46460"/>
                </a:lnTo>
                <a:lnTo>
                  <a:pt x="7266" y="12279"/>
                </a:lnTo>
                <a:lnTo>
                  <a:pt x="0" y="0"/>
                </a:lnTo>
                <a:lnTo>
                  <a:pt x="413385" y="0"/>
                </a:lnTo>
                <a:lnTo>
                  <a:pt x="420748" y="12279"/>
                </a:lnTo>
                <a:lnTo>
                  <a:pt x="427121" y="46460"/>
                </a:lnTo>
                <a:lnTo>
                  <a:pt x="432132" y="98552"/>
                </a:lnTo>
                <a:lnTo>
                  <a:pt x="432929" y="114579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341288" y="2760649"/>
            <a:ext cx="39370" cy="114935"/>
          </a:xfrm>
          <a:custGeom>
            <a:avLst/>
            <a:gdLst/>
            <a:ahLst/>
            <a:cxnLst/>
            <a:rect l="l" t="t" r="r" b="b"/>
            <a:pathLst>
              <a:path w="39370" h="114935">
                <a:moveTo>
                  <a:pt x="39215" y="114579"/>
                </a:moveTo>
                <a:lnTo>
                  <a:pt x="0" y="114579"/>
                </a:lnTo>
                <a:lnTo>
                  <a:pt x="811" y="98552"/>
                </a:lnTo>
                <a:lnTo>
                  <a:pt x="5898" y="46460"/>
                </a:lnTo>
                <a:lnTo>
                  <a:pt x="12334" y="12279"/>
                </a:lnTo>
                <a:lnTo>
                  <a:pt x="19724" y="0"/>
                </a:lnTo>
                <a:lnTo>
                  <a:pt x="26990" y="12279"/>
                </a:lnTo>
                <a:lnTo>
                  <a:pt x="33354" y="46460"/>
                </a:lnTo>
                <a:lnTo>
                  <a:pt x="38407" y="98552"/>
                </a:lnTo>
                <a:lnTo>
                  <a:pt x="39215" y="114579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338732" y="2920644"/>
            <a:ext cx="44450" cy="6350"/>
          </a:xfrm>
          <a:custGeom>
            <a:avLst/>
            <a:gdLst/>
            <a:ahLst/>
            <a:cxnLst/>
            <a:rect l="l" t="t" r="r" b="b"/>
            <a:pathLst>
              <a:path w="44450" h="6350">
                <a:moveTo>
                  <a:pt x="44320" y="6197"/>
                </a:moveTo>
                <a:lnTo>
                  <a:pt x="0" y="6197"/>
                </a:lnTo>
                <a:lnTo>
                  <a:pt x="25" y="4571"/>
                </a:lnTo>
                <a:lnTo>
                  <a:pt x="257" y="0"/>
                </a:lnTo>
                <a:lnTo>
                  <a:pt x="44064" y="0"/>
                </a:lnTo>
                <a:lnTo>
                  <a:pt x="44294" y="4571"/>
                </a:lnTo>
                <a:lnTo>
                  <a:pt x="44320" y="6197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338665" y="3071342"/>
            <a:ext cx="44450" cy="8255"/>
          </a:xfrm>
          <a:custGeom>
            <a:avLst/>
            <a:gdLst/>
            <a:ahLst/>
            <a:cxnLst/>
            <a:rect l="l" t="t" r="r" b="b"/>
            <a:pathLst>
              <a:path w="44450" h="8255">
                <a:moveTo>
                  <a:pt x="44241" y="8255"/>
                </a:moveTo>
                <a:lnTo>
                  <a:pt x="213" y="8255"/>
                </a:lnTo>
                <a:lnTo>
                  <a:pt x="92" y="5862"/>
                </a:lnTo>
                <a:lnTo>
                  <a:pt x="0" y="0"/>
                </a:lnTo>
                <a:lnTo>
                  <a:pt x="44454" y="0"/>
                </a:lnTo>
                <a:lnTo>
                  <a:pt x="44361" y="5862"/>
                </a:lnTo>
                <a:lnTo>
                  <a:pt x="44241" y="8255"/>
                </a:lnTo>
                <a:close/>
              </a:path>
            </a:pathLst>
          </a:custGeom>
          <a:solidFill>
            <a:srgbClr val="E6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341491" y="3131210"/>
            <a:ext cx="39370" cy="12700"/>
          </a:xfrm>
          <a:custGeom>
            <a:avLst/>
            <a:gdLst/>
            <a:ahLst/>
            <a:cxnLst/>
            <a:rect l="l" t="t" r="r" b="b"/>
            <a:pathLst>
              <a:path w="39370" h="12700">
                <a:moveTo>
                  <a:pt x="38168" y="12382"/>
                </a:moveTo>
                <a:lnTo>
                  <a:pt x="644" y="12382"/>
                </a:lnTo>
                <a:lnTo>
                  <a:pt x="608" y="12017"/>
                </a:lnTo>
                <a:lnTo>
                  <a:pt x="0" y="0"/>
                </a:lnTo>
                <a:lnTo>
                  <a:pt x="38810" y="0"/>
                </a:lnTo>
                <a:lnTo>
                  <a:pt x="38203" y="12017"/>
                </a:lnTo>
                <a:lnTo>
                  <a:pt x="38168" y="12382"/>
                </a:lnTo>
                <a:close/>
              </a:path>
            </a:pathLst>
          </a:custGeom>
          <a:solidFill>
            <a:srgbClr val="DAE4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342944" y="3151860"/>
            <a:ext cx="36195" cy="14604"/>
          </a:xfrm>
          <a:custGeom>
            <a:avLst/>
            <a:gdLst/>
            <a:ahLst/>
            <a:cxnLst/>
            <a:rect l="l" t="t" r="r" b="b"/>
            <a:pathLst>
              <a:path w="36195" h="14605">
                <a:moveTo>
                  <a:pt x="34511" y="14452"/>
                </a:moveTo>
                <a:lnTo>
                  <a:pt x="1412" y="14452"/>
                </a:lnTo>
                <a:lnTo>
                  <a:pt x="0" y="0"/>
                </a:lnTo>
                <a:lnTo>
                  <a:pt x="35914" y="0"/>
                </a:lnTo>
                <a:lnTo>
                  <a:pt x="34511" y="14452"/>
                </a:lnTo>
                <a:close/>
              </a:path>
            </a:pathLst>
          </a:custGeom>
          <a:solidFill>
            <a:srgbClr val="D6E1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346575" y="3189020"/>
            <a:ext cx="29209" cy="10795"/>
          </a:xfrm>
          <a:custGeom>
            <a:avLst/>
            <a:gdLst/>
            <a:ahLst/>
            <a:cxnLst/>
            <a:rect l="l" t="t" r="r" b="b"/>
            <a:pathLst>
              <a:path w="29210" h="10794">
                <a:moveTo>
                  <a:pt x="27309" y="10325"/>
                </a:moveTo>
                <a:lnTo>
                  <a:pt x="1378" y="10325"/>
                </a:lnTo>
                <a:lnTo>
                  <a:pt x="611" y="6258"/>
                </a:lnTo>
                <a:lnTo>
                  <a:pt x="0" y="0"/>
                </a:lnTo>
                <a:lnTo>
                  <a:pt x="28675" y="0"/>
                </a:lnTo>
                <a:lnTo>
                  <a:pt x="28068" y="6258"/>
                </a:lnTo>
                <a:lnTo>
                  <a:pt x="27309" y="10325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347951" y="3199333"/>
            <a:ext cx="26034" cy="42545"/>
          </a:xfrm>
          <a:custGeom>
            <a:avLst/>
            <a:gdLst/>
            <a:ahLst/>
            <a:cxnLst/>
            <a:rect l="l" t="t" r="r" b="b"/>
            <a:pathLst>
              <a:path w="26035" h="42544">
                <a:moveTo>
                  <a:pt x="13061" y="42329"/>
                </a:moveTo>
                <a:lnTo>
                  <a:pt x="5671" y="30074"/>
                </a:lnTo>
                <a:lnTo>
                  <a:pt x="0" y="0"/>
                </a:lnTo>
                <a:lnTo>
                  <a:pt x="25936" y="0"/>
                </a:lnTo>
                <a:lnTo>
                  <a:pt x="20327" y="30074"/>
                </a:lnTo>
                <a:lnTo>
                  <a:pt x="13061" y="42329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337555" y="2760649"/>
            <a:ext cx="46990" cy="481330"/>
          </a:xfrm>
          <a:custGeom>
            <a:avLst/>
            <a:gdLst/>
            <a:ahLst/>
            <a:cxnLst/>
            <a:rect l="l" t="t" r="r" b="b"/>
            <a:pathLst>
              <a:path w="46989" h="481330">
                <a:moveTo>
                  <a:pt x="23456" y="0"/>
                </a:moveTo>
                <a:lnTo>
                  <a:pt x="37087" y="46460"/>
                </a:lnTo>
                <a:lnTo>
                  <a:pt x="42139" y="98552"/>
                </a:lnTo>
                <a:lnTo>
                  <a:pt x="45471" y="164565"/>
                </a:lnTo>
                <a:lnTo>
                  <a:pt x="46672" y="240512"/>
                </a:lnTo>
                <a:lnTo>
                  <a:pt x="45471" y="316555"/>
                </a:lnTo>
                <a:lnTo>
                  <a:pt x="42139" y="382578"/>
                </a:lnTo>
                <a:lnTo>
                  <a:pt x="37087" y="434629"/>
                </a:lnTo>
                <a:lnTo>
                  <a:pt x="30723" y="468758"/>
                </a:lnTo>
                <a:lnTo>
                  <a:pt x="23456" y="481012"/>
                </a:lnTo>
                <a:lnTo>
                  <a:pt x="16067" y="468758"/>
                </a:lnTo>
                <a:lnTo>
                  <a:pt x="9631" y="434629"/>
                </a:lnTo>
                <a:lnTo>
                  <a:pt x="4544" y="382578"/>
                </a:lnTo>
                <a:lnTo>
                  <a:pt x="1202" y="316555"/>
                </a:lnTo>
                <a:lnTo>
                  <a:pt x="0" y="240512"/>
                </a:lnTo>
                <a:lnTo>
                  <a:pt x="1202" y="164565"/>
                </a:lnTo>
                <a:lnTo>
                  <a:pt x="4544" y="98552"/>
                </a:lnTo>
                <a:lnTo>
                  <a:pt x="9631" y="46460"/>
                </a:lnTo>
                <a:lnTo>
                  <a:pt x="16067" y="12279"/>
                </a:lnTo>
                <a:lnTo>
                  <a:pt x="23456" y="0"/>
                </a:lnTo>
                <a:close/>
              </a:path>
            </a:pathLst>
          </a:custGeom>
          <a:ln w="17284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361013" y="2760649"/>
            <a:ext cx="436880" cy="481330"/>
          </a:xfrm>
          <a:custGeom>
            <a:avLst/>
            <a:gdLst/>
            <a:ahLst/>
            <a:cxnLst/>
            <a:rect l="l" t="t" r="r" b="b"/>
            <a:pathLst>
              <a:path w="436879" h="481330">
                <a:moveTo>
                  <a:pt x="0" y="0"/>
                </a:moveTo>
                <a:lnTo>
                  <a:pt x="413385" y="0"/>
                </a:lnTo>
                <a:lnTo>
                  <a:pt x="420748" y="12279"/>
                </a:lnTo>
                <a:lnTo>
                  <a:pt x="427121" y="46460"/>
                </a:lnTo>
                <a:lnTo>
                  <a:pt x="432132" y="98552"/>
                </a:lnTo>
                <a:lnTo>
                  <a:pt x="435412" y="164565"/>
                </a:lnTo>
                <a:lnTo>
                  <a:pt x="436587" y="240512"/>
                </a:lnTo>
                <a:lnTo>
                  <a:pt x="435412" y="316555"/>
                </a:lnTo>
                <a:lnTo>
                  <a:pt x="432132" y="382578"/>
                </a:lnTo>
                <a:lnTo>
                  <a:pt x="427121" y="434629"/>
                </a:lnTo>
                <a:lnTo>
                  <a:pt x="420748" y="468758"/>
                </a:lnTo>
                <a:lnTo>
                  <a:pt x="413385" y="481012"/>
                </a:lnTo>
                <a:lnTo>
                  <a:pt x="0" y="481012"/>
                </a:lnTo>
              </a:path>
            </a:pathLst>
          </a:custGeom>
          <a:ln w="17284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605995" y="2752394"/>
            <a:ext cx="276225" cy="114935"/>
          </a:xfrm>
          <a:custGeom>
            <a:avLst/>
            <a:gdLst/>
            <a:ahLst/>
            <a:cxnLst/>
            <a:rect l="l" t="t" r="r" b="b"/>
            <a:pathLst>
              <a:path w="276225" h="114935">
                <a:moveTo>
                  <a:pt x="257590" y="114579"/>
                </a:moveTo>
                <a:lnTo>
                  <a:pt x="44869" y="114579"/>
                </a:lnTo>
                <a:lnTo>
                  <a:pt x="44869" y="24608"/>
                </a:lnTo>
                <a:lnTo>
                  <a:pt x="51320" y="22974"/>
                </a:lnTo>
                <a:lnTo>
                  <a:pt x="72101" y="21071"/>
                </a:lnTo>
                <a:lnTo>
                  <a:pt x="113949" y="18907"/>
                </a:lnTo>
                <a:lnTo>
                  <a:pt x="134874" y="17297"/>
                </a:lnTo>
                <a:lnTo>
                  <a:pt x="141327" y="16115"/>
                </a:lnTo>
                <a:lnTo>
                  <a:pt x="153947" y="12795"/>
                </a:lnTo>
                <a:lnTo>
                  <a:pt x="160315" y="11635"/>
                </a:lnTo>
                <a:lnTo>
                  <a:pt x="189265" y="8388"/>
                </a:lnTo>
                <a:lnTo>
                  <a:pt x="276186" y="0"/>
                </a:lnTo>
                <a:lnTo>
                  <a:pt x="273564" y="1613"/>
                </a:lnTo>
                <a:lnTo>
                  <a:pt x="267582" y="5743"/>
                </a:lnTo>
                <a:lnTo>
                  <a:pt x="261067" y="11326"/>
                </a:lnTo>
                <a:lnTo>
                  <a:pt x="256844" y="17297"/>
                </a:lnTo>
                <a:lnTo>
                  <a:pt x="254787" y="22974"/>
                </a:lnTo>
                <a:lnTo>
                  <a:pt x="261493" y="28651"/>
                </a:lnTo>
                <a:lnTo>
                  <a:pt x="263296" y="34582"/>
                </a:lnTo>
                <a:lnTo>
                  <a:pt x="265065" y="41632"/>
                </a:lnTo>
                <a:lnTo>
                  <a:pt x="266617" y="48806"/>
                </a:lnTo>
                <a:lnTo>
                  <a:pt x="268122" y="56027"/>
                </a:lnTo>
                <a:lnTo>
                  <a:pt x="269748" y="63220"/>
                </a:lnTo>
                <a:lnTo>
                  <a:pt x="267423" y="68897"/>
                </a:lnTo>
                <a:lnTo>
                  <a:pt x="264845" y="74320"/>
                </a:lnTo>
                <a:lnTo>
                  <a:pt x="263296" y="80251"/>
                </a:lnTo>
                <a:lnTo>
                  <a:pt x="259560" y="92513"/>
                </a:lnTo>
                <a:lnTo>
                  <a:pt x="257009" y="103805"/>
                </a:lnTo>
                <a:lnTo>
                  <a:pt x="257590" y="114579"/>
                </a:lnTo>
                <a:close/>
              </a:path>
              <a:path w="276225" h="114935">
                <a:moveTo>
                  <a:pt x="221" y="37777"/>
                </a:moveTo>
                <a:lnTo>
                  <a:pt x="0" y="34582"/>
                </a:lnTo>
                <a:lnTo>
                  <a:pt x="19088" y="17297"/>
                </a:lnTo>
                <a:lnTo>
                  <a:pt x="30295" y="13795"/>
                </a:lnTo>
                <a:lnTo>
                  <a:pt x="35074" y="12134"/>
                </a:lnTo>
                <a:lnTo>
                  <a:pt x="38304" y="11635"/>
                </a:lnTo>
                <a:lnTo>
                  <a:pt x="44869" y="11620"/>
                </a:lnTo>
                <a:lnTo>
                  <a:pt x="44869" y="24608"/>
                </a:lnTo>
                <a:lnTo>
                  <a:pt x="34125" y="27329"/>
                </a:lnTo>
                <a:lnTo>
                  <a:pt x="14344" y="33812"/>
                </a:lnTo>
                <a:lnTo>
                  <a:pt x="221" y="37777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650865" y="2866974"/>
            <a:ext cx="237515" cy="3664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605995" y="2752394"/>
            <a:ext cx="282575" cy="481330"/>
          </a:xfrm>
          <a:custGeom>
            <a:avLst/>
            <a:gdLst/>
            <a:ahLst/>
            <a:cxnLst/>
            <a:rect l="l" t="t" r="r" b="b"/>
            <a:pathLst>
              <a:path w="282575" h="481330">
                <a:moveTo>
                  <a:pt x="250405" y="406692"/>
                </a:moveTo>
                <a:lnTo>
                  <a:pt x="239111" y="389958"/>
                </a:lnTo>
                <a:lnTo>
                  <a:pt x="228933" y="375013"/>
                </a:lnTo>
                <a:lnTo>
                  <a:pt x="224656" y="360166"/>
                </a:lnTo>
                <a:lnTo>
                  <a:pt x="231063" y="343725"/>
                </a:lnTo>
                <a:lnTo>
                  <a:pt x="235354" y="339024"/>
                </a:lnTo>
                <a:lnTo>
                  <a:pt x="240249" y="334786"/>
                </a:lnTo>
                <a:lnTo>
                  <a:pt x="245387" y="330693"/>
                </a:lnTo>
                <a:lnTo>
                  <a:pt x="250405" y="326428"/>
                </a:lnTo>
                <a:lnTo>
                  <a:pt x="260867" y="324044"/>
                </a:lnTo>
                <a:lnTo>
                  <a:pt x="269709" y="320884"/>
                </a:lnTo>
                <a:lnTo>
                  <a:pt x="272122" y="314819"/>
                </a:lnTo>
                <a:lnTo>
                  <a:pt x="263296" y="303720"/>
                </a:lnTo>
                <a:lnTo>
                  <a:pt x="258394" y="299339"/>
                </a:lnTo>
                <a:lnTo>
                  <a:pt x="248856" y="302171"/>
                </a:lnTo>
                <a:lnTo>
                  <a:pt x="243954" y="297789"/>
                </a:lnTo>
                <a:lnTo>
                  <a:pt x="235355" y="288398"/>
                </a:lnTo>
                <a:lnTo>
                  <a:pt x="227001" y="277050"/>
                </a:lnTo>
                <a:lnTo>
                  <a:pt x="220678" y="267492"/>
                </a:lnTo>
                <a:lnTo>
                  <a:pt x="218173" y="263474"/>
                </a:lnTo>
                <a:lnTo>
                  <a:pt x="237667" y="257835"/>
                </a:lnTo>
                <a:lnTo>
                  <a:pt x="237023" y="257859"/>
                </a:lnTo>
                <a:lnTo>
                  <a:pt x="236622" y="256432"/>
                </a:lnTo>
                <a:lnTo>
                  <a:pt x="256844" y="246443"/>
                </a:lnTo>
                <a:lnTo>
                  <a:pt x="262775" y="243598"/>
                </a:lnTo>
                <a:lnTo>
                  <a:pt x="271805" y="245402"/>
                </a:lnTo>
                <a:lnTo>
                  <a:pt x="276186" y="240499"/>
                </a:lnTo>
                <a:lnTo>
                  <a:pt x="281609" y="234569"/>
                </a:lnTo>
                <a:lnTo>
                  <a:pt x="280314" y="225285"/>
                </a:lnTo>
                <a:lnTo>
                  <a:pt x="282384" y="217792"/>
                </a:lnTo>
                <a:lnTo>
                  <a:pt x="250405" y="194830"/>
                </a:lnTo>
                <a:lnTo>
                  <a:pt x="249364" y="188899"/>
                </a:lnTo>
                <a:lnTo>
                  <a:pt x="253492" y="182956"/>
                </a:lnTo>
                <a:lnTo>
                  <a:pt x="256844" y="177546"/>
                </a:lnTo>
                <a:lnTo>
                  <a:pt x="263991" y="167172"/>
                </a:lnTo>
                <a:lnTo>
                  <a:pt x="272419" y="155929"/>
                </a:lnTo>
                <a:lnTo>
                  <a:pt x="279445" y="146911"/>
                </a:lnTo>
                <a:lnTo>
                  <a:pt x="282384" y="143217"/>
                </a:lnTo>
                <a:lnTo>
                  <a:pt x="277476" y="139104"/>
                </a:lnTo>
                <a:lnTo>
                  <a:pt x="257009" y="103805"/>
                </a:lnTo>
                <a:lnTo>
                  <a:pt x="259560" y="92513"/>
                </a:lnTo>
                <a:lnTo>
                  <a:pt x="263296" y="80251"/>
                </a:lnTo>
                <a:lnTo>
                  <a:pt x="264845" y="74320"/>
                </a:lnTo>
                <a:lnTo>
                  <a:pt x="267423" y="68897"/>
                </a:lnTo>
                <a:lnTo>
                  <a:pt x="269748" y="63220"/>
                </a:lnTo>
                <a:lnTo>
                  <a:pt x="268122" y="56027"/>
                </a:lnTo>
                <a:lnTo>
                  <a:pt x="266617" y="48806"/>
                </a:lnTo>
                <a:lnTo>
                  <a:pt x="265065" y="41632"/>
                </a:lnTo>
                <a:lnTo>
                  <a:pt x="263296" y="34582"/>
                </a:lnTo>
                <a:lnTo>
                  <a:pt x="261493" y="28651"/>
                </a:lnTo>
                <a:lnTo>
                  <a:pt x="254787" y="22974"/>
                </a:lnTo>
                <a:lnTo>
                  <a:pt x="256844" y="17297"/>
                </a:lnTo>
                <a:lnTo>
                  <a:pt x="261067" y="11326"/>
                </a:lnTo>
                <a:lnTo>
                  <a:pt x="267582" y="5743"/>
                </a:lnTo>
                <a:lnTo>
                  <a:pt x="273564" y="1613"/>
                </a:lnTo>
                <a:lnTo>
                  <a:pt x="276186" y="0"/>
                </a:lnTo>
                <a:lnTo>
                  <a:pt x="247179" y="2796"/>
                </a:lnTo>
                <a:lnTo>
                  <a:pt x="189265" y="8388"/>
                </a:lnTo>
                <a:lnTo>
                  <a:pt x="147637" y="14454"/>
                </a:lnTo>
                <a:lnTo>
                  <a:pt x="141327" y="16115"/>
                </a:lnTo>
                <a:lnTo>
                  <a:pt x="134874" y="17297"/>
                </a:lnTo>
                <a:lnTo>
                  <a:pt x="113949" y="18907"/>
                </a:lnTo>
                <a:lnTo>
                  <a:pt x="93002" y="19940"/>
                </a:lnTo>
                <a:lnTo>
                  <a:pt x="72101" y="21071"/>
                </a:lnTo>
                <a:lnTo>
                  <a:pt x="51320" y="22974"/>
                </a:lnTo>
                <a:lnTo>
                  <a:pt x="34125" y="27329"/>
                </a:lnTo>
                <a:lnTo>
                  <a:pt x="14344" y="33812"/>
                </a:lnTo>
                <a:lnTo>
                  <a:pt x="221" y="37777"/>
                </a:lnTo>
                <a:lnTo>
                  <a:pt x="0" y="34582"/>
                </a:lnTo>
                <a:lnTo>
                  <a:pt x="19088" y="17297"/>
                </a:lnTo>
                <a:lnTo>
                  <a:pt x="30295" y="13795"/>
                </a:lnTo>
                <a:lnTo>
                  <a:pt x="35074" y="12134"/>
                </a:lnTo>
                <a:lnTo>
                  <a:pt x="38304" y="11635"/>
                </a:lnTo>
                <a:lnTo>
                  <a:pt x="44869" y="11620"/>
                </a:lnTo>
                <a:lnTo>
                  <a:pt x="44869" y="480999"/>
                </a:lnTo>
                <a:lnTo>
                  <a:pt x="269748" y="469646"/>
                </a:lnTo>
                <a:lnTo>
                  <a:pt x="250405" y="406692"/>
                </a:lnTo>
              </a:path>
            </a:pathLst>
          </a:custGeom>
          <a:ln w="17284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277726" y="2704922"/>
            <a:ext cx="536575" cy="560070"/>
          </a:xfrm>
          <a:custGeom>
            <a:avLst/>
            <a:gdLst/>
            <a:ahLst/>
            <a:cxnLst/>
            <a:rect l="l" t="t" r="r" b="b"/>
            <a:pathLst>
              <a:path w="536575" h="560070">
                <a:moveTo>
                  <a:pt x="0" y="0"/>
                </a:moveTo>
                <a:lnTo>
                  <a:pt x="536384" y="0"/>
                </a:lnTo>
                <a:lnTo>
                  <a:pt x="536384" y="559447"/>
                </a:lnTo>
                <a:lnTo>
                  <a:pt x="0" y="5594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725439" y="2715260"/>
            <a:ext cx="91757" cy="5380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162575" y="2748267"/>
            <a:ext cx="195972" cy="4871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162568" y="2748267"/>
            <a:ext cx="20320" cy="487680"/>
          </a:xfrm>
          <a:custGeom>
            <a:avLst/>
            <a:gdLst/>
            <a:ahLst/>
            <a:cxnLst/>
            <a:rect l="l" t="t" r="r" b="b"/>
            <a:pathLst>
              <a:path w="20319" h="487680">
                <a:moveTo>
                  <a:pt x="9931" y="0"/>
                </a:moveTo>
                <a:lnTo>
                  <a:pt x="15819" y="47027"/>
                </a:lnTo>
                <a:lnTo>
                  <a:pt x="17961" y="99772"/>
                </a:lnTo>
                <a:lnTo>
                  <a:pt x="19361" y="166638"/>
                </a:lnTo>
                <a:lnTo>
                  <a:pt x="19862" y="243598"/>
                </a:lnTo>
                <a:lnTo>
                  <a:pt x="19361" y="320607"/>
                </a:lnTo>
                <a:lnTo>
                  <a:pt x="17961" y="387479"/>
                </a:lnTo>
                <a:lnTo>
                  <a:pt x="15819" y="440206"/>
                </a:lnTo>
                <a:lnTo>
                  <a:pt x="13090" y="474781"/>
                </a:lnTo>
                <a:lnTo>
                  <a:pt x="9931" y="487197"/>
                </a:lnTo>
                <a:lnTo>
                  <a:pt x="6821" y="474781"/>
                </a:lnTo>
                <a:lnTo>
                  <a:pt x="4098" y="440206"/>
                </a:lnTo>
                <a:lnTo>
                  <a:pt x="1937" y="387479"/>
                </a:lnTo>
                <a:lnTo>
                  <a:pt x="513" y="320607"/>
                </a:lnTo>
                <a:lnTo>
                  <a:pt x="0" y="243598"/>
                </a:lnTo>
                <a:lnTo>
                  <a:pt x="513" y="166638"/>
                </a:lnTo>
                <a:lnTo>
                  <a:pt x="1937" y="99772"/>
                </a:lnTo>
                <a:lnTo>
                  <a:pt x="4098" y="47027"/>
                </a:lnTo>
                <a:lnTo>
                  <a:pt x="6821" y="12427"/>
                </a:lnTo>
                <a:lnTo>
                  <a:pt x="9931" y="0"/>
                </a:lnTo>
                <a:close/>
              </a:path>
            </a:pathLst>
          </a:custGeom>
          <a:ln w="17157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172500" y="2748267"/>
            <a:ext cx="186055" cy="487680"/>
          </a:xfrm>
          <a:custGeom>
            <a:avLst/>
            <a:gdLst/>
            <a:ahLst/>
            <a:cxnLst/>
            <a:rect l="l" t="t" r="r" b="b"/>
            <a:pathLst>
              <a:path w="186055" h="487680">
                <a:moveTo>
                  <a:pt x="0" y="0"/>
                </a:moveTo>
                <a:lnTo>
                  <a:pt x="176263" y="0"/>
                </a:lnTo>
                <a:lnTo>
                  <a:pt x="179359" y="12427"/>
                </a:lnTo>
                <a:lnTo>
                  <a:pt x="182047" y="47027"/>
                </a:lnTo>
                <a:lnTo>
                  <a:pt x="184166" y="99772"/>
                </a:lnTo>
                <a:lnTo>
                  <a:pt x="185556" y="166638"/>
                </a:lnTo>
                <a:lnTo>
                  <a:pt x="186055" y="243598"/>
                </a:lnTo>
                <a:lnTo>
                  <a:pt x="185556" y="320607"/>
                </a:lnTo>
                <a:lnTo>
                  <a:pt x="184166" y="387479"/>
                </a:lnTo>
                <a:lnTo>
                  <a:pt x="182047" y="440206"/>
                </a:lnTo>
                <a:lnTo>
                  <a:pt x="179359" y="474781"/>
                </a:lnTo>
                <a:lnTo>
                  <a:pt x="176263" y="487197"/>
                </a:lnTo>
                <a:lnTo>
                  <a:pt x="0" y="487197"/>
                </a:lnTo>
              </a:path>
            </a:pathLst>
          </a:custGeom>
          <a:ln w="17157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432443" y="2750337"/>
            <a:ext cx="260350" cy="114935"/>
          </a:xfrm>
          <a:custGeom>
            <a:avLst/>
            <a:gdLst/>
            <a:ahLst/>
            <a:cxnLst/>
            <a:rect l="l" t="t" r="r" b="b"/>
            <a:pathLst>
              <a:path w="260350" h="114935">
                <a:moveTo>
                  <a:pt x="260145" y="114566"/>
                </a:moveTo>
                <a:lnTo>
                  <a:pt x="11682" y="114566"/>
                </a:lnTo>
                <a:lnTo>
                  <a:pt x="11247" y="99772"/>
                </a:lnTo>
                <a:lnTo>
                  <a:pt x="8240" y="47027"/>
                </a:lnTo>
                <a:lnTo>
                  <a:pt x="4417" y="12427"/>
                </a:lnTo>
                <a:lnTo>
                  <a:pt x="0" y="0"/>
                </a:lnTo>
                <a:lnTo>
                  <a:pt x="248462" y="0"/>
                </a:lnTo>
                <a:lnTo>
                  <a:pt x="252880" y="12427"/>
                </a:lnTo>
                <a:lnTo>
                  <a:pt x="256703" y="47027"/>
                </a:lnTo>
                <a:lnTo>
                  <a:pt x="259709" y="99772"/>
                </a:lnTo>
                <a:lnTo>
                  <a:pt x="260145" y="114566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440295" y="2864904"/>
            <a:ext cx="254520" cy="3329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432443" y="3197275"/>
            <a:ext cx="256540" cy="40640"/>
          </a:xfrm>
          <a:custGeom>
            <a:avLst/>
            <a:gdLst/>
            <a:ahLst/>
            <a:cxnLst/>
            <a:rect l="l" t="t" r="r" b="b"/>
            <a:pathLst>
              <a:path w="256539" h="40639">
                <a:moveTo>
                  <a:pt x="248462" y="40246"/>
                </a:moveTo>
                <a:lnTo>
                  <a:pt x="0" y="40246"/>
                </a:lnTo>
                <a:lnTo>
                  <a:pt x="4417" y="27831"/>
                </a:lnTo>
                <a:lnTo>
                  <a:pt x="7495" y="0"/>
                </a:lnTo>
                <a:lnTo>
                  <a:pt x="255958" y="0"/>
                </a:lnTo>
                <a:lnTo>
                  <a:pt x="252880" y="27831"/>
                </a:lnTo>
                <a:lnTo>
                  <a:pt x="248462" y="40246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420598" y="2750337"/>
            <a:ext cx="24130" cy="116839"/>
          </a:xfrm>
          <a:custGeom>
            <a:avLst/>
            <a:gdLst/>
            <a:ahLst/>
            <a:cxnLst/>
            <a:rect l="l" t="t" r="r" b="b"/>
            <a:pathLst>
              <a:path w="24130" h="116839">
                <a:moveTo>
                  <a:pt x="23587" y="116624"/>
                </a:moveTo>
                <a:lnTo>
                  <a:pt x="0" y="116624"/>
                </a:lnTo>
                <a:lnTo>
                  <a:pt x="503" y="99772"/>
                </a:lnTo>
                <a:lnTo>
                  <a:pt x="3549" y="47027"/>
                </a:lnTo>
                <a:lnTo>
                  <a:pt x="7408" y="12427"/>
                </a:lnTo>
                <a:lnTo>
                  <a:pt x="11845" y="0"/>
                </a:lnTo>
                <a:lnTo>
                  <a:pt x="16262" y="12427"/>
                </a:lnTo>
                <a:lnTo>
                  <a:pt x="20085" y="47027"/>
                </a:lnTo>
                <a:lnTo>
                  <a:pt x="23092" y="99772"/>
                </a:lnTo>
                <a:lnTo>
                  <a:pt x="23587" y="116624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420412" y="2866974"/>
            <a:ext cx="24130" cy="6350"/>
          </a:xfrm>
          <a:custGeom>
            <a:avLst/>
            <a:gdLst/>
            <a:ahLst/>
            <a:cxnLst/>
            <a:rect l="l" t="t" r="r" b="b"/>
            <a:pathLst>
              <a:path w="24130" h="6350">
                <a:moveTo>
                  <a:pt x="0" y="6197"/>
                </a:moveTo>
                <a:lnTo>
                  <a:pt x="185" y="0"/>
                </a:lnTo>
                <a:lnTo>
                  <a:pt x="23774" y="0"/>
                </a:lnTo>
                <a:lnTo>
                  <a:pt x="23956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420228" y="2873159"/>
            <a:ext cx="24765" cy="6350"/>
          </a:xfrm>
          <a:custGeom>
            <a:avLst/>
            <a:gdLst/>
            <a:ahLst/>
            <a:cxnLst/>
            <a:rect l="l" t="t" r="r" b="b"/>
            <a:pathLst>
              <a:path w="24764" h="6350">
                <a:moveTo>
                  <a:pt x="0" y="6197"/>
                </a:moveTo>
                <a:lnTo>
                  <a:pt x="185" y="0"/>
                </a:lnTo>
                <a:lnTo>
                  <a:pt x="24140" y="0"/>
                </a:lnTo>
                <a:lnTo>
                  <a:pt x="24323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3DF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420104" y="2879356"/>
            <a:ext cx="24765" cy="4445"/>
          </a:xfrm>
          <a:custGeom>
            <a:avLst/>
            <a:gdLst/>
            <a:ahLst/>
            <a:cxnLst/>
            <a:rect l="l" t="t" r="r" b="b"/>
            <a:pathLst>
              <a:path w="24764" h="4444">
                <a:moveTo>
                  <a:pt x="0" y="4127"/>
                </a:moveTo>
                <a:lnTo>
                  <a:pt x="123" y="0"/>
                </a:lnTo>
                <a:lnTo>
                  <a:pt x="24446" y="0"/>
                </a:lnTo>
                <a:lnTo>
                  <a:pt x="24568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5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419919" y="2883484"/>
            <a:ext cx="25400" cy="6350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6197"/>
                </a:moveTo>
                <a:lnTo>
                  <a:pt x="185" y="0"/>
                </a:lnTo>
                <a:lnTo>
                  <a:pt x="24753" y="0"/>
                </a:lnTo>
                <a:lnTo>
                  <a:pt x="24935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7E2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419733" y="2889681"/>
            <a:ext cx="25400" cy="6350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6197"/>
                </a:moveTo>
                <a:lnTo>
                  <a:pt x="185" y="0"/>
                </a:lnTo>
                <a:lnTo>
                  <a:pt x="25120" y="0"/>
                </a:lnTo>
                <a:lnTo>
                  <a:pt x="25303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A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419549" y="2895866"/>
            <a:ext cx="26034" cy="6350"/>
          </a:xfrm>
          <a:custGeom>
            <a:avLst/>
            <a:gdLst/>
            <a:ahLst/>
            <a:cxnLst/>
            <a:rect l="l" t="t" r="r" b="b"/>
            <a:pathLst>
              <a:path w="26035" h="6350">
                <a:moveTo>
                  <a:pt x="0" y="6197"/>
                </a:moveTo>
                <a:lnTo>
                  <a:pt x="185" y="0"/>
                </a:lnTo>
                <a:lnTo>
                  <a:pt x="25487" y="0"/>
                </a:lnTo>
                <a:lnTo>
                  <a:pt x="25670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C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419363" y="2902064"/>
            <a:ext cx="26034" cy="6350"/>
          </a:xfrm>
          <a:custGeom>
            <a:avLst/>
            <a:gdLst/>
            <a:ahLst/>
            <a:cxnLst/>
            <a:rect l="l" t="t" r="r" b="b"/>
            <a:pathLst>
              <a:path w="26035" h="6350">
                <a:moveTo>
                  <a:pt x="0" y="6197"/>
                </a:moveTo>
                <a:lnTo>
                  <a:pt x="185" y="0"/>
                </a:lnTo>
                <a:lnTo>
                  <a:pt x="25855" y="0"/>
                </a:lnTo>
                <a:lnTo>
                  <a:pt x="26037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EE7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419240" y="2908261"/>
            <a:ext cx="26670" cy="4445"/>
          </a:xfrm>
          <a:custGeom>
            <a:avLst/>
            <a:gdLst/>
            <a:ahLst/>
            <a:cxnLst/>
            <a:rect l="l" t="t" r="r" b="b"/>
            <a:pathLst>
              <a:path w="26669" h="4444">
                <a:moveTo>
                  <a:pt x="0" y="4127"/>
                </a:moveTo>
                <a:lnTo>
                  <a:pt x="123" y="0"/>
                </a:lnTo>
                <a:lnTo>
                  <a:pt x="26161" y="0"/>
                </a:lnTo>
                <a:lnTo>
                  <a:pt x="26282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419088" y="2912389"/>
            <a:ext cx="26670" cy="6350"/>
          </a:xfrm>
          <a:custGeom>
            <a:avLst/>
            <a:gdLst/>
            <a:ahLst/>
            <a:cxnLst/>
            <a:rect l="l" t="t" r="r" b="b"/>
            <a:pathLst>
              <a:path w="26669" h="6350">
                <a:moveTo>
                  <a:pt x="26584" y="6197"/>
                </a:moveTo>
                <a:lnTo>
                  <a:pt x="0" y="6197"/>
                </a:lnTo>
                <a:lnTo>
                  <a:pt x="15" y="4586"/>
                </a:lnTo>
                <a:lnTo>
                  <a:pt x="152" y="0"/>
                </a:lnTo>
                <a:lnTo>
                  <a:pt x="26434" y="0"/>
                </a:lnTo>
                <a:lnTo>
                  <a:pt x="26569" y="4586"/>
                </a:lnTo>
                <a:lnTo>
                  <a:pt x="26584" y="6197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419030" y="2918586"/>
            <a:ext cx="27305" cy="6350"/>
          </a:xfrm>
          <a:custGeom>
            <a:avLst/>
            <a:gdLst/>
            <a:ahLst/>
            <a:cxnLst/>
            <a:rect l="l" t="t" r="r" b="b"/>
            <a:pathLst>
              <a:path w="27305" h="6350">
                <a:moveTo>
                  <a:pt x="0" y="6197"/>
                </a:moveTo>
                <a:lnTo>
                  <a:pt x="57" y="0"/>
                </a:lnTo>
                <a:lnTo>
                  <a:pt x="26642" y="0"/>
                </a:lnTo>
                <a:lnTo>
                  <a:pt x="26699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418972" y="2924771"/>
            <a:ext cx="27305" cy="6350"/>
          </a:xfrm>
          <a:custGeom>
            <a:avLst/>
            <a:gdLst/>
            <a:ahLst/>
            <a:cxnLst/>
            <a:rect l="l" t="t" r="r" b="b"/>
            <a:pathLst>
              <a:path w="27305" h="6350">
                <a:moveTo>
                  <a:pt x="0" y="6197"/>
                </a:moveTo>
                <a:lnTo>
                  <a:pt x="57" y="0"/>
                </a:lnTo>
                <a:lnTo>
                  <a:pt x="26756" y="0"/>
                </a:lnTo>
                <a:lnTo>
                  <a:pt x="26813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6EC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418934" y="2930969"/>
            <a:ext cx="27305" cy="4445"/>
          </a:xfrm>
          <a:custGeom>
            <a:avLst/>
            <a:gdLst/>
            <a:ahLst/>
            <a:cxnLst/>
            <a:rect l="l" t="t" r="r" b="b"/>
            <a:pathLst>
              <a:path w="27305" h="4444">
                <a:moveTo>
                  <a:pt x="0" y="4127"/>
                </a:moveTo>
                <a:lnTo>
                  <a:pt x="38" y="0"/>
                </a:lnTo>
                <a:lnTo>
                  <a:pt x="26851" y="0"/>
                </a:lnTo>
                <a:lnTo>
                  <a:pt x="26889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418876" y="2935097"/>
            <a:ext cx="27305" cy="6350"/>
          </a:xfrm>
          <a:custGeom>
            <a:avLst/>
            <a:gdLst/>
            <a:ahLst/>
            <a:cxnLst/>
            <a:rect l="l" t="t" r="r" b="b"/>
            <a:pathLst>
              <a:path w="27305" h="6350">
                <a:moveTo>
                  <a:pt x="0" y="6197"/>
                </a:moveTo>
                <a:lnTo>
                  <a:pt x="57" y="0"/>
                </a:lnTo>
                <a:lnTo>
                  <a:pt x="26947" y="0"/>
                </a:lnTo>
                <a:lnTo>
                  <a:pt x="27004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418818" y="2941294"/>
            <a:ext cx="27305" cy="6350"/>
          </a:xfrm>
          <a:custGeom>
            <a:avLst/>
            <a:gdLst/>
            <a:ahLst/>
            <a:cxnLst/>
            <a:rect l="l" t="t" r="r" b="b"/>
            <a:pathLst>
              <a:path w="27305" h="6350">
                <a:moveTo>
                  <a:pt x="0" y="6197"/>
                </a:moveTo>
                <a:lnTo>
                  <a:pt x="57" y="0"/>
                </a:lnTo>
                <a:lnTo>
                  <a:pt x="27062" y="0"/>
                </a:lnTo>
                <a:lnTo>
                  <a:pt x="27119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418760" y="2947479"/>
            <a:ext cx="27305" cy="6350"/>
          </a:xfrm>
          <a:custGeom>
            <a:avLst/>
            <a:gdLst/>
            <a:ahLst/>
            <a:cxnLst/>
            <a:rect l="l" t="t" r="r" b="b"/>
            <a:pathLst>
              <a:path w="27305" h="6350">
                <a:moveTo>
                  <a:pt x="0" y="6197"/>
                </a:moveTo>
                <a:lnTo>
                  <a:pt x="57" y="0"/>
                </a:lnTo>
                <a:lnTo>
                  <a:pt x="27176" y="0"/>
                </a:lnTo>
                <a:lnTo>
                  <a:pt x="27233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D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418722" y="2953677"/>
            <a:ext cx="27305" cy="4445"/>
          </a:xfrm>
          <a:custGeom>
            <a:avLst/>
            <a:gdLst/>
            <a:ahLst/>
            <a:cxnLst/>
            <a:rect l="l" t="t" r="r" b="b"/>
            <a:pathLst>
              <a:path w="27305" h="4444">
                <a:moveTo>
                  <a:pt x="0" y="4127"/>
                </a:moveTo>
                <a:lnTo>
                  <a:pt x="38" y="0"/>
                </a:lnTo>
                <a:lnTo>
                  <a:pt x="27271" y="0"/>
                </a:lnTo>
                <a:lnTo>
                  <a:pt x="27309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418664" y="2957804"/>
            <a:ext cx="27940" cy="6350"/>
          </a:xfrm>
          <a:custGeom>
            <a:avLst/>
            <a:gdLst/>
            <a:ahLst/>
            <a:cxnLst/>
            <a:rect l="l" t="t" r="r" b="b"/>
            <a:pathLst>
              <a:path w="27939" h="6350">
                <a:moveTo>
                  <a:pt x="0" y="6197"/>
                </a:moveTo>
                <a:lnTo>
                  <a:pt x="57" y="0"/>
                </a:lnTo>
                <a:lnTo>
                  <a:pt x="27367" y="0"/>
                </a:lnTo>
                <a:lnTo>
                  <a:pt x="27424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418606" y="2964002"/>
            <a:ext cx="27940" cy="6350"/>
          </a:xfrm>
          <a:custGeom>
            <a:avLst/>
            <a:gdLst/>
            <a:ahLst/>
            <a:cxnLst/>
            <a:rect l="l" t="t" r="r" b="b"/>
            <a:pathLst>
              <a:path w="27939" h="6350">
                <a:moveTo>
                  <a:pt x="0" y="6197"/>
                </a:moveTo>
                <a:lnTo>
                  <a:pt x="57" y="0"/>
                </a:lnTo>
                <a:lnTo>
                  <a:pt x="27482" y="0"/>
                </a:lnTo>
                <a:lnTo>
                  <a:pt x="27539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418567" y="2970187"/>
            <a:ext cx="27940" cy="4445"/>
          </a:xfrm>
          <a:custGeom>
            <a:avLst/>
            <a:gdLst/>
            <a:ahLst/>
            <a:cxnLst/>
            <a:rect l="l" t="t" r="r" b="b"/>
            <a:pathLst>
              <a:path w="27939" h="4444">
                <a:moveTo>
                  <a:pt x="0" y="4127"/>
                </a:moveTo>
                <a:lnTo>
                  <a:pt x="38" y="0"/>
                </a:lnTo>
                <a:lnTo>
                  <a:pt x="27577" y="0"/>
                </a:lnTo>
                <a:lnTo>
                  <a:pt x="27615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418510" y="2974314"/>
            <a:ext cx="27940" cy="6350"/>
          </a:xfrm>
          <a:custGeom>
            <a:avLst/>
            <a:gdLst/>
            <a:ahLst/>
            <a:cxnLst/>
            <a:rect l="l" t="t" r="r" b="b"/>
            <a:pathLst>
              <a:path w="27939" h="6350">
                <a:moveTo>
                  <a:pt x="0" y="6197"/>
                </a:moveTo>
                <a:lnTo>
                  <a:pt x="57" y="0"/>
                </a:lnTo>
                <a:lnTo>
                  <a:pt x="27673" y="0"/>
                </a:lnTo>
                <a:lnTo>
                  <a:pt x="27729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418394" y="2980512"/>
            <a:ext cx="28575" cy="14604"/>
          </a:xfrm>
          <a:custGeom>
            <a:avLst/>
            <a:gdLst/>
            <a:ahLst/>
            <a:cxnLst/>
            <a:rect l="l" t="t" r="r" b="b"/>
            <a:pathLst>
              <a:path w="28575" h="14605">
                <a:moveTo>
                  <a:pt x="27959" y="14452"/>
                </a:moveTo>
                <a:lnTo>
                  <a:pt x="0" y="14452"/>
                </a:lnTo>
                <a:lnTo>
                  <a:pt x="115" y="0"/>
                </a:lnTo>
                <a:lnTo>
                  <a:pt x="27845" y="0"/>
                </a:lnTo>
                <a:lnTo>
                  <a:pt x="27959" y="14452"/>
                </a:lnTo>
                <a:close/>
              </a:path>
            </a:pathLst>
          </a:custGeom>
          <a:solidFill>
            <a:srgbClr val="F8F9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418394" y="2994964"/>
            <a:ext cx="28575" cy="8255"/>
          </a:xfrm>
          <a:custGeom>
            <a:avLst/>
            <a:gdLst/>
            <a:ahLst/>
            <a:cxnLst/>
            <a:rect l="l" t="t" r="r" b="b"/>
            <a:pathLst>
              <a:path w="28575" h="8255">
                <a:moveTo>
                  <a:pt x="77" y="8255"/>
                </a:moveTo>
                <a:lnTo>
                  <a:pt x="0" y="0"/>
                </a:lnTo>
                <a:lnTo>
                  <a:pt x="27959" y="0"/>
                </a:lnTo>
                <a:lnTo>
                  <a:pt x="27883" y="8255"/>
                </a:lnTo>
                <a:lnTo>
                  <a:pt x="77" y="8255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418471" y="3003219"/>
            <a:ext cx="27940" cy="6350"/>
          </a:xfrm>
          <a:custGeom>
            <a:avLst/>
            <a:gdLst/>
            <a:ahLst/>
            <a:cxnLst/>
            <a:rect l="l" t="t" r="r" b="b"/>
            <a:pathLst>
              <a:path w="27939" h="6350">
                <a:moveTo>
                  <a:pt x="57" y="6197"/>
                </a:moveTo>
                <a:lnTo>
                  <a:pt x="0" y="0"/>
                </a:lnTo>
                <a:lnTo>
                  <a:pt x="27806" y="0"/>
                </a:lnTo>
                <a:lnTo>
                  <a:pt x="27749" y="6197"/>
                </a:lnTo>
                <a:lnTo>
                  <a:pt x="57" y="6197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418529" y="3009417"/>
            <a:ext cx="27940" cy="6350"/>
          </a:xfrm>
          <a:custGeom>
            <a:avLst/>
            <a:gdLst/>
            <a:ahLst/>
            <a:cxnLst/>
            <a:rect l="l" t="t" r="r" b="b"/>
            <a:pathLst>
              <a:path w="27939" h="6350">
                <a:moveTo>
                  <a:pt x="57" y="6197"/>
                </a:moveTo>
                <a:lnTo>
                  <a:pt x="0" y="0"/>
                </a:lnTo>
                <a:lnTo>
                  <a:pt x="27691" y="0"/>
                </a:lnTo>
                <a:lnTo>
                  <a:pt x="27635" y="6197"/>
                </a:lnTo>
                <a:lnTo>
                  <a:pt x="57" y="6197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418586" y="3015602"/>
            <a:ext cx="27940" cy="8255"/>
          </a:xfrm>
          <a:custGeom>
            <a:avLst/>
            <a:gdLst/>
            <a:ahLst/>
            <a:cxnLst/>
            <a:rect l="l" t="t" r="r" b="b"/>
            <a:pathLst>
              <a:path w="27939" h="8255">
                <a:moveTo>
                  <a:pt x="77" y="8255"/>
                </a:moveTo>
                <a:lnTo>
                  <a:pt x="0" y="0"/>
                </a:lnTo>
                <a:lnTo>
                  <a:pt x="27577" y="0"/>
                </a:lnTo>
                <a:lnTo>
                  <a:pt x="27502" y="8255"/>
                </a:lnTo>
                <a:lnTo>
                  <a:pt x="77" y="8255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418663" y="3023870"/>
            <a:ext cx="27940" cy="6350"/>
          </a:xfrm>
          <a:custGeom>
            <a:avLst/>
            <a:gdLst/>
            <a:ahLst/>
            <a:cxnLst/>
            <a:rect l="l" t="t" r="r" b="b"/>
            <a:pathLst>
              <a:path w="27939" h="6350">
                <a:moveTo>
                  <a:pt x="57" y="6197"/>
                </a:moveTo>
                <a:lnTo>
                  <a:pt x="0" y="0"/>
                </a:lnTo>
                <a:lnTo>
                  <a:pt x="27424" y="0"/>
                </a:lnTo>
                <a:lnTo>
                  <a:pt x="27368" y="6197"/>
                </a:lnTo>
                <a:lnTo>
                  <a:pt x="57" y="6197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418721" y="3030054"/>
            <a:ext cx="27305" cy="10795"/>
          </a:xfrm>
          <a:custGeom>
            <a:avLst/>
            <a:gdLst/>
            <a:ahLst/>
            <a:cxnLst/>
            <a:rect l="l" t="t" r="r" b="b"/>
            <a:pathLst>
              <a:path w="27305" h="10794">
                <a:moveTo>
                  <a:pt x="96" y="10325"/>
                </a:moveTo>
                <a:lnTo>
                  <a:pt x="0" y="0"/>
                </a:lnTo>
                <a:lnTo>
                  <a:pt x="27310" y="0"/>
                </a:lnTo>
                <a:lnTo>
                  <a:pt x="27215" y="10325"/>
                </a:lnTo>
                <a:lnTo>
                  <a:pt x="96" y="10325"/>
                </a:lnTo>
                <a:close/>
              </a:path>
            </a:pathLst>
          </a:custGeom>
          <a:solidFill>
            <a:srgbClr val="EDF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418818" y="3040379"/>
            <a:ext cx="27305" cy="8255"/>
          </a:xfrm>
          <a:custGeom>
            <a:avLst/>
            <a:gdLst/>
            <a:ahLst/>
            <a:cxnLst/>
            <a:rect l="l" t="t" r="r" b="b"/>
            <a:pathLst>
              <a:path w="27305" h="8255">
                <a:moveTo>
                  <a:pt x="77" y="8255"/>
                </a:moveTo>
                <a:lnTo>
                  <a:pt x="0" y="0"/>
                </a:lnTo>
                <a:lnTo>
                  <a:pt x="27119" y="0"/>
                </a:lnTo>
                <a:lnTo>
                  <a:pt x="27043" y="8255"/>
                </a:lnTo>
                <a:lnTo>
                  <a:pt x="77" y="8255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418895" y="3048635"/>
            <a:ext cx="27305" cy="8255"/>
          </a:xfrm>
          <a:custGeom>
            <a:avLst/>
            <a:gdLst/>
            <a:ahLst/>
            <a:cxnLst/>
            <a:rect l="l" t="t" r="r" b="b"/>
            <a:pathLst>
              <a:path w="27305" h="8255">
                <a:moveTo>
                  <a:pt x="77" y="8255"/>
                </a:moveTo>
                <a:lnTo>
                  <a:pt x="0" y="0"/>
                </a:lnTo>
                <a:lnTo>
                  <a:pt x="26966" y="0"/>
                </a:lnTo>
                <a:lnTo>
                  <a:pt x="26891" y="8255"/>
                </a:lnTo>
                <a:lnTo>
                  <a:pt x="77" y="8255"/>
                </a:lnTo>
                <a:close/>
              </a:path>
            </a:pathLst>
          </a:custGeom>
          <a:solidFill>
            <a:srgbClr val="EAEF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418972" y="3056889"/>
            <a:ext cx="27305" cy="8255"/>
          </a:xfrm>
          <a:custGeom>
            <a:avLst/>
            <a:gdLst/>
            <a:ahLst/>
            <a:cxnLst/>
            <a:rect l="l" t="t" r="r" b="b"/>
            <a:pathLst>
              <a:path w="27305" h="8255">
                <a:moveTo>
                  <a:pt x="77" y="8255"/>
                </a:moveTo>
                <a:lnTo>
                  <a:pt x="0" y="0"/>
                </a:lnTo>
                <a:lnTo>
                  <a:pt x="26814" y="0"/>
                </a:lnTo>
                <a:lnTo>
                  <a:pt x="26738" y="8255"/>
                </a:lnTo>
                <a:lnTo>
                  <a:pt x="77" y="8255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419049" y="3065157"/>
            <a:ext cx="26670" cy="8255"/>
          </a:xfrm>
          <a:custGeom>
            <a:avLst/>
            <a:gdLst/>
            <a:ahLst/>
            <a:cxnLst/>
            <a:rect l="l" t="t" r="r" b="b"/>
            <a:pathLst>
              <a:path w="26669" h="8255">
                <a:moveTo>
                  <a:pt x="26535" y="8255"/>
                </a:moveTo>
                <a:lnTo>
                  <a:pt x="127" y="8255"/>
                </a:lnTo>
                <a:lnTo>
                  <a:pt x="53" y="5785"/>
                </a:lnTo>
                <a:lnTo>
                  <a:pt x="0" y="0"/>
                </a:lnTo>
                <a:lnTo>
                  <a:pt x="26661" y="0"/>
                </a:lnTo>
                <a:lnTo>
                  <a:pt x="26535" y="8255"/>
                </a:lnTo>
                <a:close/>
              </a:path>
            </a:pathLst>
          </a:custGeom>
          <a:solidFill>
            <a:srgbClr val="E6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419176" y="3073412"/>
            <a:ext cx="26670" cy="8255"/>
          </a:xfrm>
          <a:custGeom>
            <a:avLst/>
            <a:gdLst/>
            <a:ahLst/>
            <a:cxnLst/>
            <a:rect l="l" t="t" r="r" b="b"/>
            <a:pathLst>
              <a:path w="26669" h="8255">
                <a:moveTo>
                  <a:pt x="26165" y="8255"/>
                </a:moveTo>
                <a:lnTo>
                  <a:pt x="246" y="8255"/>
                </a:lnTo>
                <a:lnTo>
                  <a:pt x="0" y="0"/>
                </a:lnTo>
                <a:lnTo>
                  <a:pt x="26408" y="0"/>
                </a:lnTo>
                <a:lnTo>
                  <a:pt x="26165" y="8255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419423" y="3081667"/>
            <a:ext cx="26034" cy="8255"/>
          </a:xfrm>
          <a:custGeom>
            <a:avLst/>
            <a:gdLst/>
            <a:ahLst/>
            <a:cxnLst/>
            <a:rect l="l" t="t" r="r" b="b"/>
            <a:pathLst>
              <a:path w="26035" h="8255">
                <a:moveTo>
                  <a:pt x="25675" y="8255"/>
                </a:moveTo>
                <a:lnTo>
                  <a:pt x="246" y="8255"/>
                </a:lnTo>
                <a:lnTo>
                  <a:pt x="0" y="0"/>
                </a:lnTo>
                <a:lnTo>
                  <a:pt x="25918" y="0"/>
                </a:lnTo>
                <a:lnTo>
                  <a:pt x="25675" y="8255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419670" y="3089922"/>
            <a:ext cx="26034" cy="10795"/>
          </a:xfrm>
          <a:custGeom>
            <a:avLst/>
            <a:gdLst/>
            <a:ahLst/>
            <a:cxnLst/>
            <a:rect l="l" t="t" r="r" b="b"/>
            <a:pathLst>
              <a:path w="26035" h="10794">
                <a:moveTo>
                  <a:pt x="25125" y="10325"/>
                </a:moveTo>
                <a:lnTo>
                  <a:pt x="308" y="10325"/>
                </a:lnTo>
                <a:lnTo>
                  <a:pt x="0" y="0"/>
                </a:lnTo>
                <a:lnTo>
                  <a:pt x="25428" y="0"/>
                </a:lnTo>
                <a:lnTo>
                  <a:pt x="25125" y="10325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419979" y="3100247"/>
            <a:ext cx="25400" cy="10795"/>
          </a:xfrm>
          <a:custGeom>
            <a:avLst/>
            <a:gdLst/>
            <a:ahLst/>
            <a:cxnLst/>
            <a:rect l="l" t="t" r="r" b="b"/>
            <a:pathLst>
              <a:path w="25400" h="10794">
                <a:moveTo>
                  <a:pt x="24512" y="10325"/>
                </a:moveTo>
                <a:lnTo>
                  <a:pt x="308" y="10325"/>
                </a:lnTo>
                <a:lnTo>
                  <a:pt x="0" y="0"/>
                </a:lnTo>
                <a:lnTo>
                  <a:pt x="24816" y="0"/>
                </a:lnTo>
                <a:lnTo>
                  <a:pt x="24512" y="10325"/>
                </a:lnTo>
                <a:close/>
              </a:path>
            </a:pathLst>
          </a:custGeom>
          <a:solidFill>
            <a:srgbClr val="DE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420287" y="3110572"/>
            <a:ext cx="24765" cy="10795"/>
          </a:xfrm>
          <a:custGeom>
            <a:avLst/>
            <a:gdLst/>
            <a:ahLst/>
            <a:cxnLst/>
            <a:rect l="l" t="t" r="r" b="b"/>
            <a:pathLst>
              <a:path w="24764" h="10794">
                <a:moveTo>
                  <a:pt x="23900" y="10325"/>
                </a:moveTo>
                <a:lnTo>
                  <a:pt x="308" y="10325"/>
                </a:lnTo>
                <a:lnTo>
                  <a:pt x="0" y="0"/>
                </a:lnTo>
                <a:lnTo>
                  <a:pt x="24204" y="0"/>
                </a:lnTo>
                <a:lnTo>
                  <a:pt x="23900" y="10325"/>
                </a:lnTo>
                <a:close/>
              </a:path>
            </a:pathLst>
          </a:custGeom>
          <a:solidFill>
            <a:srgbClr val="DD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420596" y="3120885"/>
            <a:ext cx="24130" cy="12700"/>
          </a:xfrm>
          <a:custGeom>
            <a:avLst/>
            <a:gdLst/>
            <a:ahLst/>
            <a:cxnLst/>
            <a:rect l="l" t="t" r="r" b="b"/>
            <a:pathLst>
              <a:path w="24130" h="12700">
                <a:moveTo>
                  <a:pt x="23228" y="12382"/>
                </a:moveTo>
                <a:lnTo>
                  <a:pt x="370" y="12382"/>
                </a:lnTo>
                <a:lnTo>
                  <a:pt x="0" y="0"/>
                </a:lnTo>
                <a:lnTo>
                  <a:pt x="23592" y="0"/>
                </a:lnTo>
                <a:lnTo>
                  <a:pt x="23228" y="12382"/>
                </a:lnTo>
                <a:close/>
              </a:path>
            </a:pathLst>
          </a:custGeom>
          <a:solidFill>
            <a:srgbClr val="DB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420966" y="3133280"/>
            <a:ext cx="22860" cy="14604"/>
          </a:xfrm>
          <a:custGeom>
            <a:avLst/>
            <a:gdLst/>
            <a:ahLst/>
            <a:cxnLst/>
            <a:rect l="l" t="t" r="r" b="b"/>
            <a:pathLst>
              <a:path w="22860" h="14605">
                <a:moveTo>
                  <a:pt x="22158" y="14452"/>
                </a:moveTo>
                <a:lnTo>
                  <a:pt x="708" y="14452"/>
                </a:lnTo>
                <a:lnTo>
                  <a:pt x="135" y="4531"/>
                </a:lnTo>
                <a:lnTo>
                  <a:pt x="0" y="0"/>
                </a:lnTo>
                <a:lnTo>
                  <a:pt x="22857" y="0"/>
                </a:lnTo>
                <a:lnTo>
                  <a:pt x="22723" y="4531"/>
                </a:lnTo>
                <a:lnTo>
                  <a:pt x="22158" y="14452"/>
                </a:lnTo>
                <a:close/>
              </a:path>
            </a:pathLst>
          </a:custGeom>
          <a:solidFill>
            <a:srgbClr val="D9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421675" y="3147733"/>
            <a:ext cx="21590" cy="12700"/>
          </a:xfrm>
          <a:custGeom>
            <a:avLst/>
            <a:gdLst/>
            <a:ahLst/>
            <a:cxnLst/>
            <a:rect l="l" t="t" r="r" b="b"/>
            <a:pathLst>
              <a:path w="21589" h="12700">
                <a:moveTo>
                  <a:pt x="20743" y="12382"/>
                </a:moveTo>
                <a:lnTo>
                  <a:pt x="715" y="12382"/>
                </a:lnTo>
                <a:lnTo>
                  <a:pt x="0" y="0"/>
                </a:lnTo>
                <a:lnTo>
                  <a:pt x="21449" y="0"/>
                </a:lnTo>
                <a:lnTo>
                  <a:pt x="20743" y="12382"/>
                </a:lnTo>
                <a:close/>
              </a:path>
            </a:pathLst>
          </a:custGeom>
          <a:solidFill>
            <a:srgbClr val="D6E1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422390" y="3160115"/>
            <a:ext cx="20320" cy="14604"/>
          </a:xfrm>
          <a:custGeom>
            <a:avLst/>
            <a:gdLst/>
            <a:ahLst/>
            <a:cxnLst/>
            <a:rect l="l" t="t" r="r" b="b"/>
            <a:pathLst>
              <a:path w="20319" h="14605">
                <a:moveTo>
                  <a:pt x="19204" y="14452"/>
                </a:moveTo>
                <a:lnTo>
                  <a:pt x="834" y="14452"/>
                </a:lnTo>
                <a:lnTo>
                  <a:pt x="0" y="0"/>
                </a:lnTo>
                <a:lnTo>
                  <a:pt x="20028" y="0"/>
                </a:lnTo>
                <a:lnTo>
                  <a:pt x="19204" y="14452"/>
                </a:lnTo>
                <a:close/>
              </a:path>
            </a:pathLst>
          </a:custGeom>
          <a:solidFill>
            <a:srgbClr val="D4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423225" y="3174568"/>
            <a:ext cx="18415" cy="10795"/>
          </a:xfrm>
          <a:custGeom>
            <a:avLst/>
            <a:gdLst/>
            <a:ahLst/>
            <a:cxnLst/>
            <a:rect l="l" t="t" r="r" b="b"/>
            <a:pathLst>
              <a:path w="18414" h="10794">
                <a:moveTo>
                  <a:pt x="17780" y="10325"/>
                </a:moveTo>
                <a:lnTo>
                  <a:pt x="596" y="10325"/>
                </a:lnTo>
                <a:lnTo>
                  <a:pt x="0" y="0"/>
                </a:lnTo>
                <a:lnTo>
                  <a:pt x="18369" y="0"/>
                </a:lnTo>
                <a:lnTo>
                  <a:pt x="17780" y="10325"/>
                </a:lnTo>
                <a:close/>
              </a:path>
            </a:pathLst>
          </a:custGeom>
          <a:solidFill>
            <a:srgbClr val="D2D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423821" y="3184880"/>
            <a:ext cx="17780" cy="10795"/>
          </a:xfrm>
          <a:custGeom>
            <a:avLst/>
            <a:gdLst/>
            <a:ahLst/>
            <a:cxnLst/>
            <a:rect l="l" t="t" r="r" b="b"/>
            <a:pathLst>
              <a:path w="17780" h="10794">
                <a:moveTo>
                  <a:pt x="16346" y="10325"/>
                </a:moveTo>
                <a:lnTo>
                  <a:pt x="847" y="10325"/>
                </a:lnTo>
                <a:lnTo>
                  <a:pt x="326" y="5655"/>
                </a:lnTo>
                <a:lnTo>
                  <a:pt x="0" y="0"/>
                </a:lnTo>
                <a:lnTo>
                  <a:pt x="17185" y="0"/>
                </a:lnTo>
                <a:lnTo>
                  <a:pt x="16862" y="5655"/>
                </a:lnTo>
                <a:lnTo>
                  <a:pt x="16346" y="10325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424669" y="3195205"/>
            <a:ext cx="15875" cy="42545"/>
          </a:xfrm>
          <a:custGeom>
            <a:avLst/>
            <a:gdLst/>
            <a:ahLst/>
            <a:cxnLst/>
            <a:rect l="l" t="t" r="r" b="b"/>
            <a:pathLst>
              <a:path w="15875" h="42544">
                <a:moveTo>
                  <a:pt x="7774" y="42316"/>
                </a:moveTo>
                <a:lnTo>
                  <a:pt x="3337" y="29902"/>
                </a:lnTo>
                <a:lnTo>
                  <a:pt x="0" y="0"/>
                </a:lnTo>
                <a:lnTo>
                  <a:pt x="15498" y="0"/>
                </a:lnTo>
                <a:lnTo>
                  <a:pt x="12191" y="29902"/>
                </a:lnTo>
                <a:lnTo>
                  <a:pt x="7774" y="42316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418384" y="2750337"/>
            <a:ext cx="28575" cy="487680"/>
          </a:xfrm>
          <a:custGeom>
            <a:avLst/>
            <a:gdLst/>
            <a:ahLst/>
            <a:cxnLst/>
            <a:rect l="l" t="t" r="r" b="b"/>
            <a:pathLst>
              <a:path w="28575" h="487680">
                <a:moveTo>
                  <a:pt x="14058" y="0"/>
                </a:moveTo>
                <a:lnTo>
                  <a:pt x="22299" y="47027"/>
                </a:lnTo>
                <a:lnTo>
                  <a:pt x="25306" y="99772"/>
                </a:lnTo>
                <a:lnTo>
                  <a:pt x="27272" y="166638"/>
                </a:lnTo>
                <a:lnTo>
                  <a:pt x="27978" y="243598"/>
                </a:lnTo>
                <a:lnTo>
                  <a:pt x="27272" y="320606"/>
                </a:lnTo>
                <a:lnTo>
                  <a:pt x="25306" y="387474"/>
                </a:lnTo>
                <a:lnTo>
                  <a:pt x="22299" y="440198"/>
                </a:lnTo>
                <a:lnTo>
                  <a:pt x="18476" y="474770"/>
                </a:lnTo>
                <a:lnTo>
                  <a:pt x="14058" y="487184"/>
                </a:lnTo>
                <a:lnTo>
                  <a:pt x="9621" y="474770"/>
                </a:lnTo>
                <a:lnTo>
                  <a:pt x="5763" y="440198"/>
                </a:lnTo>
                <a:lnTo>
                  <a:pt x="2717" y="387474"/>
                </a:lnTo>
                <a:lnTo>
                  <a:pt x="718" y="320606"/>
                </a:lnTo>
                <a:lnTo>
                  <a:pt x="0" y="243598"/>
                </a:lnTo>
                <a:lnTo>
                  <a:pt x="718" y="166638"/>
                </a:lnTo>
                <a:lnTo>
                  <a:pt x="2717" y="99772"/>
                </a:lnTo>
                <a:lnTo>
                  <a:pt x="5763" y="47027"/>
                </a:lnTo>
                <a:lnTo>
                  <a:pt x="9621" y="12427"/>
                </a:lnTo>
                <a:lnTo>
                  <a:pt x="14058" y="0"/>
                </a:lnTo>
                <a:close/>
              </a:path>
            </a:pathLst>
          </a:custGeom>
          <a:ln w="17157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432443" y="2750337"/>
            <a:ext cx="262890" cy="487680"/>
          </a:xfrm>
          <a:custGeom>
            <a:avLst/>
            <a:gdLst/>
            <a:ahLst/>
            <a:cxnLst/>
            <a:rect l="l" t="t" r="r" b="b"/>
            <a:pathLst>
              <a:path w="262889" h="487680">
                <a:moveTo>
                  <a:pt x="0" y="0"/>
                </a:moveTo>
                <a:lnTo>
                  <a:pt x="248462" y="0"/>
                </a:lnTo>
                <a:lnTo>
                  <a:pt x="252880" y="12427"/>
                </a:lnTo>
                <a:lnTo>
                  <a:pt x="256703" y="47027"/>
                </a:lnTo>
                <a:lnTo>
                  <a:pt x="259709" y="99772"/>
                </a:lnTo>
                <a:lnTo>
                  <a:pt x="261676" y="166638"/>
                </a:lnTo>
                <a:lnTo>
                  <a:pt x="262381" y="243598"/>
                </a:lnTo>
                <a:lnTo>
                  <a:pt x="261676" y="320606"/>
                </a:lnTo>
                <a:lnTo>
                  <a:pt x="259709" y="387474"/>
                </a:lnTo>
                <a:lnTo>
                  <a:pt x="256703" y="440198"/>
                </a:lnTo>
                <a:lnTo>
                  <a:pt x="252880" y="474770"/>
                </a:lnTo>
                <a:lnTo>
                  <a:pt x="248462" y="487184"/>
                </a:lnTo>
                <a:lnTo>
                  <a:pt x="0" y="487184"/>
                </a:lnTo>
              </a:path>
            </a:pathLst>
          </a:custGeom>
          <a:ln w="17157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765615" y="2750337"/>
            <a:ext cx="318770" cy="114935"/>
          </a:xfrm>
          <a:custGeom>
            <a:avLst/>
            <a:gdLst/>
            <a:ahLst/>
            <a:cxnLst/>
            <a:rect l="l" t="t" r="r" b="b"/>
            <a:pathLst>
              <a:path w="318769" h="114935">
                <a:moveTo>
                  <a:pt x="318436" y="114566"/>
                </a:moveTo>
                <a:lnTo>
                  <a:pt x="14361" y="114566"/>
                </a:lnTo>
                <a:lnTo>
                  <a:pt x="13820" y="99772"/>
                </a:lnTo>
                <a:lnTo>
                  <a:pt x="10100" y="47027"/>
                </a:lnTo>
                <a:lnTo>
                  <a:pt x="5396" y="12427"/>
                </a:lnTo>
                <a:lnTo>
                  <a:pt x="0" y="0"/>
                </a:lnTo>
                <a:lnTo>
                  <a:pt x="304165" y="0"/>
                </a:lnTo>
                <a:lnTo>
                  <a:pt x="309548" y="12427"/>
                </a:lnTo>
                <a:lnTo>
                  <a:pt x="314220" y="47027"/>
                </a:lnTo>
                <a:lnTo>
                  <a:pt x="317902" y="99772"/>
                </a:lnTo>
                <a:lnTo>
                  <a:pt x="318436" y="114566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779976" y="2866967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224" y="0"/>
                </a:lnTo>
              </a:path>
            </a:pathLst>
          </a:custGeom>
          <a:ln w="4127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780127" y="287109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222" y="0"/>
                </a:lnTo>
              </a:path>
            </a:pathLst>
          </a:custGeom>
          <a:ln w="4127">
            <a:solidFill>
              <a:srgbClr val="B5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780278" y="2875222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220" y="0"/>
                </a:lnTo>
              </a:path>
            </a:pathLst>
          </a:custGeom>
          <a:ln w="4127">
            <a:solidFill>
              <a:srgbClr val="B7CA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780429" y="2879363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218" y="0"/>
                </a:lnTo>
              </a:path>
            </a:pathLst>
          </a:custGeom>
          <a:ln w="4127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780580" y="2882461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142" y="0"/>
                </a:lnTo>
              </a:path>
            </a:pathLst>
          </a:custGeom>
          <a:ln w="3175">
            <a:solidFill>
              <a:srgbClr val="BA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780656" y="2885547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215" y="0"/>
                </a:lnTo>
              </a:path>
            </a:pathLst>
          </a:custGeom>
          <a:ln w="4127">
            <a:solidFill>
              <a:srgbClr val="BC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780807" y="2888646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139" y="0"/>
                </a:lnTo>
              </a:path>
            </a:pathLst>
          </a:custGeom>
          <a:ln w="3175">
            <a:solidFill>
              <a:srgbClr val="BE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2780882" y="289174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213" y="0"/>
                </a:lnTo>
              </a:path>
            </a:pathLst>
          </a:custGeom>
          <a:ln w="4127">
            <a:solidFill>
              <a:srgbClr val="C1D2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2781033" y="2895873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211" y="0"/>
                </a:lnTo>
              </a:path>
            </a:pathLst>
          </a:custGeom>
          <a:ln w="4127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2781184" y="2900000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209" y="0"/>
                </a:lnTo>
              </a:path>
            </a:pathLst>
          </a:custGeom>
          <a:ln w="4127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781335" y="2904127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207" y="0"/>
                </a:lnTo>
              </a:path>
            </a:pathLst>
          </a:custGeom>
          <a:ln w="4127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2781486" y="2907226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131" y="0"/>
                </a:lnTo>
              </a:path>
            </a:pathLst>
          </a:custGeom>
          <a:ln w="3175">
            <a:solidFill>
              <a:srgbClr val="C8D7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781562" y="291032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204" y="0"/>
                </a:lnTo>
              </a:path>
            </a:pathLst>
          </a:custGeom>
          <a:ln w="4127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2781713" y="2914453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202" y="0"/>
                </a:lnTo>
              </a:path>
            </a:pathLst>
          </a:custGeom>
          <a:ln w="4127">
            <a:solidFill>
              <a:srgbClr val="CEDC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2781864" y="2918580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109" y="0"/>
                </a:lnTo>
              </a:path>
            </a:pathLst>
          </a:custGeom>
          <a:ln w="4127">
            <a:solidFill>
              <a:srgbClr val="D0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2781922" y="2922708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97" y="0"/>
                </a:lnTo>
              </a:path>
            </a:pathLst>
          </a:custGeom>
          <a:ln w="4127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2781969" y="2926835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96" y="0"/>
                </a:lnTo>
              </a:path>
            </a:pathLst>
          </a:custGeom>
          <a:ln w="4127">
            <a:solidFill>
              <a:srgbClr val="D3DF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2782017" y="2930963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95" y="0"/>
                </a:lnTo>
              </a:path>
            </a:pathLst>
          </a:custGeom>
          <a:ln w="4127">
            <a:solidFill>
              <a:srgbClr val="D6E1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2782064" y="2935090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94" y="0"/>
                </a:lnTo>
              </a:path>
            </a:pathLst>
          </a:custGeom>
          <a:ln w="4127">
            <a:solidFill>
              <a:srgbClr val="DA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2782111" y="2939218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94" y="0"/>
                </a:lnTo>
              </a:path>
            </a:pathLst>
          </a:custGeom>
          <a:ln w="4127">
            <a:solidFill>
              <a:srgbClr val="DCE6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2782158" y="2943358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93" y="0"/>
                </a:lnTo>
              </a:path>
            </a:pathLst>
          </a:custGeom>
          <a:ln w="4127">
            <a:solidFill>
              <a:srgbClr val="DEE8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2782205" y="2947485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92" y="0"/>
                </a:lnTo>
              </a:path>
            </a:pathLst>
          </a:custGeom>
          <a:ln w="4127">
            <a:solidFill>
              <a:srgbClr val="DFE9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2782253" y="2950584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68" y="0"/>
                </a:lnTo>
              </a:path>
            </a:pathLst>
          </a:custGeom>
          <a:ln w="3175">
            <a:solidFill>
              <a:srgbClr val="E1EB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2782276" y="2953670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91" y="0"/>
                </a:lnTo>
              </a:path>
            </a:pathLst>
          </a:custGeom>
          <a:ln w="4127">
            <a:solidFill>
              <a:srgbClr val="E3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2782323" y="2956769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67" y="0"/>
                </a:lnTo>
              </a:path>
            </a:pathLst>
          </a:custGeom>
          <a:ln w="3175">
            <a:solidFill>
              <a:srgbClr val="E6EC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2782347" y="2959868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90" y="0"/>
                </a:lnTo>
              </a:path>
            </a:pathLst>
          </a:custGeom>
          <a:ln w="4127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2782394" y="2963995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89" y="0"/>
                </a:lnTo>
              </a:path>
            </a:pathLst>
          </a:custGeom>
          <a:ln w="4127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2782441" y="2968123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89" y="0"/>
                </a:lnTo>
              </a:path>
            </a:pathLst>
          </a:custGeom>
          <a:ln w="4127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2782489" y="2971222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65" y="0"/>
                </a:lnTo>
              </a:path>
            </a:pathLst>
          </a:custGeom>
          <a:ln w="3175">
            <a:solidFill>
              <a:srgbClr val="EDF4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2782512" y="2974320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88" y="0"/>
                </a:lnTo>
              </a:path>
            </a:pathLst>
          </a:custGeom>
          <a:ln w="4127">
            <a:solidFill>
              <a:srgbClr val="EFF4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2782559" y="2978448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87" y="0"/>
                </a:lnTo>
              </a:path>
            </a:pathLst>
          </a:custGeom>
          <a:ln w="4127">
            <a:solidFill>
              <a:srgbClr val="F1F6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2782607" y="2981547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63" y="0"/>
                </a:lnTo>
              </a:path>
            </a:pathLst>
          </a:custGeom>
          <a:ln w="3175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2782630" y="2984646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86" y="0"/>
                </a:lnTo>
              </a:path>
            </a:pathLst>
          </a:custGeom>
          <a:ln w="4127">
            <a:solidFill>
              <a:srgbClr val="F6F8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2782677" y="2989808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109" y="0"/>
                </a:lnTo>
              </a:path>
            </a:pathLst>
          </a:custGeom>
          <a:ln w="6197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2782701" y="2995993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85" y="0"/>
                </a:lnTo>
              </a:path>
            </a:pathLst>
          </a:custGeom>
          <a:ln w="6197">
            <a:solidFill>
              <a:srgbClr val="F1F6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2782654" y="3001155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86" y="0"/>
                </a:lnTo>
              </a:path>
            </a:pathLst>
          </a:custGeom>
          <a:ln w="4127">
            <a:solidFill>
              <a:srgbClr val="EFF5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2782607" y="3005283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86" y="0"/>
                </a:lnTo>
              </a:path>
            </a:pathLst>
          </a:custGeom>
          <a:ln w="4127">
            <a:solidFill>
              <a:srgbClr val="EDF3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2782536" y="3010446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111" y="0"/>
                </a:lnTo>
              </a:path>
            </a:pathLst>
          </a:custGeom>
          <a:ln w="6197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2782489" y="3015608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88" y="0"/>
                </a:lnTo>
              </a:path>
            </a:pathLst>
          </a:custGeom>
          <a:ln w="4127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2782418" y="3020771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112" y="0"/>
                </a:lnTo>
              </a:path>
            </a:pathLst>
          </a:custGeom>
          <a:ln w="6197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2782371" y="3025933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90" y="0"/>
                </a:lnTo>
              </a:path>
            </a:pathLst>
          </a:custGeom>
          <a:ln w="4127">
            <a:solidFill>
              <a:srgbClr val="E6ED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2782347" y="3029032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67" y="0"/>
                </a:lnTo>
              </a:path>
            </a:pathLst>
          </a:custGeom>
          <a:ln w="3175">
            <a:solidFill>
              <a:srgbClr val="E4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2782277" y="3033153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114" y="0"/>
                </a:lnTo>
              </a:path>
            </a:pathLst>
          </a:custGeom>
          <a:ln w="6197">
            <a:solidFill>
              <a:srgbClr val="E2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2782229" y="3038316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92" y="0"/>
                </a:lnTo>
              </a:path>
            </a:pathLst>
          </a:custGeom>
          <a:ln w="4127">
            <a:solidFill>
              <a:srgbClr val="E0EA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2782159" y="3043478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116" y="0"/>
                </a:lnTo>
              </a:path>
            </a:pathLst>
          </a:custGeom>
          <a:ln w="6197">
            <a:solidFill>
              <a:srgbClr val="DFE9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2782088" y="3049676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117" y="0"/>
                </a:lnTo>
              </a:path>
            </a:pathLst>
          </a:custGeom>
          <a:ln w="6197">
            <a:solidFill>
              <a:srgbClr val="DDE7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2782041" y="3054826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95" y="0"/>
                </a:lnTo>
              </a:path>
            </a:pathLst>
          </a:custGeom>
          <a:ln w="4127">
            <a:solidFill>
              <a:srgbClr val="DBE4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2781994" y="3058953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95" y="0"/>
                </a:lnTo>
              </a:path>
            </a:pathLst>
          </a:custGeom>
          <a:ln w="4127">
            <a:solidFill>
              <a:srgbClr val="D9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2781923" y="3064116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120" y="0"/>
                </a:lnTo>
              </a:path>
            </a:pathLst>
          </a:custGeom>
          <a:ln w="6197">
            <a:solidFill>
              <a:srgbClr val="D6E2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2781903" y="3068954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50" y="0"/>
                </a:lnTo>
              </a:path>
            </a:pathLst>
          </a:custGeom>
          <a:ln w="3810">
            <a:solidFill>
              <a:srgbClr val="D4E0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2781837" y="3072129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51" y="0"/>
                </a:lnTo>
              </a:path>
            </a:pathLst>
          </a:custGeom>
          <a:ln w="3175">
            <a:solidFill>
              <a:srgbClr val="D4E0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2781639" y="3075476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203" y="0"/>
                </a:lnTo>
              </a:path>
            </a:pathLst>
          </a:custGeom>
          <a:ln w="4127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2781488" y="3079603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205" y="0"/>
                </a:lnTo>
              </a:path>
            </a:pathLst>
          </a:custGeom>
          <a:ln w="4127">
            <a:solidFill>
              <a:srgbClr val="D1DE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2781262" y="3084766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282" y="0"/>
                </a:lnTo>
              </a:path>
            </a:pathLst>
          </a:custGeom>
          <a:ln w="6197">
            <a:solidFill>
              <a:srgbClr val="CF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2781111" y="3089929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210" y="0"/>
                </a:lnTo>
              </a:path>
            </a:pathLst>
          </a:custGeom>
          <a:ln w="4127">
            <a:solidFill>
              <a:srgbClr val="CDD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2780884" y="3095091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287" y="0"/>
                </a:lnTo>
              </a:path>
            </a:pathLst>
          </a:custGeom>
          <a:ln w="6197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2780658" y="3101276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290" y="0"/>
                </a:lnTo>
              </a:path>
            </a:pathLst>
          </a:custGeom>
          <a:ln w="6197">
            <a:solidFill>
              <a:srgbClr val="C8D9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2780280" y="3109537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444" y="0"/>
                </a:lnTo>
              </a:path>
            </a:pathLst>
          </a:custGeom>
          <a:ln w="10325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2779978" y="3118827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373" y="0"/>
                </a:lnTo>
              </a:path>
            </a:pathLst>
          </a:custGeom>
          <a:ln w="8255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2779752" y="3126054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302" y="0"/>
                </a:lnTo>
              </a:path>
            </a:pathLst>
          </a:custGeom>
          <a:ln w="6197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2779525" y="3132251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305" y="0"/>
                </a:lnTo>
              </a:path>
            </a:pathLst>
          </a:custGeom>
          <a:ln w="6197">
            <a:solidFill>
              <a:srgbClr val="C1D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2779469" y="3136900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82" y="0"/>
                </a:lnTo>
              </a:path>
            </a:pathLst>
          </a:custGeom>
          <a:ln w="3175">
            <a:solidFill>
              <a:srgbClr val="C0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2779276" y="3140075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084" y="0"/>
                </a:lnTo>
              </a:path>
            </a:pathLst>
          </a:custGeom>
          <a:ln w="3809">
            <a:solidFill>
              <a:srgbClr val="C0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2778590" y="3145663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667" y="0"/>
                </a:lnTo>
              </a:path>
            </a:pathLst>
          </a:custGeom>
          <a:ln w="8254">
            <a:solidFill>
              <a:srgbClr val="BD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2778153" y="3152889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528" y="0"/>
                </a:lnTo>
              </a:path>
            </a:pathLst>
          </a:custGeom>
          <a:ln w="6197">
            <a:solidFill>
              <a:srgbClr val="BBCF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2777570" y="316011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678" y="0"/>
                </a:lnTo>
              </a:path>
            </a:pathLst>
          </a:custGeom>
          <a:ln w="8255">
            <a:solidFill>
              <a:srgbClr val="B9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2776842" y="3169405"/>
            <a:ext cx="305435" cy="0"/>
          </a:xfrm>
          <a:custGeom>
            <a:avLst/>
            <a:gdLst/>
            <a:ahLst/>
            <a:cxnLst/>
            <a:rect l="l" t="t" r="r" b="b"/>
            <a:pathLst>
              <a:path w="305435" h="0">
                <a:moveTo>
                  <a:pt x="0" y="0"/>
                </a:moveTo>
                <a:lnTo>
                  <a:pt x="304830" y="0"/>
                </a:lnTo>
              </a:path>
            </a:pathLst>
          </a:custGeom>
          <a:ln w="10325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2776405" y="3177667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546" y="0"/>
                </a:lnTo>
              </a:path>
            </a:pathLst>
          </a:custGeom>
          <a:ln w="6197">
            <a:solidFill>
              <a:srgbClr val="B6C9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2775823" y="3184880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695" y="0"/>
                </a:lnTo>
              </a:path>
            </a:pathLst>
          </a:custGeom>
          <a:ln w="8255">
            <a:solidFill>
              <a:srgbClr val="B4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2775781" y="3189604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119" y="0"/>
                </a:lnTo>
              </a:path>
            </a:pathLst>
          </a:custGeom>
          <a:ln w="3175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2775237" y="3194050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4123" y="0"/>
                </a:lnTo>
              </a:path>
            </a:pathLst>
          </a:custGeom>
          <a:ln w="7619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2765615" y="3197275"/>
            <a:ext cx="313690" cy="40640"/>
          </a:xfrm>
          <a:custGeom>
            <a:avLst/>
            <a:gdLst/>
            <a:ahLst/>
            <a:cxnLst/>
            <a:rect l="l" t="t" r="r" b="b"/>
            <a:pathLst>
              <a:path w="313689" h="40639">
                <a:moveTo>
                  <a:pt x="304165" y="40246"/>
                </a:moveTo>
                <a:lnTo>
                  <a:pt x="0" y="40246"/>
                </a:lnTo>
                <a:lnTo>
                  <a:pt x="5396" y="27831"/>
                </a:lnTo>
                <a:lnTo>
                  <a:pt x="9183" y="0"/>
                </a:lnTo>
                <a:lnTo>
                  <a:pt x="313309" y="0"/>
                </a:lnTo>
                <a:lnTo>
                  <a:pt x="309548" y="27831"/>
                </a:lnTo>
                <a:lnTo>
                  <a:pt x="304165" y="40246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2751178" y="2750337"/>
            <a:ext cx="29209" cy="116839"/>
          </a:xfrm>
          <a:custGeom>
            <a:avLst/>
            <a:gdLst/>
            <a:ahLst/>
            <a:cxnLst/>
            <a:rect l="l" t="t" r="r" b="b"/>
            <a:pathLst>
              <a:path w="29210" h="116839">
                <a:moveTo>
                  <a:pt x="28872" y="116624"/>
                </a:moveTo>
                <a:lnTo>
                  <a:pt x="0" y="116624"/>
                </a:lnTo>
                <a:lnTo>
                  <a:pt x="616" y="99772"/>
                </a:lnTo>
                <a:lnTo>
                  <a:pt x="4335" y="47027"/>
                </a:lnTo>
                <a:lnTo>
                  <a:pt x="9039" y="12427"/>
                </a:lnTo>
                <a:lnTo>
                  <a:pt x="14436" y="0"/>
                </a:lnTo>
                <a:lnTo>
                  <a:pt x="19833" y="12427"/>
                </a:lnTo>
                <a:lnTo>
                  <a:pt x="24536" y="47027"/>
                </a:lnTo>
                <a:lnTo>
                  <a:pt x="28256" y="99772"/>
                </a:lnTo>
                <a:lnTo>
                  <a:pt x="28872" y="116624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2750952" y="2866974"/>
            <a:ext cx="29845" cy="6350"/>
          </a:xfrm>
          <a:custGeom>
            <a:avLst/>
            <a:gdLst/>
            <a:ahLst/>
            <a:cxnLst/>
            <a:rect l="l" t="t" r="r" b="b"/>
            <a:pathLst>
              <a:path w="29844" h="6350">
                <a:moveTo>
                  <a:pt x="0" y="6197"/>
                </a:moveTo>
                <a:lnTo>
                  <a:pt x="226" y="0"/>
                </a:lnTo>
                <a:lnTo>
                  <a:pt x="29100" y="0"/>
                </a:lnTo>
                <a:lnTo>
                  <a:pt x="29327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2750725" y="2873159"/>
            <a:ext cx="29845" cy="6350"/>
          </a:xfrm>
          <a:custGeom>
            <a:avLst/>
            <a:gdLst/>
            <a:ahLst/>
            <a:cxnLst/>
            <a:rect l="l" t="t" r="r" b="b"/>
            <a:pathLst>
              <a:path w="29844" h="6350">
                <a:moveTo>
                  <a:pt x="0" y="6197"/>
                </a:moveTo>
                <a:lnTo>
                  <a:pt x="226" y="0"/>
                </a:lnTo>
                <a:lnTo>
                  <a:pt x="29552" y="0"/>
                </a:lnTo>
                <a:lnTo>
                  <a:pt x="29779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3DF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2750574" y="2879356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80" h="4444">
                <a:moveTo>
                  <a:pt x="0" y="4127"/>
                </a:moveTo>
                <a:lnTo>
                  <a:pt x="150" y="0"/>
                </a:lnTo>
                <a:lnTo>
                  <a:pt x="29930" y="0"/>
                </a:lnTo>
                <a:lnTo>
                  <a:pt x="30081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5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2750348" y="2883484"/>
            <a:ext cx="31115" cy="6350"/>
          </a:xfrm>
          <a:custGeom>
            <a:avLst/>
            <a:gdLst/>
            <a:ahLst/>
            <a:cxnLst/>
            <a:rect l="l" t="t" r="r" b="b"/>
            <a:pathLst>
              <a:path w="31114" h="6350">
                <a:moveTo>
                  <a:pt x="0" y="6197"/>
                </a:moveTo>
                <a:lnTo>
                  <a:pt x="226" y="0"/>
                </a:lnTo>
                <a:lnTo>
                  <a:pt x="30307" y="0"/>
                </a:lnTo>
                <a:lnTo>
                  <a:pt x="30534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7E2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2750121" y="2889681"/>
            <a:ext cx="31115" cy="6350"/>
          </a:xfrm>
          <a:custGeom>
            <a:avLst/>
            <a:gdLst/>
            <a:ahLst/>
            <a:cxnLst/>
            <a:rect l="l" t="t" r="r" b="b"/>
            <a:pathLst>
              <a:path w="31114" h="6350">
                <a:moveTo>
                  <a:pt x="0" y="6197"/>
                </a:moveTo>
                <a:lnTo>
                  <a:pt x="226" y="0"/>
                </a:lnTo>
                <a:lnTo>
                  <a:pt x="30761" y="0"/>
                </a:lnTo>
                <a:lnTo>
                  <a:pt x="30987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A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2749895" y="2895866"/>
            <a:ext cx="31750" cy="6350"/>
          </a:xfrm>
          <a:custGeom>
            <a:avLst/>
            <a:gdLst/>
            <a:ahLst/>
            <a:cxnLst/>
            <a:rect l="l" t="t" r="r" b="b"/>
            <a:pathLst>
              <a:path w="31750" h="6350">
                <a:moveTo>
                  <a:pt x="0" y="6197"/>
                </a:moveTo>
                <a:lnTo>
                  <a:pt x="226" y="0"/>
                </a:lnTo>
                <a:lnTo>
                  <a:pt x="31213" y="0"/>
                </a:lnTo>
                <a:lnTo>
                  <a:pt x="31440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C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2749668" y="2902064"/>
            <a:ext cx="32384" cy="6350"/>
          </a:xfrm>
          <a:custGeom>
            <a:avLst/>
            <a:gdLst/>
            <a:ahLst/>
            <a:cxnLst/>
            <a:rect l="l" t="t" r="r" b="b"/>
            <a:pathLst>
              <a:path w="32385" h="6350">
                <a:moveTo>
                  <a:pt x="0" y="6197"/>
                </a:moveTo>
                <a:lnTo>
                  <a:pt x="226" y="0"/>
                </a:lnTo>
                <a:lnTo>
                  <a:pt x="31666" y="0"/>
                </a:lnTo>
                <a:lnTo>
                  <a:pt x="31893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EE7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2749517" y="2908261"/>
            <a:ext cx="32384" cy="4445"/>
          </a:xfrm>
          <a:custGeom>
            <a:avLst/>
            <a:gdLst/>
            <a:ahLst/>
            <a:cxnLst/>
            <a:rect l="l" t="t" r="r" b="b"/>
            <a:pathLst>
              <a:path w="32385" h="4444">
                <a:moveTo>
                  <a:pt x="0" y="4127"/>
                </a:moveTo>
                <a:lnTo>
                  <a:pt x="150" y="0"/>
                </a:lnTo>
                <a:lnTo>
                  <a:pt x="32044" y="0"/>
                </a:lnTo>
                <a:lnTo>
                  <a:pt x="32195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2749331" y="2912389"/>
            <a:ext cx="33020" cy="6350"/>
          </a:xfrm>
          <a:custGeom>
            <a:avLst/>
            <a:gdLst/>
            <a:ahLst/>
            <a:cxnLst/>
            <a:rect l="l" t="t" r="r" b="b"/>
            <a:pathLst>
              <a:path w="33019" h="6350">
                <a:moveTo>
                  <a:pt x="32567" y="6197"/>
                </a:moveTo>
                <a:lnTo>
                  <a:pt x="0" y="6197"/>
                </a:lnTo>
                <a:lnTo>
                  <a:pt x="18" y="4586"/>
                </a:lnTo>
                <a:lnTo>
                  <a:pt x="186" y="0"/>
                </a:lnTo>
                <a:lnTo>
                  <a:pt x="32381" y="0"/>
                </a:lnTo>
                <a:lnTo>
                  <a:pt x="32549" y="4586"/>
                </a:lnTo>
                <a:lnTo>
                  <a:pt x="32567" y="6197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2749260" y="2918586"/>
            <a:ext cx="33020" cy="6350"/>
          </a:xfrm>
          <a:custGeom>
            <a:avLst/>
            <a:gdLst/>
            <a:ahLst/>
            <a:cxnLst/>
            <a:rect l="l" t="t" r="r" b="b"/>
            <a:pathLst>
              <a:path w="33019" h="6350">
                <a:moveTo>
                  <a:pt x="0" y="6197"/>
                </a:moveTo>
                <a:lnTo>
                  <a:pt x="70" y="0"/>
                </a:lnTo>
                <a:lnTo>
                  <a:pt x="32638" y="0"/>
                </a:lnTo>
                <a:lnTo>
                  <a:pt x="32709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2749190" y="2924771"/>
            <a:ext cx="33020" cy="6350"/>
          </a:xfrm>
          <a:custGeom>
            <a:avLst/>
            <a:gdLst/>
            <a:ahLst/>
            <a:cxnLst/>
            <a:rect l="l" t="t" r="r" b="b"/>
            <a:pathLst>
              <a:path w="33019" h="6350">
                <a:moveTo>
                  <a:pt x="0" y="6197"/>
                </a:moveTo>
                <a:lnTo>
                  <a:pt x="70" y="0"/>
                </a:lnTo>
                <a:lnTo>
                  <a:pt x="32779" y="0"/>
                </a:lnTo>
                <a:lnTo>
                  <a:pt x="32850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6EC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2749143" y="2930969"/>
            <a:ext cx="33020" cy="4445"/>
          </a:xfrm>
          <a:custGeom>
            <a:avLst/>
            <a:gdLst/>
            <a:ahLst/>
            <a:cxnLst/>
            <a:rect l="l" t="t" r="r" b="b"/>
            <a:pathLst>
              <a:path w="33019" h="4444">
                <a:moveTo>
                  <a:pt x="0" y="4127"/>
                </a:moveTo>
                <a:lnTo>
                  <a:pt x="47" y="0"/>
                </a:lnTo>
                <a:lnTo>
                  <a:pt x="32897" y="0"/>
                </a:lnTo>
                <a:lnTo>
                  <a:pt x="32944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2749072" y="2935097"/>
            <a:ext cx="33655" cy="6350"/>
          </a:xfrm>
          <a:custGeom>
            <a:avLst/>
            <a:gdLst/>
            <a:ahLst/>
            <a:cxnLst/>
            <a:rect l="l" t="t" r="r" b="b"/>
            <a:pathLst>
              <a:path w="33655" h="6350">
                <a:moveTo>
                  <a:pt x="0" y="6197"/>
                </a:moveTo>
                <a:lnTo>
                  <a:pt x="70" y="0"/>
                </a:lnTo>
                <a:lnTo>
                  <a:pt x="33015" y="0"/>
                </a:lnTo>
                <a:lnTo>
                  <a:pt x="33086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2749001" y="2941294"/>
            <a:ext cx="33655" cy="6350"/>
          </a:xfrm>
          <a:custGeom>
            <a:avLst/>
            <a:gdLst/>
            <a:ahLst/>
            <a:cxnLst/>
            <a:rect l="l" t="t" r="r" b="b"/>
            <a:pathLst>
              <a:path w="33655" h="6350">
                <a:moveTo>
                  <a:pt x="0" y="6197"/>
                </a:moveTo>
                <a:lnTo>
                  <a:pt x="70" y="0"/>
                </a:lnTo>
                <a:lnTo>
                  <a:pt x="33157" y="0"/>
                </a:lnTo>
                <a:lnTo>
                  <a:pt x="33228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2748930" y="2947479"/>
            <a:ext cx="33655" cy="6350"/>
          </a:xfrm>
          <a:custGeom>
            <a:avLst/>
            <a:gdLst/>
            <a:ahLst/>
            <a:cxnLst/>
            <a:rect l="l" t="t" r="r" b="b"/>
            <a:pathLst>
              <a:path w="33655" h="6350">
                <a:moveTo>
                  <a:pt x="0" y="6197"/>
                </a:moveTo>
                <a:lnTo>
                  <a:pt x="70" y="0"/>
                </a:lnTo>
                <a:lnTo>
                  <a:pt x="33298" y="0"/>
                </a:lnTo>
                <a:lnTo>
                  <a:pt x="33369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D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2748883" y="2953677"/>
            <a:ext cx="33655" cy="4445"/>
          </a:xfrm>
          <a:custGeom>
            <a:avLst/>
            <a:gdLst/>
            <a:ahLst/>
            <a:cxnLst/>
            <a:rect l="l" t="t" r="r" b="b"/>
            <a:pathLst>
              <a:path w="33655" h="4444">
                <a:moveTo>
                  <a:pt x="0" y="4127"/>
                </a:moveTo>
                <a:lnTo>
                  <a:pt x="47" y="0"/>
                </a:lnTo>
                <a:lnTo>
                  <a:pt x="33416" y="0"/>
                </a:lnTo>
                <a:lnTo>
                  <a:pt x="33464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2748812" y="2957804"/>
            <a:ext cx="33655" cy="6350"/>
          </a:xfrm>
          <a:custGeom>
            <a:avLst/>
            <a:gdLst/>
            <a:ahLst/>
            <a:cxnLst/>
            <a:rect l="l" t="t" r="r" b="b"/>
            <a:pathLst>
              <a:path w="33655" h="6350">
                <a:moveTo>
                  <a:pt x="0" y="6197"/>
                </a:moveTo>
                <a:lnTo>
                  <a:pt x="70" y="0"/>
                </a:lnTo>
                <a:lnTo>
                  <a:pt x="33534" y="0"/>
                </a:lnTo>
                <a:lnTo>
                  <a:pt x="33605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2748741" y="2964002"/>
            <a:ext cx="34290" cy="6350"/>
          </a:xfrm>
          <a:custGeom>
            <a:avLst/>
            <a:gdLst/>
            <a:ahLst/>
            <a:cxnLst/>
            <a:rect l="l" t="t" r="r" b="b"/>
            <a:pathLst>
              <a:path w="34289" h="6350">
                <a:moveTo>
                  <a:pt x="0" y="6197"/>
                </a:moveTo>
                <a:lnTo>
                  <a:pt x="70" y="0"/>
                </a:lnTo>
                <a:lnTo>
                  <a:pt x="33676" y="0"/>
                </a:lnTo>
                <a:lnTo>
                  <a:pt x="33747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2748694" y="2970187"/>
            <a:ext cx="34290" cy="4445"/>
          </a:xfrm>
          <a:custGeom>
            <a:avLst/>
            <a:gdLst/>
            <a:ahLst/>
            <a:cxnLst/>
            <a:rect l="l" t="t" r="r" b="b"/>
            <a:pathLst>
              <a:path w="34289" h="4444">
                <a:moveTo>
                  <a:pt x="0" y="4127"/>
                </a:moveTo>
                <a:lnTo>
                  <a:pt x="47" y="0"/>
                </a:lnTo>
                <a:lnTo>
                  <a:pt x="33794" y="0"/>
                </a:lnTo>
                <a:lnTo>
                  <a:pt x="33841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2748623" y="2974314"/>
            <a:ext cx="34290" cy="6350"/>
          </a:xfrm>
          <a:custGeom>
            <a:avLst/>
            <a:gdLst/>
            <a:ahLst/>
            <a:cxnLst/>
            <a:rect l="l" t="t" r="r" b="b"/>
            <a:pathLst>
              <a:path w="34289" h="6350">
                <a:moveTo>
                  <a:pt x="0" y="6197"/>
                </a:moveTo>
                <a:lnTo>
                  <a:pt x="70" y="0"/>
                </a:lnTo>
                <a:lnTo>
                  <a:pt x="33912" y="0"/>
                </a:lnTo>
                <a:lnTo>
                  <a:pt x="33983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2748470" y="2980512"/>
            <a:ext cx="34290" cy="14604"/>
          </a:xfrm>
          <a:custGeom>
            <a:avLst/>
            <a:gdLst/>
            <a:ahLst/>
            <a:cxnLst/>
            <a:rect l="l" t="t" r="r" b="b"/>
            <a:pathLst>
              <a:path w="34289" h="14605">
                <a:moveTo>
                  <a:pt x="34278" y="14452"/>
                </a:moveTo>
                <a:lnTo>
                  <a:pt x="11" y="14452"/>
                </a:lnTo>
                <a:lnTo>
                  <a:pt x="0" y="13423"/>
                </a:lnTo>
                <a:lnTo>
                  <a:pt x="153" y="0"/>
                </a:lnTo>
                <a:lnTo>
                  <a:pt x="34136" y="0"/>
                </a:lnTo>
                <a:lnTo>
                  <a:pt x="34290" y="13423"/>
                </a:lnTo>
                <a:lnTo>
                  <a:pt x="34278" y="14452"/>
                </a:lnTo>
                <a:close/>
              </a:path>
            </a:pathLst>
          </a:custGeom>
          <a:solidFill>
            <a:srgbClr val="F8F9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2748482" y="2994964"/>
            <a:ext cx="34290" cy="8255"/>
          </a:xfrm>
          <a:custGeom>
            <a:avLst/>
            <a:gdLst/>
            <a:ahLst/>
            <a:cxnLst/>
            <a:rect l="l" t="t" r="r" b="b"/>
            <a:pathLst>
              <a:path w="34289" h="8255">
                <a:moveTo>
                  <a:pt x="94" y="8255"/>
                </a:moveTo>
                <a:lnTo>
                  <a:pt x="0" y="0"/>
                </a:lnTo>
                <a:lnTo>
                  <a:pt x="34266" y="0"/>
                </a:lnTo>
                <a:lnTo>
                  <a:pt x="34172" y="8255"/>
                </a:lnTo>
                <a:lnTo>
                  <a:pt x="94" y="8255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2748576" y="3003219"/>
            <a:ext cx="34290" cy="6350"/>
          </a:xfrm>
          <a:custGeom>
            <a:avLst/>
            <a:gdLst/>
            <a:ahLst/>
            <a:cxnLst/>
            <a:rect l="l" t="t" r="r" b="b"/>
            <a:pathLst>
              <a:path w="34289" h="6350">
                <a:moveTo>
                  <a:pt x="70" y="6197"/>
                </a:moveTo>
                <a:lnTo>
                  <a:pt x="0" y="0"/>
                </a:lnTo>
                <a:lnTo>
                  <a:pt x="34077" y="0"/>
                </a:lnTo>
                <a:lnTo>
                  <a:pt x="34007" y="6197"/>
                </a:lnTo>
                <a:lnTo>
                  <a:pt x="70" y="6197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2748647" y="3009417"/>
            <a:ext cx="34290" cy="6350"/>
          </a:xfrm>
          <a:custGeom>
            <a:avLst/>
            <a:gdLst/>
            <a:ahLst/>
            <a:cxnLst/>
            <a:rect l="l" t="t" r="r" b="b"/>
            <a:pathLst>
              <a:path w="34289" h="6350">
                <a:moveTo>
                  <a:pt x="70" y="6197"/>
                </a:moveTo>
                <a:lnTo>
                  <a:pt x="0" y="0"/>
                </a:lnTo>
                <a:lnTo>
                  <a:pt x="33936" y="0"/>
                </a:lnTo>
                <a:lnTo>
                  <a:pt x="33865" y="6197"/>
                </a:lnTo>
                <a:lnTo>
                  <a:pt x="70" y="6197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2748718" y="3015602"/>
            <a:ext cx="34290" cy="8255"/>
          </a:xfrm>
          <a:custGeom>
            <a:avLst/>
            <a:gdLst/>
            <a:ahLst/>
            <a:cxnLst/>
            <a:rect l="l" t="t" r="r" b="b"/>
            <a:pathLst>
              <a:path w="34289" h="8255">
                <a:moveTo>
                  <a:pt x="94" y="8255"/>
                </a:moveTo>
                <a:lnTo>
                  <a:pt x="0" y="0"/>
                </a:lnTo>
                <a:lnTo>
                  <a:pt x="33795" y="0"/>
                </a:lnTo>
                <a:lnTo>
                  <a:pt x="33700" y="8255"/>
                </a:lnTo>
                <a:lnTo>
                  <a:pt x="94" y="8255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2748812" y="3023870"/>
            <a:ext cx="33655" cy="6350"/>
          </a:xfrm>
          <a:custGeom>
            <a:avLst/>
            <a:gdLst/>
            <a:ahLst/>
            <a:cxnLst/>
            <a:rect l="l" t="t" r="r" b="b"/>
            <a:pathLst>
              <a:path w="33655" h="6350">
                <a:moveTo>
                  <a:pt x="70" y="6197"/>
                </a:moveTo>
                <a:lnTo>
                  <a:pt x="0" y="0"/>
                </a:lnTo>
                <a:lnTo>
                  <a:pt x="33606" y="0"/>
                </a:lnTo>
                <a:lnTo>
                  <a:pt x="33535" y="6197"/>
                </a:lnTo>
                <a:lnTo>
                  <a:pt x="70" y="6197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2748882" y="3030054"/>
            <a:ext cx="33655" cy="10795"/>
          </a:xfrm>
          <a:custGeom>
            <a:avLst/>
            <a:gdLst/>
            <a:ahLst/>
            <a:cxnLst/>
            <a:rect l="l" t="t" r="r" b="b"/>
            <a:pathLst>
              <a:path w="33655" h="10794">
                <a:moveTo>
                  <a:pt x="117" y="10325"/>
                </a:moveTo>
                <a:lnTo>
                  <a:pt x="0" y="0"/>
                </a:lnTo>
                <a:lnTo>
                  <a:pt x="33464" y="0"/>
                </a:lnTo>
                <a:lnTo>
                  <a:pt x="33346" y="10325"/>
                </a:lnTo>
                <a:lnTo>
                  <a:pt x="117" y="10325"/>
                </a:lnTo>
                <a:close/>
              </a:path>
            </a:pathLst>
          </a:custGeom>
          <a:solidFill>
            <a:srgbClr val="EDF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2749001" y="3040379"/>
            <a:ext cx="33655" cy="8255"/>
          </a:xfrm>
          <a:custGeom>
            <a:avLst/>
            <a:gdLst/>
            <a:ahLst/>
            <a:cxnLst/>
            <a:rect l="l" t="t" r="r" b="b"/>
            <a:pathLst>
              <a:path w="33655" h="8255">
                <a:moveTo>
                  <a:pt x="94" y="8255"/>
                </a:moveTo>
                <a:lnTo>
                  <a:pt x="0" y="0"/>
                </a:lnTo>
                <a:lnTo>
                  <a:pt x="33228" y="0"/>
                </a:lnTo>
                <a:lnTo>
                  <a:pt x="33134" y="8255"/>
                </a:lnTo>
                <a:lnTo>
                  <a:pt x="94" y="8255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2749095" y="3048635"/>
            <a:ext cx="33655" cy="8255"/>
          </a:xfrm>
          <a:custGeom>
            <a:avLst/>
            <a:gdLst/>
            <a:ahLst/>
            <a:cxnLst/>
            <a:rect l="l" t="t" r="r" b="b"/>
            <a:pathLst>
              <a:path w="33655" h="8255">
                <a:moveTo>
                  <a:pt x="94" y="8255"/>
                </a:moveTo>
                <a:lnTo>
                  <a:pt x="0" y="0"/>
                </a:lnTo>
                <a:lnTo>
                  <a:pt x="33040" y="0"/>
                </a:lnTo>
                <a:lnTo>
                  <a:pt x="32946" y="8255"/>
                </a:lnTo>
                <a:lnTo>
                  <a:pt x="94" y="8255"/>
                </a:lnTo>
                <a:close/>
              </a:path>
            </a:pathLst>
          </a:custGeom>
          <a:solidFill>
            <a:srgbClr val="EAEF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2749189" y="3056889"/>
            <a:ext cx="33020" cy="8255"/>
          </a:xfrm>
          <a:custGeom>
            <a:avLst/>
            <a:gdLst/>
            <a:ahLst/>
            <a:cxnLst/>
            <a:rect l="l" t="t" r="r" b="b"/>
            <a:pathLst>
              <a:path w="33019" h="8255">
                <a:moveTo>
                  <a:pt x="94" y="8255"/>
                </a:moveTo>
                <a:lnTo>
                  <a:pt x="0" y="0"/>
                </a:lnTo>
                <a:lnTo>
                  <a:pt x="32851" y="0"/>
                </a:lnTo>
                <a:lnTo>
                  <a:pt x="32757" y="8255"/>
                </a:lnTo>
                <a:lnTo>
                  <a:pt x="94" y="8255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2749284" y="3065157"/>
            <a:ext cx="33020" cy="8255"/>
          </a:xfrm>
          <a:custGeom>
            <a:avLst/>
            <a:gdLst/>
            <a:ahLst/>
            <a:cxnLst/>
            <a:rect l="l" t="t" r="r" b="b"/>
            <a:pathLst>
              <a:path w="33019" h="8255">
                <a:moveTo>
                  <a:pt x="32506" y="8255"/>
                </a:moveTo>
                <a:lnTo>
                  <a:pt x="156" y="8255"/>
                </a:lnTo>
                <a:lnTo>
                  <a:pt x="66" y="5785"/>
                </a:lnTo>
                <a:lnTo>
                  <a:pt x="0" y="0"/>
                </a:lnTo>
                <a:lnTo>
                  <a:pt x="32662" y="0"/>
                </a:lnTo>
                <a:lnTo>
                  <a:pt x="32596" y="5785"/>
                </a:lnTo>
                <a:lnTo>
                  <a:pt x="32506" y="8255"/>
                </a:lnTo>
                <a:close/>
              </a:path>
            </a:pathLst>
          </a:custGeom>
          <a:solidFill>
            <a:srgbClr val="E6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2749440" y="3073412"/>
            <a:ext cx="32384" cy="8255"/>
          </a:xfrm>
          <a:custGeom>
            <a:avLst/>
            <a:gdLst/>
            <a:ahLst/>
            <a:cxnLst/>
            <a:rect l="l" t="t" r="r" b="b"/>
            <a:pathLst>
              <a:path w="32385" h="8255">
                <a:moveTo>
                  <a:pt x="32048" y="8255"/>
                </a:moveTo>
                <a:lnTo>
                  <a:pt x="301" y="8255"/>
                </a:lnTo>
                <a:lnTo>
                  <a:pt x="0" y="0"/>
                </a:lnTo>
                <a:lnTo>
                  <a:pt x="32350" y="0"/>
                </a:lnTo>
                <a:lnTo>
                  <a:pt x="32048" y="8255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2749742" y="3081667"/>
            <a:ext cx="31750" cy="8255"/>
          </a:xfrm>
          <a:custGeom>
            <a:avLst/>
            <a:gdLst/>
            <a:ahLst/>
            <a:cxnLst/>
            <a:rect l="l" t="t" r="r" b="b"/>
            <a:pathLst>
              <a:path w="31750" h="8255">
                <a:moveTo>
                  <a:pt x="31444" y="8255"/>
                </a:moveTo>
                <a:lnTo>
                  <a:pt x="301" y="8255"/>
                </a:lnTo>
                <a:lnTo>
                  <a:pt x="0" y="0"/>
                </a:lnTo>
                <a:lnTo>
                  <a:pt x="31746" y="0"/>
                </a:lnTo>
                <a:lnTo>
                  <a:pt x="31444" y="8255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2750044" y="3089922"/>
            <a:ext cx="31750" cy="10795"/>
          </a:xfrm>
          <a:custGeom>
            <a:avLst/>
            <a:gdLst/>
            <a:ahLst/>
            <a:cxnLst/>
            <a:rect l="l" t="t" r="r" b="b"/>
            <a:pathLst>
              <a:path w="31750" h="10794">
                <a:moveTo>
                  <a:pt x="30765" y="10325"/>
                </a:moveTo>
                <a:lnTo>
                  <a:pt x="377" y="10325"/>
                </a:lnTo>
                <a:lnTo>
                  <a:pt x="0" y="0"/>
                </a:lnTo>
                <a:lnTo>
                  <a:pt x="31142" y="0"/>
                </a:lnTo>
                <a:lnTo>
                  <a:pt x="30765" y="10325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2750421" y="3100247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80" h="10794">
                <a:moveTo>
                  <a:pt x="30010" y="10325"/>
                </a:moveTo>
                <a:lnTo>
                  <a:pt x="377" y="10325"/>
                </a:lnTo>
                <a:lnTo>
                  <a:pt x="0" y="0"/>
                </a:lnTo>
                <a:lnTo>
                  <a:pt x="30387" y="0"/>
                </a:lnTo>
                <a:lnTo>
                  <a:pt x="30010" y="10325"/>
                </a:lnTo>
                <a:close/>
              </a:path>
            </a:pathLst>
          </a:custGeom>
          <a:solidFill>
            <a:srgbClr val="DE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2750799" y="3110572"/>
            <a:ext cx="29845" cy="10795"/>
          </a:xfrm>
          <a:custGeom>
            <a:avLst/>
            <a:gdLst/>
            <a:ahLst/>
            <a:cxnLst/>
            <a:rect l="l" t="t" r="r" b="b"/>
            <a:pathLst>
              <a:path w="29844" h="10794">
                <a:moveTo>
                  <a:pt x="29254" y="10325"/>
                </a:moveTo>
                <a:lnTo>
                  <a:pt x="377" y="10325"/>
                </a:lnTo>
                <a:lnTo>
                  <a:pt x="0" y="0"/>
                </a:lnTo>
                <a:lnTo>
                  <a:pt x="29632" y="0"/>
                </a:lnTo>
                <a:lnTo>
                  <a:pt x="29254" y="10325"/>
                </a:lnTo>
                <a:close/>
              </a:path>
            </a:pathLst>
          </a:custGeom>
          <a:solidFill>
            <a:srgbClr val="DD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2751176" y="3120885"/>
            <a:ext cx="29209" cy="12700"/>
          </a:xfrm>
          <a:custGeom>
            <a:avLst/>
            <a:gdLst/>
            <a:ahLst/>
            <a:cxnLst/>
            <a:rect l="l" t="t" r="r" b="b"/>
            <a:pathLst>
              <a:path w="29210" h="12700">
                <a:moveTo>
                  <a:pt x="28425" y="12382"/>
                </a:moveTo>
                <a:lnTo>
                  <a:pt x="452" y="12382"/>
                </a:lnTo>
                <a:lnTo>
                  <a:pt x="0" y="0"/>
                </a:lnTo>
                <a:lnTo>
                  <a:pt x="28878" y="0"/>
                </a:lnTo>
                <a:lnTo>
                  <a:pt x="28425" y="12382"/>
                </a:lnTo>
                <a:close/>
              </a:path>
            </a:pathLst>
          </a:custGeom>
          <a:solidFill>
            <a:srgbClr val="DB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2751629" y="3133280"/>
            <a:ext cx="28575" cy="14604"/>
          </a:xfrm>
          <a:custGeom>
            <a:avLst/>
            <a:gdLst/>
            <a:ahLst/>
            <a:cxnLst/>
            <a:rect l="l" t="t" r="r" b="b"/>
            <a:pathLst>
              <a:path w="28575" h="14605">
                <a:moveTo>
                  <a:pt x="27106" y="14452"/>
                </a:moveTo>
                <a:lnTo>
                  <a:pt x="865" y="14452"/>
                </a:lnTo>
                <a:lnTo>
                  <a:pt x="165" y="4531"/>
                </a:lnTo>
                <a:lnTo>
                  <a:pt x="0" y="0"/>
                </a:lnTo>
                <a:lnTo>
                  <a:pt x="27971" y="0"/>
                </a:lnTo>
                <a:lnTo>
                  <a:pt x="27806" y="4531"/>
                </a:lnTo>
                <a:lnTo>
                  <a:pt x="27106" y="14452"/>
                </a:lnTo>
                <a:close/>
              </a:path>
            </a:pathLst>
          </a:custGeom>
          <a:solidFill>
            <a:srgbClr val="D9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2752495" y="3147733"/>
            <a:ext cx="26670" cy="12700"/>
          </a:xfrm>
          <a:custGeom>
            <a:avLst/>
            <a:gdLst/>
            <a:ahLst/>
            <a:cxnLst/>
            <a:rect l="l" t="t" r="r" b="b"/>
            <a:pathLst>
              <a:path w="26669" h="12700">
                <a:moveTo>
                  <a:pt x="25366" y="12382"/>
                </a:moveTo>
                <a:lnTo>
                  <a:pt x="873" y="12382"/>
                </a:lnTo>
                <a:lnTo>
                  <a:pt x="0" y="0"/>
                </a:lnTo>
                <a:lnTo>
                  <a:pt x="26240" y="0"/>
                </a:lnTo>
                <a:lnTo>
                  <a:pt x="25366" y="12382"/>
                </a:lnTo>
                <a:close/>
              </a:path>
            </a:pathLst>
          </a:custGeom>
          <a:solidFill>
            <a:srgbClr val="D6E1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2753368" y="3160115"/>
            <a:ext cx="24765" cy="14604"/>
          </a:xfrm>
          <a:custGeom>
            <a:avLst/>
            <a:gdLst/>
            <a:ahLst/>
            <a:cxnLst/>
            <a:rect l="l" t="t" r="r" b="b"/>
            <a:pathLst>
              <a:path w="24764" h="14605">
                <a:moveTo>
                  <a:pt x="23473" y="14452"/>
                </a:moveTo>
                <a:lnTo>
                  <a:pt x="1019" y="14452"/>
                </a:lnTo>
                <a:lnTo>
                  <a:pt x="0" y="0"/>
                </a:lnTo>
                <a:lnTo>
                  <a:pt x="24493" y="0"/>
                </a:lnTo>
                <a:lnTo>
                  <a:pt x="23473" y="14452"/>
                </a:lnTo>
                <a:close/>
              </a:path>
            </a:pathLst>
          </a:custGeom>
          <a:solidFill>
            <a:srgbClr val="D4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2754388" y="3174568"/>
            <a:ext cx="22860" cy="10795"/>
          </a:xfrm>
          <a:custGeom>
            <a:avLst/>
            <a:gdLst/>
            <a:ahLst/>
            <a:cxnLst/>
            <a:rect l="l" t="t" r="r" b="b"/>
            <a:pathLst>
              <a:path w="22860" h="10794">
                <a:moveTo>
                  <a:pt x="21725" y="10325"/>
                </a:moveTo>
                <a:lnTo>
                  <a:pt x="728" y="10325"/>
                </a:lnTo>
                <a:lnTo>
                  <a:pt x="0" y="0"/>
                </a:lnTo>
                <a:lnTo>
                  <a:pt x="22454" y="0"/>
                </a:lnTo>
                <a:lnTo>
                  <a:pt x="21725" y="10325"/>
                </a:lnTo>
                <a:close/>
              </a:path>
            </a:pathLst>
          </a:custGeom>
          <a:solidFill>
            <a:srgbClr val="D2D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2755116" y="3184880"/>
            <a:ext cx="21590" cy="10795"/>
          </a:xfrm>
          <a:custGeom>
            <a:avLst/>
            <a:gdLst/>
            <a:ahLst/>
            <a:cxnLst/>
            <a:rect l="l" t="t" r="r" b="b"/>
            <a:pathLst>
              <a:path w="21589" h="10794">
                <a:moveTo>
                  <a:pt x="19964" y="10325"/>
                </a:moveTo>
                <a:lnTo>
                  <a:pt x="1034" y="10325"/>
                </a:lnTo>
                <a:lnTo>
                  <a:pt x="398" y="5655"/>
                </a:lnTo>
                <a:lnTo>
                  <a:pt x="0" y="0"/>
                </a:lnTo>
                <a:lnTo>
                  <a:pt x="20998" y="0"/>
                </a:lnTo>
                <a:lnTo>
                  <a:pt x="20599" y="5655"/>
                </a:lnTo>
                <a:lnTo>
                  <a:pt x="19964" y="10325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2756150" y="3195205"/>
            <a:ext cx="19050" cy="42545"/>
          </a:xfrm>
          <a:custGeom>
            <a:avLst/>
            <a:gdLst/>
            <a:ahLst/>
            <a:cxnLst/>
            <a:rect l="l" t="t" r="r" b="b"/>
            <a:pathLst>
              <a:path w="19050" h="42544">
                <a:moveTo>
                  <a:pt x="9465" y="42316"/>
                </a:moveTo>
                <a:lnTo>
                  <a:pt x="4068" y="29902"/>
                </a:lnTo>
                <a:lnTo>
                  <a:pt x="0" y="0"/>
                </a:lnTo>
                <a:lnTo>
                  <a:pt x="18930" y="0"/>
                </a:lnTo>
                <a:lnTo>
                  <a:pt x="14861" y="29902"/>
                </a:lnTo>
                <a:lnTo>
                  <a:pt x="9465" y="42316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2748470" y="2750337"/>
            <a:ext cx="34290" cy="487680"/>
          </a:xfrm>
          <a:custGeom>
            <a:avLst/>
            <a:gdLst/>
            <a:ahLst/>
            <a:cxnLst/>
            <a:rect l="l" t="t" r="r" b="b"/>
            <a:pathLst>
              <a:path w="34289" h="487680">
                <a:moveTo>
                  <a:pt x="17144" y="0"/>
                </a:moveTo>
                <a:lnTo>
                  <a:pt x="27245" y="47027"/>
                </a:lnTo>
                <a:lnTo>
                  <a:pt x="30965" y="99772"/>
                </a:lnTo>
                <a:lnTo>
                  <a:pt x="33410" y="166638"/>
                </a:lnTo>
                <a:lnTo>
                  <a:pt x="34290" y="243598"/>
                </a:lnTo>
                <a:lnTo>
                  <a:pt x="33410" y="320606"/>
                </a:lnTo>
                <a:lnTo>
                  <a:pt x="30965" y="387474"/>
                </a:lnTo>
                <a:lnTo>
                  <a:pt x="27245" y="440198"/>
                </a:lnTo>
                <a:lnTo>
                  <a:pt x="22541" y="474770"/>
                </a:lnTo>
                <a:lnTo>
                  <a:pt x="17144" y="487184"/>
                </a:lnTo>
                <a:lnTo>
                  <a:pt x="11748" y="474770"/>
                </a:lnTo>
                <a:lnTo>
                  <a:pt x="7044" y="440198"/>
                </a:lnTo>
                <a:lnTo>
                  <a:pt x="3324" y="387474"/>
                </a:lnTo>
                <a:lnTo>
                  <a:pt x="879" y="320606"/>
                </a:lnTo>
                <a:lnTo>
                  <a:pt x="0" y="243598"/>
                </a:lnTo>
                <a:lnTo>
                  <a:pt x="879" y="166638"/>
                </a:lnTo>
                <a:lnTo>
                  <a:pt x="3324" y="99772"/>
                </a:lnTo>
                <a:lnTo>
                  <a:pt x="7044" y="47027"/>
                </a:lnTo>
                <a:lnTo>
                  <a:pt x="11748" y="12427"/>
                </a:lnTo>
                <a:lnTo>
                  <a:pt x="17144" y="0"/>
                </a:lnTo>
                <a:close/>
              </a:path>
            </a:pathLst>
          </a:custGeom>
          <a:ln w="17157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2765615" y="2750337"/>
            <a:ext cx="321310" cy="487680"/>
          </a:xfrm>
          <a:custGeom>
            <a:avLst/>
            <a:gdLst/>
            <a:ahLst/>
            <a:cxnLst/>
            <a:rect l="l" t="t" r="r" b="b"/>
            <a:pathLst>
              <a:path w="321310" h="487680">
                <a:moveTo>
                  <a:pt x="0" y="0"/>
                </a:moveTo>
                <a:lnTo>
                  <a:pt x="304165" y="0"/>
                </a:lnTo>
                <a:lnTo>
                  <a:pt x="309548" y="12427"/>
                </a:lnTo>
                <a:lnTo>
                  <a:pt x="314220" y="47027"/>
                </a:lnTo>
                <a:lnTo>
                  <a:pt x="317902" y="99772"/>
                </a:lnTo>
                <a:lnTo>
                  <a:pt x="320316" y="166638"/>
                </a:lnTo>
                <a:lnTo>
                  <a:pt x="321183" y="243598"/>
                </a:lnTo>
                <a:lnTo>
                  <a:pt x="320316" y="320606"/>
                </a:lnTo>
                <a:lnTo>
                  <a:pt x="317902" y="387474"/>
                </a:lnTo>
                <a:lnTo>
                  <a:pt x="314220" y="440198"/>
                </a:lnTo>
                <a:lnTo>
                  <a:pt x="309548" y="474770"/>
                </a:lnTo>
                <a:lnTo>
                  <a:pt x="304165" y="487184"/>
                </a:lnTo>
                <a:lnTo>
                  <a:pt x="0" y="487184"/>
                </a:lnTo>
              </a:path>
            </a:pathLst>
          </a:custGeom>
          <a:ln w="17157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3156038" y="2750337"/>
            <a:ext cx="367030" cy="114935"/>
          </a:xfrm>
          <a:custGeom>
            <a:avLst/>
            <a:gdLst/>
            <a:ahLst/>
            <a:cxnLst/>
            <a:rect l="l" t="t" r="r" b="b"/>
            <a:pathLst>
              <a:path w="367029" h="114935">
                <a:moveTo>
                  <a:pt x="367016" y="114566"/>
                </a:moveTo>
                <a:lnTo>
                  <a:pt x="16562" y="114566"/>
                </a:lnTo>
                <a:lnTo>
                  <a:pt x="15945" y="99772"/>
                </a:lnTo>
                <a:lnTo>
                  <a:pt x="11681" y="47027"/>
                </a:lnTo>
                <a:lnTo>
                  <a:pt x="6261" y="12427"/>
                </a:lnTo>
                <a:lnTo>
                  <a:pt x="0" y="0"/>
                </a:lnTo>
                <a:lnTo>
                  <a:pt x="350583" y="0"/>
                </a:lnTo>
                <a:lnTo>
                  <a:pt x="356781" y="12427"/>
                </a:lnTo>
                <a:lnTo>
                  <a:pt x="362161" y="47027"/>
                </a:lnTo>
                <a:lnTo>
                  <a:pt x="366401" y="99772"/>
                </a:lnTo>
                <a:lnTo>
                  <a:pt x="367016" y="114566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3172601" y="2866967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625" y="0"/>
                </a:lnTo>
              </a:path>
            </a:pathLst>
          </a:custGeom>
          <a:ln w="4127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3172773" y="2871095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625" y="0"/>
                </a:lnTo>
              </a:path>
            </a:pathLst>
          </a:custGeom>
          <a:ln w="4127">
            <a:solidFill>
              <a:srgbClr val="B5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3172946" y="2875222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624" y="0"/>
                </a:lnTo>
              </a:path>
            </a:pathLst>
          </a:custGeom>
          <a:ln w="4127">
            <a:solidFill>
              <a:srgbClr val="B7CA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3173118" y="2879363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623" y="0"/>
                </a:lnTo>
              </a:path>
            </a:pathLst>
          </a:custGeom>
          <a:ln w="4127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3173290" y="2882461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537" y="0"/>
                </a:lnTo>
              </a:path>
            </a:pathLst>
          </a:custGeom>
          <a:ln w="3175">
            <a:solidFill>
              <a:srgbClr val="BA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3173376" y="2885547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622" y="0"/>
                </a:lnTo>
              </a:path>
            </a:pathLst>
          </a:custGeom>
          <a:ln w="4127">
            <a:solidFill>
              <a:srgbClr val="BC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3173549" y="2888646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536" y="0"/>
                </a:lnTo>
              </a:path>
            </a:pathLst>
          </a:custGeom>
          <a:ln w="3175">
            <a:solidFill>
              <a:srgbClr val="BE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3173635" y="2891745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621" y="0"/>
                </a:lnTo>
              </a:path>
            </a:pathLst>
          </a:custGeom>
          <a:ln w="4127">
            <a:solidFill>
              <a:srgbClr val="C1D2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3173807" y="2895873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621" y="0"/>
                </a:lnTo>
              </a:path>
            </a:pathLst>
          </a:custGeom>
          <a:ln w="4127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3173979" y="2900000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620" y="0"/>
                </a:lnTo>
              </a:path>
            </a:pathLst>
          </a:custGeom>
          <a:ln w="4127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3174152" y="2904127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620" y="0"/>
                </a:lnTo>
              </a:path>
            </a:pathLst>
          </a:custGeom>
          <a:ln w="4127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3174324" y="2907226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533" y="0"/>
                </a:lnTo>
              </a:path>
            </a:pathLst>
          </a:custGeom>
          <a:ln w="3175">
            <a:solidFill>
              <a:srgbClr val="C8D7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3174410" y="2910325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619" y="0"/>
                </a:lnTo>
              </a:path>
            </a:pathLst>
          </a:custGeom>
          <a:ln w="4127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3174582" y="2914453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618" y="0"/>
                </a:lnTo>
              </a:path>
            </a:pathLst>
          </a:custGeom>
          <a:ln w="4127">
            <a:solidFill>
              <a:srgbClr val="CEDC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3174755" y="2918580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512" y="0"/>
                </a:lnTo>
              </a:path>
            </a:pathLst>
          </a:custGeom>
          <a:ln w="4127">
            <a:solidFill>
              <a:srgbClr val="D0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3174822" y="2922708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9" y="0"/>
                </a:lnTo>
              </a:path>
            </a:pathLst>
          </a:custGeom>
          <a:ln w="4127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3174875" y="2926835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9" y="0"/>
                </a:lnTo>
              </a:path>
            </a:pathLst>
          </a:custGeom>
          <a:ln w="4127">
            <a:solidFill>
              <a:srgbClr val="D3DF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3174929" y="2930963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9" y="0"/>
                </a:lnTo>
              </a:path>
            </a:pathLst>
          </a:custGeom>
          <a:ln w="4127">
            <a:solidFill>
              <a:srgbClr val="D6E1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3174982" y="2935090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9" y="0"/>
                </a:lnTo>
              </a:path>
            </a:pathLst>
          </a:custGeom>
          <a:ln w="4127">
            <a:solidFill>
              <a:srgbClr val="DA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3175036" y="2939218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9" y="0"/>
                </a:lnTo>
              </a:path>
            </a:pathLst>
          </a:custGeom>
          <a:ln w="4127">
            <a:solidFill>
              <a:srgbClr val="DCE6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3175090" y="2943358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8" y="0"/>
                </a:lnTo>
              </a:path>
            </a:pathLst>
          </a:custGeom>
          <a:ln w="4127">
            <a:solidFill>
              <a:srgbClr val="DEE8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3175144" y="2947485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8" y="0"/>
                </a:lnTo>
              </a:path>
            </a:pathLst>
          </a:custGeom>
          <a:ln w="4127">
            <a:solidFill>
              <a:srgbClr val="DFE9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3175197" y="2950584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71" y="0"/>
                </a:lnTo>
              </a:path>
            </a:pathLst>
          </a:custGeom>
          <a:ln w="3175">
            <a:solidFill>
              <a:srgbClr val="E1EB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3175224" y="2953670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8" y="0"/>
                </a:lnTo>
              </a:path>
            </a:pathLst>
          </a:custGeom>
          <a:ln w="4127">
            <a:solidFill>
              <a:srgbClr val="E3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3175278" y="2956769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71" y="0"/>
                </a:lnTo>
              </a:path>
            </a:pathLst>
          </a:custGeom>
          <a:ln w="3175">
            <a:solidFill>
              <a:srgbClr val="E6EC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3175305" y="2959868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8" y="0"/>
                </a:lnTo>
              </a:path>
            </a:pathLst>
          </a:custGeom>
          <a:ln w="4127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3175358" y="2963995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8" y="0"/>
                </a:lnTo>
              </a:path>
            </a:pathLst>
          </a:custGeom>
          <a:ln w="4127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3175412" y="2968123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8" y="0"/>
                </a:lnTo>
              </a:path>
            </a:pathLst>
          </a:custGeom>
          <a:ln w="4127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3175466" y="2971222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71" y="0"/>
                </a:lnTo>
              </a:path>
            </a:pathLst>
          </a:custGeom>
          <a:ln w="3175">
            <a:solidFill>
              <a:srgbClr val="EDF4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3175492" y="2974320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7" y="0"/>
                </a:lnTo>
              </a:path>
            </a:pathLst>
          </a:custGeom>
          <a:ln w="4127">
            <a:solidFill>
              <a:srgbClr val="EFF4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3175546" y="2978448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7" y="0"/>
                </a:lnTo>
              </a:path>
            </a:pathLst>
          </a:custGeom>
          <a:ln w="4127">
            <a:solidFill>
              <a:srgbClr val="F1F6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3175600" y="2981547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71" y="0"/>
                </a:lnTo>
              </a:path>
            </a:pathLst>
          </a:custGeom>
          <a:ln w="3175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3175627" y="2984646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7" y="0"/>
                </a:lnTo>
              </a:path>
            </a:pathLst>
          </a:custGeom>
          <a:ln w="4127">
            <a:solidFill>
              <a:srgbClr val="F6F8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3175680" y="2989808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524" y="0"/>
                </a:lnTo>
              </a:path>
            </a:pathLst>
          </a:custGeom>
          <a:ln w="6197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3175707" y="2995993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7" y="0"/>
                </a:lnTo>
              </a:path>
            </a:pathLst>
          </a:custGeom>
          <a:ln w="6197">
            <a:solidFill>
              <a:srgbClr val="F1F6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3175654" y="3001155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7" y="0"/>
                </a:lnTo>
              </a:path>
            </a:pathLst>
          </a:custGeom>
          <a:ln w="4127">
            <a:solidFill>
              <a:srgbClr val="EFF5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3175600" y="3005283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7" y="0"/>
                </a:lnTo>
              </a:path>
            </a:pathLst>
          </a:custGeom>
          <a:ln w="4127">
            <a:solidFill>
              <a:srgbClr val="EDF3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3175519" y="3010446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524" y="0"/>
                </a:lnTo>
              </a:path>
            </a:pathLst>
          </a:custGeom>
          <a:ln w="6197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3175466" y="3015608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8" y="0"/>
                </a:lnTo>
              </a:path>
            </a:pathLst>
          </a:custGeom>
          <a:ln w="4127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3175385" y="3020771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525" y="0"/>
                </a:lnTo>
              </a:path>
            </a:pathLst>
          </a:custGeom>
          <a:ln w="6197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3175332" y="3025933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8" y="0"/>
                </a:lnTo>
              </a:path>
            </a:pathLst>
          </a:custGeom>
          <a:ln w="4127">
            <a:solidFill>
              <a:srgbClr val="E6ED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3175305" y="3029032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71" y="0"/>
                </a:lnTo>
              </a:path>
            </a:pathLst>
          </a:custGeom>
          <a:ln w="3175">
            <a:solidFill>
              <a:srgbClr val="E4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3175224" y="3033153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525" y="0"/>
                </a:lnTo>
              </a:path>
            </a:pathLst>
          </a:custGeom>
          <a:ln w="6197">
            <a:solidFill>
              <a:srgbClr val="E2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3175171" y="3038316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8" y="0"/>
                </a:lnTo>
              </a:path>
            </a:pathLst>
          </a:custGeom>
          <a:ln w="4127">
            <a:solidFill>
              <a:srgbClr val="E0EA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3175090" y="3043478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525" y="0"/>
                </a:lnTo>
              </a:path>
            </a:pathLst>
          </a:custGeom>
          <a:ln w="6197">
            <a:solidFill>
              <a:srgbClr val="DFE9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3175010" y="3049676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525" y="0"/>
                </a:lnTo>
              </a:path>
            </a:pathLst>
          </a:custGeom>
          <a:ln w="6197">
            <a:solidFill>
              <a:srgbClr val="DDE7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3174956" y="3054826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9" y="0"/>
                </a:lnTo>
              </a:path>
            </a:pathLst>
          </a:custGeom>
          <a:ln w="4127">
            <a:solidFill>
              <a:srgbClr val="DBE4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3174903" y="3058953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99" y="0"/>
                </a:lnTo>
              </a:path>
            </a:pathLst>
          </a:custGeom>
          <a:ln w="4127">
            <a:solidFill>
              <a:srgbClr val="D9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3174822" y="3064116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526" y="0"/>
                </a:lnTo>
              </a:path>
            </a:pathLst>
          </a:custGeom>
          <a:ln w="6197">
            <a:solidFill>
              <a:srgbClr val="D6E2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3174800" y="3068954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46" y="0"/>
                </a:lnTo>
              </a:path>
            </a:pathLst>
          </a:custGeom>
          <a:ln w="3810">
            <a:solidFill>
              <a:srgbClr val="D4E0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3174724" y="3072129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46" y="0"/>
                </a:lnTo>
              </a:path>
            </a:pathLst>
          </a:custGeom>
          <a:ln w="3175">
            <a:solidFill>
              <a:srgbClr val="D4E0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3174499" y="3075476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618" y="0"/>
                </a:lnTo>
              </a:path>
            </a:pathLst>
          </a:custGeom>
          <a:ln w="4127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/>
          <p:nvPr/>
        </p:nvSpPr>
        <p:spPr>
          <a:xfrm>
            <a:off x="3174326" y="3079603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619" y="0"/>
                </a:lnTo>
              </a:path>
            </a:pathLst>
          </a:custGeom>
          <a:ln w="4127">
            <a:solidFill>
              <a:srgbClr val="D1DE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3174068" y="3084766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706" y="0"/>
                </a:lnTo>
              </a:path>
            </a:pathLst>
          </a:custGeom>
          <a:ln w="6197">
            <a:solidFill>
              <a:srgbClr val="CF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6" name="object 256"/>
          <p:cNvSpPr/>
          <p:nvPr/>
        </p:nvSpPr>
        <p:spPr>
          <a:xfrm>
            <a:off x="3173895" y="3089929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620" y="0"/>
                </a:lnTo>
              </a:path>
            </a:pathLst>
          </a:custGeom>
          <a:ln w="4127">
            <a:solidFill>
              <a:srgbClr val="CDD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/>
          <p:nvPr/>
        </p:nvSpPr>
        <p:spPr>
          <a:xfrm>
            <a:off x="3173637" y="3095091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707" y="0"/>
                </a:lnTo>
              </a:path>
            </a:pathLst>
          </a:custGeom>
          <a:ln w="6197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/>
          <p:nvPr/>
        </p:nvSpPr>
        <p:spPr>
          <a:xfrm>
            <a:off x="3173379" y="3101276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708" y="0"/>
                </a:lnTo>
              </a:path>
            </a:pathLst>
          </a:custGeom>
          <a:ln w="6197">
            <a:solidFill>
              <a:srgbClr val="C8D9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/>
          <p:nvPr/>
        </p:nvSpPr>
        <p:spPr>
          <a:xfrm>
            <a:off x="3172948" y="3109537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882" y="0"/>
                </a:lnTo>
              </a:path>
            </a:pathLst>
          </a:custGeom>
          <a:ln w="10325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/>
          <p:nvPr/>
        </p:nvSpPr>
        <p:spPr>
          <a:xfrm>
            <a:off x="3172604" y="3118827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797" y="0"/>
                </a:lnTo>
              </a:path>
            </a:pathLst>
          </a:custGeom>
          <a:ln w="8255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/>
          <p:nvPr/>
        </p:nvSpPr>
        <p:spPr>
          <a:xfrm>
            <a:off x="3172345" y="3126054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712" y="0"/>
                </a:lnTo>
              </a:path>
            </a:pathLst>
          </a:custGeom>
          <a:ln w="6197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3172086" y="3132251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713" y="0"/>
                </a:lnTo>
              </a:path>
            </a:pathLst>
          </a:custGeom>
          <a:ln w="6197">
            <a:solidFill>
              <a:srgbClr val="C1D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3172022" y="3136900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56" y="0"/>
                </a:lnTo>
              </a:path>
            </a:pathLst>
          </a:custGeom>
          <a:ln w="3175">
            <a:solidFill>
              <a:srgbClr val="C0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3171801" y="3140075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57" y="0"/>
                </a:lnTo>
              </a:path>
            </a:pathLst>
          </a:custGeom>
          <a:ln w="3809">
            <a:solidFill>
              <a:srgbClr val="C0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3171015" y="3145663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1125" y="0"/>
                </a:lnTo>
              </a:path>
            </a:pathLst>
          </a:custGeom>
          <a:ln w="8254">
            <a:solidFill>
              <a:srgbClr val="BD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3170514" y="3152889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962" y="0"/>
                </a:lnTo>
              </a:path>
            </a:pathLst>
          </a:custGeom>
          <a:ln w="6197">
            <a:solidFill>
              <a:srgbClr val="BBCF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7" name="object 267"/>
          <p:cNvSpPr/>
          <p:nvPr/>
        </p:nvSpPr>
        <p:spPr>
          <a:xfrm>
            <a:off x="3169846" y="3160115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1131" y="0"/>
                </a:lnTo>
              </a:path>
            </a:pathLst>
          </a:custGeom>
          <a:ln w="8255">
            <a:solidFill>
              <a:srgbClr val="B9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8" name="object 268"/>
          <p:cNvSpPr/>
          <p:nvPr/>
        </p:nvSpPr>
        <p:spPr>
          <a:xfrm>
            <a:off x="3169011" y="3169405"/>
            <a:ext cx="351790" cy="0"/>
          </a:xfrm>
          <a:custGeom>
            <a:avLst/>
            <a:gdLst/>
            <a:ahLst/>
            <a:cxnLst/>
            <a:rect l="l" t="t" r="r" b="b"/>
            <a:pathLst>
              <a:path w="351789" h="0">
                <a:moveTo>
                  <a:pt x="0" y="0"/>
                </a:moveTo>
                <a:lnTo>
                  <a:pt x="351302" y="0"/>
                </a:lnTo>
              </a:path>
            </a:pathLst>
          </a:custGeom>
          <a:ln w="10325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/>
          <p:nvPr/>
        </p:nvSpPr>
        <p:spPr>
          <a:xfrm>
            <a:off x="3168510" y="3177667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0973" y="0"/>
                </a:lnTo>
              </a:path>
            </a:pathLst>
          </a:custGeom>
          <a:ln w="6197">
            <a:solidFill>
              <a:srgbClr val="B6C9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0" name="object 270"/>
          <p:cNvSpPr/>
          <p:nvPr/>
        </p:nvSpPr>
        <p:spPr>
          <a:xfrm>
            <a:off x="3167844" y="3184880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 h="0">
                <a:moveTo>
                  <a:pt x="0" y="0"/>
                </a:moveTo>
                <a:lnTo>
                  <a:pt x="351142" y="0"/>
                </a:lnTo>
              </a:path>
            </a:pathLst>
          </a:custGeom>
          <a:ln w="8255">
            <a:solidFill>
              <a:srgbClr val="B4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/>
          <p:nvPr/>
        </p:nvSpPr>
        <p:spPr>
          <a:xfrm>
            <a:off x="3167795" y="3189604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79" y="0"/>
                </a:lnTo>
              </a:path>
            </a:pathLst>
          </a:custGeom>
          <a:ln w="3175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2" name="object 272"/>
          <p:cNvSpPr/>
          <p:nvPr/>
        </p:nvSpPr>
        <p:spPr>
          <a:xfrm>
            <a:off x="3167169" y="3194050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50483" y="0"/>
                </a:lnTo>
              </a:path>
            </a:pathLst>
          </a:custGeom>
          <a:ln w="7619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3" name="object 273"/>
          <p:cNvSpPr/>
          <p:nvPr/>
        </p:nvSpPr>
        <p:spPr>
          <a:xfrm>
            <a:off x="3156038" y="3197275"/>
            <a:ext cx="361315" cy="40640"/>
          </a:xfrm>
          <a:custGeom>
            <a:avLst/>
            <a:gdLst/>
            <a:ahLst/>
            <a:cxnLst/>
            <a:rect l="l" t="t" r="r" b="b"/>
            <a:pathLst>
              <a:path w="361314" h="40639">
                <a:moveTo>
                  <a:pt x="350583" y="40246"/>
                </a:moveTo>
                <a:lnTo>
                  <a:pt x="0" y="40246"/>
                </a:lnTo>
                <a:lnTo>
                  <a:pt x="6261" y="27831"/>
                </a:lnTo>
                <a:lnTo>
                  <a:pt x="10624" y="0"/>
                </a:lnTo>
                <a:lnTo>
                  <a:pt x="361112" y="0"/>
                </a:lnTo>
                <a:lnTo>
                  <a:pt x="356781" y="27831"/>
                </a:lnTo>
                <a:lnTo>
                  <a:pt x="350583" y="40246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4" name="object 274"/>
          <p:cNvSpPr/>
          <p:nvPr/>
        </p:nvSpPr>
        <p:spPr>
          <a:xfrm>
            <a:off x="3139429" y="2750337"/>
            <a:ext cx="33655" cy="116839"/>
          </a:xfrm>
          <a:custGeom>
            <a:avLst/>
            <a:gdLst/>
            <a:ahLst/>
            <a:cxnLst/>
            <a:rect l="l" t="t" r="r" b="b"/>
            <a:pathLst>
              <a:path w="33655" h="116839">
                <a:moveTo>
                  <a:pt x="33257" y="116624"/>
                </a:moveTo>
                <a:lnTo>
                  <a:pt x="0" y="116624"/>
                </a:lnTo>
                <a:lnTo>
                  <a:pt x="708" y="99772"/>
                </a:lnTo>
                <a:lnTo>
                  <a:pt x="4986" y="47027"/>
                </a:lnTo>
                <a:lnTo>
                  <a:pt x="10397" y="12427"/>
                </a:lnTo>
                <a:lnTo>
                  <a:pt x="16609" y="0"/>
                </a:lnTo>
                <a:lnTo>
                  <a:pt x="22870" y="12427"/>
                </a:lnTo>
                <a:lnTo>
                  <a:pt x="28290" y="47027"/>
                </a:lnTo>
                <a:lnTo>
                  <a:pt x="32554" y="99772"/>
                </a:lnTo>
                <a:lnTo>
                  <a:pt x="33257" y="116624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3139168" y="2866974"/>
            <a:ext cx="34290" cy="6350"/>
          </a:xfrm>
          <a:custGeom>
            <a:avLst/>
            <a:gdLst/>
            <a:ahLst/>
            <a:cxnLst/>
            <a:rect l="l" t="t" r="r" b="b"/>
            <a:pathLst>
              <a:path w="34289" h="6350">
                <a:moveTo>
                  <a:pt x="33777" y="6197"/>
                </a:moveTo>
                <a:lnTo>
                  <a:pt x="0" y="6197"/>
                </a:lnTo>
                <a:lnTo>
                  <a:pt x="260" y="0"/>
                </a:lnTo>
                <a:lnTo>
                  <a:pt x="33519" y="0"/>
                </a:lnTo>
                <a:lnTo>
                  <a:pt x="33777" y="6197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3138908" y="2873159"/>
            <a:ext cx="34290" cy="6350"/>
          </a:xfrm>
          <a:custGeom>
            <a:avLst/>
            <a:gdLst/>
            <a:ahLst/>
            <a:cxnLst/>
            <a:rect l="l" t="t" r="r" b="b"/>
            <a:pathLst>
              <a:path w="34289" h="6350">
                <a:moveTo>
                  <a:pt x="34295" y="6197"/>
                </a:moveTo>
                <a:lnTo>
                  <a:pt x="0" y="6197"/>
                </a:lnTo>
                <a:lnTo>
                  <a:pt x="260" y="0"/>
                </a:lnTo>
                <a:lnTo>
                  <a:pt x="34037" y="0"/>
                </a:lnTo>
                <a:lnTo>
                  <a:pt x="34295" y="6197"/>
                </a:lnTo>
                <a:close/>
              </a:path>
            </a:pathLst>
          </a:custGeom>
          <a:solidFill>
            <a:srgbClr val="D3DF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/>
          <p:nvPr/>
        </p:nvSpPr>
        <p:spPr>
          <a:xfrm>
            <a:off x="3138735" y="2879356"/>
            <a:ext cx="34925" cy="4445"/>
          </a:xfrm>
          <a:custGeom>
            <a:avLst/>
            <a:gdLst/>
            <a:ahLst/>
            <a:cxnLst/>
            <a:rect l="l" t="t" r="r" b="b"/>
            <a:pathLst>
              <a:path w="34925" h="4444">
                <a:moveTo>
                  <a:pt x="0" y="4127"/>
                </a:moveTo>
                <a:lnTo>
                  <a:pt x="173" y="0"/>
                </a:lnTo>
                <a:lnTo>
                  <a:pt x="34469" y="0"/>
                </a:lnTo>
                <a:lnTo>
                  <a:pt x="34641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5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8" name="object 278"/>
          <p:cNvSpPr/>
          <p:nvPr/>
        </p:nvSpPr>
        <p:spPr>
          <a:xfrm>
            <a:off x="3138474" y="2883484"/>
            <a:ext cx="35560" cy="6350"/>
          </a:xfrm>
          <a:custGeom>
            <a:avLst/>
            <a:gdLst/>
            <a:ahLst/>
            <a:cxnLst/>
            <a:rect l="l" t="t" r="r" b="b"/>
            <a:pathLst>
              <a:path w="35560" h="6350">
                <a:moveTo>
                  <a:pt x="35160" y="6197"/>
                </a:moveTo>
                <a:lnTo>
                  <a:pt x="0" y="6197"/>
                </a:lnTo>
                <a:lnTo>
                  <a:pt x="260" y="0"/>
                </a:lnTo>
                <a:lnTo>
                  <a:pt x="34902" y="0"/>
                </a:lnTo>
                <a:lnTo>
                  <a:pt x="35160" y="6197"/>
                </a:lnTo>
                <a:close/>
              </a:path>
            </a:pathLst>
          </a:custGeom>
          <a:solidFill>
            <a:srgbClr val="D7E2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9" name="object 279"/>
          <p:cNvSpPr/>
          <p:nvPr/>
        </p:nvSpPr>
        <p:spPr>
          <a:xfrm>
            <a:off x="3138214" y="2889681"/>
            <a:ext cx="36195" cy="6350"/>
          </a:xfrm>
          <a:custGeom>
            <a:avLst/>
            <a:gdLst/>
            <a:ahLst/>
            <a:cxnLst/>
            <a:rect l="l" t="t" r="r" b="b"/>
            <a:pathLst>
              <a:path w="36194" h="6350">
                <a:moveTo>
                  <a:pt x="35680" y="6197"/>
                </a:moveTo>
                <a:lnTo>
                  <a:pt x="0" y="6197"/>
                </a:lnTo>
                <a:lnTo>
                  <a:pt x="260" y="0"/>
                </a:lnTo>
                <a:lnTo>
                  <a:pt x="35421" y="0"/>
                </a:lnTo>
                <a:lnTo>
                  <a:pt x="35680" y="6197"/>
                </a:lnTo>
                <a:close/>
              </a:path>
            </a:pathLst>
          </a:custGeom>
          <a:solidFill>
            <a:srgbClr val="DA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0" name="object 280"/>
          <p:cNvSpPr/>
          <p:nvPr/>
        </p:nvSpPr>
        <p:spPr>
          <a:xfrm>
            <a:off x="3137954" y="2895866"/>
            <a:ext cx="36195" cy="6350"/>
          </a:xfrm>
          <a:custGeom>
            <a:avLst/>
            <a:gdLst/>
            <a:ahLst/>
            <a:cxnLst/>
            <a:rect l="l" t="t" r="r" b="b"/>
            <a:pathLst>
              <a:path w="36194" h="6350">
                <a:moveTo>
                  <a:pt x="36198" y="6197"/>
                </a:moveTo>
                <a:lnTo>
                  <a:pt x="0" y="6197"/>
                </a:lnTo>
                <a:lnTo>
                  <a:pt x="260" y="0"/>
                </a:lnTo>
                <a:lnTo>
                  <a:pt x="35939" y="0"/>
                </a:lnTo>
                <a:lnTo>
                  <a:pt x="36198" y="6197"/>
                </a:lnTo>
                <a:close/>
              </a:path>
            </a:pathLst>
          </a:custGeom>
          <a:solidFill>
            <a:srgbClr val="DC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/>
          <p:nvPr/>
        </p:nvSpPr>
        <p:spPr>
          <a:xfrm>
            <a:off x="3137693" y="2902064"/>
            <a:ext cx="36830" cy="6350"/>
          </a:xfrm>
          <a:custGeom>
            <a:avLst/>
            <a:gdLst/>
            <a:ahLst/>
            <a:cxnLst/>
            <a:rect l="l" t="t" r="r" b="b"/>
            <a:pathLst>
              <a:path w="36830" h="6350">
                <a:moveTo>
                  <a:pt x="36717" y="6197"/>
                </a:moveTo>
                <a:lnTo>
                  <a:pt x="0" y="6197"/>
                </a:lnTo>
                <a:lnTo>
                  <a:pt x="260" y="0"/>
                </a:lnTo>
                <a:lnTo>
                  <a:pt x="36458" y="0"/>
                </a:lnTo>
                <a:lnTo>
                  <a:pt x="36717" y="6197"/>
                </a:lnTo>
                <a:close/>
              </a:path>
            </a:pathLst>
          </a:custGeom>
          <a:solidFill>
            <a:srgbClr val="DEE7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2" name="object 282"/>
          <p:cNvSpPr/>
          <p:nvPr/>
        </p:nvSpPr>
        <p:spPr>
          <a:xfrm>
            <a:off x="3137519" y="2908261"/>
            <a:ext cx="37465" cy="4445"/>
          </a:xfrm>
          <a:custGeom>
            <a:avLst/>
            <a:gdLst/>
            <a:ahLst/>
            <a:cxnLst/>
            <a:rect l="l" t="t" r="r" b="b"/>
            <a:pathLst>
              <a:path w="37464" h="4444">
                <a:moveTo>
                  <a:pt x="0" y="4127"/>
                </a:moveTo>
                <a:lnTo>
                  <a:pt x="173" y="0"/>
                </a:lnTo>
                <a:lnTo>
                  <a:pt x="36890" y="0"/>
                </a:lnTo>
                <a:lnTo>
                  <a:pt x="37063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/>
          <p:nvPr/>
        </p:nvSpPr>
        <p:spPr>
          <a:xfrm>
            <a:off x="3137305" y="2912389"/>
            <a:ext cx="38100" cy="6350"/>
          </a:xfrm>
          <a:custGeom>
            <a:avLst/>
            <a:gdLst/>
            <a:ahLst/>
            <a:cxnLst/>
            <a:rect l="l" t="t" r="r" b="b"/>
            <a:pathLst>
              <a:path w="38100" h="6350">
                <a:moveTo>
                  <a:pt x="37489" y="6197"/>
                </a:moveTo>
                <a:lnTo>
                  <a:pt x="0" y="6197"/>
                </a:lnTo>
                <a:lnTo>
                  <a:pt x="21" y="4586"/>
                </a:lnTo>
                <a:lnTo>
                  <a:pt x="214" y="0"/>
                </a:lnTo>
                <a:lnTo>
                  <a:pt x="37277" y="0"/>
                </a:lnTo>
                <a:lnTo>
                  <a:pt x="37468" y="4586"/>
                </a:lnTo>
                <a:lnTo>
                  <a:pt x="37489" y="6197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4" name="object 284"/>
          <p:cNvSpPr/>
          <p:nvPr/>
        </p:nvSpPr>
        <p:spPr>
          <a:xfrm>
            <a:off x="3137224" y="2918586"/>
            <a:ext cx="38100" cy="6350"/>
          </a:xfrm>
          <a:custGeom>
            <a:avLst/>
            <a:gdLst/>
            <a:ahLst/>
            <a:cxnLst/>
            <a:rect l="l" t="t" r="r" b="b"/>
            <a:pathLst>
              <a:path w="38100" h="6350">
                <a:moveTo>
                  <a:pt x="0" y="6197"/>
                </a:moveTo>
                <a:lnTo>
                  <a:pt x="81" y="0"/>
                </a:lnTo>
                <a:lnTo>
                  <a:pt x="37570" y="0"/>
                </a:lnTo>
                <a:lnTo>
                  <a:pt x="37651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5" name="object 285"/>
          <p:cNvSpPr/>
          <p:nvPr/>
        </p:nvSpPr>
        <p:spPr>
          <a:xfrm>
            <a:off x="3137143" y="2924771"/>
            <a:ext cx="38100" cy="6350"/>
          </a:xfrm>
          <a:custGeom>
            <a:avLst/>
            <a:gdLst/>
            <a:ahLst/>
            <a:cxnLst/>
            <a:rect l="l" t="t" r="r" b="b"/>
            <a:pathLst>
              <a:path w="38100" h="6350">
                <a:moveTo>
                  <a:pt x="0" y="6197"/>
                </a:moveTo>
                <a:lnTo>
                  <a:pt x="81" y="0"/>
                </a:lnTo>
                <a:lnTo>
                  <a:pt x="37732" y="0"/>
                </a:lnTo>
                <a:lnTo>
                  <a:pt x="37813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6EC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6" name="object 286"/>
          <p:cNvSpPr/>
          <p:nvPr/>
        </p:nvSpPr>
        <p:spPr>
          <a:xfrm>
            <a:off x="3137088" y="2930969"/>
            <a:ext cx="38100" cy="4445"/>
          </a:xfrm>
          <a:custGeom>
            <a:avLst/>
            <a:gdLst/>
            <a:ahLst/>
            <a:cxnLst/>
            <a:rect l="l" t="t" r="r" b="b"/>
            <a:pathLst>
              <a:path w="38100" h="4444">
                <a:moveTo>
                  <a:pt x="0" y="4127"/>
                </a:moveTo>
                <a:lnTo>
                  <a:pt x="54" y="0"/>
                </a:lnTo>
                <a:lnTo>
                  <a:pt x="37867" y="0"/>
                </a:lnTo>
                <a:lnTo>
                  <a:pt x="37920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7" name="object 287"/>
          <p:cNvSpPr/>
          <p:nvPr/>
        </p:nvSpPr>
        <p:spPr>
          <a:xfrm>
            <a:off x="3137007" y="2935097"/>
            <a:ext cx="38100" cy="6350"/>
          </a:xfrm>
          <a:custGeom>
            <a:avLst/>
            <a:gdLst/>
            <a:ahLst/>
            <a:cxnLst/>
            <a:rect l="l" t="t" r="r" b="b"/>
            <a:pathLst>
              <a:path w="38100" h="6350">
                <a:moveTo>
                  <a:pt x="0" y="6197"/>
                </a:moveTo>
                <a:lnTo>
                  <a:pt x="81" y="0"/>
                </a:lnTo>
                <a:lnTo>
                  <a:pt x="38002" y="0"/>
                </a:lnTo>
                <a:lnTo>
                  <a:pt x="38082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8" name="object 288"/>
          <p:cNvSpPr/>
          <p:nvPr/>
        </p:nvSpPr>
        <p:spPr>
          <a:xfrm>
            <a:off x="3136925" y="2941294"/>
            <a:ext cx="38735" cy="6350"/>
          </a:xfrm>
          <a:custGeom>
            <a:avLst/>
            <a:gdLst/>
            <a:ahLst/>
            <a:cxnLst/>
            <a:rect l="l" t="t" r="r" b="b"/>
            <a:pathLst>
              <a:path w="38735" h="6350">
                <a:moveTo>
                  <a:pt x="0" y="6197"/>
                </a:moveTo>
                <a:lnTo>
                  <a:pt x="81" y="0"/>
                </a:lnTo>
                <a:lnTo>
                  <a:pt x="38164" y="0"/>
                </a:lnTo>
                <a:lnTo>
                  <a:pt x="38244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9" name="object 289"/>
          <p:cNvSpPr/>
          <p:nvPr/>
        </p:nvSpPr>
        <p:spPr>
          <a:xfrm>
            <a:off x="3136844" y="2947479"/>
            <a:ext cx="38735" cy="6350"/>
          </a:xfrm>
          <a:custGeom>
            <a:avLst/>
            <a:gdLst/>
            <a:ahLst/>
            <a:cxnLst/>
            <a:rect l="l" t="t" r="r" b="b"/>
            <a:pathLst>
              <a:path w="38735" h="6350">
                <a:moveTo>
                  <a:pt x="0" y="6197"/>
                </a:moveTo>
                <a:lnTo>
                  <a:pt x="81" y="0"/>
                </a:lnTo>
                <a:lnTo>
                  <a:pt x="38326" y="0"/>
                </a:lnTo>
                <a:lnTo>
                  <a:pt x="38406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D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0" name="object 290"/>
          <p:cNvSpPr/>
          <p:nvPr/>
        </p:nvSpPr>
        <p:spPr>
          <a:xfrm>
            <a:off x="3136790" y="2953677"/>
            <a:ext cx="38735" cy="4445"/>
          </a:xfrm>
          <a:custGeom>
            <a:avLst/>
            <a:gdLst/>
            <a:ahLst/>
            <a:cxnLst/>
            <a:rect l="l" t="t" r="r" b="b"/>
            <a:pathLst>
              <a:path w="38735" h="4444">
                <a:moveTo>
                  <a:pt x="0" y="4127"/>
                </a:moveTo>
                <a:lnTo>
                  <a:pt x="54" y="0"/>
                </a:lnTo>
                <a:lnTo>
                  <a:pt x="38460" y="0"/>
                </a:lnTo>
                <a:lnTo>
                  <a:pt x="38514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1" name="object 291"/>
          <p:cNvSpPr/>
          <p:nvPr/>
        </p:nvSpPr>
        <p:spPr>
          <a:xfrm>
            <a:off x="3136709" y="2957804"/>
            <a:ext cx="38735" cy="6350"/>
          </a:xfrm>
          <a:custGeom>
            <a:avLst/>
            <a:gdLst/>
            <a:ahLst/>
            <a:cxnLst/>
            <a:rect l="l" t="t" r="r" b="b"/>
            <a:pathLst>
              <a:path w="38735" h="6350">
                <a:moveTo>
                  <a:pt x="0" y="6197"/>
                </a:moveTo>
                <a:lnTo>
                  <a:pt x="81" y="0"/>
                </a:lnTo>
                <a:lnTo>
                  <a:pt x="38595" y="0"/>
                </a:lnTo>
                <a:lnTo>
                  <a:pt x="38676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2" name="object 292"/>
          <p:cNvSpPr/>
          <p:nvPr/>
        </p:nvSpPr>
        <p:spPr>
          <a:xfrm>
            <a:off x="3136627" y="2964002"/>
            <a:ext cx="39370" cy="6350"/>
          </a:xfrm>
          <a:custGeom>
            <a:avLst/>
            <a:gdLst/>
            <a:ahLst/>
            <a:cxnLst/>
            <a:rect l="l" t="t" r="r" b="b"/>
            <a:pathLst>
              <a:path w="39369" h="6350">
                <a:moveTo>
                  <a:pt x="0" y="6197"/>
                </a:moveTo>
                <a:lnTo>
                  <a:pt x="81" y="0"/>
                </a:lnTo>
                <a:lnTo>
                  <a:pt x="38757" y="0"/>
                </a:lnTo>
                <a:lnTo>
                  <a:pt x="38838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3" name="object 293"/>
          <p:cNvSpPr/>
          <p:nvPr/>
        </p:nvSpPr>
        <p:spPr>
          <a:xfrm>
            <a:off x="3136573" y="2970187"/>
            <a:ext cx="39370" cy="4445"/>
          </a:xfrm>
          <a:custGeom>
            <a:avLst/>
            <a:gdLst/>
            <a:ahLst/>
            <a:cxnLst/>
            <a:rect l="l" t="t" r="r" b="b"/>
            <a:pathLst>
              <a:path w="39369" h="4444">
                <a:moveTo>
                  <a:pt x="0" y="4127"/>
                </a:moveTo>
                <a:lnTo>
                  <a:pt x="54" y="0"/>
                </a:lnTo>
                <a:lnTo>
                  <a:pt x="38892" y="0"/>
                </a:lnTo>
                <a:lnTo>
                  <a:pt x="38946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4" name="object 294"/>
          <p:cNvSpPr/>
          <p:nvPr/>
        </p:nvSpPr>
        <p:spPr>
          <a:xfrm>
            <a:off x="3136492" y="2974314"/>
            <a:ext cx="39370" cy="6350"/>
          </a:xfrm>
          <a:custGeom>
            <a:avLst/>
            <a:gdLst/>
            <a:ahLst/>
            <a:cxnLst/>
            <a:rect l="l" t="t" r="r" b="b"/>
            <a:pathLst>
              <a:path w="39369" h="6350">
                <a:moveTo>
                  <a:pt x="0" y="6197"/>
                </a:moveTo>
                <a:lnTo>
                  <a:pt x="81" y="0"/>
                </a:lnTo>
                <a:lnTo>
                  <a:pt x="39027" y="0"/>
                </a:lnTo>
                <a:lnTo>
                  <a:pt x="39108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5" name="object 295"/>
          <p:cNvSpPr/>
          <p:nvPr/>
        </p:nvSpPr>
        <p:spPr>
          <a:xfrm>
            <a:off x="3136315" y="2980512"/>
            <a:ext cx="40005" cy="14604"/>
          </a:xfrm>
          <a:custGeom>
            <a:avLst/>
            <a:gdLst/>
            <a:ahLst/>
            <a:cxnLst/>
            <a:rect l="l" t="t" r="r" b="b"/>
            <a:pathLst>
              <a:path w="40005" h="14605">
                <a:moveTo>
                  <a:pt x="39445" y="14452"/>
                </a:moveTo>
                <a:lnTo>
                  <a:pt x="13" y="14452"/>
                </a:lnTo>
                <a:lnTo>
                  <a:pt x="0" y="13423"/>
                </a:lnTo>
                <a:lnTo>
                  <a:pt x="176" y="0"/>
                </a:lnTo>
                <a:lnTo>
                  <a:pt x="39284" y="0"/>
                </a:lnTo>
                <a:lnTo>
                  <a:pt x="39458" y="13423"/>
                </a:lnTo>
                <a:lnTo>
                  <a:pt x="39445" y="14452"/>
                </a:lnTo>
                <a:close/>
              </a:path>
            </a:pathLst>
          </a:custGeom>
          <a:solidFill>
            <a:srgbClr val="F8F9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6" name="object 296"/>
          <p:cNvSpPr/>
          <p:nvPr/>
        </p:nvSpPr>
        <p:spPr>
          <a:xfrm>
            <a:off x="3136329" y="2994964"/>
            <a:ext cx="40005" cy="8255"/>
          </a:xfrm>
          <a:custGeom>
            <a:avLst/>
            <a:gdLst/>
            <a:ahLst/>
            <a:cxnLst/>
            <a:rect l="l" t="t" r="r" b="b"/>
            <a:pathLst>
              <a:path w="40005" h="8255">
                <a:moveTo>
                  <a:pt x="108" y="8255"/>
                </a:moveTo>
                <a:lnTo>
                  <a:pt x="0" y="0"/>
                </a:lnTo>
                <a:lnTo>
                  <a:pt x="39432" y="0"/>
                </a:lnTo>
                <a:lnTo>
                  <a:pt x="39324" y="8255"/>
                </a:lnTo>
                <a:lnTo>
                  <a:pt x="108" y="8255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7" name="object 297"/>
          <p:cNvSpPr/>
          <p:nvPr/>
        </p:nvSpPr>
        <p:spPr>
          <a:xfrm>
            <a:off x="3136437" y="3003219"/>
            <a:ext cx="39370" cy="6350"/>
          </a:xfrm>
          <a:custGeom>
            <a:avLst/>
            <a:gdLst/>
            <a:ahLst/>
            <a:cxnLst/>
            <a:rect l="l" t="t" r="r" b="b"/>
            <a:pathLst>
              <a:path w="39369" h="6350">
                <a:moveTo>
                  <a:pt x="81" y="6197"/>
                </a:moveTo>
                <a:lnTo>
                  <a:pt x="0" y="0"/>
                </a:lnTo>
                <a:lnTo>
                  <a:pt x="39216" y="0"/>
                </a:lnTo>
                <a:lnTo>
                  <a:pt x="39135" y="6197"/>
                </a:lnTo>
                <a:lnTo>
                  <a:pt x="81" y="6197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8" name="object 298"/>
          <p:cNvSpPr/>
          <p:nvPr/>
        </p:nvSpPr>
        <p:spPr>
          <a:xfrm>
            <a:off x="3136519" y="3009417"/>
            <a:ext cx="39370" cy="6350"/>
          </a:xfrm>
          <a:custGeom>
            <a:avLst/>
            <a:gdLst/>
            <a:ahLst/>
            <a:cxnLst/>
            <a:rect l="l" t="t" r="r" b="b"/>
            <a:pathLst>
              <a:path w="39369" h="6350">
                <a:moveTo>
                  <a:pt x="81" y="6197"/>
                </a:moveTo>
                <a:lnTo>
                  <a:pt x="0" y="0"/>
                </a:lnTo>
                <a:lnTo>
                  <a:pt x="39054" y="0"/>
                </a:lnTo>
                <a:lnTo>
                  <a:pt x="38973" y="6197"/>
                </a:lnTo>
                <a:lnTo>
                  <a:pt x="81" y="6197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/>
          <p:nvPr/>
        </p:nvSpPr>
        <p:spPr>
          <a:xfrm>
            <a:off x="3136600" y="3015602"/>
            <a:ext cx="39370" cy="8255"/>
          </a:xfrm>
          <a:custGeom>
            <a:avLst/>
            <a:gdLst/>
            <a:ahLst/>
            <a:cxnLst/>
            <a:rect l="l" t="t" r="r" b="b"/>
            <a:pathLst>
              <a:path w="39369" h="8255">
                <a:moveTo>
                  <a:pt x="108" y="8255"/>
                </a:moveTo>
                <a:lnTo>
                  <a:pt x="0" y="0"/>
                </a:lnTo>
                <a:lnTo>
                  <a:pt x="38892" y="0"/>
                </a:lnTo>
                <a:lnTo>
                  <a:pt x="38785" y="8255"/>
                </a:lnTo>
                <a:lnTo>
                  <a:pt x="108" y="8255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0" name="object 300"/>
          <p:cNvSpPr/>
          <p:nvPr/>
        </p:nvSpPr>
        <p:spPr>
          <a:xfrm>
            <a:off x="3136708" y="3023870"/>
            <a:ext cx="38735" cy="6350"/>
          </a:xfrm>
          <a:custGeom>
            <a:avLst/>
            <a:gdLst/>
            <a:ahLst/>
            <a:cxnLst/>
            <a:rect l="l" t="t" r="r" b="b"/>
            <a:pathLst>
              <a:path w="38735" h="6350">
                <a:moveTo>
                  <a:pt x="81" y="6197"/>
                </a:moveTo>
                <a:lnTo>
                  <a:pt x="0" y="0"/>
                </a:lnTo>
                <a:lnTo>
                  <a:pt x="38676" y="0"/>
                </a:lnTo>
                <a:lnTo>
                  <a:pt x="38596" y="6197"/>
                </a:lnTo>
                <a:lnTo>
                  <a:pt x="81" y="6197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1" name="object 301"/>
          <p:cNvSpPr/>
          <p:nvPr/>
        </p:nvSpPr>
        <p:spPr>
          <a:xfrm>
            <a:off x="3136790" y="3030054"/>
            <a:ext cx="38735" cy="10795"/>
          </a:xfrm>
          <a:custGeom>
            <a:avLst/>
            <a:gdLst/>
            <a:ahLst/>
            <a:cxnLst/>
            <a:rect l="l" t="t" r="r" b="b"/>
            <a:pathLst>
              <a:path w="38735" h="10794">
                <a:moveTo>
                  <a:pt x="135" y="10325"/>
                </a:moveTo>
                <a:lnTo>
                  <a:pt x="0" y="0"/>
                </a:lnTo>
                <a:lnTo>
                  <a:pt x="38515" y="0"/>
                </a:lnTo>
                <a:lnTo>
                  <a:pt x="38381" y="10325"/>
                </a:lnTo>
                <a:lnTo>
                  <a:pt x="135" y="10325"/>
                </a:lnTo>
                <a:close/>
              </a:path>
            </a:pathLst>
          </a:custGeom>
          <a:solidFill>
            <a:srgbClr val="EDF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2" name="object 302"/>
          <p:cNvSpPr/>
          <p:nvPr/>
        </p:nvSpPr>
        <p:spPr>
          <a:xfrm>
            <a:off x="3136925" y="3040379"/>
            <a:ext cx="38735" cy="8255"/>
          </a:xfrm>
          <a:custGeom>
            <a:avLst/>
            <a:gdLst/>
            <a:ahLst/>
            <a:cxnLst/>
            <a:rect l="l" t="t" r="r" b="b"/>
            <a:pathLst>
              <a:path w="38735" h="8255">
                <a:moveTo>
                  <a:pt x="108" y="8255"/>
                </a:moveTo>
                <a:lnTo>
                  <a:pt x="0" y="0"/>
                </a:lnTo>
                <a:lnTo>
                  <a:pt x="38245" y="0"/>
                </a:lnTo>
                <a:lnTo>
                  <a:pt x="38138" y="8255"/>
                </a:lnTo>
                <a:lnTo>
                  <a:pt x="108" y="8255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3" name="object 303"/>
          <p:cNvSpPr/>
          <p:nvPr/>
        </p:nvSpPr>
        <p:spPr>
          <a:xfrm>
            <a:off x="3137034" y="3048635"/>
            <a:ext cx="38100" cy="8255"/>
          </a:xfrm>
          <a:custGeom>
            <a:avLst/>
            <a:gdLst/>
            <a:ahLst/>
            <a:cxnLst/>
            <a:rect l="l" t="t" r="r" b="b"/>
            <a:pathLst>
              <a:path w="38100" h="8255">
                <a:moveTo>
                  <a:pt x="108" y="8255"/>
                </a:moveTo>
                <a:lnTo>
                  <a:pt x="0" y="0"/>
                </a:lnTo>
                <a:lnTo>
                  <a:pt x="38030" y="0"/>
                </a:lnTo>
                <a:lnTo>
                  <a:pt x="37922" y="8255"/>
                </a:lnTo>
                <a:lnTo>
                  <a:pt x="108" y="8255"/>
                </a:lnTo>
                <a:close/>
              </a:path>
            </a:pathLst>
          </a:custGeom>
          <a:solidFill>
            <a:srgbClr val="EAEF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4" name="object 304"/>
          <p:cNvSpPr/>
          <p:nvPr/>
        </p:nvSpPr>
        <p:spPr>
          <a:xfrm>
            <a:off x="3137142" y="3056889"/>
            <a:ext cx="38100" cy="8255"/>
          </a:xfrm>
          <a:custGeom>
            <a:avLst/>
            <a:gdLst/>
            <a:ahLst/>
            <a:cxnLst/>
            <a:rect l="l" t="t" r="r" b="b"/>
            <a:pathLst>
              <a:path w="38100" h="8255">
                <a:moveTo>
                  <a:pt x="108" y="8255"/>
                </a:moveTo>
                <a:lnTo>
                  <a:pt x="0" y="0"/>
                </a:lnTo>
                <a:lnTo>
                  <a:pt x="37814" y="0"/>
                </a:lnTo>
                <a:lnTo>
                  <a:pt x="37707" y="8255"/>
                </a:lnTo>
                <a:lnTo>
                  <a:pt x="108" y="8255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5" name="object 305"/>
          <p:cNvSpPr/>
          <p:nvPr/>
        </p:nvSpPr>
        <p:spPr>
          <a:xfrm>
            <a:off x="3137251" y="3065157"/>
            <a:ext cx="38100" cy="8255"/>
          </a:xfrm>
          <a:custGeom>
            <a:avLst/>
            <a:gdLst/>
            <a:ahLst/>
            <a:cxnLst/>
            <a:rect l="l" t="t" r="r" b="b"/>
            <a:pathLst>
              <a:path w="38100" h="8255">
                <a:moveTo>
                  <a:pt x="37420" y="8255"/>
                </a:moveTo>
                <a:lnTo>
                  <a:pt x="179" y="8255"/>
                </a:lnTo>
                <a:lnTo>
                  <a:pt x="75" y="5785"/>
                </a:lnTo>
                <a:lnTo>
                  <a:pt x="0" y="0"/>
                </a:lnTo>
                <a:lnTo>
                  <a:pt x="37598" y="0"/>
                </a:lnTo>
                <a:lnTo>
                  <a:pt x="37523" y="5785"/>
                </a:lnTo>
                <a:lnTo>
                  <a:pt x="37420" y="8255"/>
                </a:lnTo>
                <a:close/>
              </a:path>
            </a:pathLst>
          </a:custGeom>
          <a:solidFill>
            <a:srgbClr val="E6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6" name="object 306"/>
          <p:cNvSpPr/>
          <p:nvPr/>
        </p:nvSpPr>
        <p:spPr>
          <a:xfrm>
            <a:off x="3137430" y="3073412"/>
            <a:ext cx="37465" cy="8255"/>
          </a:xfrm>
          <a:custGeom>
            <a:avLst/>
            <a:gdLst/>
            <a:ahLst/>
            <a:cxnLst/>
            <a:rect l="l" t="t" r="r" b="b"/>
            <a:pathLst>
              <a:path w="37464" h="8255">
                <a:moveTo>
                  <a:pt x="36896" y="8255"/>
                </a:moveTo>
                <a:lnTo>
                  <a:pt x="347" y="8255"/>
                </a:lnTo>
                <a:lnTo>
                  <a:pt x="0" y="0"/>
                </a:lnTo>
                <a:lnTo>
                  <a:pt x="37240" y="0"/>
                </a:lnTo>
                <a:lnTo>
                  <a:pt x="36896" y="8255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7" name="object 307"/>
          <p:cNvSpPr/>
          <p:nvPr/>
        </p:nvSpPr>
        <p:spPr>
          <a:xfrm>
            <a:off x="3137777" y="3081667"/>
            <a:ext cx="36830" cy="8255"/>
          </a:xfrm>
          <a:custGeom>
            <a:avLst/>
            <a:gdLst/>
            <a:ahLst/>
            <a:cxnLst/>
            <a:rect l="l" t="t" r="r" b="b"/>
            <a:pathLst>
              <a:path w="36830" h="8255">
                <a:moveTo>
                  <a:pt x="36204" y="8255"/>
                </a:moveTo>
                <a:lnTo>
                  <a:pt x="347" y="8255"/>
                </a:lnTo>
                <a:lnTo>
                  <a:pt x="0" y="0"/>
                </a:lnTo>
                <a:lnTo>
                  <a:pt x="36548" y="0"/>
                </a:lnTo>
                <a:lnTo>
                  <a:pt x="36204" y="8255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8" name="object 308"/>
          <p:cNvSpPr/>
          <p:nvPr/>
        </p:nvSpPr>
        <p:spPr>
          <a:xfrm>
            <a:off x="3138124" y="3089922"/>
            <a:ext cx="36195" cy="10795"/>
          </a:xfrm>
          <a:custGeom>
            <a:avLst/>
            <a:gdLst/>
            <a:ahLst/>
            <a:cxnLst/>
            <a:rect l="l" t="t" r="r" b="b"/>
            <a:pathLst>
              <a:path w="36194" h="10794">
                <a:moveTo>
                  <a:pt x="35426" y="10325"/>
                </a:moveTo>
                <a:lnTo>
                  <a:pt x="434" y="10325"/>
                </a:lnTo>
                <a:lnTo>
                  <a:pt x="0" y="0"/>
                </a:lnTo>
                <a:lnTo>
                  <a:pt x="35857" y="0"/>
                </a:lnTo>
                <a:lnTo>
                  <a:pt x="35426" y="10325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9" name="object 309"/>
          <p:cNvSpPr/>
          <p:nvPr/>
        </p:nvSpPr>
        <p:spPr>
          <a:xfrm>
            <a:off x="3138559" y="3100247"/>
            <a:ext cx="35560" cy="10795"/>
          </a:xfrm>
          <a:custGeom>
            <a:avLst/>
            <a:gdLst/>
            <a:ahLst/>
            <a:cxnLst/>
            <a:rect l="l" t="t" r="r" b="b"/>
            <a:pathLst>
              <a:path w="35560" h="10794">
                <a:moveTo>
                  <a:pt x="34561" y="10325"/>
                </a:moveTo>
                <a:lnTo>
                  <a:pt x="434" y="10325"/>
                </a:lnTo>
                <a:lnTo>
                  <a:pt x="0" y="0"/>
                </a:lnTo>
                <a:lnTo>
                  <a:pt x="34992" y="0"/>
                </a:lnTo>
                <a:lnTo>
                  <a:pt x="34561" y="10325"/>
                </a:lnTo>
                <a:close/>
              </a:path>
            </a:pathLst>
          </a:custGeom>
          <a:solidFill>
            <a:srgbClr val="DE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0" name="object 310"/>
          <p:cNvSpPr/>
          <p:nvPr/>
        </p:nvSpPr>
        <p:spPr>
          <a:xfrm>
            <a:off x="3138993" y="3110572"/>
            <a:ext cx="34290" cy="10795"/>
          </a:xfrm>
          <a:custGeom>
            <a:avLst/>
            <a:gdLst/>
            <a:ahLst/>
            <a:cxnLst/>
            <a:rect l="l" t="t" r="r" b="b"/>
            <a:pathLst>
              <a:path w="34289" h="10794">
                <a:moveTo>
                  <a:pt x="33696" y="10325"/>
                </a:moveTo>
                <a:lnTo>
                  <a:pt x="434" y="10325"/>
                </a:lnTo>
                <a:lnTo>
                  <a:pt x="0" y="0"/>
                </a:lnTo>
                <a:lnTo>
                  <a:pt x="34127" y="0"/>
                </a:lnTo>
                <a:lnTo>
                  <a:pt x="33696" y="10325"/>
                </a:lnTo>
                <a:close/>
              </a:path>
            </a:pathLst>
          </a:custGeom>
          <a:solidFill>
            <a:srgbClr val="DD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1" name="object 311"/>
          <p:cNvSpPr/>
          <p:nvPr/>
        </p:nvSpPr>
        <p:spPr>
          <a:xfrm>
            <a:off x="3139426" y="3120885"/>
            <a:ext cx="33655" cy="12700"/>
          </a:xfrm>
          <a:custGeom>
            <a:avLst/>
            <a:gdLst/>
            <a:ahLst/>
            <a:cxnLst/>
            <a:rect l="l" t="t" r="r" b="b"/>
            <a:pathLst>
              <a:path w="33655" h="12700">
                <a:moveTo>
                  <a:pt x="32747" y="12382"/>
                </a:moveTo>
                <a:lnTo>
                  <a:pt x="520" y="12382"/>
                </a:lnTo>
                <a:lnTo>
                  <a:pt x="0" y="0"/>
                </a:lnTo>
                <a:lnTo>
                  <a:pt x="33263" y="0"/>
                </a:lnTo>
                <a:lnTo>
                  <a:pt x="32747" y="12382"/>
                </a:lnTo>
                <a:close/>
              </a:path>
            </a:pathLst>
          </a:custGeom>
          <a:solidFill>
            <a:srgbClr val="DB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2" name="object 312"/>
          <p:cNvSpPr/>
          <p:nvPr/>
        </p:nvSpPr>
        <p:spPr>
          <a:xfrm>
            <a:off x="3139947" y="3133280"/>
            <a:ext cx="32384" cy="14604"/>
          </a:xfrm>
          <a:custGeom>
            <a:avLst/>
            <a:gdLst/>
            <a:ahLst/>
            <a:cxnLst/>
            <a:rect l="l" t="t" r="r" b="b"/>
            <a:pathLst>
              <a:path w="32385" h="14605">
                <a:moveTo>
                  <a:pt x="31234" y="14452"/>
                </a:moveTo>
                <a:lnTo>
                  <a:pt x="995" y="14452"/>
                </a:lnTo>
                <a:lnTo>
                  <a:pt x="190" y="4531"/>
                </a:lnTo>
                <a:lnTo>
                  <a:pt x="0" y="0"/>
                </a:lnTo>
                <a:lnTo>
                  <a:pt x="32225" y="0"/>
                </a:lnTo>
                <a:lnTo>
                  <a:pt x="32036" y="4531"/>
                </a:lnTo>
                <a:lnTo>
                  <a:pt x="31234" y="14452"/>
                </a:lnTo>
                <a:close/>
              </a:path>
            </a:pathLst>
          </a:custGeom>
          <a:solidFill>
            <a:srgbClr val="D9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3" name="object 313"/>
          <p:cNvSpPr/>
          <p:nvPr/>
        </p:nvSpPr>
        <p:spPr>
          <a:xfrm>
            <a:off x="3140943" y="3147733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80" h="12700">
                <a:moveTo>
                  <a:pt x="29237" y="12382"/>
                </a:moveTo>
                <a:lnTo>
                  <a:pt x="1004" y="12382"/>
                </a:lnTo>
                <a:lnTo>
                  <a:pt x="0" y="0"/>
                </a:lnTo>
                <a:lnTo>
                  <a:pt x="30238" y="0"/>
                </a:lnTo>
                <a:lnTo>
                  <a:pt x="29237" y="12382"/>
                </a:lnTo>
                <a:close/>
              </a:path>
            </a:pathLst>
          </a:custGeom>
          <a:solidFill>
            <a:srgbClr val="D6E1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4" name="object 314"/>
          <p:cNvSpPr/>
          <p:nvPr/>
        </p:nvSpPr>
        <p:spPr>
          <a:xfrm>
            <a:off x="3141948" y="3160115"/>
            <a:ext cx="28575" cy="14604"/>
          </a:xfrm>
          <a:custGeom>
            <a:avLst/>
            <a:gdLst/>
            <a:ahLst/>
            <a:cxnLst/>
            <a:rect l="l" t="t" r="r" b="b"/>
            <a:pathLst>
              <a:path w="28575" h="14605">
                <a:moveTo>
                  <a:pt x="27063" y="14452"/>
                </a:moveTo>
                <a:lnTo>
                  <a:pt x="1172" y="14452"/>
                </a:lnTo>
                <a:lnTo>
                  <a:pt x="0" y="0"/>
                </a:lnTo>
                <a:lnTo>
                  <a:pt x="28232" y="0"/>
                </a:lnTo>
                <a:lnTo>
                  <a:pt x="27063" y="14452"/>
                </a:lnTo>
                <a:close/>
              </a:path>
            </a:pathLst>
          </a:custGeom>
          <a:solidFill>
            <a:srgbClr val="D4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5" name="object 315"/>
          <p:cNvSpPr/>
          <p:nvPr/>
        </p:nvSpPr>
        <p:spPr>
          <a:xfrm>
            <a:off x="3143120" y="3174568"/>
            <a:ext cx="26034" cy="10795"/>
          </a:xfrm>
          <a:custGeom>
            <a:avLst/>
            <a:gdLst/>
            <a:ahLst/>
            <a:cxnLst/>
            <a:rect l="l" t="t" r="r" b="b"/>
            <a:pathLst>
              <a:path w="26035" h="10794">
                <a:moveTo>
                  <a:pt x="25056" y="10325"/>
                </a:moveTo>
                <a:lnTo>
                  <a:pt x="837" y="10325"/>
                </a:lnTo>
                <a:lnTo>
                  <a:pt x="0" y="0"/>
                </a:lnTo>
                <a:lnTo>
                  <a:pt x="25891" y="0"/>
                </a:lnTo>
                <a:lnTo>
                  <a:pt x="25056" y="10325"/>
                </a:lnTo>
                <a:close/>
              </a:path>
            </a:pathLst>
          </a:custGeom>
          <a:solidFill>
            <a:srgbClr val="D2D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6" name="object 316"/>
          <p:cNvSpPr/>
          <p:nvPr/>
        </p:nvSpPr>
        <p:spPr>
          <a:xfrm>
            <a:off x="3143957" y="3184880"/>
            <a:ext cx="24765" cy="10795"/>
          </a:xfrm>
          <a:custGeom>
            <a:avLst/>
            <a:gdLst/>
            <a:ahLst/>
            <a:cxnLst/>
            <a:rect l="l" t="t" r="r" b="b"/>
            <a:pathLst>
              <a:path w="24764" h="10794">
                <a:moveTo>
                  <a:pt x="23030" y="10325"/>
                </a:moveTo>
                <a:lnTo>
                  <a:pt x="1189" y="10325"/>
                </a:lnTo>
                <a:lnTo>
                  <a:pt x="458" y="5655"/>
                </a:lnTo>
                <a:lnTo>
                  <a:pt x="0" y="0"/>
                </a:lnTo>
                <a:lnTo>
                  <a:pt x="24220" y="0"/>
                </a:lnTo>
                <a:lnTo>
                  <a:pt x="23763" y="5655"/>
                </a:lnTo>
                <a:lnTo>
                  <a:pt x="23030" y="10325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7" name="object 317"/>
          <p:cNvSpPr/>
          <p:nvPr/>
        </p:nvSpPr>
        <p:spPr>
          <a:xfrm>
            <a:off x="3145147" y="3195205"/>
            <a:ext cx="22225" cy="42545"/>
          </a:xfrm>
          <a:custGeom>
            <a:avLst/>
            <a:gdLst/>
            <a:ahLst/>
            <a:cxnLst/>
            <a:rect l="l" t="t" r="r" b="b"/>
            <a:pathLst>
              <a:path w="22225" h="42544">
                <a:moveTo>
                  <a:pt x="10891" y="42316"/>
                </a:moveTo>
                <a:lnTo>
                  <a:pt x="4680" y="29902"/>
                </a:lnTo>
                <a:lnTo>
                  <a:pt x="0" y="0"/>
                </a:lnTo>
                <a:lnTo>
                  <a:pt x="21841" y="0"/>
                </a:lnTo>
                <a:lnTo>
                  <a:pt x="17152" y="29902"/>
                </a:lnTo>
                <a:lnTo>
                  <a:pt x="10891" y="42316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8" name="object 318"/>
          <p:cNvSpPr/>
          <p:nvPr/>
        </p:nvSpPr>
        <p:spPr>
          <a:xfrm>
            <a:off x="3136315" y="2750337"/>
            <a:ext cx="40005" cy="487680"/>
          </a:xfrm>
          <a:custGeom>
            <a:avLst/>
            <a:gdLst/>
            <a:ahLst/>
            <a:cxnLst/>
            <a:rect l="l" t="t" r="r" b="b"/>
            <a:pathLst>
              <a:path w="40005" h="487680">
                <a:moveTo>
                  <a:pt x="19723" y="0"/>
                </a:moveTo>
                <a:lnTo>
                  <a:pt x="31404" y="47027"/>
                </a:lnTo>
                <a:lnTo>
                  <a:pt x="35668" y="99772"/>
                </a:lnTo>
                <a:lnTo>
                  <a:pt x="38458" y="166638"/>
                </a:lnTo>
                <a:lnTo>
                  <a:pt x="39458" y="243598"/>
                </a:lnTo>
                <a:lnTo>
                  <a:pt x="38458" y="320606"/>
                </a:lnTo>
                <a:lnTo>
                  <a:pt x="35668" y="387474"/>
                </a:lnTo>
                <a:lnTo>
                  <a:pt x="31404" y="440198"/>
                </a:lnTo>
                <a:lnTo>
                  <a:pt x="25984" y="474770"/>
                </a:lnTo>
                <a:lnTo>
                  <a:pt x="19723" y="487184"/>
                </a:lnTo>
                <a:lnTo>
                  <a:pt x="13511" y="474770"/>
                </a:lnTo>
                <a:lnTo>
                  <a:pt x="8100" y="440198"/>
                </a:lnTo>
                <a:lnTo>
                  <a:pt x="3822" y="387474"/>
                </a:lnTo>
                <a:lnTo>
                  <a:pt x="1011" y="320606"/>
                </a:lnTo>
                <a:lnTo>
                  <a:pt x="0" y="243598"/>
                </a:lnTo>
                <a:lnTo>
                  <a:pt x="1011" y="166638"/>
                </a:lnTo>
                <a:lnTo>
                  <a:pt x="3822" y="99772"/>
                </a:lnTo>
                <a:lnTo>
                  <a:pt x="8100" y="47027"/>
                </a:lnTo>
                <a:lnTo>
                  <a:pt x="13511" y="12427"/>
                </a:lnTo>
                <a:lnTo>
                  <a:pt x="19723" y="0"/>
                </a:lnTo>
                <a:close/>
              </a:path>
            </a:pathLst>
          </a:custGeom>
          <a:ln w="17157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9" name="object 319"/>
          <p:cNvSpPr/>
          <p:nvPr/>
        </p:nvSpPr>
        <p:spPr>
          <a:xfrm>
            <a:off x="3156038" y="2750337"/>
            <a:ext cx="370205" cy="487680"/>
          </a:xfrm>
          <a:custGeom>
            <a:avLst/>
            <a:gdLst/>
            <a:ahLst/>
            <a:cxnLst/>
            <a:rect l="l" t="t" r="r" b="b"/>
            <a:pathLst>
              <a:path w="370204" h="487680">
                <a:moveTo>
                  <a:pt x="0" y="0"/>
                </a:moveTo>
                <a:lnTo>
                  <a:pt x="350583" y="0"/>
                </a:lnTo>
                <a:lnTo>
                  <a:pt x="356781" y="12427"/>
                </a:lnTo>
                <a:lnTo>
                  <a:pt x="362161" y="47027"/>
                </a:lnTo>
                <a:lnTo>
                  <a:pt x="366401" y="99772"/>
                </a:lnTo>
                <a:lnTo>
                  <a:pt x="369181" y="166638"/>
                </a:lnTo>
                <a:lnTo>
                  <a:pt x="370179" y="243598"/>
                </a:lnTo>
                <a:lnTo>
                  <a:pt x="369181" y="320606"/>
                </a:lnTo>
                <a:lnTo>
                  <a:pt x="366401" y="387474"/>
                </a:lnTo>
                <a:lnTo>
                  <a:pt x="362161" y="440198"/>
                </a:lnTo>
                <a:lnTo>
                  <a:pt x="356781" y="474770"/>
                </a:lnTo>
                <a:lnTo>
                  <a:pt x="350583" y="487184"/>
                </a:lnTo>
                <a:lnTo>
                  <a:pt x="0" y="487184"/>
                </a:lnTo>
              </a:path>
            </a:pathLst>
          </a:custGeom>
          <a:ln w="17157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0" name="object 320"/>
          <p:cNvSpPr/>
          <p:nvPr/>
        </p:nvSpPr>
        <p:spPr>
          <a:xfrm>
            <a:off x="3591724" y="2748267"/>
            <a:ext cx="412115" cy="114935"/>
          </a:xfrm>
          <a:custGeom>
            <a:avLst/>
            <a:gdLst/>
            <a:ahLst/>
            <a:cxnLst/>
            <a:rect l="l" t="t" r="r" b="b"/>
            <a:pathLst>
              <a:path w="412114" h="114935">
                <a:moveTo>
                  <a:pt x="411634" y="114579"/>
                </a:moveTo>
                <a:lnTo>
                  <a:pt x="18502" y="114579"/>
                </a:lnTo>
                <a:lnTo>
                  <a:pt x="17812" y="99772"/>
                </a:lnTo>
                <a:lnTo>
                  <a:pt x="13049" y="47027"/>
                </a:lnTo>
                <a:lnTo>
                  <a:pt x="6994" y="12427"/>
                </a:lnTo>
                <a:lnTo>
                  <a:pt x="0" y="0"/>
                </a:lnTo>
                <a:lnTo>
                  <a:pt x="393128" y="0"/>
                </a:lnTo>
                <a:lnTo>
                  <a:pt x="400127" y="12427"/>
                </a:lnTo>
                <a:lnTo>
                  <a:pt x="406183" y="47027"/>
                </a:lnTo>
                <a:lnTo>
                  <a:pt x="410944" y="99772"/>
                </a:lnTo>
                <a:lnTo>
                  <a:pt x="411634" y="114579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1" name="object 321"/>
          <p:cNvSpPr/>
          <p:nvPr/>
        </p:nvSpPr>
        <p:spPr>
          <a:xfrm>
            <a:off x="3610227" y="2864910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323" y="0"/>
                </a:lnTo>
              </a:path>
            </a:pathLst>
          </a:custGeom>
          <a:ln w="4127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2" name="object 322"/>
          <p:cNvSpPr/>
          <p:nvPr/>
        </p:nvSpPr>
        <p:spPr>
          <a:xfrm>
            <a:off x="3610420" y="2869037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323" y="0"/>
                </a:lnTo>
              </a:path>
            </a:pathLst>
          </a:custGeom>
          <a:ln w="4127">
            <a:solidFill>
              <a:srgbClr val="B5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3" name="object 323"/>
          <p:cNvSpPr/>
          <p:nvPr/>
        </p:nvSpPr>
        <p:spPr>
          <a:xfrm>
            <a:off x="3610612" y="2873165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323" y="0"/>
                </a:lnTo>
              </a:path>
            </a:pathLst>
          </a:custGeom>
          <a:ln w="4127">
            <a:solidFill>
              <a:srgbClr val="B7CA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4" name="object 324"/>
          <p:cNvSpPr/>
          <p:nvPr/>
        </p:nvSpPr>
        <p:spPr>
          <a:xfrm>
            <a:off x="3610805" y="2877292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323" y="0"/>
                </a:lnTo>
              </a:path>
            </a:pathLst>
          </a:custGeom>
          <a:ln w="4127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5" name="object 325"/>
          <p:cNvSpPr/>
          <p:nvPr/>
        </p:nvSpPr>
        <p:spPr>
          <a:xfrm>
            <a:off x="3610997" y="2880391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227" y="0"/>
                </a:lnTo>
              </a:path>
            </a:pathLst>
          </a:custGeom>
          <a:ln w="3175">
            <a:solidFill>
              <a:srgbClr val="BA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6" name="object 326"/>
          <p:cNvSpPr/>
          <p:nvPr/>
        </p:nvSpPr>
        <p:spPr>
          <a:xfrm>
            <a:off x="3611093" y="2883490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323" y="0"/>
                </a:lnTo>
              </a:path>
            </a:pathLst>
          </a:custGeom>
          <a:ln w="4127">
            <a:solidFill>
              <a:srgbClr val="BC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7" name="object 327"/>
          <p:cNvSpPr/>
          <p:nvPr/>
        </p:nvSpPr>
        <p:spPr>
          <a:xfrm>
            <a:off x="3611286" y="2886589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227" y="0"/>
                </a:lnTo>
              </a:path>
            </a:pathLst>
          </a:custGeom>
          <a:ln w="3175">
            <a:solidFill>
              <a:srgbClr val="BE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8" name="object 328"/>
          <p:cNvSpPr/>
          <p:nvPr/>
        </p:nvSpPr>
        <p:spPr>
          <a:xfrm>
            <a:off x="3611382" y="2889675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322" y="0"/>
                </a:lnTo>
              </a:path>
            </a:pathLst>
          </a:custGeom>
          <a:ln w="4127">
            <a:solidFill>
              <a:srgbClr val="C1D2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9" name="object 329"/>
          <p:cNvSpPr/>
          <p:nvPr/>
        </p:nvSpPr>
        <p:spPr>
          <a:xfrm>
            <a:off x="3611574" y="2893803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322" y="0"/>
                </a:lnTo>
              </a:path>
            </a:pathLst>
          </a:custGeom>
          <a:ln w="4127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0" name="object 330"/>
          <p:cNvSpPr/>
          <p:nvPr/>
        </p:nvSpPr>
        <p:spPr>
          <a:xfrm>
            <a:off x="3611767" y="2897930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322" y="0"/>
                </a:lnTo>
              </a:path>
            </a:pathLst>
          </a:custGeom>
          <a:ln w="4127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1" name="object 331"/>
          <p:cNvSpPr/>
          <p:nvPr/>
        </p:nvSpPr>
        <p:spPr>
          <a:xfrm>
            <a:off x="3611960" y="2902070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322" y="0"/>
                </a:lnTo>
              </a:path>
            </a:pathLst>
          </a:custGeom>
          <a:ln w="4127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2" name="object 332"/>
          <p:cNvSpPr/>
          <p:nvPr/>
        </p:nvSpPr>
        <p:spPr>
          <a:xfrm>
            <a:off x="3612152" y="2905169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226" y="0"/>
                </a:lnTo>
              </a:path>
            </a:pathLst>
          </a:custGeom>
          <a:ln w="3175">
            <a:solidFill>
              <a:srgbClr val="C8D7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3" name="object 333"/>
          <p:cNvSpPr/>
          <p:nvPr/>
        </p:nvSpPr>
        <p:spPr>
          <a:xfrm>
            <a:off x="3612248" y="2908255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322" y="0"/>
                </a:lnTo>
              </a:path>
            </a:pathLst>
          </a:custGeom>
          <a:ln w="4127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4" name="object 334"/>
          <p:cNvSpPr/>
          <p:nvPr/>
        </p:nvSpPr>
        <p:spPr>
          <a:xfrm>
            <a:off x="3612440" y="2912383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322" y="0"/>
                </a:lnTo>
              </a:path>
            </a:pathLst>
          </a:custGeom>
          <a:ln w="4127">
            <a:solidFill>
              <a:srgbClr val="CEDC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5" name="object 335"/>
          <p:cNvSpPr/>
          <p:nvPr/>
        </p:nvSpPr>
        <p:spPr>
          <a:xfrm>
            <a:off x="3612633" y="2916510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204" y="0"/>
                </a:lnTo>
              </a:path>
            </a:pathLst>
          </a:custGeom>
          <a:ln w="4127">
            <a:solidFill>
              <a:srgbClr val="D0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6" name="object 336"/>
          <p:cNvSpPr/>
          <p:nvPr/>
        </p:nvSpPr>
        <p:spPr>
          <a:xfrm>
            <a:off x="3612708" y="2920650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9" y="0"/>
                </a:lnTo>
              </a:path>
            </a:pathLst>
          </a:custGeom>
          <a:ln w="4127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7" name="object 337"/>
          <p:cNvSpPr/>
          <p:nvPr/>
        </p:nvSpPr>
        <p:spPr>
          <a:xfrm>
            <a:off x="3612768" y="2924778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9" y="0"/>
                </a:lnTo>
              </a:path>
            </a:pathLst>
          </a:custGeom>
          <a:ln w="4127">
            <a:solidFill>
              <a:srgbClr val="D3DF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8" name="object 338"/>
          <p:cNvSpPr/>
          <p:nvPr/>
        </p:nvSpPr>
        <p:spPr>
          <a:xfrm>
            <a:off x="3612827" y="2928905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9" y="0"/>
                </a:lnTo>
              </a:path>
            </a:pathLst>
          </a:custGeom>
          <a:ln w="4127">
            <a:solidFill>
              <a:srgbClr val="D6E1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9" name="object 339"/>
          <p:cNvSpPr/>
          <p:nvPr/>
        </p:nvSpPr>
        <p:spPr>
          <a:xfrm>
            <a:off x="3612888" y="2933033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9" y="0"/>
                </a:lnTo>
              </a:path>
            </a:pathLst>
          </a:custGeom>
          <a:ln w="4127">
            <a:solidFill>
              <a:srgbClr val="DA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0" name="object 340"/>
          <p:cNvSpPr/>
          <p:nvPr/>
        </p:nvSpPr>
        <p:spPr>
          <a:xfrm>
            <a:off x="3612948" y="2937160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9" y="0"/>
                </a:lnTo>
              </a:path>
            </a:pathLst>
          </a:custGeom>
          <a:ln w="4127">
            <a:solidFill>
              <a:srgbClr val="DCE6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1" name="object 341"/>
          <p:cNvSpPr/>
          <p:nvPr/>
        </p:nvSpPr>
        <p:spPr>
          <a:xfrm>
            <a:off x="3613007" y="2941288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9" y="0"/>
                </a:lnTo>
              </a:path>
            </a:pathLst>
          </a:custGeom>
          <a:ln w="4127">
            <a:solidFill>
              <a:srgbClr val="DEE8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2" name="object 342"/>
          <p:cNvSpPr/>
          <p:nvPr/>
        </p:nvSpPr>
        <p:spPr>
          <a:xfrm>
            <a:off x="3613067" y="2945415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9" y="0"/>
                </a:lnTo>
              </a:path>
            </a:pathLst>
          </a:custGeom>
          <a:ln w="4127">
            <a:solidFill>
              <a:srgbClr val="DFE9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3" name="object 343"/>
          <p:cNvSpPr/>
          <p:nvPr/>
        </p:nvSpPr>
        <p:spPr>
          <a:xfrm>
            <a:off x="3613127" y="2948514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59" y="0"/>
                </a:lnTo>
              </a:path>
            </a:pathLst>
          </a:custGeom>
          <a:ln w="3175">
            <a:solidFill>
              <a:srgbClr val="E1EB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4" name="object 344"/>
          <p:cNvSpPr/>
          <p:nvPr/>
        </p:nvSpPr>
        <p:spPr>
          <a:xfrm>
            <a:off x="3613157" y="2951613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9" y="0"/>
                </a:lnTo>
              </a:path>
            </a:pathLst>
          </a:custGeom>
          <a:ln w="4127">
            <a:solidFill>
              <a:srgbClr val="E3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5" name="object 345"/>
          <p:cNvSpPr/>
          <p:nvPr/>
        </p:nvSpPr>
        <p:spPr>
          <a:xfrm>
            <a:off x="3613217" y="2954712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59" y="0"/>
                </a:lnTo>
              </a:path>
            </a:pathLst>
          </a:custGeom>
          <a:ln w="3175">
            <a:solidFill>
              <a:srgbClr val="E6EC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6" name="object 346"/>
          <p:cNvSpPr/>
          <p:nvPr/>
        </p:nvSpPr>
        <p:spPr>
          <a:xfrm>
            <a:off x="3613247" y="2957798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8" y="0"/>
                </a:lnTo>
              </a:path>
            </a:pathLst>
          </a:custGeom>
          <a:ln w="4127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7" name="object 347"/>
          <p:cNvSpPr/>
          <p:nvPr/>
        </p:nvSpPr>
        <p:spPr>
          <a:xfrm>
            <a:off x="3613307" y="2961938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8" y="0"/>
                </a:lnTo>
              </a:path>
            </a:pathLst>
          </a:custGeom>
          <a:ln w="4127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8" name="object 348"/>
          <p:cNvSpPr/>
          <p:nvPr/>
        </p:nvSpPr>
        <p:spPr>
          <a:xfrm>
            <a:off x="3613367" y="2966065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8" y="0"/>
                </a:lnTo>
              </a:path>
            </a:pathLst>
          </a:custGeom>
          <a:ln w="4127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9" name="object 349"/>
          <p:cNvSpPr/>
          <p:nvPr/>
        </p:nvSpPr>
        <p:spPr>
          <a:xfrm>
            <a:off x="3613427" y="2969164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58" y="0"/>
                </a:lnTo>
              </a:path>
            </a:pathLst>
          </a:custGeom>
          <a:ln w="3175">
            <a:solidFill>
              <a:srgbClr val="EDF4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0" name="object 350"/>
          <p:cNvSpPr/>
          <p:nvPr/>
        </p:nvSpPr>
        <p:spPr>
          <a:xfrm>
            <a:off x="3613457" y="2972250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8" y="0"/>
                </a:lnTo>
              </a:path>
            </a:pathLst>
          </a:custGeom>
          <a:ln w="4127">
            <a:solidFill>
              <a:srgbClr val="EFF4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1" name="object 351"/>
          <p:cNvSpPr/>
          <p:nvPr/>
        </p:nvSpPr>
        <p:spPr>
          <a:xfrm>
            <a:off x="3613517" y="2976378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8" y="0"/>
                </a:lnTo>
              </a:path>
            </a:pathLst>
          </a:custGeom>
          <a:ln w="4127">
            <a:solidFill>
              <a:srgbClr val="F1F6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2" name="object 352"/>
          <p:cNvSpPr/>
          <p:nvPr/>
        </p:nvSpPr>
        <p:spPr>
          <a:xfrm>
            <a:off x="3613577" y="2979477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58" y="0"/>
                </a:lnTo>
              </a:path>
            </a:pathLst>
          </a:custGeom>
          <a:ln w="3175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3" name="object 353"/>
          <p:cNvSpPr/>
          <p:nvPr/>
        </p:nvSpPr>
        <p:spPr>
          <a:xfrm>
            <a:off x="3613607" y="2982575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8" y="0"/>
                </a:lnTo>
              </a:path>
            </a:pathLst>
          </a:custGeom>
          <a:ln w="4127">
            <a:solidFill>
              <a:srgbClr val="F6F8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4" name="object 354"/>
          <p:cNvSpPr/>
          <p:nvPr/>
        </p:nvSpPr>
        <p:spPr>
          <a:xfrm>
            <a:off x="3613667" y="2987738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218" y="0"/>
                </a:lnTo>
              </a:path>
            </a:pathLst>
          </a:custGeom>
          <a:ln w="6197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5" name="object 355"/>
          <p:cNvSpPr/>
          <p:nvPr/>
        </p:nvSpPr>
        <p:spPr>
          <a:xfrm>
            <a:off x="3613697" y="2993936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8" y="0"/>
                </a:lnTo>
              </a:path>
            </a:pathLst>
          </a:custGeom>
          <a:ln w="6197">
            <a:solidFill>
              <a:srgbClr val="F1F6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6" name="object 356"/>
          <p:cNvSpPr/>
          <p:nvPr/>
        </p:nvSpPr>
        <p:spPr>
          <a:xfrm>
            <a:off x="3613637" y="2999085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8" y="0"/>
                </a:lnTo>
              </a:path>
            </a:pathLst>
          </a:custGeom>
          <a:ln w="4127">
            <a:solidFill>
              <a:srgbClr val="EFF5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7" name="object 357"/>
          <p:cNvSpPr/>
          <p:nvPr/>
        </p:nvSpPr>
        <p:spPr>
          <a:xfrm>
            <a:off x="3613577" y="3003226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8" y="0"/>
                </a:lnTo>
              </a:path>
            </a:pathLst>
          </a:custGeom>
          <a:ln w="4127">
            <a:solidFill>
              <a:srgbClr val="EDF3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8" name="object 358"/>
          <p:cNvSpPr/>
          <p:nvPr/>
        </p:nvSpPr>
        <p:spPr>
          <a:xfrm>
            <a:off x="3613487" y="3008388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218" y="0"/>
                </a:lnTo>
              </a:path>
            </a:pathLst>
          </a:custGeom>
          <a:ln w="6197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9" name="object 359"/>
          <p:cNvSpPr/>
          <p:nvPr/>
        </p:nvSpPr>
        <p:spPr>
          <a:xfrm>
            <a:off x="3613427" y="3013538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8" y="0"/>
                </a:lnTo>
              </a:path>
            </a:pathLst>
          </a:custGeom>
          <a:ln w="4127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0" name="object 360"/>
          <p:cNvSpPr/>
          <p:nvPr/>
        </p:nvSpPr>
        <p:spPr>
          <a:xfrm>
            <a:off x="3613337" y="3018701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218" y="0"/>
                </a:lnTo>
              </a:path>
            </a:pathLst>
          </a:custGeom>
          <a:ln w="6197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1" name="object 361"/>
          <p:cNvSpPr/>
          <p:nvPr/>
        </p:nvSpPr>
        <p:spPr>
          <a:xfrm>
            <a:off x="3613277" y="3023863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8" y="0"/>
                </a:lnTo>
              </a:path>
            </a:pathLst>
          </a:custGeom>
          <a:ln w="4127">
            <a:solidFill>
              <a:srgbClr val="E6ED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2" name="object 362"/>
          <p:cNvSpPr/>
          <p:nvPr/>
        </p:nvSpPr>
        <p:spPr>
          <a:xfrm>
            <a:off x="3613248" y="3026962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59" y="0"/>
                </a:lnTo>
              </a:path>
            </a:pathLst>
          </a:custGeom>
          <a:ln w="3175">
            <a:solidFill>
              <a:srgbClr val="E4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3" name="object 363"/>
          <p:cNvSpPr/>
          <p:nvPr/>
        </p:nvSpPr>
        <p:spPr>
          <a:xfrm>
            <a:off x="3613158" y="3031096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219" y="0"/>
                </a:lnTo>
              </a:path>
            </a:pathLst>
          </a:custGeom>
          <a:ln w="6197">
            <a:solidFill>
              <a:srgbClr val="E2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4" name="object 364"/>
          <p:cNvSpPr/>
          <p:nvPr/>
        </p:nvSpPr>
        <p:spPr>
          <a:xfrm>
            <a:off x="3613098" y="3036246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9" y="0"/>
                </a:lnTo>
              </a:path>
            </a:pathLst>
          </a:custGeom>
          <a:ln w="4127">
            <a:solidFill>
              <a:srgbClr val="E0EA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5" name="object 365"/>
          <p:cNvSpPr/>
          <p:nvPr/>
        </p:nvSpPr>
        <p:spPr>
          <a:xfrm>
            <a:off x="3613008" y="3041408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219" y="0"/>
                </a:lnTo>
              </a:path>
            </a:pathLst>
          </a:custGeom>
          <a:ln w="6197">
            <a:solidFill>
              <a:srgbClr val="DFE9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6" name="object 366"/>
          <p:cNvSpPr/>
          <p:nvPr/>
        </p:nvSpPr>
        <p:spPr>
          <a:xfrm>
            <a:off x="3612918" y="3047606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219" y="0"/>
                </a:lnTo>
              </a:path>
            </a:pathLst>
          </a:custGeom>
          <a:ln w="6197">
            <a:solidFill>
              <a:srgbClr val="DDE7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7" name="object 367"/>
          <p:cNvSpPr/>
          <p:nvPr/>
        </p:nvSpPr>
        <p:spPr>
          <a:xfrm>
            <a:off x="3612858" y="3052768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9" y="0"/>
                </a:lnTo>
              </a:path>
            </a:pathLst>
          </a:custGeom>
          <a:ln w="4127">
            <a:solidFill>
              <a:srgbClr val="DBE4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8" name="object 368"/>
          <p:cNvSpPr/>
          <p:nvPr/>
        </p:nvSpPr>
        <p:spPr>
          <a:xfrm>
            <a:off x="3612798" y="3056896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89" y="0"/>
                </a:lnTo>
              </a:path>
            </a:pathLst>
          </a:custGeom>
          <a:ln w="4127">
            <a:solidFill>
              <a:srgbClr val="D9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9" name="object 369"/>
          <p:cNvSpPr/>
          <p:nvPr/>
        </p:nvSpPr>
        <p:spPr>
          <a:xfrm>
            <a:off x="3612708" y="3062058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219" y="0"/>
                </a:lnTo>
              </a:path>
            </a:pathLst>
          </a:custGeom>
          <a:ln w="6197">
            <a:solidFill>
              <a:srgbClr val="D6E2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0" name="object 370"/>
          <p:cNvSpPr/>
          <p:nvPr/>
        </p:nvSpPr>
        <p:spPr>
          <a:xfrm>
            <a:off x="3612681" y="3067050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29" y="0"/>
                </a:lnTo>
              </a:path>
            </a:pathLst>
          </a:custGeom>
          <a:ln w="3175">
            <a:solidFill>
              <a:srgbClr val="D4E0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1" name="object 371"/>
          <p:cNvSpPr/>
          <p:nvPr/>
        </p:nvSpPr>
        <p:spPr>
          <a:xfrm>
            <a:off x="3612621" y="3069589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29" y="0"/>
                </a:lnTo>
              </a:path>
            </a:pathLst>
          </a:custGeom>
          <a:ln w="3175">
            <a:solidFill>
              <a:srgbClr val="D4E0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2" name="object 372"/>
          <p:cNvSpPr/>
          <p:nvPr/>
        </p:nvSpPr>
        <p:spPr>
          <a:xfrm>
            <a:off x="3612347" y="3073406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322" y="0"/>
                </a:lnTo>
              </a:path>
            </a:pathLst>
          </a:custGeom>
          <a:ln w="4127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3" name="object 373"/>
          <p:cNvSpPr/>
          <p:nvPr/>
        </p:nvSpPr>
        <p:spPr>
          <a:xfrm>
            <a:off x="3612154" y="3077533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322" y="0"/>
                </a:lnTo>
              </a:path>
            </a:pathLst>
          </a:custGeom>
          <a:ln w="4127">
            <a:solidFill>
              <a:srgbClr val="D1DE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4" name="object 374"/>
          <p:cNvSpPr/>
          <p:nvPr/>
        </p:nvSpPr>
        <p:spPr>
          <a:xfrm>
            <a:off x="3611865" y="3082696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418" y="0"/>
                </a:lnTo>
              </a:path>
            </a:pathLst>
          </a:custGeom>
          <a:ln w="6197">
            <a:solidFill>
              <a:srgbClr val="CF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5" name="object 375"/>
          <p:cNvSpPr/>
          <p:nvPr/>
        </p:nvSpPr>
        <p:spPr>
          <a:xfrm>
            <a:off x="3611673" y="3087859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322" y="0"/>
                </a:lnTo>
              </a:path>
            </a:pathLst>
          </a:custGeom>
          <a:ln w="4127">
            <a:solidFill>
              <a:srgbClr val="CDD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6" name="object 376"/>
          <p:cNvSpPr/>
          <p:nvPr/>
        </p:nvSpPr>
        <p:spPr>
          <a:xfrm>
            <a:off x="3611384" y="3093021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419" y="0"/>
                </a:lnTo>
              </a:path>
            </a:pathLst>
          </a:custGeom>
          <a:ln w="6197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7" name="object 377"/>
          <p:cNvSpPr/>
          <p:nvPr/>
        </p:nvSpPr>
        <p:spPr>
          <a:xfrm>
            <a:off x="3611095" y="3099219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419" y="0"/>
                </a:lnTo>
              </a:path>
            </a:pathLst>
          </a:custGeom>
          <a:ln w="6197">
            <a:solidFill>
              <a:srgbClr val="C8D9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8" name="object 378"/>
          <p:cNvSpPr/>
          <p:nvPr/>
        </p:nvSpPr>
        <p:spPr>
          <a:xfrm>
            <a:off x="3610615" y="3107467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612" y="0"/>
                </a:lnTo>
              </a:path>
            </a:pathLst>
          </a:custGeom>
          <a:ln w="10325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9" name="object 379"/>
          <p:cNvSpPr/>
          <p:nvPr/>
        </p:nvSpPr>
        <p:spPr>
          <a:xfrm>
            <a:off x="3610230" y="3116757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516" y="0"/>
                </a:lnTo>
              </a:path>
            </a:pathLst>
          </a:custGeom>
          <a:ln w="8255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0" name="object 380"/>
          <p:cNvSpPr/>
          <p:nvPr/>
        </p:nvSpPr>
        <p:spPr>
          <a:xfrm>
            <a:off x="3609941" y="3123984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420" y="0"/>
                </a:lnTo>
              </a:path>
            </a:pathLst>
          </a:custGeom>
          <a:ln w="6197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1" name="object 381"/>
          <p:cNvSpPr/>
          <p:nvPr/>
        </p:nvSpPr>
        <p:spPr>
          <a:xfrm>
            <a:off x="3609652" y="3130181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420" y="0"/>
                </a:lnTo>
              </a:path>
            </a:pathLst>
          </a:custGeom>
          <a:ln w="6197">
            <a:solidFill>
              <a:srgbClr val="C1D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2" name="object 382"/>
          <p:cNvSpPr/>
          <p:nvPr/>
        </p:nvSpPr>
        <p:spPr>
          <a:xfrm>
            <a:off x="3609602" y="3134360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32" y="0"/>
                </a:lnTo>
              </a:path>
            </a:pathLst>
          </a:custGeom>
          <a:ln w="3175">
            <a:solidFill>
              <a:srgbClr val="C0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3" name="object 383"/>
          <p:cNvSpPr/>
          <p:nvPr/>
        </p:nvSpPr>
        <p:spPr>
          <a:xfrm>
            <a:off x="3609376" y="3137535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32" y="0"/>
                </a:lnTo>
              </a:path>
            </a:pathLst>
          </a:custGeom>
          <a:ln w="3810">
            <a:solidFill>
              <a:srgbClr val="C0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4" name="object 384"/>
          <p:cNvSpPr/>
          <p:nvPr/>
        </p:nvSpPr>
        <p:spPr>
          <a:xfrm>
            <a:off x="3608456" y="3143592"/>
            <a:ext cx="394335" cy="0"/>
          </a:xfrm>
          <a:custGeom>
            <a:avLst/>
            <a:gdLst/>
            <a:ahLst/>
            <a:cxnLst/>
            <a:rect l="l" t="t" r="r" b="b"/>
            <a:pathLst>
              <a:path w="394335" h="0">
                <a:moveTo>
                  <a:pt x="0" y="0"/>
                </a:moveTo>
                <a:lnTo>
                  <a:pt x="393877" y="0"/>
                </a:lnTo>
              </a:path>
            </a:pathLst>
          </a:custGeom>
          <a:ln w="8254">
            <a:solidFill>
              <a:srgbClr val="BD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5" name="object 385"/>
          <p:cNvSpPr/>
          <p:nvPr/>
        </p:nvSpPr>
        <p:spPr>
          <a:xfrm>
            <a:off x="3607894" y="3150831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692" y="0"/>
                </a:lnTo>
              </a:path>
            </a:pathLst>
          </a:custGeom>
          <a:ln w="6197">
            <a:solidFill>
              <a:srgbClr val="BBCF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6" name="object 386"/>
          <p:cNvSpPr/>
          <p:nvPr/>
        </p:nvSpPr>
        <p:spPr>
          <a:xfrm>
            <a:off x="3607150" y="3158045"/>
            <a:ext cx="394335" cy="0"/>
          </a:xfrm>
          <a:custGeom>
            <a:avLst/>
            <a:gdLst/>
            <a:ahLst/>
            <a:cxnLst/>
            <a:rect l="l" t="t" r="r" b="b"/>
            <a:pathLst>
              <a:path w="394335" h="0">
                <a:moveTo>
                  <a:pt x="0" y="0"/>
                </a:moveTo>
                <a:lnTo>
                  <a:pt x="393878" y="0"/>
                </a:lnTo>
              </a:path>
            </a:pathLst>
          </a:custGeom>
          <a:ln w="8254">
            <a:solidFill>
              <a:srgbClr val="B9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7" name="object 387"/>
          <p:cNvSpPr/>
          <p:nvPr/>
        </p:nvSpPr>
        <p:spPr>
          <a:xfrm>
            <a:off x="3606217" y="3167335"/>
            <a:ext cx="394335" cy="0"/>
          </a:xfrm>
          <a:custGeom>
            <a:avLst/>
            <a:gdLst/>
            <a:ahLst/>
            <a:cxnLst/>
            <a:rect l="l" t="t" r="r" b="b"/>
            <a:pathLst>
              <a:path w="394335" h="0">
                <a:moveTo>
                  <a:pt x="0" y="0"/>
                </a:moveTo>
                <a:lnTo>
                  <a:pt x="394065" y="0"/>
                </a:lnTo>
              </a:path>
            </a:pathLst>
          </a:custGeom>
          <a:ln w="10325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8" name="object 388"/>
          <p:cNvSpPr/>
          <p:nvPr/>
        </p:nvSpPr>
        <p:spPr>
          <a:xfrm>
            <a:off x="3605657" y="3175596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693" y="0"/>
                </a:lnTo>
              </a:path>
            </a:pathLst>
          </a:custGeom>
          <a:ln w="6197">
            <a:solidFill>
              <a:srgbClr val="B6C9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9" name="object 389"/>
          <p:cNvSpPr/>
          <p:nvPr/>
        </p:nvSpPr>
        <p:spPr>
          <a:xfrm>
            <a:off x="3604912" y="3182823"/>
            <a:ext cx="394335" cy="0"/>
          </a:xfrm>
          <a:custGeom>
            <a:avLst/>
            <a:gdLst/>
            <a:ahLst/>
            <a:cxnLst/>
            <a:rect l="l" t="t" r="r" b="b"/>
            <a:pathLst>
              <a:path w="394335" h="0">
                <a:moveTo>
                  <a:pt x="0" y="0"/>
                </a:moveTo>
                <a:lnTo>
                  <a:pt x="393879" y="0"/>
                </a:lnTo>
              </a:path>
            </a:pathLst>
          </a:custGeom>
          <a:ln w="8255">
            <a:solidFill>
              <a:srgbClr val="B4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0" name="object 390"/>
          <p:cNvSpPr/>
          <p:nvPr/>
        </p:nvSpPr>
        <p:spPr>
          <a:xfrm>
            <a:off x="3604844" y="3187700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33" y="0"/>
                </a:lnTo>
              </a:path>
            </a:pathLst>
          </a:custGeom>
          <a:ln w="3175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1" name="object 391"/>
          <p:cNvSpPr/>
          <p:nvPr/>
        </p:nvSpPr>
        <p:spPr>
          <a:xfrm>
            <a:off x="3604131" y="3192145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33" y="0"/>
                </a:lnTo>
              </a:path>
            </a:pathLst>
          </a:custGeom>
          <a:ln w="6350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2" name="object 392"/>
          <p:cNvSpPr/>
          <p:nvPr/>
        </p:nvSpPr>
        <p:spPr>
          <a:xfrm>
            <a:off x="3591724" y="3215335"/>
            <a:ext cx="405130" cy="0"/>
          </a:xfrm>
          <a:custGeom>
            <a:avLst/>
            <a:gdLst/>
            <a:ahLst/>
            <a:cxnLst/>
            <a:rect l="l" t="t" r="r" b="b"/>
            <a:pathLst>
              <a:path w="405129" h="0">
                <a:moveTo>
                  <a:pt x="0" y="0"/>
                </a:moveTo>
                <a:lnTo>
                  <a:pt x="405004" y="0"/>
                </a:lnTo>
              </a:path>
            </a:pathLst>
          </a:custGeom>
          <a:ln w="40258">
            <a:solidFill>
              <a:srgbClr val="AFC5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3" name="object 393"/>
          <p:cNvSpPr/>
          <p:nvPr/>
        </p:nvSpPr>
        <p:spPr>
          <a:xfrm>
            <a:off x="3573033" y="2748267"/>
            <a:ext cx="37465" cy="116839"/>
          </a:xfrm>
          <a:custGeom>
            <a:avLst/>
            <a:gdLst/>
            <a:ahLst/>
            <a:cxnLst/>
            <a:rect l="l" t="t" r="r" b="b"/>
            <a:pathLst>
              <a:path w="37464" h="116839">
                <a:moveTo>
                  <a:pt x="37290" y="116636"/>
                </a:moveTo>
                <a:lnTo>
                  <a:pt x="0" y="116636"/>
                </a:lnTo>
                <a:lnTo>
                  <a:pt x="793" y="99772"/>
                </a:lnTo>
                <a:lnTo>
                  <a:pt x="5592" y="47027"/>
                </a:lnTo>
                <a:lnTo>
                  <a:pt x="11679" y="12427"/>
                </a:lnTo>
                <a:lnTo>
                  <a:pt x="18691" y="0"/>
                </a:lnTo>
                <a:lnTo>
                  <a:pt x="25686" y="12427"/>
                </a:lnTo>
                <a:lnTo>
                  <a:pt x="31741" y="47027"/>
                </a:lnTo>
                <a:lnTo>
                  <a:pt x="36504" y="99772"/>
                </a:lnTo>
                <a:lnTo>
                  <a:pt x="37290" y="116636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4" name="object 394"/>
          <p:cNvSpPr/>
          <p:nvPr/>
        </p:nvSpPr>
        <p:spPr>
          <a:xfrm>
            <a:off x="3572741" y="2864904"/>
            <a:ext cx="38100" cy="6350"/>
          </a:xfrm>
          <a:custGeom>
            <a:avLst/>
            <a:gdLst/>
            <a:ahLst/>
            <a:cxnLst/>
            <a:rect l="l" t="t" r="r" b="b"/>
            <a:pathLst>
              <a:path w="38100" h="6350">
                <a:moveTo>
                  <a:pt x="37871" y="6197"/>
                </a:moveTo>
                <a:lnTo>
                  <a:pt x="0" y="6197"/>
                </a:lnTo>
                <a:lnTo>
                  <a:pt x="291" y="0"/>
                </a:lnTo>
                <a:lnTo>
                  <a:pt x="37582" y="0"/>
                </a:lnTo>
                <a:lnTo>
                  <a:pt x="37871" y="6197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5" name="object 395"/>
          <p:cNvSpPr/>
          <p:nvPr/>
        </p:nvSpPr>
        <p:spPr>
          <a:xfrm>
            <a:off x="3572449" y="2871101"/>
            <a:ext cx="38735" cy="6350"/>
          </a:xfrm>
          <a:custGeom>
            <a:avLst/>
            <a:gdLst/>
            <a:ahLst/>
            <a:cxnLst/>
            <a:rect l="l" t="t" r="r" b="b"/>
            <a:pathLst>
              <a:path w="38735" h="6350">
                <a:moveTo>
                  <a:pt x="38451" y="6197"/>
                </a:moveTo>
                <a:lnTo>
                  <a:pt x="0" y="6197"/>
                </a:lnTo>
                <a:lnTo>
                  <a:pt x="291" y="0"/>
                </a:lnTo>
                <a:lnTo>
                  <a:pt x="38162" y="0"/>
                </a:lnTo>
                <a:lnTo>
                  <a:pt x="38451" y="6197"/>
                </a:lnTo>
                <a:close/>
              </a:path>
            </a:pathLst>
          </a:custGeom>
          <a:solidFill>
            <a:srgbClr val="D3DF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6" name="object 396"/>
          <p:cNvSpPr/>
          <p:nvPr/>
        </p:nvSpPr>
        <p:spPr>
          <a:xfrm>
            <a:off x="3572255" y="2877299"/>
            <a:ext cx="39370" cy="4445"/>
          </a:xfrm>
          <a:custGeom>
            <a:avLst/>
            <a:gdLst/>
            <a:ahLst/>
            <a:cxnLst/>
            <a:rect l="l" t="t" r="r" b="b"/>
            <a:pathLst>
              <a:path w="39370" h="4444">
                <a:moveTo>
                  <a:pt x="0" y="4127"/>
                </a:moveTo>
                <a:lnTo>
                  <a:pt x="194" y="0"/>
                </a:lnTo>
                <a:lnTo>
                  <a:pt x="38645" y="0"/>
                </a:lnTo>
                <a:lnTo>
                  <a:pt x="38838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5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7" name="object 397"/>
          <p:cNvSpPr/>
          <p:nvPr/>
        </p:nvSpPr>
        <p:spPr>
          <a:xfrm>
            <a:off x="3571964" y="2881426"/>
            <a:ext cx="40005" cy="6350"/>
          </a:xfrm>
          <a:custGeom>
            <a:avLst/>
            <a:gdLst/>
            <a:ahLst/>
            <a:cxnLst/>
            <a:rect l="l" t="t" r="r" b="b"/>
            <a:pathLst>
              <a:path w="40004" h="6350">
                <a:moveTo>
                  <a:pt x="39418" y="6197"/>
                </a:moveTo>
                <a:lnTo>
                  <a:pt x="0" y="6197"/>
                </a:lnTo>
                <a:lnTo>
                  <a:pt x="291" y="0"/>
                </a:lnTo>
                <a:lnTo>
                  <a:pt x="39129" y="0"/>
                </a:lnTo>
                <a:lnTo>
                  <a:pt x="39418" y="6197"/>
                </a:lnTo>
                <a:close/>
              </a:path>
            </a:pathLst>
          </a:custGeom>
          <a:solidFill>
            <a:srgbClr val="D7E2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8" name="object 398"/>
          <p:cNvSpPr/>
          <p:nvPr/>
        </p:nvSpPr>
        <p:spPr>
          <a:xfrm>
            <a:off x="3571673" y="2887611"/>
            <a:ext cx="40005" cy="6350"/>
          </a:xfrm>
          <a:custGeom>
            <a:avLst/>
            <a:gdLst/>
            <a:ahLst/>
            <a:cxnLst/>
            <a:rect l="l" t="t" r="r" b="b"/>
            <a:pathLst>
              <a:path w="40004" h="6350">
                <a:moveTo>
                  <a:pt x="39998" y="6197"/>
                </a:moveTo>
                <a:lnTo>
                  <a:pt x="0" y="6197"/>
                </a:lnTo>
                <a:lnTo>
                  <a:pt x="291" y="0"/>
                </a:lnTo>
                <a:lnTo>
                  <a:pt x="39709" y="0"/>
                </a:lnTo>
                <a:lnTo>
                  <a:pt x="39998" y="6197"/>
                </a:lnTo>
                <a:close/>
              </a:path>
            </a:pathLst>
          </a:custGeom>
          <a:solidFill>
            <a:srgbClr val="DA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9" name="object 399"/>
          <p:cNvSpPr/>
          <p:nvPr/>
        </p:nvSpPr>
        <p:spPr>
          <a:xfrm>
            <a:off x="3571381" y="2893809"/>
            <a:ext cx="40640" cy="6350"/>
          </a:xfrm>
          <a:custGeom>
            <a:avLst/>
            <a:gdLst/>
            <a:ahLst/>
            <a:cxnLst/>
            <a:rect l="l" t="t" r="r" b="b"/>
            <a:pathLst>
              <a:path w="40639" h="6350">
                <a:moveTo>
                  <a:pt x="40578" y="6197"/>
                </a:moveTo>
                <a:lnTo>
                  <a:pt x="0" y="6197"/>
                </a:lnTo>
                <a:lnTo>
                  <a:pt x="291" y="0"/>
                </a:lnTo>
                <a:lnTo>
                  <a:pt x="40289" y="0"/>
                </a:lnTo>
                <a:lnTo>
                  <a:pt x="40578" y="6197"/>
                </a:lnTo>
                <a:close/>
              </a:path>
            </a:pathLst>
          </a:custGeom>
          <a:solidFill>
            <a:srgbClr val="DC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0" name="object 400"/>
          <p:cNvSpPr/>
          <p:nvPr/>
        </p:nvSpPr>
        <p:spPr>
          <a:xfrm>
            <a:off x="3571089" y="2900006"/>
            <a:ext cx="41275" cy="6350"/>
          </a:xfrm>
          <a:custGeom>
            <a:avLst/>
            <a:gdLst/>
            <a:ahLst/>
            <a:cxnLst/>
            <a:rect l="l" t="t" r="r" b="b"/>
            <a:pathLst>
              <a:path w="41275" h="6350">
                <a:moveTo>
                  <a:pt x="41159" y="6197"/>
                </a:moveTo>
                <a:lnTo>
                  <a:pt x="0" y="6197"/>
                </a:lnTo>
                <a:lnTo>
                  <a:pt x="291" y="0"/>
                </a:lnTo>
                <a:lnTo>
                  <a:pt x="40870" y="0"/>
                </a:lnTo>
                <a:lnTo>
                  <a:pt x="41159" y="6197"/>
                </a:lnTo>
                <a:close/>
              </a:path>
            </a:pathLst>
          </a:custGeom>
          <a:solidFill>
            <a:srgbClr val="DEE7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1" name="object 401"/>
          <p:cNvSpPr/>
          <p:nvPr/>
        </p:nvSpPr>
        <p:spPr>
          <a:xfrm>
            <a:off x="3570896" y="2906191"/>
            <a:ext cx="41910" cy="4445"/>
          </a:xfrm>
          <a:custGeom>
            <a:avLst/>
            <a:gdLst/>
            <a:ahLst/>
            <a:cxnLst/>
            <a:rect l="l" t="t" r="r" b="b"/>
            <a:pathLst>
              <a:path w="41910" h="4444">
                <a:moveTo>
                  <a:pt x="0" y="4127"/>
                </a:moveTo>
                <a:lnTo>
                  <a:pt x="194" y="0"/>
                </a:lnTo>
                <a:lnTo>
                  <a:pt x="41352" y="0"/>
                </a:lnTo>
                <a:lnTo>
                  <a:pt x="41544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2" name="object 402"/>
          <p:cNvSpPr/>
          <p:nvPr/>
        </p:nvSpPr>
        <p:spPr>
          <a:xfrm>
            <a:off x="3570656" y="2910319"/>
            <a:ext cx="42545" cy="6350"/>
          </a:xfrm>
          <a:custGeom>
            <a:avLst/>
            <a:gdLst/>
            <a:ahLst/>
            <a:cxnLst/>
            <a:rect l="l" t="t" r="r" b="b"/>
            <a:pathLst>
              <a:path w="42545" h="6350">
                <a:moveTo>
                  <a:pt x="42021" y="6197"/>
                </a:moveTo>
                <a:lnTo>
                  <a:pt x="0" y="6197"/>
                </a:lnTo>
                <a:lnTo>
                  <a:pt x="23" y="4586"/>
                </a:lnTo>
                <a:lnTo>
                  <a:pt x="239" y="0"/>
                </a:lnTo>
                <a:lnTo>
                  <a:pt x="41784" y="0"/>
                </a:lnTo>
                <a:lnTo>
                  <a:pt x="41997" y="4586"/>
                </a:lnTo>
                <a:lnTo>
                  <a:pt x="42021" y="6197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3" name="object 403"/>
          <p:cNvSpPr/>
          <p:nvPr/>
        </p:nvSpPr>
        <p:spPr>
          <a:xfrm>
            <a:off x="3570565" y="2916516"/>
            <a:ext cx="42545" cy="6350"/>
          </a:xfrm>
          <a:custGeom>
            <a:avLst/>
            <a:gdLst/>
            <a:ahLst/>
            <a:cxnLst/>
            <a:rect l="l" t="t" r="r" b="b"/>
            <a:pathLst>
              <a:path w="42545" h="6350">
                <a:moveTo>
                  <a:pt x="0" y="6197"/>
                </a:moveTo>
                <a:lnTo>
                  <a:pt x="90" y="0"/>
                </a:lnTo>
                <a:lnTo>
                  <a:pt x="42112" y="0"/>
                </a:lnTo>
                <a:lnTo>
                  <a:pt x="42202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4" name="object 404"/>
          <p:cNvSpPr/>
          <p:nvPr/>
        </p:nvSpPr>
        <p:spPr>
          <a:xfrm>
            <a:off x="3570475" y="2922714"/>
            <a:ext cx="42545" cy="6350"/>
          </a:xfrm>
          <a:custGeom>
            <a:avLst/>
            <a:gdLst/>
            <a:ahLst/>
            <a:cxnLst/>
            <a:rect l="l" t="t" r="r" b="b"/>
            <a:pathLst>
              <a:path w="42545" h="6350">
                <a:moveTo>
                  <a:pt x="0" y="6197"/>
                </a:moveTo>
                <a:lnTo>
                  <a:pt x="90" y="0"/>
                </a:lnTo>
                <a:lnTo>
                  <a:pt x="42293" y="0"/>
                </a:lnTo>
                <a:lnTo>
                  <a:pt x="42383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6EC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5" name="object 405"/>
          <p:cNvSpPr/>
          <p:nvPr/>
        </p:nvSpPr>
        <p:spPr>
          <a:xfrm>
            <a:off x="3570414" y="2928899"/>
            <a:ext cx="42545" cy="4445"/>
          </a:xfrm>
          <a:custGeom>
            <a:avLst/>
            <a:gdLst/>
            <a:ahLst/>
            <a:cxnLst/>
            <a:rect l="l" t="t" r="r" b="b"/>
            <a:pathLst>
              <a:path w="42545" h="4444">
                <a:moveTo>
                  <a:pt x="0" y="4127"/>
                </a:moveTo>
                <a:lnTo>
                  <a:pt x="60" y="0"/>
                </a:lnTo>
                <a:lnTo>
                  <a:pt x="42443" y="0"/>
                </a:lnTo>
                <a:lnTo>
                  <a:pt x="42503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6" name="object 406"/>
          <p:cNvSpPr/>
          <p:nvPr/>
        </p:nvSpPr>
        <p:spPr>
          <a:xfrm>
            <a:off x="3570323" y="2933026"/>
            <a:ext cx="43180" cy="6350"/>
          </a:xfrm>
          <a:custGeom>
            <a:avLst/>
            <a:gdLst/>
            <a:ahLst/>
            <a:cxnLst/>
            <a:rect l="l" t="t" r="r" b="b"/>
            <a:pathLst>
              <a:path w="43179" h="6350">
                <a:moveTo>
                  <a:pt x="0" y="6197"/>
                </a:moveTo>
                <a:lnTo>
                  <a:pt x="90" y="0"/>
                </a:lnTo>
                <a:lnTo>
                  <a:pt x="42594" y="0"/>
                </a:lnTo>
                <a:lnTo>
                  <a:pt x="42684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7" name="object 407"/>
          <p:cNvSpPr/>
          <p:nvPr/>
        </p:nvSpPr>
        <p:spPr>
          <a:xfrm>
            <a:off x="3570232" y="2939224"/>
            <a:ext cx="43180" cy="6350"/>
          </a:xfrm>
          <a:custGeom>
            <a:avLst/>
            <a:gdLst/>
            <a:ahLst/>
            <a:cxnLst/>
            <a:rect l="l" t="t" r="r" b="b"/>
            <a:pathLst>
              <a:path w="43179" h="6350">
                <a:moveTo>
                  <a:pt x="0" y="6197"/>
                </a:moveTo>
                <a:lnTo>
                  <a:pt x="90" y="0"/>
                </a:lnTo>
                <a:lnTo>
                  <a:pt x="42775" y="0"/>
                </a:lnTo>
                <a:lnTo>
                  <a:pt x="42865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8" name="object 408"/>
          <p:cNvSpPr/>
          <p:nvPr/>
        </p:nvSpPr>
        <p:spPr>
          <a:xfrm>
            <a:off x="3570141" y="2945422"/>
            <a:ext cx="43180" cy="6350"/>
          </a:xfrm>
          <a:custGeom>
            <a:avLst/>
            <a:gdLst/>
            <a:ahLst/>
            <a:cxnLst/>
            <a:rect l="l" t="t" r="r" b="b"/>
            <a:pathLst>
              <a:path w="43179" h="6350">
                <a:moveTo>
                  <a:pt x="0" y="6197"/>
                </a:moveTo>
                <a:lnTo>
                  <a:pt x="90" y="0"/>
                </a:lnTo>
                <a:lnTo>
                  <a:pt x="42956" y="0"/>
                </a:lnTo>
                <a:lnTo>
                  <a:pt x="43046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D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9" name="object 409"/>
          <p:cNvSpPr/>
          <p:nvPr/>
        </p:nvSpPr>
        <p:spPr>
          <a:xfrm>
            <a:off x="3570081" y="2951607"/>
            <a:ext cx="43180" cy="4445"/>
          </a:xfrm>
          <a:custGeom>
            <a:avLst/>
            <a:gdLst/>
            <a:ahLst/>
            <a:cxnLst/>
            <a:rect l="l" t="t" r="r" b="b"/>
            <a:pathLst>
              <a:path w="43179" h="4444">
                <a:moveTo>
                  <a:pt x="0" y="4127"/>
                </a:moveTo>
                <a:lnTo>
                  <a:pt x="60" y="0"/>
                </a:lnTo>
                <a:lnTo>
                  <a:pt x="43106" y="0"/>
                </a:lnTo>
                <a:lnTo>
                  <a:pt x="43166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0" name="object 410"/>
          <p:cNvSpPr/>
          <p:nvPr/>
        </p:nvSpPr>
        <p:spPr>
          <a:xfrm>
            <a:off x="3569990" y="2955734"/>
            <a:ext cx="43815" cy="6350"/>
          </a:xfrm>
          <a:custGeom>
            <a:avLst/>
            <a:gdLst/>
            <a:ahLst/>
            <a:cxnLst/>
            <a:rect l="l" t="t" r="r" b="b"/>
            <a:pathLst>
              <a:path w="43814" h="6350">
                <a:moveTo>
                  <a:pt x="0" y="6197"/>
                </a:moveTo>
                <a:lnTo>
                  <a:pt x="90" y="0"/>
                </a:lnTo>
                <a:lnTo>
                  <a:pt x="43257" y="0"/>
                </a:lnTo>
                <a:lnTo>
                  <a:pt x="43347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1" name="object 411"/>
          <p:cNvSpPr/>
          <p:nvPr/>
        </p:nvSpPr>
        <p:spPr>
          <a:xfrm>
            <a:off x="3569899" y="2961932"/>
            <a:ext cx="43815" cy="6350"/>
          </a:xfrm>
          <a:custGeom>
            <a:avLst/>
            <a:gdLst/>
            <a:ahLst/>
            <a:cxnLst/>
            <a:rect l="l" t="t" r="r" b="b"/>
            <a:pathLst>
              <a:path w="43814" h="6350">
                <a:moveTo>
                  <a:pt x="0" y="6197"/>
                </a:moveTo>
                <a:lnTo>
                  <a:pt x="90" y="0"/>
                </a:lnTo>
                <a:lnTo>
                  <a:pt x="43438" y="0"/>
                </a:lnTo>
                <a:lnTo>
                  <a:pt x="43528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2" name="object 412"/>
          <p:cNvSpPr/>
          <p:nvPr/>
        </p:nvSpPr>
        <p:spPr>
          <a:xfrm>
            <a:off x="3569838" y="2968129"/>
            <a:ext cx="43815" cy="4445"/>
          </a:xfrm>
          <a:custGeom>
            <a:avLst/>
            <a:gdLst/>
            <a:ahLst/>
            <a:cxnLst/>
            <a:rect l="l" t="t" r="r" b="b"/>
            <a:pathLst>
              <a:path w="43814" h="4444">
                <a:moveTo>
                  <a:pt x="0" y="4127"/>
                </a:moveTo>
                <a:lnTo>
                  <a:pt x="60" y="0"/>
                </a:lnTo>
                <a:lnTo>
                  <a:pt x="43588" y="0"/>
                </a:lnTo>
                <a:lnTo>
                  <a:pt x="43648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3" name="object 413"/>
          <p:cNvSpPr/>
          <p:nvPr/>
        </p:nvSpPr>
        <p:spPr>
          <a:xfrm>
            <a:off x="3569747" y="2972257"/>
            <a:ext cx="44450" cy="6350"/>
          </a:xfrm>
          <a:custGeom>
            <a:avLst/>
            <a:gdLst/>
            <a:ahLst/>
            <a:cxnLst/>
            <a:rect l="l" t="t" r="r" b="b"/>
            <a:pathLst>
              <a:path w="44450" h="6350">
                <a:moveTo>
                  <a:pt x="0" y="6197"/>
                </a:moveTo>
                <a:lnTo>
                  <a:pt x="90" y="0"/>
                </a:lnTo>
                <a:lnTo>
                  <a:pt x="43739" y="0"/>
                </a:lnTo>
                <a:lnTo>
                  <a:pt x="43829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4" name="object 414"/>
          <p:cNvSpPr/>
          <p:nvPr/>
        </p:nvSpPr>
        <p:spPr>
          <a:xfrm>
            <a:off x="3569550" y="2978442"/>
            <a:ext cx="44450" cy="14604"/>
          </a:xfrm>
          <a:custGeom>
            <a:avLst/>
            <a:gdLst/>
            <a:ahLst/>
            <a:cxnLst/>
            <a:rect l="l" t="t" r="r" b="b"/>
            <a:pathLst>
              <a:path w="44450" h="14605">
                <a:moveTo>
                  <a:pt x="44206" y="14452"/>
                </a:moveTo>
                <a:lnTo>
                  <a:pt x="15" y="14452"/>
                </a:lnTo>
                <a:lnTo>
                  <a:pt x="0" y="13423"/>
                </a:lnTo>
                <a:lnTo>
                  <a:pt x="197" y="0"/>
                </a:lnTo>
                <a:lnTo>
                  <a:pt x="44026" y="0"/>
                </a:lnTo>
                <a:lnTo>
                  <a:pt x="44221" y="13423"/>
                </a:lnTo>
                <a:lnTo>
                  <a:pt x="44206" y="14452"/>
                </a:lnTo>
                <a:close/>
              </a:path>
            </a:pathLst>
          </a:custGeom>
          <a:solidFill>
            <a:srgbClr val="F8F9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5" name="object 415"/>
          <p:cNvSpPr/>
          <p:nvPr/>
        </p:nvSpPr>
        <p:spPr>
          <a:xfrm>
            <a:off x="3569565" y="2992894"/>
            <a:ext cx="44450" cy="8255"/>
          </a:xfrm>
          <a:custGeom>
            <a:avLst/>
            <a:gdLst/>
            <a:ahLst/>
            <a:cxnLst/>
            <a:rect l="l" t="t" r="r" b="b"/>
            <a:pathLst>
              <a:path w="44450" h="8255">
                <a:moveTo>
                  <a:pt x="121" y="8255"/>
                </a:moveTo>
                <a:lnTo>
                  <a:pt x="0" y="0"/>
                </a:lnTo>
                <a:lnTo>
                  <a:pt x="44191" y="0"/>
                </a:lnTo>
                <a:lnTo>
                  <a:pt x="44071" y="8255"/>
                </a:lnTo>
                <a:lnTo>
                  <a:pt x="121" y="8255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6" name="object 416"/>
          <p:cNvSpPr/>
          <p:nvPr/>
        </p:nvSpPr>
        <p:spPr>
          <a:xfrm>
            <a:off x="3569687" y="3001162"/>
            <a:ext cx="44450" cy="6350"/>
          </a:xfrm>
          <a:custGeom>
            <a:avLst/>
            <a:gdLst/>
            <a:ahLst/>
            <a:cxnLst/>
            <a:rect l="l" t="t" r="r" b="b"/>
            <a:pathLst>
              <a:path w="44450" h="6350">
                <a:moveTo>
                  <a:pt x="90" y="6197"/>
                </a:moveTo>
                <a:lnTo>
                  <a:pt x="0" y="0"/>
                </a:lnTo>
                <a:lnTo>
                  <a:pt x="43950" y="0"/>
                </a:lnTo>
                <a:lnTo>
                  <a:pt x="43860" y="6197"/>
                </a:lnTo>
                <a:lnTo>
                  <a:pt x="90" y="6197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7" name="object 417"/>
          <p:cNvSpPr/>
          <p:nvPr/>
        </p:nvSpPr>
        <p:spPr>
          <a:xfrm>
            <a:off x="3569777" y="3007347"/>
            <a:ext cx="43815" cy="6350"/>
          </a:xfrm>
          <a:custGeom>
            <a:avLst/>
            <a:gdLst/>
            <a:ahLst/>
            <a:cxnLst/>
            <a:rect l="l" t="t" r="r" b="b"/>
            <a:pathLst>
              <a:path w="43814" h="6350">
                <a:moveTo>
                  <a:pt x="90" y="6197"/>
                </a:moveTo>
                <a:lnTo>
                  <a:pt x="0" y="0"/>
                </a:lnTo>
                <a:lnTo>
                  <a:pt x="43769" y="0"/>
                </a:lnTo>
                <a:lnTo>
                  <a:pt x="43679" y="6197"/>
                </a:lnTo>
                <a:lnTo>
                  <a:pt x="90" y="6197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8" name="object 418"/>
          <p:cNvSpPr/>
          <p:nvPr/>
        </p:nvSpPr>
        <p:spPr>
          <a:xfrm>
            <a:off x="3569868" y="3013544"/>
            <a:ext cx="43815" cy="8255"/>
          </a:xfrm>
          <a:custGeom>
            <a:avLst/>
            <a:gdLst/>
            <a:ahLst/>
            <a:cxnLst/>
            <a:rect l="l" t="t" r="r" b="b"/>
            <a:pathLst>
              <a:path w="43814" h="8255">
                <a:moveTo>
                  <a:pt x="121" y="8254"/>
                </a:moveTo>
                <a:lnTo>
                  <a:pt x="0" y="0"/>
                </a:lnTo>
                <a:lnTo>
                  <a:pt x="43588" y="0"/>
                </a:lnTo>
                <a:lnTo>
                  <a:pt x="43468" y="8254"/>
                </a:lnTo>
                <a:lnTo>
                  <a:pt x="121" y="8254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9" name="object 419"/>
          <p:cNvSpPr/>
          <p:nvPr/>
        </p:nvSpPr>
        <p:spPr>
          <a:xfrm>
            <a:off x="3569989" y="3021799"/>
            <a:ext cx="43815" cy="6350"/>
          </a:xfrm>
          <a:custGeom>
            <a:avLst/>
            <a:gdLst/>
            <a:ahLst/>
            <a:cxnLst/>
            <a:rect l="l" t="t" r="r" b="b"/>
            <a:pathLst>
              <a:path w="43814" h="6350">
                <a:moveTo>
                  <a:pt x="90" y="6197"/>
                </a:moveTo>
                <a:lnTo>
                  <a:pt x="0" y="0"/>
                </a:lnTo>
                <a:lnTo>
                  <a:pt x="43347" y="0"/>
                </a:lnTo>
                <a:lnTo>
                  <a:pt x="43257" y="6197"/>
                </a:lnTo>
                <a:lnTo>
                  <a:pt x="90" y="6197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0" name="object 420"/>
          <p:cNvSpPr/>
          <p:nvPr/>
        </p:nvSpPr>
        <p:spPr>
          <a:xfrm>
            <a:off x="3570080" y="3027997"/>
            <a:ext cx="43180" cy="10795"/>
          </a:xfrm>
          <a:custGeom>
            <a:avLst/>
            <a:gdLst/>
            <a:ahLst/>
            <a:cxnLst/>
            <a:rect l="l" t="t" r="r" b="b"/>
            <a:pathLst>
              <a:path w="43179" h="10794">
                <a:moveTo>
                  <a:pt x="151" y="10325"/>
                </a:moveTo>
                <a:lnTo>
                  <a:pt x="0" y="0"/>
                </a:lnTo>
                <a:lnTo>
                  <a:pt x="43167" y="0"/>
                </a:lnTo>
                <a:lnTo>
                  <a:pt x="43017" y="10325"/>
                </a:lnTo>
                <a:lnTo>
                  <a:pt x="151" y="10325"/>
                </a:lnTo>
                <a:close/>
              </a:path>
            </a:pathLst>
          </a:custGeom>
          <a:solidFill>
            <a:srgbClr val="EDF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1" name="object 421"/>
          <p:cNvSpPr/>
          <p:nvPr/>
        </p:nvSpPr>
        <p:spPr>
          <a:xfrm>
            <a:off x="3570232" y="3038309"/>
            <a:ext cx="43180" cy="8255"/>
          </a:xfrm>
          <a:custGeom>
            <a:avLst/>
            <a:gdLst/>
            <a:ahLst/>
            <a:cxnLst/>
            <a:rect l="l" t="t" r="r" b="b"/>
            <a:pathLst>
              <a:path w="43179" h="8255">
                <a:moveTo>
                  <a:pt x="121" y="8255"/>
                </a:moveTo>
                <a:lnTo>
                  <a:pt x="0" y="0"/>
                </a:lnTo>
                <a:lnTo>
                  <a:pt x="42866" y="0"/>
                </a:lnTo>
                <a:lnTo>
                  <a:pt x="42746" y="8255"/>
                </a:lnTo>
                <a:lnTo>
                  <a:pt x="121" y="8255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2" name="object 422"/>
          <p:cNvSpPr/>
          <p:nvPr/>
        </p:nvSpPr>
        <p:spPr>
          <a:xfrm>
            <a:off x="3570353" y="3046577"/>
            <a:ext cx="43180" cy="8255"/>
          </a:xfrm>
          <a:custGeom>
            <a:avLst/>
            <a:gdLst/>
            <a:ahLst/>
            <a:cxnLst/>
            <a:rect l="l" t="t" r="r" b="b"/>
            <a:pathLst>
              <a:path w="43179" h="8255">
                <a:moveTo>
                  <a:pt x="121" y="8254"/>
                </a:moveTo>
                <a:lnTo>
                  <a:pt x="0" y="0"/>
                </a:lnTo>
                <a:lnTo>
                  <a:pt x="42624" y="0"/>
                </a:lnTo>
                <a:lnTo>
                  <a:pt x="42505" y="8254"/>
                </a:lnTo>
                <a:lnTo>
                  <a:pt x="121" y="8254"/>
                </a:lnTo>
                <a:close/>
              </a:path>
            </a:pathLst>
          </a:custGeom>
          <a:solidFill>
            <a:srgbClr val="EAEF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3" name="object 423"/>
          <p:cNvSpPr/>
          <p:nvPr/>
        </p:nvSpPr>
        <p:spPr>
          <a:xfrm>
            <a:off x="3570474" y="3054832"/>
            <a:ext cx="42545" cy="8255"/>
          </a:xfrm>
          <a:custGeom>
            <a:avLst/>
            <a:gdLst/>
            <a:ahLst/>
            <a:cxnLst/>
            <a:rect l="l" t="t" r="r" b="b"/>
            <a:pathLst>
              <a:path w="42545" h="8255">
                <a:moveTo>
                  <a:pt x="121" y="8255"/>
                </a:moveTo>
                <a:lnTo>
                  <a:pt x="0" y="0"/>
                </a:lnTo>
                <a:lnTo>
                  <a:pt x="42383" y="0"/>
                </a:lnTo>
                <a:lnTo>
                  <a:pt x="42264" y="8255"/>
                </a:lnTo>
                <a:lnTo>
                  <a:pt x="121" y="8255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4" name="object 424"/>
          <p:cNvSpPr/>
          <p:nvPr/>
        </p:nvSpPr>
        <p:spPr>
          <a:xfrm>
            <a:off x="3570595" y="3063087"/>
            <a:ext cx="42545" cy="8255"/>
          </a:xfrm>
          <a:custGeom>
            <a:avLst/>
            <a:gdLst/>
            <a:ahLst/>
            <a:cxnLst/>
            <a:rect l="l" t="t" r="r" b="b"/>
            <a:pathLst>
              <a:path w="42545" h="8255">
                <a:moveTo>
                  <a:pt x="41944" y="8255"/>
                </a:moveTo>
                <a:lnTo>
                  <a:pt x="200" y="8255"/>
                </a:lnTo>
                <a:lnTo>
                  <a:pt x="84" y="5787"/>
                </a:lnTo>
                <a:lnTo>
                  <a:pt x="0" y="0"/>
                </a:lnTo>
                <a:lnTo>
                  <a:pt x="42143" y="0"/>
                </a:lnTo>
                <a:lnTo>
                  <a:pt x="42059" y="5787"/>
                </a:lnTo>
                <a:lnTo>
                  <a:pt x="41944" y="8255"/>
                </a:lnTo>
                <a:close/>
              </a:path>
            </a:pathLst>
          </a:custGeom>
          <a:solidFill>
            <a:srgbClr val="E6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5" name="object 425"/>
          <p:cNvSpPr/>
          <p:nvPr/>
        </p:nvSpPr>
        <p:spPr>
          <a:xfrm>
            <a:off x="3570796" y="3071342"/>
            <a:ext cx="41910" cy="8255"/>
          </a:xfrm>
          <a:custGeom>
            <a:avLst/>
            <a:gdLst/>
            <a:ahLst/>
            <a:cxnLst/>
            <a:rect l="l" t="t" r="r" b="b"/>
            <a:pathLst>
              <a:path w="41910" h="8255">
                <a:moveTo>
                  <a:pt x="41358" y="8255"/>
                </a:moveTo>
                <a:lnTo>
                  <a:pt x="388" y="8255"/>
                </a:lnTo>
                <a:lnTo>
                  <a:pt x="0" y="0"/>
                </a:lnTo>
                <a:lnTo>
                  <a:pt x="41743" y="0"/>
                </a:lnTo>
                <a:lnTo>
                  <a:pt x="41358" y="8255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6" name="object 426"/>
          <p:cNvSpPr/>
          <p:nvPr/>
        </p:nvSpPr>
        <p:spPr>
          <a:xfrm>
            <a:off x="3571185" y="3079597"/>
            <a:ext cx="41275" cy="8255"/>
          </a:xfrm>
          <a:custGeom>
            <a:avLst/>
            <a:gdLst/>
            <a:ahLst/>
            <a:cxnLst/>
            <a:rect l="l" t="t" r="r" b="b"/>
            <a:pathLst>
              <a:path w="41275" h="8255">
                <a:moveTo>
                  <a:pt x="40585" y="8255"/>
                </a:moveTo>
                <a:lnTo>
                  <a:pt x="388" y="8255"/>
                </a:lnTo>
                <a:lnTo>
                  <a:pt x="0" y="0"/>
                </a:lnTo>
                <a:lnTo>
                  <a:pt x="40969" y="0"/>
                </a:lnTo>
                <a:lnTo>
                  <a:pt x="40585" y="8255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7" name="object 427"/>
          <p:cNvSpPr/>
          <p:nvPr/>
        </p:nvSpPr>
        <p:spPr>
          <a:xfrm>
            <a:off x="3571573" y="3087865"/>
            <a:ext cx="40640" cy="10795"/>
          </a:xfrm>
          <a:custGeom>
            <a:avLst/>
            <a:gdLst/>
            <a:ahLst/>
            <a:cxnLst/>
            <a:rect l="l" t="t" r="r" b="b"/>
            <a:pathLst>
              <a:path w="40639" h="10794">
                <a:moveTo>
                  <a:pt x="39714" y="10325"/>
                </a:moveTo>
                <a:lnTo>
                  <a:pt x="485" y="10325"/>
                </a:lnTo>
                <a:lnTo>
                  <a:pt x="0" y="0"/>
                </a:lnTo>
                <a:lnTo>
                  <a:pt x="40195" y="0"/>
                </a:lnTo>
                <a:lnTo>
                  <a:pt x="39714" y="10325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8" name="object 428"/>
          <p:cNvSpPr/>
          <p:nvPr/>
        </p:nvSpPr>
        <p:spPr>
          <a:xfrm>
            <a:off x="3572059" y="3098177"/>
            <a:ext cx="39370" cy="10795"/>
          </a:xfrm>
          <a:custGeom>
            <a:avLst/>
            <a:gdLst/>
            <a:ahLst/>
            <a:cxnLst/>
            <a:rect l="l" t="t" r="r" b="b"/>
            <a:pathLst>
              <a:path w="39370" h="10794">
                <a:moveTo>
                  <a:pt x="38748" y="10325"/>
                </a:moveTo>
                <a:lnTo>
                  <a:pt x="485" y="10325"/>
                </a:lnTo>
                <a:lnTo>
                  <a:pt x="0" y="0"/>
                </a:lnTo>
                <a:lnTo>
                  <a:pt x="39229" y="0"/>
                </a:lnTo>
                <a:lnTo>
                  <a:pt x="38748" y="10325"/>
                </a:lnTo>
                <a:close/>
              </a:path>
            </a:pathLst>
          </a:custGeom>
          <a:solidFill>
            <a:srgbClr val="DE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9" name="object 429"/>
          <p:cNvSpPr/>
          <p:nvPr/>
        </p:nvSpPr>
        <p:spPr>
          <a:xfrm>
            <a:off x="3572544" y="3108502"/>
            <a:ext cx="38735" cy="10795"/>
          </a:xfrm>
          <a:custGeom>
            <a:avLst/>
            <a:gdLst/>
            <a:ahLst/>
            <a:cxnLst/>
            <a:rect l="l" t="t" r="r" b="b"/>
            <a:pathLst>
              <a:path w="38735" h="10794">
                <a:moveTo>
                  <a:pt x="37781" y="10325"/>
                </a:moveTo>
                <a:lnTo>
                  <a:pt x="485" y="10325"/>
                </a:lnTo>
                <a:lnTo>
                  <a:pt x="0" y="0"/>
                </a:lnTo>
                <a:lnTo>
                  <a:pt x="38262" y="0"/>
                </a:lnTo>
                <a:lnTo>
                  <a:pt x="37781" y="10325"/>
                </a:lnTo>
                <a:close/>
              </a:path>
            </a:pathLst>
          </a:custGeom>
          <a:solidFill>
            <a:srgbClr val="DD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0" name="object 430"/>
          <p:cNvSpPr/>
          <p:nvPr/>
        </p:nvSpPr>
        <p:spPr>
          <a:xfrm>
            <a:off x="3573030" y="3118827"/>
            <a:ext cx="37465" cy="12700"/>
          </a:xfrm>
          <a:custGeom>
            <a:avLst/>
            <a:gdLst/>
            <a:ahLst/>
            <a:cxnLst/>
            <a:rect l="l" t="t" r="r" b="b"/>
            <a:pathLst>
              <a:path w="37464" h="12700">
                <a:moveTo>
                  <a:pt x="36718" y="12382"/>
                </a:moveTo>
                <a:lnTo>
                  <a:pt x="582" y="12382"/>
                </a:lnTo>
                <a:lnTo>
                  <a:pt x="0" y="0"/>
                </a:lnTo>
                <a:lnTo>
                  <a:pt x="37295" y="0"/>
                </a:lnTo>
                <a:lnTo>
                  <a:pt x="36718" y="12382"/>
                </a:lnTo>
                <a:close/>
              </a:path>
            </a:pathLst>
          </a:custGeom>
          <a:solidFill>
            <a:srgbClr val="DB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1" name="object 431"/>
          <p:cNvSpPr/>
          <p:nvPr/>
        </p:nvSpPr>
        <p:spPr>
          <a:xfrm>
            <a:off x="3573613" y="3131210"/>
            <a:ext cx="36195" cy="14604"/>
          </a:xfrm>
          <a:custGeom>
            <a:avLst/>
            <a:gdLst/>
            <a:ahLst/>
            <a:cxnLst/>
            <a:rect l="l" t="t" r="r" b="b"/>
            <a:pathLst>
              <a:path w="36195" h="14605">
                <a:moveTo>
                  <a:pt x="35028" y="14452"/>
                </a:moveTo>
                <a:lnTo>
                  <a:pt x="1115" y="14452"/>
                </a:lnTo>
                <a:lnTo>
                  <a:pt x="213" y="4536"/>
                </a:lnTo>
                <a:lnTo>
                  <a:pt x="0" y="0"/>
                </a:lnTo>
                <a:lnTo>
                  <a:pt x="36135" y="0"/>
                </a:lnTo>
                <a:lnTo>
                  <a:pt x="35924" y="4536"/>
                </a:lnTo>
                <a:lnTo>
                  <a:pt x="35028" y="14452"/>
                </a:lnTo>
                <a:close/>
              </a:path>
            </a:pathLst>
          </a:custGeom>
          <a:solidFill>
            <a:srgbClr val="D9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2" name="object 432"/>
          <p:cNvSpPr/>
          <p:nvPr/>
        </p:nvSpPr>
        <p:spPr>
          <a:xfrm>
            <a:off x="3574729" y="3145663"/>
            <a:ext cx="34290" cy="12700"/>
          </a:xfrm>
          <a:custGeom>
            <a:avLst/>
            <a:gdLst/>
            <a:ahLst/>
            <a:cxnLst/>
            <a:rect l="l" t="t" r="r" b="b"/>
            <a:pathLst>
              <a:path w="34289" h="12700">
                <a:moveTo>
                  <a:pt x="32794" y="12382"/>
                </a:moveTo>
                <a:lnTo>
                  <a:pt x="1126" y="12382"/>
                </a:lnTo>
                <a:lnTo>
                  <a:pt x="0" y="0"/>
                </a:lnTo>
                <a:lnTo>
                  <a:pt x="33912" y="0"/>
                </a:lnTo>
                <a:lnTo>
                  <a:pt x="32794" y="12382"/>
                </a:lnTo>
                <a:close/>
              </a:path>
            </a:pathLst>
          </a:custGeom>
          <a:solidFill>
            <a:srgbClr val="D6E1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3" name="object 433"/>
          <p:cNvSpPr/>
          <p:nvPr/>
        </p:nvSpPr>
        <p:spPr>
          <a:xfrm>
            <a:off x="3575856" y="3158045"/>
            <a:ext cx="31750" cy="14604"/>
          </a:xfrm>
          <a:custGeom>
            <a:avLst/>
            <a:gdLst/>
            <a:ahLst/>
            <a:cxnLst/>
            <a:rect l="l" t="t" r="r" b="b"/>
            <a:pathLst>
              <a:path w="31750" h="14605">
                <a:moveTo>
                  <a:pt x="30361" y="14452"/>
                </a:moveTo>
                <a:lnTo>
                  <a:pt x="1315" y="14452"/>
                </a:lnTo>
                <a:lnTo>
                  <a:pt x="0" y="0"/>
                </a:lnTo>
                <a:lnTo>
                  <a:pt x="31667" y="0"/>
                </a:lnTo>
                <a:lnTo>
                  <a:pt x="30361" y="14452"/>
                </a:lnTo>
                <a:close/>
              </a:path>
            </a:pathLst>
          </a:custGeom>
          <a:solidFill>
            <a:srgbClr val="D4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4" name="object 434"/>
          <p:cNvSpPr/>
          <p:nvPr/>
        </p:nvSpPr>
        <p:spPr>
          <a:xfrm>
            <a:off x="3577171" y="3172498"/>
            <a:ext cx="29209" cy="10795"/>
          </a:xfrm>
          <a:custGeom>
            <a:avLst/>
            <a:gdLst/>
            <a:ahLst/>
            <a:cxnLst/>
            <a:rect l="l" t="t" r="r" b="b"/>
            <a:pathLst>
              <a:path w="29210" h="10794">
                <a:moveTo>
                  <a:pt x="28113" y="10325"/>
                </a:moveTo>
                <a:lnTo>
                  <a:pt x="939" y="10325"/>
                </a:lnTo>
                <a:lnTo>
                  <a:pt x="0" y="0"/>
                </a:lnTo>
                <a:lnTo>
                  <a:pt x="29046" y="0"/>
                </a:lnTo>
                <a:lnTo>
                  <a:pt x="28113" y="10325"/>
                </a:lnTo>
                <a:close/>
              </a:path>
            </a:pathLst>
          </a:custGeom>
          <a:solidFill>
            <a:srgbClr val="D2D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5" name="object 435"/>
          <p:cNvSpPr/>
          <p:nvPr/>
        </p:nvSpPr>
        <p:spPr>
          <a:xfrm>
            <a:off x="3578111" y="3182823"/>
            <a:ext cx="27305" cy="10795"/>
          </a:xfrm>
          <a:custGeom>
            <a:avLst/>
            <a:gdLst/>
            <a:ahLst/>
            <a:cxnLst/>
            <a:rect l="l" t="t" r="r" b="b"/>
            <a:pathLst>
              <a:path w="27304" h="10794">
                <a:moveTo>
                  <a:pt x="25844" y="10325"/>
                </a:moveTo>
                <a:lnTo>
                  <a:pt x="1337" y="10325"/>
                </a:lnTo>
                <a:lnTo>
                  <a:pt x="514" y="5650"/>
                </a:lnTo>
                <a:lnTo>
                  <a:pt x="0" y="0"/>
                </a:lnTo>
                <a:lnTo>
                  <a:pt x="27173" y="0"/>
                </a:lnTo>
                <a:lnTo>
                  <a:pt x="26663" y="5650"/>
                </a:lnTo>
                <a:lnTo>
                  <a:pt x="25844" y="10325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6" name="object 436"/>
          <p:cNvSpPr/>
          <p:nvPr/>
        </p:nvSpPr>
        <p:spPr>
          <a:xfrm>
            <a:off x="3579448" y="3193148"/>
            <a:ext cx="24765" cy="42545"/>
          </a:xfrm>
          <a:custGeom>
            <a:avLst/>
            <a:gdLst/>
            <a:ahLst/>
            <a:cxnLst/>
            <a:rect l="l" t="t" r="r" b="b"/>
            <a:pathLst>
              <a:path w="24764" h="42544">
                <a:moveTo>
                  <a:pt x="12276" y="42316"/>
                </a:moveTo>
                <a:lnTo>
                  <a:pt x="5264" y="29900"/>
                </a:lnTo>
                <a:lnTo>
                  <a:pt x="0" y="0"/>
                </a:lnTo>
                <a:lnTo>
                  <a:pt x="24507" y="0"/>
                </a:lnTo>
                <a:lnTo>
                  <a:pt x="19270" y="29900"/>
                </a:lnTo>
                <a:lnTo>
                  <a:pt x="12276" y="42316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7" name="object 437"/>
          <p:cNvSpPr/>
          <p:nvPr/>
        </p:nvSpPr>
        <p:spPr>
          <a:xfrm>
            <a:off x="3569550" y="2748267"/>
            <a:ext cx="44450" cy="487680"/>
          </a:xfrm>
          <a:custGeom>
            <a:avLst/>
            <a:gdLst/>
            <a:ahLst/>
            <a:cxnLst/>
            <a:rect l="l" t="t" r="r" b="b"/>
            <a:pathLst>
              <a:path w="44450" h="487680">
                <a:moveTo>
                  <a:pt x="22174" y="0"/>
                </a:moveTo>
                <a:lnTo>
                  <a:pt x="35223" y="47027"/>
                </a:lnTo>
                <a:lnTo>
                  <a:pt x="39986" y="99772"/>
                </a:lnTo>
                <a:lnTo>
                  <a:pt x="43103" y="166638"/>
                </a:lnTo>
                <a:lnTo>
                  <a:pt x="44221" y="243598"/>
                </a:lnTo>
                <a:lnTo>
                  <a:pt x="43103" y="320607"/>
                </a:lnTo>
                <a:lnTo>
                  <a:pt x="39986" y="387479"/>
                </a:lnTo>
                <a:lnTo>
                  <a:pt x="35223" y="440206"/>
                </a:lnTo>
                <a:lnTo>
                  <a:pt x="29168" y="474781"/>
                </a:lnTo>
                <a:lnTo>
                  <a:pt x="22174" y="487197"/>
                </a:lnTo>
                <a:lnTo>
                  <a:pt x="15161" y="474781"/>
                </a:lnTo>
                <a:lnTo>
                  <a:pt x="9074" y="440206"/>
                </a:lnTo>
                <a:lnTo>
                  <a:pt x="4275" y="387479"/>
                </a:lnTo>
                <a:lnTo>
                  <a:pt x="1129" y="320607"/>
                </a:lnTo>
                <a:lnTo>
                  <a:pt x="0" y="243598"/>
                </a:lnTo>
                <a:lnTo>
                  <a:pt x="1129" y="166638"/>
                </a:lnTo>
                <a:lnTo>
                  <a:pt x="4275" y="99772"/>
                </a:lnTo>
                <a:lnTo>
                  <a:pt x="9074" y="47027"/>
                </a:lnTo>
                <a:lnTo>
                  <a:pt x="15161" y="12427"/>
                </a:lnTo>
                <a:lnTo>
                  <a:pt x="22174" y="0"/>
                </a:lnTo>
                <a:close/>
              </a:path>
            </a:pathLst>
          </a:custGeom>
          <a:ln w="17157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8" name="object 438"/>
          <p:cNvSpPr/>
          <p:nvPr/>
        </p:nvSpPr>
        <p:spPr>
          <a:xfrm>
            <a:off x="3591724" y="2748267"/>
            <a:ext cx="415290" cy="487680"/>
          </a:xfrm>
          <a:custGeom>
            <a:avLst/>
            <a:gdLst/>
            <a:ahLst/>
            <a:cxnLst/>
            <a:rect l="l" t="t" r="r" b="b"/>
            <a:pathLst>
              <a:path w="415289" h="487680">
                <a:moveTo>
                  <a:pt x="0" y="0"/>
                </a:moveTo>
                <a:lnTo>
                  <a:pt x="393128" y="0"/>
                </a:lnTo>
                <a:lnTo>
                  <a:pt x="400127" y="12427"/>
                </a:lnTo>
                <a:lnTo>
                  <a:pt x="406183" y="47027"/>
                </a:lnTo>
                <a:lnTo>
                  <a:pt x="410944" y="99772"/>
                </a:lnTo>
                <a:lnTo>
                  <a:pt x="414059" y="166638"/>
                </a:lnTo>
                <a:lnTo>
                  <a:pt x="415175" y="243598"/>
                </a:lnTo>
                <a:lnTo>
                  <a:pt x="414059" y="320607"/>
                </a:lnTo>
                <a:lnTo>
                  <a:pt x="410944" y="387479"/>
                </a:lnTo>
                <a:lnTo>
                  <a:pt x="406183" y="440206"/>
                </a:lnTo>
                <a:lnTo>
                  <a:pt x="400127" y="474781"/>
                </a:lnTo>
                <a:lnTo>
                  <a:pt x="393128" y="487197"/>
                </a:lnTo>
                <a:lnTo>
                  <a:pt x="0" y="487197"/>
                </a:lnTo>
              </a:path>
            </a:pathLst>
          </a:custGeom>
          <a:ln w="17157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9" name="object 439"/>
          <p:cNvSpPr/>
          <p:nvPr/>
        </p:nvSpPr>
        <p:spPr>
          <a:xfrm>
            <a:off x="4066222" y="2748267"/>
            <a:ext cx="450850" cy="114935"/>
          </a:xfrm>
          <a:custGeom>
            <a:avLst/>
            <a:gdLst/>
            <a:ahLst/>
            <a:cxnLst/>
            <a:rect l="l" t="t" r="r" b="b"/>
            <a:pathLst>
              <a:path w="450850" h="114935">
                <a:moveTo>
                  <a:pt x="450467" y="114579"/>
                </a:moveTo>
                <a:lnTo>
                  <a:pt x="20321" y="114579"/>
                </a:lnTo>
                <a:lnTo>
                  <a:pt x="19560" y="99772"/>
                </a:lnTo>
                <a:lnTo>
                  <a:pt x="14317" y="47027"/>
                </a:lnTo>
                <a:lnTo>
                  <a:pt x="7665" y="12427"/>
                </a:lnTo>
                <a:lnTo>
                  <a:pt x="0" y="0"/>
                </a:lnTo>
                <a:lnTo>
                  <a:pt x="430263" y="0"/>
                </a:lnTo>
                <a:lnTo>
                  <a:pt x="437871" y="12427"/>
                </a:lnTo>
                <a:lnTo>
                  <a:pt x="444486" y="47027"/>
                </a:lnTo>
                <a:lnTo>
                  <a:pt x="449708" y="99772"/>
                </a:lnTo>
                <a:lnTo>
                  <a:pt x="450467" y="114579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0" name="object 440"/>
          <p:cNvSpPr/>
          <p:nvPr/>
        </p:nvSpPr>
        <p:spPr>
          <a:xfrm>
            <a:off x="4086544" y="2864910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357" y="0"/>
                </a:lnTo>
              </a:path>
            </a:pathLst>
          </a:custGeom>
          <a:ln w="4127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1" name="object 441"/>
          <p:cNvSpPr/>
          <p:nvPr/>
        </p:nvSpPr>
        <p:spPr>
          <a:xfrm>
            <a:off x="4086756" y="2869037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356" y="0"/>
                </a:lnTo>
              </a:path>
            </a:pathLst>
          </a:custGeom>
          <a:ln w="4127">
            <a:solidFill>
              <a:srgbClr val="B5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2" name="object 442"/>
          <p:cNvSpPr/>
          <p:nvPr/>
        </p:nvSpPr>
        <p:spPr>
          <a:xfrm>
            <a:off x="4086968" y="2873165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356" y="0"/>
                </a:lnTo>
              </a:path>
            </a:pathLst>
          </a:custGeom>
          <a:ln w="4127">
            <a:solidFill>
              <a:srgbClr val="B7CA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3" name="object 443"/>
          <p:cNvSpPr/>
          <p:nvPr/>
        </p:nvSpPr>
        <p:spPr>
          <a:xfrm>
            <a:off x="4087180" y="2877292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355" y="0"/>
                </a:lnTo>
              </a:path>
            </a:pathLst>
          </a:custGeom>
          <a:ln w="4127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4" name="object 444"/>
          <p:cNvSpPr/>
          <p:nvPr/>
        </p:nvSpPr>
        <p:spPr>
          <a:xfrm>
            <a:off x="4087393" y="2880391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49" y="0"/>
                </a:lnTo>
              </a:path>
            </a:pathLst>
          </a:custGeom>
          <a:ln w="3175">
            <a:solidFill>
              <a:srgbClr val="BA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5" name="object 445"/>
          <p:cNvSpPr/>
          <p:nvPr/>
        </p:nvSpPr>
        <p:spPr>
          <a:xfrm>
            <a:off x="4087499" y="2883490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354" y="0"/>
                </a:lnTo>
              </a:path>
            </a:pathLst>
          </a:custGeom>
          <a:ln w="4127">
            <a:solidFill>
              <a:srgbClr val="BC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6" name="object 446"/>
          <p:cNvSpPr/>
          <p:nvPr/>
        </p:nvSpPr>
        <p:spPr>
          <a:xfrm>
            <a:off x="4087711" y="2886589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48" y="0"/>
                </a:lnTo>
              </a:path>
            </a:pathLst>
          </a:custGeom>
          <a:ln w="3175">
            <a:solidFill>
              <a:srgbClr val="BE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7" name="object 447"/>
          <p:cNvSpPr/>
          <p:nvPr/>
        </p:nvSpPr>
        <p:spPr>
          <a:xfrm>
            <a:off x="4087817" y="2889675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353" y="0"/>
                </a:lnTo>
              </a:path>
            </a:pathLst>
          </a:custGeom>
          <a:ln w="4127">
            <a:solidFill>
              <a:srgbClr val="C1D2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8" name="object 448"/>
          <p:cNvSpPr/>
          <p:nvPr/>
        </p:nvSpPr>
        <p:spPr>
          <a:xfrm>
            <a:off x="4088029" y="2893803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353" y="0"/>
                </a:lnTo>
              </a:path>
            </a:pathLst>
          </a:custGeom>
          <a:ln w="4127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9" name="object 449"/>
          <p:cNvSpPr/>
          <p:nvPr/>
        </p:nvSpPr>
        <p:spPr>
          <a:xfrm>
            <a:off x="4088241" y="2897930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352" y="0"/>
                </a:lnTo>
              </a:path>
            </a:pathLst>
          </a:custGeom>
          <a:ln w="4127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0" name="object 450"/>
          <p:cNvSpPr/>
          <p:nvPr/>
        </p:nvSpPr>
        <p:spPr>
          <a:xfrm>
            <a:off x="4088454" y="2902070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352" y="0"/>
                </a:lnTo>
              </a:path>
            </a:pathLst>
          </a:custGeom>
          <a:ln w="4127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1" name="object 451"/>
          <p:cNvSpPr/>
          <p:nvPr/>
        </p:nvSpPr>
        <p:spPr>
          <a:xfrm>
            <a:off x="4088666" y="2905169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46" y="0"/>
                </a:lnTo>
              </a:path>
            </a:pathLst>
          </a:custGeom>
          <a:ln w="3175">
            <a:solidFill>
              <a:srgbClr val="C8D7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2" name="object 452"/>
          <p:cNvSpPr/>
          <p:nvPr/>
        </p:nvSpPr>
        <p:spPr>
          <a:xfrm>
            <a:off x="4088772" y="2908255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351" y="0"/>
                </a:lnTo>
              </a:path>
            </a:pathLst>
          </a:custGeom>
          <a:ln w="4127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3" name="object 453"/>
          <p:cNvSpPr/>
          <p:nvPr/>
        </p:nvSpPr>
        <p:spPr>
          <a:xfrm>
            <a:off x="4088984" y="2912383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350" y="0"/>
                </a:lnTo>
              </a:path>
            </a:pathLst>
          </a:custGeom>
          <a:ln w="4127">
            <a:solidFill>
              <a:srgbClr val="CEDC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4" name="object 454"/>
          <p:cNvSpPr/>
          <p:nvPr/>
        </p:nvSpPr>
        <p:spPr>
          <a:xfrm>
            <a:off x="4089196" y="2916510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20" y="0"/>
                </a:lnTo>
              </a:path>
            </a:pathLst>
          </a:custGeom>
          <a:ln w="4127">
            <a:solidFill>
              <a:srgbClr val="D0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5" name="object 455"/>
          <p:cNvSpPr/>
          <p:nvPr/>
        </p:nvSpPr>
        <p:spPr>
          <a:xfrm>
            <a:off x="4089279" y="2920650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4" y="0"/>
                </a:lnTo>
              </a:path>
            </a:pathLst>
          </a:custGeom>
          <a:ln w="4127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6" name="object 456"/>
          <p:cNvSpPr/>
          <p:nvPr/>
        </p:nvSpPr>
        <p:spPr>
          <a:xfrm>
            <a:off x="4089345" y="2924778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4" y="0"/>
                </a:lnTo>
              </a:path>
            </a:pathLst>
          </a:custGeom>
          <a:ln w="4127">
            <a:solidFill>
              <a:srgbClr val="D3DF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7" name="object 457"/>
          <p:cNvSpPr/>
          <p:nvPr/>
        </p:nvSpPr>
        <p:spPr>
          <a:xfrm>
            <a:off x="4089411" y="2928905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4" y="0"/>
                </a:lnTo>
              </a:path>
            </a:pathLst>
          </a:custGeom>
          <a:ln w="4127">
            <a:solidFill>
              <a:srgbClr val="D6E1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8" name="object 458"/>
          <p:cNvSpPr/>
          <p:nvPr/>
        </p:nvSpPr>
        <p:spPr>
          <a:xfrm>
            <a:off x="4089477" y="2933033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4" y="0"/>
                </a:lnTo>
              </a:path>
            </a:pathLst>
          </a:custGeom>
          <a:ln w="4127">
            <a:solidFill>
              <a:srgbClr val="DA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9" name="object 459"/>
          <p:cNvSpPr/>
          <p:nvPr/>
        </p:nvSpPr>
        <p:spPr>
          <a:xfrm>
            <a:off x="4089543" y="2937160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4" y="0"/>
                </a:lnTo>
              </a:path>
            </a:pathLst>
          </a:custGeom>
          <a:ln w="4127">
            <a:solidFill>
              <a:srgbClr val="DCE6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0" name="object 460"/>
          <p:cNvSpPr/>
          <p:nvPr/>
        </p:nvSpPr>
        <p:spPr>
          <a:xfrm>
            <a:off x="4089610" y="2941288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3" y="0"/>
                </a:lnTo>
              </a:path>
            </a:pathLst>
          </a:custGeom>
          <a:ln w="4127">
            <a:solidFill>
              <a:srgbClr val="DEE8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1" name="object 461"/>
          <p:cNvSpPr/>
          <p:nvPr/>
        </p:nvSpPr>
        <p:spPr>
          <a:xfrm>
            <a:off x="4089676" y="2945415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3" y="0"/>
                </a:lnTo>
              </a:path>
            </a:pathLst>
          </a:custGeom>
          <a:ln w="4127">
            <a:solidFill>
              <a:srgbClr val="DFE9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2" name="object 462"/>
          <p:cNvSpPr/>
          <p:nvPr/>
        </p:nvSpPr>
        <p:spPr>
          <a:xfrm>
            <a:off x="4089742" y="2948514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170" y="0"/>
                </a:lnTo>
              </a:path>
            </a:pathLst>
          </a:custGeom>
          <a:ln w="3175">
            <a:solidFill>
              <a:srgbClr val="E1EB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3" name="object 463"/>
          <p:cNvSpPr/>
          <p:nvPr/>
        </p:nvSpPr>
        <p:spPr>
          <a:xfrm>
            <a:off x="4089775" y="2951613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3" y="0"/>
                </a:lnTo>
              </a:path>
            </a:pathLst>
          </a:custGeom>
          <a:ln w="4127">
            <a:solidFill>
              <a:srgbClr val="E3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4" name="object 464"/>
          <p:cNvSpPr/>
          <p:nvPr/>
        </p:nvSpPr>
        <p:spPr>
          <a:xfrm>
            <a:off x="4089841" y="2954712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170" y="0"/>
                </a:lnTo>
              </a:path>
            </a:pathLst>
          </a:custGeom>
          <a:ln w="3175">
            <a:solidFill>
              <a:srgbClr val="E6EC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5" name="object 465"/>
          <p:cNvSpPr/>
          <p:nvPr/>
        </p:nvSpPr>
        <p:spPr>
          <a:xfrm>
            <a:off x="4089874" y="2957798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3" y="0"/>
                </a:lnTo>
              </a:path>
            </a:pathLst>
          </a:custGeom>
          <a:ln w="4127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6" name="object 466"/>
          <p:cNvSpPr/>
          <p:nvPr/>
        </p:nvSpPr>
        <p:spPr>
          <a:xfrm>
            <a:off x="4089941" y="2961938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3" y="0"/>
                </a:lnTo>
              </a:path>
            </a:pathLst>
          </a:custGeom>
          <a:ln w="4127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7" name="object 467"/>
          <p:cNvSpPr/>
          <p:nvPr/>
        </p:nvSpPr>
        <p:spPr>
          <a:xfrm>
            <a:off x="4090007" y="2966065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3" y="0"/>
                </a:lnTo>
              </a:path>
            </a:pathLst>
          </a:custGeom>
          <a:ln w="4127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8" name="object 468"/>
          <p:cNvSpPr/>
          <p:nvPr/>
        </p:nvSpPr>
        <p:spPr>
          <a:xfrm>
            <a:off x="4090073" y="2969164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170" y="0"/>
                </a:lnTo>
              </a:path>
            </a:pathLst>
          </a:custGeom>
          <a:ln w="3175">
            <a:solidFill>
              <a:srgbClr val="EDF4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9" name="object 469"/>
          <p:cNvSpPr/>
          <p:nvPr/>
        </p:nvSpPr>
        <p:spPr>
          <a:xfrm>
            <a:off x="4090106" y="2972250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2" y="0"/>
                </a:lnTo>
              </a:path>
            </a:pathLst>
          </a:custGeom>
          <a:ln w="4127">
            <a:solidFill>
              <a:srgbClr val="EFF4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0" name="object 470"/>
          <p:cNvSpPr/>
          <p:nvPr/>
        </p:nvSpPr>
        <p:spPr>
          <a:xfrm>
            <a:off x="4090172" y="2976378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2" y="0"/>
                </a:lnTo>
              </a:path>
            </a:pathLst>
          </a:custGeom>
          <a:ln w="4127">
            <a:solidFill>
              <a:srgbClr val="F1F6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1" name="object 471"/>
          <p:cNvSpPr/>
          <p:nvPr/>
        </p:nvSpPr>
        <p:spPr>
          <a:xfrm>
            <a:off x="4090238" y="2979477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169" y="0"/>
                </a:lnTo>
              </a:path>
            </a:pathLst>
          </a:custGeom>
          <a:ln w="3175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2" name="object 472"/>
          <p:cNvSpPr/>
          <p:nvPr/>
        </p:nvSpPr>
        <p:spPr>
          <a:xfrm>
            <a:off x="4090272" y="2982575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2" y="0"/>
                </a:lnTo>
              </a:path>
            </a:pathLst>
          </a:custGeom>
          <a:ln w="4127">
            <a:solidFill>
              <a:srgbClr val="F6F8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3" name="object 473"/>
          <p:cNvSpPr/>
          <p:nvPr/>
        </p:nvSpPr>
        <p:spPr>
          <a:xfrm>
            <a:off x="4090338" y="2987738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35" y="0"/>
                </a:lnTo>
              </a:path>
            </a:pathLst>
          </a:custGeom>
          <a:ln w="6197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4" name="object 474"/>
          <p:cNvSpPr/>
          <p:nvPr/>
        </p:nvSpPr>
        <p:spPr>
          <a:xfrm>
            <a:off x="4090371" y="2993936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2" y="0"/>
                </a:lnTo>
              </a:path>
            </a:pathLst>
          </a:custGeom>
          <a:ln w="6197">
            <a:solidFill>
              <a:srgbClr val="F1F6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5" name="object 475"/>
          <p:cNvSpPr/>
          <p:nvPr/>
        </p:nvSpPr>
        <p:spPr>
          <a:xfrm>
            <a:off x="4090305" y="2999085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2" y="0"/>
                </a:lnTo>
              </a:path>
            </a:pathLst>
          </a:custGeom>
          <a:ln w="4127">
            <a:solidFill>
              <a:srgbClr val="EFF5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6" name="object 476"/>
          <p:cNvSpPr/>
          <p:nvPr/>
        </p:nvSpPr>
        <p:spPr>
          <a:xfrm>
            <a:off x="4090239" y="3003226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2" y="0"/>
                </a:lnTo>
              </a:path>
            </a:pathLst>
          </a:custGeom>
          <a:ln w="4127">
            <a:solidFill>
              <a:srgbClr val="EDF3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7" name="object 477"/>
          <p:cNvSpPr/>
          <p:nvPr/>
        </p:nvSpPr>
        <p:spPr>
          <a:xfrm>
            <a:off x="4090139" y="3008388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35" y="0"/>
                </a:lnTo>
              </a:path>
            </a:pathLst>
          </a:custGeom>
          <a:ln w="6197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8" name="object 478"/>
          <p:cNvSpPr/>
          <p:nvPr/>
        </p:nvSpPr>
        <p:spPr>
          <a:xfrm>
            <a:off x="4090073" y="3013538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2" y="0"/>
                </a:lnTo>
              </a:path>
            </a:pathLst>
          </a:custGeom>
          <a:ln w="4127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9" name="object 479"/>
          <p:cNvSpPr/>
          <p:nvPr/>
        </p:nvSpPr>
        <p:spPr>
          <a:xfrm>
            <a:off x="4089974" y="3018701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36" y="0"/>
                </a:lnTo>
              </a:path>
            </a:pathLst>
          </a:custGeom>
          <a:ln w="6197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0" name="object 480"/>
          <p:cNvSpPr/>
          <p:nvPr/>
        </p:nvSpPr>
        <p:spPr>
          <a:xfrm>
            <a:off x="4089908" y="3023863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3" y="0"/>
                </a:lnTo>
              </a:path>
            </a:pathLst>
          </a:custGeom>
          <a:ln w="4127">
            <a:solidFill>
              <a:srgbClr val="E6ED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1" name="object 481"/>
          <p:cNvSpPr/>
          <p:nvPr/>
        </p:nvSpPr>
        <p:spPr>
          <a:xfrm>
            <a:off x="4089875" y="3026962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170" y="0"/>
                </a:lnTo>
              </a:path>
            </a:pathLst>
          </a:custGeom>
          <a:ln w="3175">
            <a:solidFill>
              <a:srgbClr val="E4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2" name="object 482"/>
          <p:cNvSpPr/>
          <p:nvPr/>
        </p:nvSpPr>
        <p:spPr>
          <a:xfrm>
            <a:off x="4089775" y="3031096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36" y="0"/>
                </a:lnTo>
              </a:path>
            </a:pathLst>
          </a:custGeom>
          <a:ln w="6197">
            <a:solidFill>
              <a:srgbClr val="E2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3" name="object 483"/>
          <p:cNvSpPr/>
          <p:nvPr/>
        </p:nvSpPr>
        <p:spPr>
          <a:xfrm>
            <a:off x="4089710" y="3036246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3" y="0"/>
                </a:lnTo>
              </a:path>
            </a:pathLst>
          </a:custGeom>
          <a:ln w="4127">
            <a:solidFill>
              <a:srgbClr val="E0EA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4" name="object 484"/>
          <p:cNvSpPr/>
          <p:nvPr/>
        </p:nvSpPr>
        <p:spPr>
          <a:xfrm>
            <a:off x="4089610" y="3041408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36" y="0"/>
                </a:lnTo>
              </a:path>
            </a:pathLst>
          </a:custGeom>
          <a:ln w="6197">
            <a:solidFill>
              <a:srgbClr val="DFE9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5" name="object 485"/>
          <p:cNvSpPr/>
          <p:nvPr/>
        </p:nvSpPr>
        <p:spPr>
          <a:xfrm>
            <a:off x="4089511" y="3047606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37" y="0"/>
                </a:lnTo>
              </a:path>
            </a:pathLst>
          </a:custGeom>
          <a:ln w="6197">
            <a:solidFill>
              <a:srgbClr val="DDE7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6" name="object 486"/>
          <p:cNvSpPr/>
          <p:nvPr/>
        </p:nvSpPr>
        <p:spPr>
          <a:xfrm>
            <a:off x="4089445" y="3052768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4" y="0"/>
                </a:lnTo>
              </a:path>
            </a:pathLst>
          </a:custGeom>
          <a:ln w="4127">
            <a:solidFill>
              <a:srgbClr val="DBE4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7" name="object 487"/>
          <p:cNvSpPr/>
          <p:nvPr/>
        </p:nvSpPr>
        <p:spPr>
          <a:xfrm>
            <a:off x="4089379" y="3056896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04" y="0"/>
                </a:lnTo>
              </a:path>
            </a:pathLst>
          </a:custGeom>
          <a:ln w="4127">
            <a:solidFill>
              <a:srgbClr val="D9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8" name="object 488"/>
          <p:cNvSpPr/>
          <p:nvPr/>
        </p:nvSpPr>
        <p:spPr>
          <a:xfrm>
            <a:off x="4089279" y="3062058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237" y="0"/>
                </a:lnTo>
              </a:path>
            </a:pathLst>
          </a:custGeom>
          <a:ln w="6197">
            <a:solidFill>
              <a:srgbClr val="D6E2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9" name="object 489"/>
          <p:cNvSpPr/>
          <p:nvPr/>
        </p:nvSpPr>
        <p:spPr>
          <a:xfrm>
            <a:off x="4089249" y="3067050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138" y="0"/>
                </a:lnTo>
              </a:path>
            </a:pathLst>
          </a:custGeom>
          <a:ln w="3175">
            <a:solidFill>
              <a:srgbClr val="D4E0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0" name="object 490"/>
          <p:cNvSpPr/>
          <p:nvPr/>
        </p:nvSpPr>
        <p:spPr>
          <a:xfrm>
            <a:off x="4089183" y="3069589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138" y="0"/>
                </a:lnTo>
              </a:path>
            </a:pathLst>
          </a:custGeom>
          <a:ln w="3175">
            <a:solidFill>
              <a:srgbClr val="D4E0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1" name="object 491"/>
          <p:cNvSpPr/>
          <p:nvPr/>
        </p:nvSpPr>
        <p:spPr>
          <a:xfrm>
            <a:off x="4088881" y="3073406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351" y="0"/>
                </a:lnTo>
              </a:path>
            </a:pathLst>
          </a:custGeom>
          <a:ln w="4127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2" name="object 492"/>
          <p:cNvSpPr/>
          <p:nvPr/>
        </p:nvSpPr>
        <p:spPr>
          <a:xfrm>
            <a:off x="4088669" y="3077533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351" y="0"/>
                </a:lnTo>
              </a:path>
            </a:pathLst>
          </a:custGeom>
          <a:ln w="4127">
            <a:solidFill>
              <a:srgbClr val="D1DE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3" name="object 493"/>
          <p:cNvSpPr/>
          <p:nvPr/>
        </p:nvSpPr>
        <p:spPr>
          <a:xfrm>
            <a:off x="4088350" y="3082696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458" y="0"/>
                </a:lnTo>
              </a:path>
            </a:pathLst>
          </a:custGeom>
          <a:ln w="6197">
            <a:solidFill>
              <a:srgbClr val="CF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4" name="object 494"/>
          <p:cNvSpPr/>
          <p:nvPr/>
        </p:nvSpPr>
        <p:spPr>
          <a:xfrm>
            <a:off x="4088138" y="3087859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353" y="0"/>
                </a:lnTo>
              </a:path>
            </a:pathLst>
          </a:custGeom>
          <a:ln w="4127">
            <a:solidFill>
              <a:srgbClr val="CDD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5" name="object 495"/>
          <p:cNvSpPr/>
          <p:nvPr/>
        </p:nvSpPr>
        <p:spPr>
          <a:xfrm>
            <a:off x="4087819" y="3093021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460" y="0"/>
                </a:lnTo>
              </a:path>
            </a:pathLst>
          </a:custGeom>
          <a:ln w="6197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6" name="object 496"/>
          <p:cNvSpPr/>
          <p:nvPr/>
        </p:nvSpPr>
        <p:spPr>
          <a:xfrm>
            <a:off x="4087501" y="3099219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460" y="0"/>
                </a:lnTo>
              </a:path>
            </a:pathLst>
          </a:custGeom>
          <a:ln w="6197">
            <a:solidFill>
              <a:srgbClr val="C8D9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7" name="object 497"/>
          <p:cNvSpPr/>
          <p:nvPr/>
        </p:nvSpPr>
        <p:spPr>
          <a:xfrm>
            <a:off x="4086971" y="3107467"/>
            <a:ext cx="431165" cy="0"/>
          </a:xfrm>
          <a:custGeom>
            <a:avLst/>
            <a:gdLst/>
            <a:ahLst/>
            <a:cxnLst/>
            <a:rect l="l" t="t" r="r" b="b"/>
            <a:pathLst>
              <a:path w="431164" h="0">
                <a:moveTo>
                  <a:pt x="0" y="0"/>
                </a:moveTo>
                <a:lnTo>
                  <a:pt x="430673" y="0"/>
                </a:lnTo>
              </a:path>
            </a:pathLst>
          </a:custGeom>
          <a:ln w="10325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8" name="object 498"/>
          <p:cNvSpPr/>
          <p:nvPr/>
        </p:nvSpPr>
        <p:spPr>
          <a:xfrm>
            <a:off x="4086547" y="3116757"/>
            <a:ext cx="431165" cy="0"/>
          </a:xfrm>
          <a:custGeom>
            <a:avLst/>
            <a:gdLst/>
            <a:ahLst/>
            <a:cxnLst/>
            <a:rect l="l" t="t" r="r" b="b"/>
            <a:pathLst>
              <a:path w="431164" h="0">
                <a:moveTo>
                  <a:pt x="0" y="0"/>
                </a:moveTo>
                <a:lnTo>
                  <a:pt x="430569" y="0"/>
                </a:lnTo>
              </a:path>
            </a:pathLst>
          </a:custGeom>
          <a:ln w="8255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9" name="object 499"/>
          <p:cNvSpPr/>
          <p:nvPr/>
        </p:nvSpPr>
        <p:spPr>
          <a:xfrm>
            <a:off x="4086228" y="3123984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464" y="0"/>
                </a:lnTo>
              </a:path>
            </a:pathLst>
          </a:custGeom>
          <a:ln w="6197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0" name="object 500"/>
          <p:cNvSpPr/>
          <p:nvPr/>
        </p:nvSpPr>
        <p:spPr>
          <a:xfrm>
            <a:off x="4085909" y="3130181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465" y="0"/>
                </a:lnTo>
              </a:path>
            </a:pathLst>
          </a:custGeom>
          <a:ln w="6197">
            <a:solidFill>
              <a:srgbClr val="C1D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1" name="object 501"/>
          <p:cNvSpPr/>
          <p:nvPr/>
        </p:nvSpPr>
        <p:spPr>
          <a:xfrm>
            <a:off x="4085854" y="3134360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147" y="0"/>
                </a:lnTo>
              </a:path>
            </a:pathLst>
          </a:custGeom>
          <a:ln w="3175">
            <a:solidFill>
              <a:srgbClr val="C0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2" name="object 502"/>
          <p:cNvSpPr/>
          <p:nvPr/>
        </p:nvSpPr>
        <p:spPr>
          <a:xfrm>
            <a:off x="4085605" y="3137535"/>
            <a:ext cx="430530" cy="0"/>
          </a:xfrm>
          <a:custGeom>
            <a:avLst/>
            <a:gdLst/>
            <a:ahLst/>
            <a:cxnLst/>
            <a:rect l="l" t="t" r="r" b="b"/>
            <a:pathLst>
              <a:path w="430529" h="0">
                <a:moveTo>
                  <a:pt x="0" y="0"/>
                </a:moveTo>
                <a:lnTo>
                  <a:pt x="430148" y="0"/>
                </a:lnTo>
              </a:path>
            </a:pathLst>
          </a:custGeom>
          <a:ln w="3810">
            <a:solidFill>
              <a:srgbClr val="C0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3" name="object 503"/>
          <p:cNvSpPr/>
          <p:nvPr/>
        </p:nvSpPr>
        <p:spPr>
          <a:xfrm>
            <a:off x="4084592" y="3143592"/>
            <a:ext cx="431165" cy="0"/>
          </a:xfrm>
          <a:custGeom>
            <a:avLst/>
            <a:gdLst/>
            <a:ahLst/>
            <a:cxnLst/>
            <a:rect l="l" t="t" r="r" b="b"/>
            <a:pathLst>
              <a:path w="431164" h="0">
                <a:moveTo>
                  <a:pt x="0" y="0"/>
                </a:moveTo>
                <a:lnTo>
                  <a:pt x="430970" y="0"/>
                </a:lnTo>
              </a:path>
            </a:pathLst>
          </a:custGeom>
          <a:ln w="8254">
            <a:solidFill>
              <a:srgbClr val="BD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4" name="object 504"/>
          <p:cNvSpPr/>
          <p:nvPr/>
        </p:nvSpPr>
        <p:spPr>
          <a:xfrm>
            <a:off x="4083975" y="3150831"/>
            <a:ext cx="431165" cy="0"/>
          </a:xfrm>
          <a:custGeom>
            <a:avLst/>
            <a:gdLst/>
            <a:ahLst/>
            <a:cxnLst/>
            <a:rect l="l" t="t" r="r" b="b"/>
            <a:pathLst>
              <a:path w="431164" h="0">
                <a:moveTo>
                  <a:pt x="0" y="0"/>
                </a:moveTo>
                <a:lnTo>
                  <a:pt x="430769" y="0"/>
                </a:lnTo>
              </a:path>
            </a:pathLst>
          </a:custGeom>
          <a:ln w="6197">
            <a:solidFill>
              <a:srgbClr val="BBCF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5" name="object 505"/>
          <p:cNvSpPr/>
          <p:nvPr/>
        </p:nvSpPr>
        <p:spPr>
          <a:xfrm>
            <a:off x="4083155" y="3158045"/>
            <a:ext cx="431165" cy="0"/>
          </a:xfrm>
          <a:custGeom>
            <a:avLst/>
            <a:gdLst/>
            <a:ahLst/>
            <a:cxnLst/>
            <a:rect l="l" t="t" r="r" b="b"/>
            <a:pathLst>
              <a:path w="431164" h="0">
                <a:moveTo>
                  <a:pt x="0" y="0"/>
                </a:moveTo>
                <a:lnTo>
                  <a:pt x="430976" y="0"/>
                </a:lnTo>
              </a:path>
            </a:pathLst>
          </a:custGeom>
          <a:ln w="8254">
            <a:solidFill>
              <a:srgbClr val="B9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6" name="object 506"/>
          <p:cNvSpPr/>
          <p:nvPr/>
        </p:nvSpPr>
        <p:spPr>
          <a:xfrm>
            <a:off x="4082128" y="3167335"/>
            <a:ext cx="431800" cy="0"/>
          </a:xfrm>
          <a:custGeom>
            <a:avLst/>
            <a:gdLst/>
            <a:ahLst/>
            <a:cxnLst/>
            <a:rect l="l" t="t" r="r" b="b"/>
            <a:pathLst>
              <a:path w="431800" h="0">
                <a:moveTo>
                  <a:pt x="0" y="0"/>
                </a:moveTo>
                <a:lnTo>
                  <a:pt x="431185" y="0"/>
                </a:lnTo>
              </a:path>
            </a:pathLst>
          </a:custGeom>
          <a:ln w="10325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7" name="object 507"/>
          <p:cNvSpPr/>
          <p:nvPr/>
        </p:nvSpPr>
        <p:spPr>
          <a:xfrm>
            <a:off x="4081512" y="3175596"/>
            <a:ext cx="431165" cy="0"/>
          </a:xfrm>
          <a:custGeom>
            <a:avLst/>
            <a:gdLst/>
            <a:ahLst/>
            <a:cxnLst/>
            <a:rect l="l" t="t" r="r" b="b"/>
            <a:pathLst>
              <a:path w="431164" h="0">
                <a:moveTo>
                  <a:pt x="0" y="0"/>
                </a:moveTo>
                <a:lnTo>
                  <a:pt x="430779" y="0"/>
                </a:lnTo>
              </a:path>
            </a:pathLst>
          </a:custGeom>
          <a:ln w="6197">
            <a:solidFill>
              <a:srgbClr val="B6C9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8" name="object 508"/>
          <p:cNvSpPr/>
          <p:nvPr/>
        </p:nvSpPr>
        <p:spPr>
          <a:xfrm>
            <a:off x="4080691" y="3182823"/>
            <a:ext cx="431165" cy="0"/>
          </a:xfrm>
          <a:custGeom>
            <a:avLst/>
            <a:gdLst/>
            <a:ahLst/>
            <a:cxnLst/>
            <a:rect l="l" t="t" r="r" b="b"/>
            <a:pathLst>
              <a:path w="431164" h="0">
                <a:moveTo>
                  <a:pt x="0" y="0"/>
                </a:moveTo>
                <a:lnTo>
                  <a:pt x="430986" y="0"/>
                </a:lnTo>
              </a:path>
            </a:pathLst>
          </a:custGeom>
          <a:ln w="8255">
            <a:solidFill>
              <a:srgbClr val="B4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9" name="object 509"/>
          <p:cNvSpPr/>
          <p:nvPr/>
        </p:nvSpPr>
        <p:spPr>
          <a:xfrm>
            <a:off x="4079244" y="3191078"/>
            <a:ext cx="431800" cy="0"/>
          </a:xfrm>
          <a:custGeom>
            <a:avLst/>
            <a:gdLst/>
            <a:ahLst/>
            <a:cxnLst/>
            <a:rect l="l" t="t" r="r" b="b"/>
            <a:pathLst>
              <a:path w="431800" h="0">
                <a:moveTo>
                  <a:pt x="0" y="0"/>
                </a:moveTo>
                <a:lnTo>
                  <a:pt x="431615" y="0"/>
                </a:lnTo>
              </a:path>
            </a:pathLst>
          </a:custGeom>
          <a:ln w="8254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0" name="object 510"/>
          <p:cNvSpPr/>
          <p:nvPr/>
        </p:nvSpPr>
        <p:spPr>
          <a:xfrm>
            <a:off x="4066222" y="3215335"/>
            <a:ext cx="443230" cy="0"/>
          </a:xfrm>
          <a:custGeom>
            <a:avLst/>
            <a:gdLst/>
            <a:ahLst/>
            <a:cxnLst/>
            <a:rect l="l" t="t" r="r" b="b"/>
            <a:pathLst>
              <a:path w="443229" h="0">
                <a:moveTo>
                  <a:pt x="0" y="0"/>
                </a:moveTo>
                <a:lnTo>
                  <a:pt x="443198" y="0"/>
                </a:lnTo>
              </a:path>
            </a:pathLst>
          </a:custGeom>
          <a:ln w="40258">
            <a:solidFill>
              <a:srgbClr val="AFC5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1" name="object 511"/>
          <p:cNvSpPr/>
          <p:nvPr/>
        </p:nvSpPr>
        <p:spPr>
          <a:xfrm>
            <a:off x="4045782" y="2748267"/>
            <a:ext cx="41275" cy="116839"/>
          </a:xfrm>
          <a:custGeom>
            <a:avLst/>
            <a:gdLst/>
            <a:ahLst/>
            <a:cxnLst/>
            <a:rect l="l" t="t" r="r" b="b"/>
            <a:pathLst>
              <a:path w="41275" h="116839">
                <a:moveTo>
                  <a:pt x="40867" y="116636"/>
                </a:moveTo>
                <a:lnTo>
                  <a:pt x="0" y="116636"/>
                </a:lnTo>
                <a:lnTo>
                  <a:pt x="866" y="99772"/>
                </a:lnTo>
                <a:lnTo>
                  <a:pt x="6112" y="47027"/>
                </a:lnTo>
                <a:lnTo>
                  <a:pt x="12768" y="12427"/>
                </a:lnTo>
                <a:lnTo>
                  <a:pt x="20439" y="0"/>
                </a:lnTo>
                <a:lnTo>
                  <a:pt x="28104" y="12427"/>
                </a:lnTo>
                <a:lnTo>
                  <a:pt x="34757" y="47027"/>
                </a:lnTo>
                <a:lnTo>
                  <a:pt x="40000" y="99772"/>
                </a:lnTo>
                <a:lnTo>
                  <a:pt x="40867" y="116636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2" name="object 512"/>
          <p:cNvSpPr/>
          <p:nvPr/>
        </p:nvSpPr>
        <p:spPr>
          <a:xfrm>
            <a:off x="4045464" y="2864904"/>
            <a:ext cx="41910" cy="6350"/>
          </a:xfrm>
          <a:custGeom>
            <a:avLst/>
            <a:gdLst/>
            <a:ahLst/>
            <a:cxnLst/>
            <a:rect l="l" t="t" r="r" b="b"/>
            <a:pathLst>
              <a:path w="41910" h="6350">
                <a:moveTo>
                  <a:pt x="41504" y="6197"/>
                </a:moveTo>
                <a:lnTo>
                  <a:pt x="0" y="6197"/>
                </a:lnTo>
                <a:lnTo>
                  <a:pt x="318" y="0"/>
                </a:lnTo>
                <a:lnTo>
                  <a:pt x="41186" y="0"/>
                </a:lnTo>
                <a:lnTo>
                  <a:pt x="41504" y="6197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3" name="object 513"/>
          <p:cNvSpPr/>
          <p:nvPr/>
        </p:nvSpPr>
        <p:spPr>
          <a:xfrm>
            <a:off x="4045145" y="2871101"/>
            <a:ext cx="42545" cy="6350"/>
          </a:xfrm>
          <a:custGeom>
            <a:avLst/>
            <a:gdLst/>
            <a:ahLst/>
            <a:cxnLst/>
            <a:rect l="l" t="t" r="r" b="b"/>
            <a:pathLst>
              <a:path w="42545" h="6350">
                <a:moveTo>
                  <a:pt x="42141" y="6197"/>
                </a:moveTo>
                <a:lnTo>
                  <a:pt x="0" y="6197"/>
                </a:lnTo>
                <a:lnTo>
                  <a:pt x="318" y="0"/>
                </a:lnTo>
                <a:lnTo>
                  <a:pt x="41823" y="0"/>
                </a:lnTo>
                <a:lnTo>
                  <a:pt x="42141" y="6197"/>
                </a:lnTo>
                <a:close/>
              </a:path>
            </a:pathLst>
          </a:custGeom>
          <a:solidFill>
            <a:srgbClr val="D3DF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4" name="object 514"/>
          <p:cNvSpPr/>
          <p:nvPr/>
        </p:nvSpPr>
        <p:spPr>
          <a:xfrm>
            <a:off x="4044933" y="2877299"/>
            <a:ext cx="43180" cy="4445"/>
          </a:xfrm>
          <a:custGeom>
            <a:avLst/>
            <a:gdLst/>
            <a:ahLst/>
            <a:cxnLst/>
            <a:rect l="l" t="t" r="r" b="b"/>
            <a:pathLst>
              <a:path w="43179" h="4444">
                <a:moveTo>
                  <a:pt x="0" y="4127"/>
                </a:moveTo>
                <a:lnTo>
                  <a:pt x="212" y="0"/>
                </a:lnTo>
                <a:lnTo>
                  <a:pt x="42353" y="0"/>
                </a:lnTo>
                <a:lnTo>
                  <a:pt x="42566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5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5" name="object 515"/>
          <p:cNvSpPr/>
          <p:nvPr/>
        </p:nvSpPr>
        <p:spPr>
          <a:xfrm>
            <a:off x="4044614" y="2881426"/>
            <a:ext cx="43815" cy="6350"/>
          </a:xfrm>
          <a:custGeom>
            <a:avLst/>
            <a:gdLst/>
            <a:ahLst/>
            <a:cxnLst/>
            <a:rect l="l" t="t" r="r" b="b"/>
            <a:pathLst>
              <a:path w="43814" h="6350">
                <a:moveTo>
                  <a:pt x="43203" y="6197"/>
                </a:moveTo>
                <a:lnTo>
                  <a:pt x="0" y="6197"/>
                </a:lnTo>
                <a:lnTo>
                  <a:pt x="318" y="0"/>
                </a:lnTo>
                <a:lnTo>
                  <a:pt x="42884" y="0"/>
                </a:lnTo>
                <a:lnTo>
                  <a:pt x="43203" y="6197"/>
                </a:lnTo>
                <a:close/>
              </a:path>
            </a:pathLst>
          </a:custGeom>
          <a:solidFill>
            <a:srgbClr val="D7E2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6" name="object 516"/>
          <p:cNvSpPr/>
          <p:nvPr/>
        </p:nvSpPr>
        <p:spPr>
          <a:xfrm>
            <a:off x="4044296" y="2887611"/>
            <a:ext cx="44450" cy="6350"/>
          </a:xfrm>
          <a:custGeom>
            <a:avLst/>
            <a:gdLst/>
            <a:ahLst/>
            <a:cxnLst/>
            <a:rect l="l" t="t" r="r" b="b"/>
            <a:pathLst>
              <a:path w="44450" h="6350">
                <a:moveTo>
                  <a:pt x="43839" y="6197"/>
                </a:moveTo>
                <a:lnTo>
                  <a:pt x="0" y="6197"/>
                </a:lnTo>
                <a:lnTo>
                  <a:pt x="318" y="0"/>
                </a:lnTo>
                <a:lnTo>
                  <a:pt x="43520" y="0"/>
                </a:lnTo>
                <a:lnTo>
                  <a:pt x="43839" y="6197"/>
                </a:lnTo>
                <a:close/>
              </a:path>
            </a:pathLst>
          </a:custGeom>
          <a:solidFill>
            <a:srgbClr val="DA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7" name="object 517"/>
          <p:cNvSpPr/>
          <p:nvPr/>
        </p:nvSpPr>
        <p:spPr>
          <a:xfrm>
            <a:off x="4043977" y="2893809"/>
            <a:ext cx="45085" cy="6350"/>
          </a:xfrm>
          <a:custGeom>
            <a:avLst/>
            <a:gdLst/>
            <a:ahLst/>
            <a:cxnLst/>
            <a:rect l="l" t="t" r="r" b="b"/>
            <a:pathLst>
              <a:path w="45085" h="6350">
                <a:moveTo>
                  <a:pt x="44476" y="6197"/>
                </a:moveTo>
                <a:lnTo>
                  <a:pt x="0" y="6197"/>
                </a:lnTo>
                <a:lnTo>
                  <a:pt x="318" y="0"/>
                </a:lnTo>
                <a:lnTo>
                  <a:pt x="44157" y="0"/>
                </a:lnTo>
                <a:lnTo>
                  <a:pt x="44476" y="6197"/>
                </a:lnTo>
                <a:close/>
              </a:path>
            </a:pathLst>
          </a:custGeom>
          <a:solidFill>
            <a:srgbClr val="DC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8" name="object 518"/>
          <p:cNvSpPr/>
          <p:nvPr/>
        </p:nvSpPr>
        <p:spPr>
          <a:xfrm>
            <a:off x="4043659" y="2900006"/>
            <a:ext cx="45720" cy="6350"/>
          </a:xfrm>
          <a:custGeom>
            <a:avLst/>
            <a:gdLst/>
            <a:ahLst/>
            <a:cxnLst/>
            <a:rect l="l" t="t" r="r" b="b"/>
            <a:pathLst>
              <a:path w="45720" h="6350">
                <a:moveTo>
                  <a:pt x="45113" y="6197"/>
                </a:moveTo>
                <a:lnTo>
                  <a:pt x="0" y="6197"/>
                </a:lnTo>
                <a:lnTo>
                  <a:pt x="318" y="0"/>
                </a:lnTo>
                <a:lnTo>
                  <a:pt x="44794" y="0"/>
                </a:lnTo>
                <a:lnTo>
                  <a:pt x="45113" y="6197"/>
                </a:lnTo>
                <a:close/>
              </a:path>
            </a:pathLst>
          </a:custGeom>
          <a:solidFill>
            <a:srgbClr val="DEE7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9" name="object 519"/>
          <p:cNvSpPr/>
          <p:nvPr/>
        </p:nvSpPr>
        <p:spPr>
          <a:xfrm>
            <a:off x="4043447" y="2906191"/>
            <a:ext cx="45720" cy="4445"/>
          </a:xfrm>
          <a:custGeom>
            <a:avLst/>
            <a:gdLst/>
            <a:ahLst/>
            <a:cxnLst/>
            <a:rect l="l" t="t" r="r" b="b"/>
            <a:pathLst>
              <a:path w="45720" h="4444">
                <a:moveTo>
                  <a:pt x="0" y="4127"/>
                </a:moveTo>
                <a:lnTo>
                  <a:pt x="212" y="0"/>
                </a:lnTo>
                <a:lnTo>
                  <a:pt x="45324" y="0"/>
                </a:lnTo>
                <a:lnTo>
                  <a:pt x="45536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0" name="object 520"/>
          <p:cNvSpPr/>
          <p:nvPr/>
        </p:nvSpPr>
        <p:spPr>
          <a:xfrm>
            <a:off x="4043186" y="2910319"/>
            <a:ext cx="46355" cy="6350"/>
          </a:xfrm>
          <a:custGeom>
            <a:avLst/>
            <a:gdLst/>
            <a:ahLst/>
            <a:cxnLst/>
            <a:rect l="l" t="t" r="r" b="b"/>
            <a:pathLst>
              <a:path w="46354" h="6350">
                <a:moveTo>
                  <a:pt x="46059" y="6197"/>
                </a:moveTo>
                <a:lnTo>
                  <a:pt x="0" y="6197"/>
                </a:lnTo>
                <a:lnTo>
                  <a:pt x="25" y="4586"/>
                </a:lnTo>
                <a:lnTo>
                  <a:pt x="261" y="0"/>
                </a:lnTo>
                <a:lnTo>
                  <a:pt x="45798" y="0"/>
                </a:lnTo>
                <a:lnTo>
                  <a:pt x="46033" y="4586"/>
                </a:lnTo>
                <a:lnTo>
                  <a:pt x="46059" y="6197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1" name="object 521"/>
          <p:cNvSpPr/>
          <p:nvPr/>
        </p:nvSpPr>
        <p:spPr>
          <a:xfrm>
            <a:off x="4043086" y="2916516"/>
            <a:ext cx="46355" cy="6350"/>
          </a:xfrm>
          <a:custGeom>
            <a:avLst/>
            <a:gdLst/>
            <a:ahLst/>
            <a:cxnLst/>
            <a:rect l="l" t="t" r="r" b="b"/>
            <a:pathLst>
              <a:path w="46354" h="6350">
                <a:moveTo>
                  <a:pt x="0" y="6197"/>
                </a:moveTo>
                <a:lnTo>
                  <a:pt x="99" y="0"/>
                </a:lnTo>
                <a:lnTo>
                  <a:pt x="46159" y="0"/>
                </a:lnTo>
                <a:lnTo>
                  <a:pt x="46258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2" name="object 522"/>
          <p:cNvSpPr/>
          <p:nvPr/>
        </p:nvSpPr>
        <p:spPr>
          <a:xfrm>
            <a:off x="4042987" y="2922714"/>
            <a:ext cx="46990" cy="6350"/>
          </a:xfrm>
          <a:custGeom>
            <a:avLst/>
            <a:gdLst/>
            <a:ahLst/>
            <a:cxnLst/>
            <a:rect l="l" t="t" r="r" b="b"/>
            <a:pathLst>
              <a:path w="46989" h="6350">
                <a:moveTo>
                  <a:pt x="0" y="6197"/>
                </a:moveTo>
                <a:lnTo>
                  <a:pt x="99" y="0"/>
                </a:lnTo>
                <a:lnTo>
                  <a:pt x="46357" y="0"/>
                </a:lnTo>
                <a:lnTo>
                  <a:pt x="46457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6EC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3" name="object 523"/>
          <p:cNvSpPr/>
          <p:nvPr/>
        </p:nvSpPr>
        <p:spPr>
          <a:xfrm>
            <a:off x="4042921" y="2928899"/>
            <a:ext cx="46990" cy="4445"/>
          </a:xfrm>
          <a:custGeom>
            <a:avLst/>
            <a:gdLst/>
            <a:ahLst/>
            <a:cxnLst/>
            <a:rect l="l" t="t" r="r" b="b"/>
            <a:pathLst>
              <a:path w="46989" h="4444">
                <a:moveTo>
                  <a:pt x="0" y="4127"/>
                </a:moveTo>
                <a:lnTo>
                  <a:pt x="66" y="0"/>
                </a:lnTo>
                <a:lnTo>
                  <a:pt x="46523" y="0"/>
                </a:lnTo>
                <a:lnTo>
                  <a:pt x="46589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4" name="object 524"/>
          <p:cNvSpPr/>
          <p:nvPr/>
        </p:nvSpPr>
        <p:spPr>
          <a:xfrm>
            <a:off x="4042822" y="2933026"/>
            <a:ext cx="46990" cy="6350"/>
          </a:xfrm>
          <a:custGeom>
            <a:avLst/>
            <a:gdLst/>
            <a:ahLst/>
            <a:cxnLst/>
            <a:rect l="l" t="t" r="r" b="b"/>
            <a:pathLst>
              <a:path w="46989" h="6350">
                <a:moveTo>
                  <a:pt x="0" y="6197"/>
                </a:moveTo>
                <a:lnTo>
                  <a:pt x="99" y="0"/>
                </a:lnTo>
                <a:lnTo>
                  <a:pt x="46688" y="0"/>
                </a:lnTo>
                <a:lnTo>
                  <a:pt x="46787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5" name="object 525"/>
          <p:cNvSpPr/>
          <p:nvPr/>
        </p:nvSpPr>
        <p:spPr>
          <a:xfrm>
            <a:off x="4042723" y="2939224"/>
            <a:ext cx="46990" cy="6350"/>
          </a:xfrm>
          <a:custGeom>
            <a:avLst/>
            <a:gdLst/>
            <a:ahLst/>
            <a:cxnLst/>
            <a:rect l="l" t="t" r="r" b="b"/>
            <a:pathLst>
              <a:path w="46989" h="6350">
                <a:moveTo>
                  <a:pt x="0" y="6197"/>
                </a:moveTo>
                <a:lnTo>
                  <a:pt x="99" y="0"/>
                </a:lnTo>
                <a:lnTo>
                  <a:pt x="46887" y="0"/>
                </a:lnTo>
                <a:lnTo>
                  <a:pt x="46986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6" name="object 526"/>
          <p:cNvSpPr/>
          <p:nvPr/>
        </p:nvSpPr>
        <p:spPr>
          <a:xfrm>
            <a:off x="4042623" y="2945422"/>
            <a:ext cx="47625" cy="6350"/>
          </a:xfrm>
          <a:custGeom>
            <a:avLst/>
            <a:gdLst/>
            <a:ahLst/>
            <a:cxnLst/>
            <a:rect l="l" t="t" r="r" b="b"/>
            <a:pathLst>
              <a:path w="47625" h="6350">
                <a:moveTo>
                  <a:pt x="0" y="6197"/>
                </a:moveTo>
                <a:lnTo>
                  <a:pt x="99" y="0"/>
                </a:lnTo>
                <a:lnTo>
                  <a:pt x="47086" y="0"/>
                </a:lnTo>
                <a:lnTo>
                  <a:pt x="47185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D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7" name="object 527"/>
          <p:cNvSpPr/>
          <p:nvPr/>
        </p:nvSpPr>
        <p:spPr>
          <a:xfrm>
            <a:off x="4042557" y="2951607"/>
            <a:ext cx="47625" cy="4445"/>
          </a:xfrm>
          <a:custGeom>
            <a:avLst/>
            <a:gdLst/>
            <a:ahLst/>
            <a:cxnLst/>
            <a:rect l="l" t="t" r="r" b="b"/>
            <a:pathLst>
              <a:path w="47625" h="4444">
                <a:moveTo>
                  <a:pt x="0" y="4127"/>
                </a:moveTo>
                <a:lnTo>
                  <a:pt x="66" y="0"/>
                </a:lnTo>
                <a:lnTo>
                  <a:pt x="47251" y="0"/>
                </a:lnTo>
                <a:lnTo>
                  <a:pt x="47317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8" name="object 528"/>
          <p:cNvSpPr/>
          <p:nvPr/>
        </p:nvSpPr>
        <p:spPr>
          <a:xfrm>
            <a:off x="4042458" y="2955734"/>
            <a:ext cx="47625" cy="6350"/>
          </a:xfrm>
          <a:custGeom>
            <a:avLst/>
            <a:gdLst/>
            <a:ahLst/>
            <a:cxnLst/>
            <a:rect l="l" t="t" r="r" b="b"/>
            <a:pathLst>
              <a:path w="47625" h="6350">
                <a:moveTo>
                  <a:pt x="0" y="6197"/>
                </a:moveTo>
                <a:lnTo>
                  <a:pt x="99" y="0"/>
                </a:lnTo>
                <a:lnTo>
                  <a:pt x="47416" y="0"/>
                </a:lnTo>
                <a:lnTo>
                  <a:pt x="47516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9" name="object 529"/>
          <p:cNvSpPr/>
          <p:nvPr/>
        </p:nvSpPr>
        <p:spPr>
          <a:xfrm>
            <a:off x="4042358" y="2961932"/>
            <a:ext cx="48260" cy="6350"/>
          </a:xfrm>
          <a:custGeom>
            <a:avLst/>
            <a:gdLst/>
            <a:ahLst/>
            <a:cxnLst/>
            <a:rect l="l" t="t" r="r" b="b"/>
            <a:pathLst>
              <a:path w="48260" h="6350">
                <a:moveTo>
                  <a:pt x="0" y="6197"/>
                </a:moveTo>
                <a:lnTo>
                  <a:pt x="99" y="0"/>
                </a:lnTo>
                <a:lnTo>
                  <a:pt x="47615" y="0"/>
                </a:lnTo>
                <a:lnTo>
                  <a:pt x="47714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0" name="object 530"/>
          <p:cNvSpPr/>
          <p:nvPr/>
        </p:nvSpPr>
        <p:spPr>
          <a:xfrm>
            <a:off x="4042292" y="2968129"/>
            <a:ext cx="48260" cy="4445"/>
          </a:xfrm>
          <a:custGeom>
            <a:avLst/>
            <a:gdLst/>
            <a:ahLst/>
            <a:cxnLst/>
            <a:rect l="l" t="t" r="r" b="b"/>
            <a:pathLst>
              <a:path w="48260" h="4444">
                <a:moveTo>
                  <a:pt x="0" y="4127"/>
                </a:moveTo>
                <a:lnTo>
                  <a:pt x="66" y="0"/>
                </a:lnTo>
                <a:lnTo>
                  <a:pt x="47780" y="0"/>
                </a:lnTo>
                <a:lnTo>
                  <a:pt x="47847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1" name="object 531"/>
          <p:cNvSpPr/>
          <p:nvPr/>
        </p:nvSpPr>
        <p:spPr>
          <a:xfrm>
            <a:off x="4042193" y="2972257"/>
            <a:ext cx="48260" cy="6350"/>
          </a:xfrm>
          <a:custGeom>
            <a:avLst/>
            <a:gdLst/>
            <a:ahLst/>
            <a:cxnLst/>
            <a:rect l="l" t="t" r="r" b="b"/>
            <a:pathLst>
              <a:path w="48260" h="6350">
                <a:moveTo>
                  <a:pt x="0" y="6197"/>
                </a:moveTo>
                <a:lnTo>
                  <a:pt x="99" y="0"/>
                </a:lnTo>
                <a:lnTo>
                  <a:pt x="47946" y="0"/>
                </a:lnTo>
                <a:lnTo>
                  <a:pt x="48045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2" name="object 532"/>
          <p:cNvSpPr/>
          <p:nvPr/>
        </p:nvSpPr>
        <p:spPr>
          <a:xfrm>
            <a:off x="4041978" y="2978442"/>
            <a:ext cx="48895" cy="14604"/>
          </a:xfrm>
          <a:custGeom>
            <a:avLst/>
            <a:gdLst/>
            <a:ahLst/>
            <a:cxnLst/>
            <a:rect l="l" t="t" r="r" b="b"/>
            <a:pathLst>
              <a:path w="48895" h="14605">
                <a:moveTo>
                  <a:pt x="48459" y="14452"/>
                </a:moveTo>
                <a:lnTo>
                  <a:pt x="16" y="14452"/>
                </a:lnTo>
                <a:lnTo>
                  <a:pt x="0" y="13423"/>
                </a:lnTo>
                <a:lnTo>
                  <a:pt x="215" y="0"/>
                </a:lnTo>
                <a:lnTo>
                  <a:pt x="48260" y="0"/>
                </a:lnTo>
                <a:lnTo>
                  <a:pt x="48475" y="13423"/>
                </a:lnTo>
                <a:lnTo>
                  <a:pt x="48459" y="14452"/>
                </a:lnTo>
                <a:close/>
              </a:path>
            </a:pathLst>
          </a:custGeom>
          <a:solidFill>
            <a:srgbClr val="F8F9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3" name="object 533"/>
          <p:cNvSpPr/>
          <p:nvPr/>
        </p:nvSpPr>
        <p:spPr>
          <a:xfrm>
            <a:off x="4041994" y="2992894"/>
            <a:ext cx="48895" cy="8255"/>
          </a:xfrm>
          <a:custGeom>
            <a:avLst/>
            <a:gdLst/>
            <a:ahLst/>
            <a:cxnLst/>
            <a:rect l="l" t="t" r="r" b="b"/>
            <a:pathLst>
              <a:path w="48895" h="8255">
                <a:moveTo>
                  <a:pt x="132" y="8255"/>
                </a:moveTo>
                <a:lnTo>
                  <a:pt x="0" y="0"/>
                </a:lnTo>
                <a:lnTo>
                  <a:pt x="48442" y="0"/>
                </a:lnTo>
                <a:lnTo>
                  <a:pt x="48310" y="8255"/>
                </a:lnTo>
                <a:lnTo>
                  <a:pt x="132" y="8255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4" name="object 534"/>
          <p:cNvSpPr/>
          <p:nvPr/>
        </p:nvSpPr>
        <p:spPr>
          <a:xfrm>
            <a:off x="4042127" y="3001162"/>
            <a:ext cx="48260" cy="6350"/>
          </a:xfrm>
          <a:custGeom>
            <a:avLst/>
            <a:gdLst/>
            <a:ahLst/>
            <a:cxnLst/>
            <a:rect l="l" t="t" r="r" b="b"/>
            <a:pathLst>
              <a:path w="48260" h="6350">
                <a:moveTo>
                  <a:pt x="99" y="6197"/>
                </a:moveTo>
                <a:lnTo>
                  <a:pt x="0" y="0"/>
                </a:lnTo>
                <a:lnTo>
                  <a:pt x="48177" y="0"/>
                </a:lnTo>
                <a:lnTo>
                  <a:pt x="48078" y="6197"/>
                </a:lnTo>
                <a:lnTo>
                  <a:pt x="99" y="6197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5" name="object 535"/>
          <p:cNvSpPr/>
          <p:nvPr/>
        </p:nvSpPr>
        <p:spPr>
          <a:xfrm>
            <a:off x="4042226" y="3007347"/>
            <a:ext cx="48260" cy="6350"/>
          </a:xfrm>
          <a:custGeom>
            <a:avLst/>
            <a:gdLst/>
            <a:ahLst/>
            <a:cxnLst/>
            <a:rect l="l" t="t" r="r" b="b"/>
            <a:pathLst>
              <a:path w="48260" h="6350">
                <a:moveTo>
                  <a:pt x="99" y="6197"/>
                </a:moveTo>
                <a:lnTo>
                  <a:pt x="0" y="0"/>
                </a:lnTo>
                <a:lnTo>
                  <a:pt x="47979" y="0"/>
                </a:lnTo>
                <a:lnTo>
                  <a:pt x="47880" y="6197"/>
                </a:lnTo>
                <a:lnTo>
                  <a:pt x="99" y="6197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6" name="object 536"/>
          <p:cNvSpPr/>
          <p:nvPr/>
        </p:nvSpPr>
        <p:spPr>
          <a:xfrm>
            <a:off x="4042325" y="3013544"/>
            <a:ext cx="48260" cy="8255"/>
          </a:xfrm>
          <a:custGeom>
            <a:avLst/>
            <a:gdLst/>
            <a:ahLst/>
            <a:cxnLst/>
            <a:rect l="l" t="t" r="r" b="b"/>
            <a:pathLst>
              <a:path w="48260" h="8255">
                <a:moveTo>
                  <a:pt x="132" y="8254"/>
                </a:moveTo>
                <a:lnTo>
                  <a:pt x="0" y="0"/>
                </a:lnTo>
                <a:lnTo>
                  <a:pt x="47781" y="0"/>
                </a:lnTo>
                <a:lnTo>
                  <a:pt x="47648" y="8254"/>
                </a:lnTo>
                <a:lnTo>
                  <a:pt x="132" y="8254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7" name="object 537"/>
          <p:cNvSpPr/>
          <p:nvPr/>
        </p:nvSpPr>
        <p:spPr>
          <a:xfrm>
            <a:off x="4042457" y="3021799"/>
            <a:ext cx="47625" cy="6350"/>
          </a:xfrm>
          <a:custGeom>
            <a:avLst/>
            <a:gdLst/>
            <a:ahLst/>
            <a:cxnLst/>
            <a:rect l="l" t="t" r="r" b="b"/>
            <a:pathLst>
              <a:path w="47625" h="6350">
                <a:moveTo>
                  <a:pt x="99" y="6197"/>
                </a:moveTo>
                <a:lnTo>
                  <a:pt x="0" y="0"/>
                </a:lnTo>
                <a:lnTo>
                  <a:pt x="47516" y="0"/>
                </a:lnTo>
                <a:lnTo>
                  <a:pt x="47417" y="6197"/>
                </a:lnTo>
                <a:lnTo>
                  <a:pt x="99" y="6197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8" name="object 538"/>
          <p:cNvSpPr/>
          <p:nvPr/>
        </p:nvSpPr>
        <p:spPr>
          <a:xfrm>
            <a:off x="4042557" y="3027997"/>
            <a:ext cx="47625" cy="10795"/>
          </a:xfrm>
          <a:custGeom>
            <a:avLst/>
            <a:gdLst/>
            <a:ahLst/>
            <a:cxnLst/>
            <a:rect l="l" t="t" r="r" b="b"/>
            <a:pathLst>
              <a:path w="47625" h="10794">
                <a:moveTo>
                  <a:pt x="47152" y="10325"/>
                </a:moveTo>
                <a:lnTo>
                  <a:pt x="165" y="10325"/>
                </a:lnTo>
                <a:lnTo>
                  <a:pt x="0" y="0"/>
                </a:lnTo>
                <a:lnTo>
                  <a:pt x="47318" y="0"/>
                </a:lnTo>
                <a:lnTo>
                  <a:pt x="47152" y="10325"/>
                </a:lnTo>
                <a:close/>
              </a:path>
            </a:pathLst>
          </a:custGeom>
          <a:solidFill>
            <a:srgbClr val="EDF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9" name="object 539"/>
          <p:cNvSpPr/>
          <p:nvPr/>
        </p:nvSpPr>
        <p:spPr>
          <a:xfrm>
            <a:off x="4042722" y="3038309"/>
            <a:ext cx="46990" cy="8255"/>
          </a:xfrm>
          <a:custGeom>
            <a:avLst/>
            <a:gdLst/>
            <a:ahLst/>
            <a:cxnLst/>
            <a:rect l="l" t="t" r="r" b="b"/>
            <a:pathLst>
              <a:path w="46989" h="8255">
                <a:moveTo>
                  <a:pt x="132" y="8255"/>
                </a:moveTo>
                <a:lnTo>
                  <a:pt x="0" y="0"/>
                </a:lnTo>
                <a:lnTo>
                  <a:pt x="46987" y="0"/>
                </a:lnTo>
                <a:lnTo>
                  <a:pt x="46855" y="8255"/>
                </a:lnTo>
                <a:lnTo>
                  <a:pt x="132" y="8255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0" name="object 540"/>
          <p:cNvSpPr/>
          <p:nvPr/>
        </p:nvSpPr>
        <p:spPr>
          <a:xfrm>
            <a:off x="4042854" y="3046577"/>
            <a:ext cx="46990" cy="8255"/>
          </a:xfrm>
          <a:custGeom>
            <a:avLst/>
            <a:gdLst/>
            <a:ahLst/>
            <a:cxnLst/>
            <a:rect l="l" t="t" r="r" b="b"/>
            <a:pathLst>
              <a:path w="46989" h="8255">
                <a:moveTo>
                  <a:pt x="132" y="8254"/>
                </a:moveTo>
                <a:lnTo>
                  <a:pt x="0" y="0"/>
                </a:lnTo>
                <a:lnTo>
                  <a:pt x="46722" y="0"/>
                </a:lnTo>
                <a:lnTo>
                  <a:pt x="46590" y="8254"/>
                </a:lnTo>
                <a:lnTo>
                  <a:pt x="132" y="8254"/>
                </a:lnTo>
                <a:close/>
              </a:path>
            </a:pathLst>
          </a:custGeom>
          <a:solidFill>
            <a:srgbClr val="EAEF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1" name="object 541"/>
          <p:cNvSpPr/>
          <p:nvPr/>
        </p:nvSpPr>
        <p:spPr>
          <a:xfrm>
            <a:off x="4042986" y="3054832"/>
            <a:ext cx="46990" cy="8255"/>
          </a:xfrm>
          <a:custGeom>
            <a:avLst/>
            <a:gdLst/>
            <a:ahLst/>
            <a:cxnLst/>
            <a:rect l="l" t="t" r="r" b="b"/>
            <a:pathLst>
              <a:path w="46989" h="8255">
                <a:moveTo>
                  <a:pt x="132" y="8255"/>
                </a:moveTo>
                <a:lnTo>
                  <a:pt x="0" y="0"/>
                </a:lnTo>
                <a:lnTo>
                  <a:pt x="46458" y="0"/>
                </a:lnTo>
                <a:lnTo>
                  <a:pt x="46325" y="8255"/>
                </a:lnTo>
                <a:lnTo>
                  <a:pt x="132" y="8255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2" name="object 542"/>
          <p:cNvSpPr/>
          <p:nvPr/>
        </p:nvSpPr>
        <p:spPr>
          <a:xfrm>
            <a:off x="4043119" y="3063087"/>
            <a:ext cx="46355" cy="8255"/>
          </a:xfrm>
          <a:custGeom>
            <a:avLst/>
            <a:gdLst/>
            <a:ahLst/>
            <a:cxnLst/>
            <a:rect l="l" t="t" r="r" b="b"/>
            <a:pathLst>
              <a:path w="46354" h="8255">
                <a:moveTo>
                  <a:pt x="45974" y="8255"/>
                </a:moveTo>
                <a:lnTo>
                  <a:pt x="219" y="8255"/>
                </a:lnTo>
                <a:lnTo>
                  <a:pt x="92" y="5787"/>
                </a:lnTo>
                <a:lnTo>
                  <a:pt x="0" y="0"/>
                </a:lnTo>
                <a:lnTo>
                  <a:pt x="46193" y="0"/>
                </a:lnTo>
                <a:lnTo>
                  <a:pt x="46100" y="5787"/>
                </a:lnTo>
                <a:lnTo>
                  <a:pt x="45974" y="8255"/>
                </a:lnTo>
                <a:close/>
              </a:path>
            </a:pathLst>
          </a:custGeom>
          <a:solidFill>
            <a:srgbClr val="E6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3" name="object 543"/>
          <p:cNvSpPr/>
          <p:nvPr/>
        </p:nvSpPr>
        <p:spPr>
          <a:xfrm>
            <a:off x="4043338" y="3071342"/>
            <a:ext cx="46355" cy="8255"/>
          </a:xfrm>
          <a:custGeom>
            <a:avLst/>
            <a:gdLst/>
            <a:ahLst/>
            <a:cxnLst/>
            <a:rect l="l" t="t" r="r" b="b"/>
            <a:pathLst>
              <a:path w="46354" h="8255">
                <a:moveTo>
                  <a:pt x="45330" y="8255"/>
                </a:moveTo>
                <a:lnTo>
                  <a:pt x="424" y="8255"/>
                </a:lnTo>
                <a:lnTo>
                  <a:pt x="0" y="0"/>
                </a:lnTo>
                <a:lnTo>
                  <a:pt x="45754" y="0"/>
                </a:lnTo>
                <a:lnTo>
                  <a:pt x="45330" y="8255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4" name="object 544"/>
          <p:cNvSpPr/>
          <p:nvPr/>
        </p:nvSpPr>
        <p:spPr>
          <a:xfrm>
            <a:off x="4043763" y="3079597"/>
            <a:ext cx="45085" cy="8255"/>
          </a:xfrm>
          <a:custGeom>
            <a:avLst/>
            <a:gdLst/>
            <a:ahLst/>
            <a:cxnLst/>
            <a:rect l="l" t="t" r="r" b="b"/>
            <a:pathLst>
              <a:path w="45085" h="8255">
                <a:moveTo>
                  <a:pt x="44481" y="8255"/>
                </a:moveTo>
                <a:lnTo>
                  <a:pt x="424" y="8255"/>
                </a:lnTo>
                <a:lnTo>
                  <a:pt x="0" y="0"/>
                </a:lnTo>
                <a:lnTo>
                  <a:pt x="44905" y="0"/>
                </a:lnTo>
                <a:lnTo>
                  <a:pt x="44481" y="8255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5" name="object 545"/>
          <p:cNvSpPr/>
          <p:nvPr/>
        </p:nvSpPr>
        <p:spPr>
          <a:xfrm>
            <a:off x="4044188" y="3087865"/>
            <a:ext cx="44450" cy="10795"/>
          </a:xfrm>
          <a:custGeom>
            <a:avLst/>
            <a:gdLst/>
            <a:ahLst/>
            <a:cxnLst/>
            <a:rect l="l" t="t" r="r" b="b"/>
            <a:pathLst>
              <a:path w="44450" h="10794">
                <a:moveTo>
                  <a:pt x="43525" y="10325"/>
                </a:moveTo>
                <a:lnTo>
                  <a:pt x="530" y="10325"/>
                </a:lnTo>
                <a:lnTo>
                  <a:pt x="0" y="0"/>
                </a:lnTo>
                <a:lnTo>
                  <a:pt x="44055" y="0"/>
                </a:lnTo>
                <a:lnTo>
                  <a:pt x="43525" y="10325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6" name="object 546"/>
          <p:cNvSpPr/>
          <p:nvPr/>
        </p:nvSpPr>
        <p:spPr>
          <a:xfrm>
            <a:off x="4044718" y="3098177"/>
            <a:ext cx="43180" cy="10795"/>
          </a:xfrm>
          <a:custGeom>
            <a:avLst/>
            <a:gdLst/>
            <a:ahLst/>
            <a:cxnLst/>
            <a:rect l="l" t="t" r="r" b="b"/>
            <a:pathLst>
              <a:path w="43179" h="10794">
                <a:moveTo>
                  <a:pt x="42465" y="10325"/>
                </a:moveTo>
                <a:lnTo>
                  <a:pt x="530" y="10325"/>
                </a:lnTo>
                <a:lnTo>
                  <a:pt x="0" y="0"/>
                </a:lnTo>
                <a:lnTo>
                  <a:pt x="42995" y="0"/>
                </a:lnTo>
                <a:lnTo>
                  <a:pt x="42465" y="10325"/>
                </a:lnTo>
                <a:close/>
              </a:path>
            </a:pathLst>
          </a:custGeom>
          <a:solidFill>
            <a:srgbClr val="DE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7" name="object 547"/>
          <p:cNvSpPr/>
          <p:nvPr/>
        </p:nvSpPr>
        <p:spPr>
          <a:xfrm>
            <a:off x="4045249" y="3108502"/>
            <a:ext cx="42545" cy="10795"/>
          </a:xfrm>
          <a:custGeom>
            <a:avLst/>
            <a:gdLst/>
            <a:ahLst/>
            <a:cxnLst/>
            <a:rect l="l" t="t" r="r" b="b"/>
            <a:pathLst>
              <a:path w="42545" h="10794">
                <a:moveTo>
                  <a:pt x="41403" y="10325"/>
                </a:moveTo>
                <a:lnTo>
                  <a:pt x="530" y="10325"/>
                </a:lnTo>
                <a:lnTo>
                  <a:pt x="0" y="0"/>
                </a:lnTo>
                <a:lnTo>
                  <a:pt x="41934" y="0"/>
                </a:lnTo>
                <a:lnTo>
                  <a:pt x="41403" y="10325"/>
                </a:lnTo>
                <a:close/>
              </a:path>
            </a:pathLst>
          </a:custGeom>
          <a:solidFill>
            <a:srgbClr val="DD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8" name="object 548"/>
          <p:cNvSpPr/>
          <p:nvPr/>
        </p:nvSpPr>
        <p:spPr>
          <a:xfrm>
            <a:off x="4045780" y="3118827"/>
            <a:ext cx="41275" cy="12700"/>
          </a:xfrm>
          <a:custGeom>
            <a:avLst/>
            <a:gdLst/>
            <a:ahLst/>
            <a:cxnLst/>
            <a:rect l="l" t="t" r="r" b="b"/>
            <a:pathLst>
              <a:path w="41275" h="12700">
                <a:moveTo>
                  <a:pt x="40236" y="12382"/>
                </a:moveTo>
                <a:lnTo>
                  <a:pt x="636" y="12382"/>
                </a:lnTo>
                <a:lnTo>
                  <a:pt x="0" y="0"/>
                </a:lnTo>
                <a:lnTo>
                  <a:pt x="40872" y="0"/>
                </a:lnTo>
                <a:lnTo>
                  <a:pt x="40236" y="12382"/>
                </a:lnTo>
                <a:close/>
              </a:path>
            </a:pathLst>
          </a:custGeom>
          <a:solidFill>
            <a:srgbClr val="DB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9" name="object 549"/>
          <p:cNvSpPr/>
          <p:nvPr/>
        </p:nvSpPr>
        <p:spPr>
          <a:xfrm>
            <a:off x="4046416" y="3131210"/>
            <a:ext cx="40005" cy="14604"/>
          </a:xfrm>
          <a:custGeom>
            <a:avLst/>
            <a:gdLst/>
            <a:ahLst/>
            <a:cxnLst/>
            <a:rect l="l" t="t" r="r" b="b"/>
            <a:pathLst>
              <a:path w="40004" h="14605">
                <a:moveTo>
                  <a:pt x="38380" y="14452"/>
                </a:moveTo>
                <a:lnTo>
                  <a:pt x="1219" y="14452"/>
                </a:lnTo>
                <a:lnTo>
                  <a:pt x="233" y="4536"/>
                </a:lnTo>
                <a:lnTo>
                  <a:pt x="0" y="0"/>
                </a:lnTo>
                <a:lnTo>
                  <a:pt x="39599" y="0"/>
                </a:lnTo>
                <a:lnTo>
                  <a:pt x="39366" y="4536"/>
                </a:lnTo>
                <a:lnTo>
                  <a:pt x="38380" y="14452"/>
                </a:lnTo>
                <a:close/>
              </a:path>
            </a:pathLst>
          </a:custGeom>
          <a:solidFill>
            <a:srgbClr val="D9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0" name="object 550"/>
          <p:cNvSpPr/>
          <p:nvPr/>
        </p:nvSpPr>
        <p:spPr>
          <a:xfrm>
            <a:off x="4047636" y="3145663"/>
            <a:ext cx="37465" cy="12700"/>
          </a:xfrm>
          <a:custGeom>
            <a:avLst/>
            <a:gdLst/>
            <a:ahLst/>
            <a:cxnLst/>
            <a:rect l="l" t="t" r="r" b="b"/>
            <a:pathLst>
              <a:path w="37464" h="12700">
                <a:moveTo>
                  <a:pt x="35929" y="12382"/>
                </a:moveTo>
                <a:lnTo>
                  <a:pt x="1231" y="12382"/>
                </a:lnTo>
                <a:lnTo>
                  <a:pt x="0" y="0"/>
                </a:lnTo>
                <a:lnTo>
                  <a:pt x="37161" y="0"/>
                </a:lnTo>
                <a:lnTo>
                  <a:pt x="35929" y="12382"/>
                </a:lnTo>
                <a:close/>
              </a:path>
            </a:pathLst>
          </a:custGeom>
          <a:solidFill>
            <a:srgbClr val="D6E1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1" name="object 551"/>
          <p:cNvSpPr/>
          <p:nvPr/>
        </p:nvSpPr>
        <p:spPr>
          <a:xfrm>
            <a:off x="4048867" y="3158045"/>
            <a:ext cx="34925" cy="14604"/>
          </a:xfrm>
          <a:custGeom>
            <a:avLst/>
            <a:gdLst/>
            <a:ahLst/>
            <a:cxnLst/>
            <a:rect l="l" t="t" r="r" b="b"/>
            <a:pathLst>
              <a:path w="34925" h="14605">
                <a:moveTo>
                  <a:pt x="33260" y="14452"/>
                </a:moveTo>
                <a:lnTo>
                  <a:pt x="1437" y="14452"/>
                </a:lnTo>
                <a:lnTo>
                  <a:pt x="0" y="0"/>
                </a:lnTo>
                <a:lnTo>
                  <a:pt x="34697" y="0"/>
                </a:lnTo>
                <a:lnTo>
                  <a:pt x="33260" y="14452"/>
                </a:lnTo>
                <a:close/>
              </a:path>
            </a:pathLst>
          </a:custGeom>
          <a:solidFill>
            <a:srgbClr val="D4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2" name="object 552"/>
          <p:cNvSpPr/>
          <p:nvPr/>
        </p:nvSpPr>
        <p:spPr>
          <a:xfrm>
            <a:off x="4050305" y="3172498"/>
            <a:ext cx="32384" cy="10795"/>
          </a:xfrm>
          <a:custGeom>
            <a:avLst/>
            <a:gdLst/>
            <a:ahLst/>
            <a:cxnLst/>
            <a:rect l="l" t="t" r="r" b="b"/>
            <a:pathLst>
              <a:path w="32385" h="10794">
                <a:moveTo>
                  <a:pt x="30796" y="10325"/>
                </a:moveTo>
                <a:lnTo>
                  <a:pt x="1027" y="10325"/>
                </a:lnTo>
                <a:lnTo>
                  <a:pt x="0" y="0"/>
                </a:lnTo>
                <a:lnTo>
                  <a:pt x="31823" y="0"/>
                </a:lnTo>
                <a:lnTo>
                  <a:pt x="30796" y="10325"/>
                </a:lnTo>
                <a:close/>
              </a:path>
            </a:pathLst>
          </a:custGeom>
          <a:solidFill>
            <a:srgbClr val="D2D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3" name="object 553"/>
          <p:cNvSpPr/>
          <p:nvPr/>
        </p:nvSpPr>
        <p:spPr>
          <a:xfrm>
            <a:off x="4051332" y="3182823"/>
            <a:ext cx="29845" cy="10795"/>
          </a:xfrm>
          <a:custGeom>
            <a:avLst/>
            <a:gdLst/>
            <a:ahLst/>
            <a:cxnLst/>
            <a:rect l="l" t="t" r="r" b="b"/>
            <a:pathLst>
              <a:path w="29845" h="10794">
                <a:moveTo>
                  <a:pt x="28308" y="10325"/>
                </a:moveTo>
                <a:lnTo>
                  <a:pt x="1462" y="10325"/>
                </a:lnTo>
                <a:lnTo>
                  <a:pt x="562" y="5650"/>
                </a:lnTo>
                <a:lnTo>
                  <a:pt x="0" y="0"/>
                </a:lnTo>
                <a:lnTo>
                  <a:pt x="29769" y="0"/>
                </a:lnTo>
                <a:lnTo>
                  <a:pt x="29207" y="5650"/>
                </a:lnTo>
                <a:lnTo>
                  <a:pt x="28308" y="10325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4" name="object 554"/>
          <p:cNvSpPr/>
          <p:nvPr/>
        </p:nvSpPr>
        <p:spPr>
          <a:xfrm>
            <a:off x="4052794" y="3193148"/>
            <a:ext cx="27305" cy="42545"/>
          </a:xfrm>
          <a:custGeom>
            <a:avLst/>
            <a:gdLst/>
            <a:ahLst/>
            <a:cxnLst/>
            <a:rect l="l" t="t" r="r" b="b"/>
            <a:pathLst>
              <a:path w="27304" h="42544">
                <a:moveTo>
                  <a:pt x="13427" y="42316"/>
                </a:moveTo>
                <a:lnTo>
                  <a:pt x="5756" y="29900"/>
                </a:lnTo>
                <a:lnTo>
                  <a:pt x="0" y="0"/>
                </a:lnTo>
                <a:lnTo>
                  <a:pt x="26846" y="0"/>
                </a:lnTo>
                <a:lnTo>
                  <a:pt x="21092" y="29900"/>
                </a:lnTo>
                <a:lnTo>
                  <a:pt x="13427" y="42316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5" name="object 555"/>
          <p:cNvSpPr/>
          <p:nvPr/>
        </p:nvSpPr>
        <p:spPr>
          <a:xfrm>
            <a:off x="4041978" y="2748267"/>
            <a:ext cx="48895" cy="487680"/>
          </a:xfrm>
          <a:custGeom>
            <a:avLst/>
            <a:gdLst/>
            <a:ahLst/>
            <a:cxnLst/>
            <a:rect l="l" t="t" r="r" b="b"/>
            <a:pathLst>
              <a:path w="48895" h="487680">
                <a:moveTo>
                  <a:pt x="24244" y="0"/>
                </a:moveTo>
                <a:lnTo>
                  <a:pt x="38561" y="47027"/>
                </a:lnTo>
                <a:lnTo>
                  <a:pt x="43805" y="99772"/>
                </a:lnTo>
                <a:lnTo>
                  <a:pt x="47242" y="166638"/>
                </a:lnTo>
                <a:lnTo>
                  <a:pt x="48475" y="243598"/>
                </a:lnTo>
                <a:lnTo>
                  <a:pt x="47242" y="320607"/>
                </a:lnTo>
                <a:lnTo>
                  <a:pt x="43805" y="387479"/>
                </a:lnTo>
                <a:lnTo>
                  <a:pt x="38561" y="440206"/>
                </a:lnTo>
                <a:lnTo>
                  <a:pt x="31909" y="474781"/>
                </a:lnTo>
                <a:lnTo>
                  <a:pt x="24244" y="487197"/>
                </a:lnTo>
                <a:lnTo>
                  <a:pt x="16572" y="474781"/>
                </a:lnTo>
                <a:lnTo>
                  <a:pt x="9916" y="440206"/>
                </a:lnTo>
                <a:lnTo>
                  <a:pt x="4671" y="387479"/>
                </a:lnTo>
                <a:lnTo>
                  <a:pt x="1233" y="320607"/>
                </a:lnTo>
                <a:lnTo>
                  <a:pt x="0" y="243598"/>
                </a:lnTo>
                <a:lnTo>
                  <a:pt x="1233" y="166638"/>
                </a:lnTo>
                <a:lnTo>
                  <a:pt x="4671" y="99772"/>
                </a:lnTo>
                <a:lnTo>
                  <a:pt x="9916" y="47027"/>
                </a:lnTo>
                <a:lnTo>
                  <a:pt x="16572" y="12427"/>
                </a:lnTo>
                <a:lnTo>
                  <a:pt x="24244" y="0"/>
                </a:lnTo>
                <a:close/>
              </a:path>
            </a:pathLst>
          </a:custGeom>
          <a:ln w="17157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6" name="object 556"/>
          <p:cNvSpPr/>
          <p:nvPr/>
        </p:nvSpPr>
        <p:spPr>
          <a:xfrm>
            <a:off x="4066222" y="2748267"/>
            <a:ext cx="454659" cy="487680"/>
          </a:xfrm>
          <a:custGeom>
            <a:avLst/>
            <a:gdLst/>
            <a:ahLst/>
            <a:cxnLst/>
            <a:rect l="l" t="t" r="r" b="b"/>
            <a:pathLst>
              <a:path w="454660" h="487680">
                <a:moveTo>
                  <a:pt x="0" y="0"/>
                </a:moveTo>
                <a:lnTo>
                  <a:pt x="430263" y="0"/>
                </a:lnTo>
                <a:lnTo>
                  <a:pt x="437871" y="12427"/>
                </a:lnTo>
                <a:lnTo>
                  <a:pt x="444486" y="47027"/>
                </a:lnTo>
                <a:lnTo>
                  <a:pt x="449708" y="99772"/>
                </a:lnTo>
                <a:lnTo>
                  <a:pt x="453136" y="166638"/>
                </a:lnTo>
                <a:lnTo>
                  <a:pt x="454367" y="243598"/>
                </a:lnTo>
                <a:lnTo>
                  <a:pt x="453136" y="320607"/>
                </a:lnTo>
                <a:lnTo>
                  <a:pt x="449708" y="387479"/>
                </a:lnTo>
                <a:lnTo>
                  <a:pt x="444486" y="440206"/>
                </a:lnTo>
                <a:lnTo>
                  <a:pt x="437871" y="474781"/>
                </a:lnTo>
                <a:lnTo>
                  <a:pt x="430263" y="487197"/>
                </a:lnTo>
                <a:lnTo>
                  <a:pt x="0" y="487197"/>
                </a:lnTo>
              </a:path>
            </a:pathLst>
          </a:custGeom>
          <a:ln w="17157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7" name="object 557"/>
          <p:cNvSpPr/>
          <p:nvPr/>
        </p:nvSpPr>
        <p:spPr>
          <a:xfrm>
            <a:off x="4584547" y="2746209"/>
            <a:ext cx="489584" cy="114935"/>
          </a:xfrm>
          <a:custGeom>
            <a:avLst/>
            <a:gdLst/>
            <a:ahLst/>
            <a:cxnLst/>
            <a:rect l="l" t="t" r="r" b="b"/>
            <a:pathLst>
              <a:path w="489585" h="114935">
                <a:moveTo>
                  <a:pt x="489141" y="114566"/>
                </a:moveTo>
                <a:lnTo>
                  <a:pt x="20574" y="114566"/>
                </a:lnTo>
                <a:lnTo>
                  <a:pt x="19810" y="99764"/>
                </a:lnTo>
                <a:lnTo>
                  <a:pt x="14526" y="47022"/>
                </a:lnTo>
                <a:lnTo>
                  <a:pt x="7795" y="12426"/>
                </a:lnTo>
                <a:lnTo>
                  <a:pt x="0" y="0"/>
                </a:lnTo>
                <a:lnTo>
                  <a:pt x="468566" y="0"/>
                </a:lnTo>
                <a:lnTo>
                  <a:pt x="476361" y="12426"/>
                </a:lnTo>
                <a:lnTo>
                  <a:pt x="483093" y="47022"/>
                </a:lnTo>
                <a:lnTo>
                  <a:pt x="488376" y="99764"/>
                </a:lnTo>
                <a:lnTo>
                  <a:pt x="489141" y="114566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8" name="object 558"/>
          <p:cNvSpPr/>
          <p:nvPr/>
        </p:nvSpPr>
        <p:spPr>
          <a:xfrm>
            <a:off x="4605122" y="2862840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779" y="0"/>
                </a:lnTo>
              </a:path>
            </a:pathLst>
          </a:custGeom>
          <a:ln w="4127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9" name="object 559"/>
          <p:cNvSpPr/>
          <p:nvPr/>
        </p:nvSpPr>
        <p:spPr>
          <a:xfrm>
            <a:off x="4605335" y="2866967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779" y="0"/>
                </a:lnTo>
              </a:path>
            </a:pathLst>
          </a:custGeom>
          <a:ln w="4127">
            <a:solidFill>
              <a:srgbClr val="B5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0" name="object 560"/>
          <p:cNvSpPr/>
          <p:nvPr/>
        </p:nvSpPr>
        <p:spPr>
          <a:xfrm>
            <a:off x="4605548" y="2871095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779" y="0"/>
                </a:lnTo>
              </a:path>
            </a:pathLst>
          </a:custGeom>
          <a:ln w="4127">
            <a:solidFill>
              <a:srgbClr val="B7CA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1" name="object 561"/>
          <p:cNvSpPr/>
          <p:nvPr/>
        </p:nvSpPr>
        <p:spPr>
          <a:xfrm>
            <a:off x="4605761" y="2875222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779" y="0"/>
                </a:lnTo>
              </a:path>
            </a:pathLst>
          </a:custGeom>
          <a:ln w="4127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2" name="object 562"/>
          <p:cNvSpPr/>
          <p:nvPr/>
        </p:nvSpPr>
        <p:spPr>
          <a:xfrm>
            <a:off x="4605975" y="2878334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673" y="0"/>
                </a:lnTo>
              </a:path>
            </a:pathLst>
          </a:custGeom>
          <a:ln w="3175">
            <a:solidFill>
              <a:srgbClr val="BA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3" name="object 563"/>
          <p:cNvSpPr/>
          <p:nvPr/>
        </p:nvSpPr>
        <p:spPr>
          <a:xfrm>
            <a:off x="4606081" y="2881420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779" y="0"/>
                </a:lnTo>
              </a:path>
            </a:pathLst>
          </a:custGeom>
          <a:ln w="4127">
            <a:solidFill>
              <a:srgbClr val="BC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4" name="object 564"/>
          <p:cNvSpPr/>
          <p:nvPr/>
        </p:nvSpPr>
        <p:spPr>
          <a:xfrm>
            <a:off x="4606294" y="2884519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673" y="0"/>
                </a:lnTo>
              </a:path>
            </a:pathLst>
          </a:custGeom>
          <a:ln w="3175">
            <a:solidFill>
              <a:srgbClr val="BE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5" name="object 565"/>
          <p:cNvSpPr/>
          <p:nvPr/>
        </p:nvSpPr>
        <p:spPr>
          <a:xfrm>
            <a:off x="4606401" y="2887618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779" y="0"/>
                </a:lnTo>
              </a:path>
            </a:pathLst>
          </a:custGeom>
          <a:ln w="4127">
            <a:solidFill>
              <a:srgbClr val="C1D2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6" name="object 566"/>
          <p:cNvSpPr/>
          <p:nvPr/>
        </p:nvSpPr>
        <p:spPr>
          <a:xfrm>
            <a:off x="4606614" y="2891745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779" y="0"/>
                </a:lnTo>
              </a:path>
            </a:pathLst>
          </a:custGeom>
          <a:ln w="4127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7" name="object 567"/>
          <p:cNvSpPr/>
          <p:nvPr/>
        </p:nvSpPr>
        <p:spPr>
          <a:xfrm>
            <a:off x="4606827" y="2895873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779" y="0"/>
                </a:lnTo>
              </a:path>
            </a:pathLst>
          </a:custGeom>
          <a:ln w="4127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8" name="object 568"/>
          <p:cNvSpPr/>
          <p:nvPr/>
        </p:nvSpPr>
        <p:spPr>
          <a:xfrm>
            <a:off x="4607040" y="2900000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779" y="0"/>
                </a:lnTo>
              </a:path>
            </a:pathLst>
          </a:custGeom>
          <a:ln w="4127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9" name="object 569"/>
          <p:cNvSpPr/>
          <p:nvPr/>
        </p:nvSpPr>
        <p:spPr>
          <a:xfrm>
            <a:off x="4607253" y="2903099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673" y="0"/>
                </a:lnTo>
              </a:path>
            </a:pathLst>
          </a:custGeom>
          <a:ln w="3175">
            <a:solidFill>
              <a:srgbClr val="C8D7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0" name="object 570"/>
          <p:cNvSpPr/>
          <p:nvPr/>
        </p:nvSpPr>
        <p:spPr>
          <a:xfrm>
            <a:off x="4607360" y="2906198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779" y="0"/>
                </a:lnTo>
              </a:path>
            </a:pathLst>
          </a:custGeom>
          <a:ln w="4127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1" name="object 571"/>
          <p:cNvSpPr/>
          <p:nvPr/>
        </p:nvSpPr>
        <p:spPr>
          <a:xfrm>
            <a:off x="4607573" y="2910325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779" y="0"/>
                </a:lnTo>
              </a:path>
            </a:pathLst>
          </a:custGeom>
          <a:ln w="4127">
            <a:solidFill>
              <a:srgbClr val="CEDC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2" name="object 572"/>
          <p:cNvSpPr/>
          <p:nvPr/>
        </p:nvSpPr>
        <p:spPr>
          <a:xfrm>
            <a:off x="4607786" y="2914453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648" y="0"/>
                </a:lnTo>
              </a:path>
            </a:pathLst>
          </a:custGeom>
          <a:ln w="4127">
            <a:solidFill>
              <a:srgbClr val="D0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3" name="object 573"/>
          <p:cNvSpPr/>
          <p:nvPr/>
        </p:nvSpPr>
        <p:spPr>
          <a:xfrm>
            <a:off x="4607869" y="2918580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4" name="object 574"/>
          <p:cNvSpPr/>
          <p:nvPr/>
        </p:nvSpPr>
        <p:spPr>
          <a:xfrm>
            <a:off x="4607935" y="2922708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D3DF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5" name="object 575"/>
          <p:cNvSpPr/>
          <p:nvPr/>
        </p:nvSpPr>
        <p:spPr>
          <a:xfrm>
            <a:off x="4608001" y="2926835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D6E1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6" name="object 576"/>
          <p:cNvSpPr/>
          <p:nvPr/>
        </p:nvSpPr>
        <p:spPr>
          <a:xfrm>
            <a:off x="4608067" y="2930963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DA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7" name="object 577"/>
          <p:cNvSpPr/>
          <p:nvPr/>
        </p:nvSpPr>
        <p:spPr>
          <a:xfrm>
            <a:off x="4608134" y="2935090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DCE6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8" name="object 578"/>
          <p:cNvSpPr/>
          <p:nvPr/>
        </p:nvSpPr>
        <p:spPr>
          <a:xfrm>
            <a:off x="4608200" y="2939218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DEE8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9" name="object 579"/>
          <p:cNvSpPr/>
          <p:nvPr/>
        </p:nvSpPr>
        <p:spPr>
          <a:xfrm>
            <a:off x="4608266" y="2943358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DFE9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0" name="object 580"/>
          <p:cNvSpPr/>
          <p:nvPr/>
        </p:nvSpPr>
        <p:spPr>
          <a:xfrm>
            <a:off x="4608333" y="2946457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599" y="0"/>
                </a:lnTo>
              </a:path>
            </a:pathLst>
          </a:custGeom>
          <a:ln w="3175">
            <a:solidFill>
              <a:srgbClr val="E1EB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1" name="object 581"/>
          <p:cNvSpPr/>
          <p:nvPr/>
        </p:nvSpPr>
        <p:spPr>
          <a:xfrm>
            <a:off x="4608366" y="2949543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E3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2" name="object 582"/>
          <p:cNvSpPr/>
          <p:nvPr/>
        </p:nvSpPr>
        <p:spPr>
          <a:xfrm>
            <a:off x="4608432" y="2952642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599" y="0"/>
                </a:lnTo>
              </a:path>
            </a:pathLst>
          </a:custGeom>
          <a:ln w="3175">
            <a:solidFill>
              <a:srgbClr val="E6EC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3" name="object 583"/>
          <p:cNvSpPr/>
          <p:nvPr/>
        </p:nvSpPr>
        <p:spPr>
          <a:xfrm>
            <a:off x="4608465" y="2955740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4" name="object 584"/>
          <p:cNvSpPr/>
          <p:nvPr/>
        </p:nvSpPr>
        <p:spPr>
          <a:xfrm>
            <a:off x="4608532" y="2959868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5" name="object 585"/>
          <p:cNvSpPr/>
          <p:nvPr/>
        </p:nvSpPr>
        <p:spPr>
          <a:xfrm>
            <a:off x="4608598" y="2963995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6" name="object 586"/>
          <p:cNvSpPr/>
          <p:nvPr/>
        </p:nvSpPr>
        <p:spPr>
          <a:xfrm>
            <a:off x="4608664" y="2967094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599" y="0"/>
                </a:lnTo>
              </a:path>
            </a:pathLst>
          </a:custGeom>
          <a:ln w="3175">
            <a:solidFill>
              <a:srgbClr val="EDF4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7" name="object 587"/>
          <p:cNvSpPr/>
          <p:nvPr/>
        </p:nvSpPr>
        <p:spPr>
          <a:xfrm>
            <a:off x="4608697" y="2970193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EFF4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8" name="object 588"/>
          <p:cNvSpPr/>
          <p:nvPr/>
        </p:nvSpPr>
        <p:spPr>
          <a:xfrm>
            <a:off x="4608764" y="2974320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F1F6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9" name="object 589"/>
          <p:cNvSpPr/>
          <p:nvPr/>
        </p:nvSpPr>
        <p:spPr>
          <a:xfrm>
            <a:off x="4608830" y="2977419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599" y="0"/>
                </a:lnTo>
              </a:path>
            </a:pathLst>
          </a:custGeom>
          <a:ln w="3175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0" name="object 590"/>
          <p:cNvSpPr/>
          <p:nvPr/>
        </p:nvSpPr>
        <p:spPr>
          <a:xfrm>
            <a:off x="4608863" y="2980505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F6F8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1" name="object 591"/>
          <p:cNvSpPr/>
          <p:nvPr/>
        </p:nvSpPr>
        <p:spPr>
          <a:xfrm>
            <a:off x="4608929" y="2985681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666" y="0"/>
                </a:lnTo>
              </a:path>
            </a:pathLst>
          </a:custGeom>
          <a:ln w="6197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2" name="object 592"/>
          <p:cNvSpPr/>
          <p:nvPr/>
        </p:nvSpPr>
        <p:spPr>
          <a:xfrm>
            <a:off x="4608962" y="2991866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6197">
            <a:solidFill>
              <a:srgbClr val="F1F6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3" name="object 593"/>
          <p:cNvSpPr/>
          <p:nvPr/>
        </p:nvSpPr>
        <p:spPr>
          <a:xfrm>
            <a:off x="4608896" y="2997028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EFF5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4" name="object 594"/>
          <p:cNvSpPr/>
          <p:nvPr/>
        </p:nvSpPr>
        <p:spPr>
          <a:xfrm>
            <a:off x="4608830" y="3001155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EDF3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5" name="object 595"/>
          <p:cNvSpPr/>
          <p:nvPr/>
        </p:nvSpPr>
        <p:spPr>
          <a:xfrm>
            <a:off x="4608731" y="3006318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665" y="0"/>
                </a:lnTo>
              </a:path>
            </a:pathLst>
          </a:custGeom>
          <a:ln w="6197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6" name="object 596"/>
          <p:cNvSpPr/>
          <p:nvPr/>
        </p:nvSpPr>
        <p:spPr>
          <a:xfrm>
            <a:off x="4608664" y="3011481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7" name="object 597"/>
          <p:cNvSpPr/>
          <p:nvPr/>
        </p:nvSpPr>
        <p:spPr>
          <a:xfrm>
            <a:off x="4608565" y="3016643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665" y="0"/>
                </a:lnTo>
              </a:path>
            </a:pathLst>
          </a:custGeom>
          <a:ln w="6197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8" name="object 598"/>
          <p:cNvSpPr/>
          <p:nvPr/>
        </p:nvSpPr>
        <p:spPr>
          <a:xfrm>
            <a:off x="4608499" y="3021793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E6ED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9" name="object 599"/>
          <p:cNvSpPr/>
          <p:nvPr/>
        </p:nvSpPr>
        <p:spPr>
          <a:xfrm>
            <a:off x="4608466" y="3024905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599" y="0"/>
                </a:lnTo>
              </a:path>
            </a:pathLst>
          </a:custGeom>
          <a:ln w="3175">
            <a:solidFill>
              <a:srgbClr val="E4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0" name="object 600"/>
          <p:cNvSpPr/>
          <p:nvPr/>
        </p:nvSpPr>
        <p:spPr>
          <a:xfrm>
            <a:off x="4608367" y="3029026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665" y="0"/>
                </a:lnTo>
              </a:path>
            </a:pathLst>
          </a:custGeom>
          <a:ln w="6197">
            <a:solidFill>
              <a:srgbClr val="E2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1" name="object 601"/>
          <p:cNvSpPr/>
          <p:nvPr/>
        </p:nvSpPr>
        <p:spPr>
          <a:xfrm>
            <a:off x="4608300" y="3034188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E0EA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2" name="object 602"/>
          <p:cNvSpPr/>
          <p:nvPr/>
        </p:nvSpPr>
        <p:spPr>
          <a:xfrm>
            <a:off x="4608201" y="3039351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665" y="0"/>
                </a:lnTo>
              </a:path>
            </a:pathLst>
          </a:custGeom>
          <a:ln w="6197">
            <a:solidFill>
              <a:srgbClr val="DFE9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3" name="object 603"/>
          <p:cNvSpPr/>
          <p:nvPr/>
        </p:nvSpPr>
        <p:spPr>
          <a:xfrm>
            <a:off x="4608102" y="3045536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665" y="0"/>
                </a:lnTo>
              </a:path>
            </a:pathLst>
          </a:custGeom>
          <a:ln w="6197">
            <a:solidFill>
              <a:srgbClr val="DDE7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4" name="object 604"/>
          <p:cNvSpPr/>
          <p:nvPr/>
        </p:nvSpPr>
        <p:spPr>
          <a:xfrm>
            <a:off x="4608036" y="3050698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DBE4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5" name="object 605"/>
          <p:cNvSpPr/>
          <p:nvPr/>
        </p:nvSpPr>
        <p:spPr>
          <a:xfrm>
            <a:off x="4607969" y="3054826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632" y="0"/>
                </a:lnTo>
              </a:path>
            </a:pathLst>
          </a:custGeom>
          <a:ln w="4127">
            <a:solidFill>
              <a:srgbClr val="D9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6" name="object 606"/>
          <p:cNvSpPr/>
          <p:nvPr/>
        </p:nvSpPr>
        <p:spPr>
          <a:xfrm>
            <a:off x="4607870" y="3059988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665" y="0"/>
                </a:lnTo>
              </a:path>
            </a:pathLst>
          </a:custGeom>
          <a:ln w="6197">
            <a:solidFill>
              <a:srgbClr val="D6E2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7" name="object 607"/>
          <p:cNvSpPr/>
          <p:nvPr/>
        </p:nvSpPr>
        <p:spPr>
          <a:xfrm>
            <a:off x="4607837" y="3065145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566" y="0"/>
                </a:lnTo>
              </a:path>
            </a:pathLst>
          </a:custGeom>
          <a:ln w="3809">
            <a:solidFill>
              <a:srgbClr val="D4E0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8" name="object 608"/>
          <p:cNvSpPr/>
          <p:nvPr/>
        </p:nvSpPr>
        <p:spPr>
          <a:xfrm>
            <a:off x="4607734" y="3068320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566" y="0"/>
                </a:lnTo>
              </a:path>
            </a:pathLst>
          </a:custGeom>
          <a:ln w="3175">
            <a:solidFill>
              <a:srgbClr val="D4E0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9" name="object 609"/>
          <p:cNvSpPr/>
          <p:nvPr/>
        </p:nvSpPr>
        <p:spPr>
          <a:xfrm>
            <a:off x="4607471" y="3071348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779" y="0"/>
                </a:lnTo>
              </a:path>
            </a:pathLst>
          </a:custGeom>
          <a:ln w="4127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0" name="object 610"/>
          <p:cNvSpPr/>
          <p:nvPr/>
        </p:nvSpPr>
        <p:spPr>
          <a:xfrm>
            <a:off x="4607258" y="3075476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779" y="0"/>
                </a:lnTo>
              </a:path>
            </a:pathLst>
          </a:custGeom>
          <a:ln w="4127">
            <a:solidFill>
              <a:srgbClr val="D1DE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1" name="object 611"/>
          <p:cNvSpPr/>
          <p:nvPr/>
        </p:nvSpPr>
        <p:spPr>
          <a:xfrm>
            <a:off x="4606938" y="3080639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886" y="0"/>
                </a:lnTo>
              </a:path>
            </a:pathLst>
          </a:custGeom>
          <a:ln w="6197">
            <a:solidFill>
              <a:srgbClr val="CF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2" name="object 612"/>
          <p:cNvSpPr/>
          <p:nvPr/>
        </p:nvSpPr>
        <p:spPr>
          <a:xfrm>
            <a:off x="4606726" y="3085788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779" y="0"/>
                </a:lnTo>
              </a:path>
            </a:pathLst>
          </a:custGeom>
          <a:ln w="4127">
            <a:solidFill>
              <a:srgbClr val="CDD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3" name="object 613"/>
          <p:cNvSpPr/>
          <p:nvPr/>
        </p:nvSpPr>
        <p:spPr>
          <a:xfrm>
            <a:off x="4606405" y="3090964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886" y="0"/>
                </a:lnTo>
              </a:path>
            </a:pathLst>
          </a:custGeom>
          <a:ln w="6197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4" name="object 614"/>
          <p:cNvSpPr/>
          <p:nvPr/>
        </p:nvSpPr>
        <p:spPr>
          <a:xfrm>
            <a:off x="4606086" y="3097148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886" y="0"/>
                </a:lnTo>
              </a:path>
            </a:pathLst>
          </a:custGeom>
          <a:ln w="6197">
            <a:solidFill>
              <a:srgbClr val="C8D9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5" name="object 615"/>
          <p:cNvSpPr/>
          <p:nvPr/>
        </p:nvSpPr>
        <p:spPr>
          <a:xfrm>
            <a:off x="4605553" y="3105410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9099" y="0"/>
                </a:lnTo>
              </a:path>
            </a:pathLst>
          </a:custGeom>
          <a:ln w="10325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6" name="object 616"/>
          <p:cNvSpPr/>
          <p:nvPr/>
        </p:nvSpPr>
        <p:spPr>
          <a:xfrm>
            <a:off x="4605127" y="3114700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992" y="0"/>
                </a:lnTo>
              </a:path>
            </a:pathLst>
          </a:custGeom>
          <a:ln w="8254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7" name="object 617"/>
          <p:cNvSpPr/>
          <p:nvPr/>
        </p:nvSpPr>
        <p:spPr>
          <a:xfrm>
            <a:off x="4604807" y="3121926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886" y="0"/>
                </a:lnTo>
              </a:path>
            </a:pathLst>
          </a:custGeom>
          <a:ln w="6197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8" name="object 618"/>
          <p:cNvSpPr/>
          <p:nvPr/>
        </p:nvSpPr>
        <p:spPr>
          <a:xfrm>
            <a:off x="4604488" y="3128111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886" y="0"/>
                </a:lnTo>
              </a:path>
            </a:pathLst>
          </a:custGeom>
          <a:ln w="6197">
            <a:solidFill>
              <a:srgbClr val="C1D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9" name="object 619"/>
          <p:cNvSpPr/>
          <p:nvPr/>
        </p:nvSpPr>
        <p:spPr>
          <a:xfrm>
            <a:off x="4604391" y="3133089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566" y="0"/>
                </a:lnTo>
              </a:path>
            </a:pathLst>
          </a:custGeom>
          <a:ln w="3175">
            <a:solidFill>
              <a:srgbClr val="C0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0" name="object 620"/>
          <p:cNvSpPr/>
          <p:nvPr/>
        </p:nvSpPr>
        <p:spPr>
          <a:xfrm>
            <a:off x="4604168" y="3135629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 h="0">
                <a:moveTo>
                  <a:pt x="0" y="0"/>
                </a:moveTo>
                <a:lnTo>
                  <a:pt x="468566" y="0"/>
                </a:lnTo>
              </a:path>
            </a:pathLst>
          </a:custGeom>
          <a:ln w="3175">
            <a:solidFill>
              <a:srgbClr val="C0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1" name="object 621"/>
          <p:cNvSpPr/>
          <p:nvPr/>
        </p:nvSpPr>
        <p:spPr>
          <a:xfrm>
            <a:off x="4603162" y="3141535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 h="0">
                <a:moveTo>
                  <a:pt x="0" y="0"/>
                </a:moveTo>
                <a:lnTo>
                  <a:pt x="469394" y="0"/>
                </a:lnTo>
              </a:path>
            </a:pathLst>
          </a:custGeom>
          <a:ln w="8255">
            <a:solidFill>
              <a:srgbClr val="BD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2" name="object 622"/>
          <p:cNvSpPr/>
          <p:nvPr/>
        </p:nvSpPr>
        <p:spPr>
          <a:xfrm>
            <a:off x="4602541" y="3148761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9187" y="0"/>
                </a:lnTo>
              </a:path>
            </a:pathLst>
          </a:custGeom>
          <a:ln w="6197">
            <a:solidFill>
              <a:srgbClr val="BBCF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3" name="object 623"/>
          <p:cNvSpPr/>
          <p:nvPr/>
        </p:nvSpPr>
        <p:spPr>
          <a:xfrm>
            <a:off x="4601713" y="3155988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 h="0">
                <a:moveTo>
                  <a:pt x="0" y="0"/>
                </a:moveTo>
                <a:lnTo>
                  <a:pt x="469394" y="0"/>
                </a:lnTo>
              </a:path>
            </a:pathLst>
          </a:custGeom>
          <a:ln w="8254">
            <a:solidFill>
              <a:srgbClr val="B9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4" name="object 624"/>
          <p:cNvSpPr/>
          <p:nvPr/>
        </p:nvSpPr>
        <p:spPr>
          <a:xfrm>
            <a:off x="4600678" y="3165278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 h="0">
                <a:moveTo>
                  <a:pt x="0" y="0"/>
                </a:moveTo>
                <a:lnTo>
                  <a:pt x="469601" y="0"/>
                </a:lnTo>
              </a:path>
            </a:pathLst>
          </a:custGeom>
          <a:ln w="10325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5" name="object 625"/>
          <p:cNvSpPr/>
          <p:nvPr/>
        </p:nvSpPr>
        <p:spPr>
          <a:xfrm>
            <a:off x="4600057" y="3173539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9187" y="0"/>
                </a:lnTo>
              </a:path>
            </a:pathLst>
          </a:custGeom>
          <a:ln w="6197">
            <a:solidFill>
              <a:srgbClr val="B6C9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6" name="object 626"/>
          <p:cNvSpPr/>
          <p:nvPr/>
        </p:nvSpPr>
        <p:spPr>
          <a:xfrm>
            <a:off x="4599231" y="3180753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 h="0">
                <a:moveTo>
                  <a:pt x="0" y="0"/>
                </a:moveTo>
                <a:lnTo>
                  <a:pt x="469394" y="0"/>
                </a:lnTo>
              </a:path>
            </a:pathLst>
          </a:custGeom>
          <a:ln w="8255">
            <a:solidFill>
              <a:srgbClr val="B4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7" name="object 627"/>
          <p:cNvSpPr/>
          <p:nvPr/>
        </p:nvSpPr>
        <p:spPr>
          <a:xfrm>
            <a:off x="4597770" y="3189008"/>
            <a:ext cx="470534" cy="0"/>
          </a:xfrm>
          <a:custGeom>
            <a:avLst/>
            <a:gdLst/>
            <a:ahLst/>
            <a:cxnLst/>
            <a:rect l="l" t="t" r="r" b="b"/>
            <a:pathLst>
              <a:path w="470535" h="0">
                <a:moveTo>
                  <a:pt x="0" y="0"/>
                </a:moveTo>
                <a:lnTo>
                  <a:pt x="470027" y="0"/>
                </a:lnTo>
              </a:path>
            </a:pathLst>
          </a:custGeom>
          <a:ln w="8254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8" name="object 628"/>
          <p:cNvSpPr/>
          <p:nvPr/>
        </p:nvSpPr>
        <p:spPr>
          <a:xfrm>
            <a:off x="4584547" y="3213271"/>
            <a:ext cx="481965" cy="0"/>
          </a:xfrm>
          <a:custGeom>
            <a:avLst/>
            <a:gdLst/>
            <a:ahLst/>
            <a:cxnLst/>
            <a:rect l="l" t="t" r="r" b="b"/>
            <a:pathLst>
              <a:path w="481964" h="0">
                <a:moveTo>
                  <a:pt x="0" y="0"/>
                </a:moveTo>
                <a:lnTo>
                  <a:pt x="481786" y="0"/>
                </a:lnTo>
              </a:path>
            </a:pathLst>
          </a:custGeom>
          <a:ln w="40246">
            <a:solidFill>
              <a:srgbClr val="AFC5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9" name="object 629"/>
          <p:cNvSpPr/>
          <p:nvPr/>
        </p:nvSpPr>
        <p:spPr>
          <a:xfrm>
            <a:off x="4563679" y="2746209"/>
            <a:ext cx="41910" cy="116839"/>
          </a:xfrm>
          <a:custGeom>
            <a:avLst/>
            <a:gdLst/>
            <a:ahLst/>
            <a:cxnLst/>
            <a:rect l="l" t="t" r="r" b="b"/>
            <a:pathLst>
              <a:path w="41910" h="116839">
                <a:moveTo>
                  <a:pt x="41511" y="116624"/>
                </a:moveTo>
                <a:lnTo>
                  <a:pt x="0" y="116624"/>
                </a:lnTo>
                <a:lnTo>
                  <a:pt x="884" y="99764"/>
                </a:lnTo>
                <a:lnTo>
                  <a:pt x="6224" y="47022"/>
                </a:lnTo>
                <a:lnTo>
                  <a:pt x="12980" y="12426"/>
                </a:lnTo>
                <a:lnTo>
                  <a:pt x="20740" y="0"/>
                </a:lnTo>
                <a:lnTo>
                  <a:pt x="28549" y="12426"/>
                </a:lnTo>
                <a:lnTo>
                  <a:pt x="35312" y="47022"/>
                </a:lnTo>
                <a:lnTo>
                  <a:pt x="40633" y="99764"/>
                </a:lnTo>
                <a:lnTo>
                  <a:pt x="41511" y="116624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0" name="object 630"/>
          <p:cNvSpPr/>
          <p:nvPr/>
        </p:nvSpPr>
        <p:spPr>
          <a:xfrm>
            <a:off x="4563354" y="2862846"/>
            <a:ext cx="42545" cy="6350"/>
          </a:xfrm>
          <a:custGeom>
            <a:avLst/>
            <a:gdLst/>
            <a:ahLst/>
            <a:cxnLst/>
            <a:rect l="l" t="t" r="r" b="b"/>
            <a:pathLst>
              <a:path w="42545" h="6350">
                <a:moveTo>
                  <a:pt x="42161" y="6197"/>
                </a:moveTo>
                <a:lnTo>
                  <a:pt x="0" y="6197"/>
                </a:lnTo>
                <a:lnTo>
                  <a:pt x="325" y="0"/>
                </a:lnTo>
                <a:lnTo>
                  <a:pt x="41838" y="0"/>
                </a:lnTo>
                <a:lnTo>
                  <a:pt x="42161" y="6197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1" name="object 631"/>
          <p:cNvSpPr/>
          <p:nvPr/>
        </p:nvSpPr>
        <p:spPr>
          <a:xfrm>
            <a:off x="4563029" y="2869031"/>
            <a:ext cx="43180" cy="6350"/>
          </a:xfrm>
          <a:custGeom>
            <a:avLst/>
            <a:gdLst/>
            <a:ahLst/>
            <a:cxnLst/>
            <a:rect l="l" t="t" r="r" b="b"/>
            <a:pathLst>
              <a:path w="43179" h="6350">
                <a:moveTo>
                  <a:pt x="42807" y="6197"/>
                </a:moveTo>
                <a:lnTo>
                  <a:pt x="0" y="6197"/>
                </a:lnTo>
                <a:lnTo>
                  <a:pt x="325" y="0"/>
                </a:lnTo>
                <a:lnTo>
                  <a:pt x="42484" y="0"/>
                </a:lnTo>
                <a:lnTo>
                  <a:pt x="42807" y="6197"/>
                </a:lnTo>
                <a:close/>
              </a:path>
            </a:pathLst>
          </a:custGeom>
          <a:solidFill>
            <a:srgbClr val="D3DF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2" name="object 632"/>
          <p:cNvSpPr/>
          <p:nvPr/>
        </p:nvSpPr>
        <p:spPr>
          <a:xfrm>
            <a:off x="4562812" y="2875229"/>
            <a:ext cx="43815" cy="4445"/>
          </a:xfrm>
          <a:custGeom>
            <a:avLst/>
            <a:gdLst/>
            <a:ahLst/>
            <a:cxnLst/>
            <a:rect l="l" t="t" r="r" b="b"/>
            <a:pathLst>
              <a:path w="43814" h="4444">
                <a:moveTo>
                  <a:pt x="0" y="4127"/>
                </a:moveTo>
                <a:lnTo>
                  <a:pt x="216" y="0"/>
                </a:lnTo>
                <a:lnTo>
                  <a:pt x="43024" y="0"/>
                </a:lnTo>
                <a:lnTo>
                  <a:pt x="43239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5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3" name="object 633"/>
          <p:cNvSpPr/>
          <p:nvPr/>
        </p:nvSpPr>
        <p:spPr>
          <a:xfrm>
            <a:off x="4562487" y="2879356"/>
            <a:ext cx="44450" cy="6350"/>
          </a:xfrm>
          <a:custGeom>
            <a:avLst/>
            <a:gdLst/>
            <a:ahLst/>
            <a:cxnLst/>
            <a:rect l="l" t="t" r="r" b="b"/>
            <a:pathLst>
              <a:path w="44450" h="6350">
                <a:moveTo>
                  <a:pt x="43887" y="6197"/>
                </a:moveTo>
                <a:lnTo>
                  <a:pt x="0" y="6197"/>
                </a:lnTo>
                <a:lnTo>
                  <a:pt x="325" y="0"/>
                </a:lnTo>
                <a:lnTo>
                  <a:pt x="43564" y="0"/>
                </a:lnTo>
                <a:lnTo>
                  <a:pt x="43887" y="6197"/>
                </a:lnTo>
                <a:close/>
              </a:path>
            </a:pathLst>
          </a:custGeom>
          <a:solidFill>
            <a:srgbClr val="D7E2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4" name="object 634"/>
          <p:cNvSpPr/>
          <p:nvPr/>
        </p:nvSpPr>
        <p:spPr>
          <a:xfrm>
            <a:off x="4562163" y="2885554"/>
            <a:ext cx="45085" cy="6350"/>
          </a:xfrm>
          <a:custGeom>
            <a:avLst/>
            <a:gdLst/>
            <a:ahLst/>
            <a:cxnLst/>
            <a:rect l="l" t="t" r="r" b="b"/>
            <a:pathLst>
              <a:path w="45085" h="6350">
                <a:moveTo>
                  <a:pt x="44535" y="6197"/>
                </a:moveTo>
                <a:lnTo>
                  <a:pt x="0" y="6197"/>
                </a:lnTo>
                <a:lnTo>
                  <a:pt x="325" y="0"/>
                </a:lnTo>
                <a:lnTo>
                  <a:pt x="44212" y="0"/>
                </a:lnTo>
                <a:lnTo>
                  <a:pt x="44535" y="6197"/>
                </a:lnTo>
                <a:close/>
              </a:path>
            </a:pathLst>
          </a:custGeom>
          <a:solidFill>
            <a:srgbClr val="DA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5" name="object 635"/>
          <p:cNvSpPr/>
          <p:nvPr/>
        </p:nvSpPr>
        <p:spPr>
          <a:xfrm>
            <a:off x="4561838" y="2891739"/>
            <a:ext cx="45720" cy="6350"/>
          </a:xfrm>
          <a:custGeom>
            <a:avLst/>
            <a:gdLst/>
            <a:ahLst/>
            <a:cxnLst/>
            <a:rect l="l" t="t" r="r" b="b"/>
            <a:pathLst>
              <a:path w="45720" h="6350">
                <a:moveTo>
                  <a:pt x="45182" y="6197"/>
                </a:moveTo>
                <a:lnTo>
                  <a:pt x="0" y="6197"/>
                </a:lnTo>
                <a:lnTo>
                  <a:pt x="325" y="0"/>
                </a:lnTo>
                <a:lnTo>
                  <a:pt x="44859" y="0"/>
                </a:lnTo>
                <a:lnTo>
                  <a:pt x="45182" y="6197"/>
                </a:lnTo>
                <a:close/>
              </a:path>
            </a:pathLst>
          </a:custGeom>
          <a:solidFill>
            <a:srgbClr val="DC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6" name="object 636"/>
          <p:cNvSpPr/>
          <p:nvPr/>
        </p:nvSpPr>
        <p:spPr>
          <a:xfrm>
            <a:off x="4561513" y="2897936"/>
            <a:ext cx="46355" cy="6350"/>
          </a:xfrm>
          <a:custGeom>
            <a:avLst/>
            <a:gdLst/>
            <a:ahLst/>
            <a:cxnLst/>
            <a:rect l="l" t="t" r="r" b="b"/>
            <a:pathLst>
              <a:path w="46354" h="6350">
                <a:moveTo>
                  <a:pt x="45830" y="6197"/>
                </a:moveTo>
                <a:lnTo>
                  <a:pt x="0" y="6197"/>
                </a:lnTo>
                <a:lnTo>
                  <a:pt x="325" y="0"/>
                </a:lnTo>
                <a:lnTo>
                  <a:pt x="45507" y="0"/>
                </a:lnTo>
                <a:lnTo>
                  <a:pt x="45830" y="6197"/>
                </a:lnTo>
                <a:close/>
              </a:path>
            </a:pathLst>
          </a:custGeom>
          <a:solidFill>
            <a:srgbClr val="DEE7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7" name="object 637"/>
          <p:cNvSpPr/>
          <p:nvPr/>
        </p:nvSpPr>
        <p:spPr>
          <a:xfrm>
            <a:off x="4561296" y="2904134"/>
            <a:ext cx="46355" cy="4445"/>
          </a:xfrm>
          <a:custGeom>
            <a:avLst/>
            <a:gdLst/>
            <a:ahLst/>
            <a:cxnLst/>
            <a:rect l="l" t="t" r="r" b="b"/>
            <a:pathLst>
              <a:path w="46354" h="4444">
                <a:moveTo>
                  <a:pt x="0" y="4127"/>
                </a:moveTo>
                <a:lnTo>
                  <a:pt x="216" y="0"/>
                </a:lnTo>
                <a:lnTo>
                  <a:pt x="46046" y="0"/>
                </a:lnTo>
                <a:lnTo>
                  <a:pt x="46261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8" name="object 638"/>
          <p:cNvSpPr/>
          <p:nvPr/>
        </p:nvSpPr>
        <p:spPr>
          <a:xfrm>
            <a:off x="4561030" y="2908261"/>
            <a:ext cx="46990" cy="6350"/>
          </a:xfrm>
          <a:custGeom>
            <a:avLst/>
            <a:gdLst/>
            <a:ahLst/>
            <a:cxnLst/>
            <a:rect l="l" t="t" r="r" b="b"/>
            <a:pathLst>
              <a:path w="46989" h="6350">
                <a:moveTo>
                  <a:pt x="46792" y="6197"/>
                </a:moveTo>
                <a:lnTo>
                  <a:pt x="0" y="6197"/>
                </a:lnTo>
                <a:lnTo>
                  <a:pt x="26" y="4575"/>
                </a:lnTo>
                <a:lnTo>
                  <a:pt x="266" y="0"/>
                </a:lnTo>
                <a:lnTo>
                  <a:pt x="46528" y="0"/>
                </a:lnTo>
                <a:lnTo>
                  <a:pt x="46766" y="4575"/>
                </a:lnTo>
                <a:lnTo>
                  <a:pt x="46792" y="6197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9" name="object 639"/>
          <p:cNvSpPr/>
          <p:nvPr/>
        </p:nvSpPr>
        <p:spPr>
          <a:xfrm>
            <a:off x="4560928" y="2914446"/>
            <a:ext cx="46990" cy="6350"/>
          </a:xfrm>
          <a:custGeom>
            <a:avLst/>
            <a:gdLst/>
            <a:ahLst/>
            <a:cxnLst/>
            <a:rect l="l" t="t" r="r" b="b"/>
            <a:pathLst>
              <a:path w="46989" h="6350">
                <a:moveTo>
                  <a:pt x="0" y="6197"/>
                </a:moveTo>
                <a:lnTo>
                  <a:pt x="101" y="0"/>
                </a:lnTo>
                <a:lnTo>
                  <a:pt x="46894" y="0"/>
                </a:lnTo>
                <a:lnTo>
                  <a:pt x="46994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0" name="object 640"/>
          <p:cNvSpPr/>
          <p:nvPr/>
        </p:nvSpPr>
        <p:spPr>
          <a:xfrm>
            <a:off x="4560827" y="2920644"/>
            <a:ext cx="47625" cy="6350"/>
          </a:xfrm>
          <a:custGeom>
            <a:avLst/>
            <a:gdLst/>
            <a:ahLst/>
            <a:cxnLst/>
            <a:rect l="l" t="t" r="r" b="b"/>
            <a:pathLst>
              <a:path w="47625" h="6350">
                <a:moveTo>
                  <a:pt x="0" y="6197"/>
                </a:moveTo>
                <a:lnTo>
                  <a:pt x="101" y="0"/>
                </a:lnTo>
                <a:lnTo>
                  <a:pt x="47096" y="0"/>
                </a:lnTo>
                <a:lnTo>
                  <a:pt x="47196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6EC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1" name="object 641"/>
          <p:cNvSpPr/>
          <p:nvPr/>
        </p:nvSpPr>
        <p:spPr>
          <a:xfrm>
            <a:off x="4560759" y="2926842"/>
            <a:ext cx="47625" cy="4445"/>
          </a:xfrm>
          <a:custGeom>
            <a:avLst/>
            <a:gdLst/>
            <a:ahLst/>
            <a:cxnLst/>
            <a:rect l="l" t="t" r="r" b="b"/>
            <a:pathLst>
              <a:path w="47625" h="4444">
                <a:moveTo>
                  <a:pt x="0" y="4127"/>
                </a:moveTo>
                <a:lnTo>
                  <a:pt x="67" y="0"/>
                </a:lnTo>
                <a:lnTo>
                  <a:pt x="47264" y="0"/>
                </a:lnTo>
                <a:lnTo>
                  <a:pt x="47331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2" name="object 642"/>
          <p:cNvSpPr/>
          <p:nvPr/>
        </p:nvSpPr>
        <p:spPr>
          <a:xfrm>
            <a:off x="4560658" y="2930969"/>
            <a:ext cx="47625" cy="6350"/>
          </a:xfrm>
          <a:custGeom>
            <a:avLst/>
            <a:gdLst/>
            <a:ahLst/>
            <a:cxnLst/>
            <a:rect l="l" t="t" r="r" b="b"/>
            <a:pathLst>
              <a:path w="47625" h="6350">
                <a:moveTo>
                  <a:pt x="0" y="6197"/>
                </a:moveTo>
                <a:lnTo>
                  <a:pt x="101" y="0"/>
                </a:lnTo>
                <a:lnTo>
                  <a:pt x="47433" y="0"/>
                </a:lnTo>
                <a:lnTo>
                  <a:pt x="47533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3" name="object 643"/>
          <p:cNvSpPr/>
          <p:nvPr/>
        </p:nvSpPr>
        <p:spPr>
          <a:xfrm>
            <a:off x="4560556" y="2937154"/>
            <a:ext cx="48260" cy="6350"/>
          </a:xfrm>
          <a:custGeom>
            <a:avLst/>
            <a:gdLst/>
            <a:ahLst/>
            <a:cxnLst/>
            <a:rect l="l" t="t" r="r" b="b"/>
            <a:pathLst>
              <a:path w="48260" h="6350">
                <a:moveTo>
                  <a:pt x="0" y="6197"/>
                </a:moveTo>
                <a:lnTo>
                  <a:pt x="101" y="0"/>
                </a:lnTo>
                <a:lnTo>
                  <a:pt x="47634" y="0"/>
                </a:lnTo>
                <a:lnTo>
                  <a:pt x="47735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4" name="object 644"/>
          <p:cNvSpPr/>
          <p:nvPr/>
        </p:nvSpPr>
        <p:spPr>
          <a:xfrm>
            <a:off x="4560454" y="2943351"/>
            <a:ext cx="48260" cy="6350"/>
          </a:xfrm>
          <a:custGeom>
            <a:avLst/>
            <a:gdLst/>
            <a:ahLst/>
            <a:cxnLst/>
            <a:rect l="l" t="t" r="r" b="b"/>
            <a:pathLst>
              <a:path w="48260" h="6350">
                <a:moveTo>
                  <a:pt x="0" y="6197"/>
                </a:moveTo>
                <a:lnTo>
                  <a:pt x="101" y="0"/>
                </a:lnTo>
                <a:lnTo>
                  <a:pt x="47837" y="0"/>
                </a:lnTo>
                <a:lnTo>
                  <a:pt x="47937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D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5" name="object 645"/>
          <p:cNvSpPr/>
          <p:nvPr/>
        </p:nvSpPr>
        <p:spPr>
          <a:xfrm>
            <a:off x="4560387" y="2949549"/>
            <a:ext cx="48260" cy="4445"/>
          </a:xfrm>
          <a:custGeom>
            <a:avLst/>
            <a:gdLst/>
            <a:ahLst/>
            <a:cxnLst/>
            <a:rect l="l" t="t" r="r" b="b"/>
            <a:pathLst>
              <a:path w="48260" h="4444">
                <a:moveTo>
                  <a:pt x="0" y="4127"/>
                </a:moveTo>
                <a:lnTo>
                  <a:pt x="67" y="0"/>
                </a:lnTo>
                <a:lnTo>
                  <a:pt x="48005" y="0"/>
                </a:lnTo>
                <a:lnTo>
                  <a:pt x="48072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6" name="object 646"/>
          <p:cNvSpPr/>
          <p:nvPr/>
        </p:nvSpPr>
        <p:spPr>
          <a:xfrm>
            <a:off x="4560285" y="2953677"/>
            <a:ext cx="48895" cy="6350"/>
          </a:xfrm>
          <a:custGeom>
            <a:avLst/>
            <a:gdLst/>
            <a:ahLst/>
            <a:cxnLst/>
            <a:rect l="l" t="t" r="r" b="b"/>
            <a:pathLst>
              <a:path w="48895" h="6350">
                <a:moveTo>
                  <a:pt x="0" y="6197"/>
                </a:moveTo>
                <a:lnTo>
                  <a:pt x="101" y="0"/>
                </a:lnTo>
                <a:lnTo>
                  <a:pt x="48173" y="0"/>
                </a:lnTo>
                <a:lnTo>
                  <a:pt x="48274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7" name="object 647"/>
          <p:cNvSpPr/>
          <p:nvPr/>
        </p:nvSpPr>
        <p:spPr>
          <a:xfrm>
            <a:off x="4560184" y="2959874"/>
            <a:ext cx="48895" cy="6350"/>
          </a:xfrm>
          <a:custGeom>
            <a:avLst/>
            <a:gdLst/>
            <a:ahLst/>
            <a:cxnLst/>
            <a:rect l="l" t="t" r="r" b="b"/>
            <a:pathLst>
              <a:path w="48895" h="6350">
                <a:moveTo>
                  <a:pt x="0" y="6197"/>
                </a:moveTo>
                <a:lnTo>
                  <a:pt x="101" y="0"/>
                </a:lnTo>
                <a:lnTo>
                  <a:pt x="48376" y="0"/>
                </a:lnTo>
                <a:lnTo>
                  <a:pt x="48476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8" name="object 648"/>
          <p:cNvSpPr/>
          <p:nvPr/>
        </p:nvSpPr>
        <p:spPr>
          <a:xfrm>
            <a:off x="4560116" y="2966059"/>
            <a:ext cx="48895" cy="4445"/>
          </a:xfrm>
          <a:custGeom>
            <a:avLst/>
            <a:gdLst/>
            <a:ahLst/>
            <a:cxnLst/>
            <a:rect l="l" t="t" r="r" b="b"/>
            <a:pathLst>
              <a:path w="48895" h="4444">
                <a:moveTo>
                  <a:pt x="0" y="4127"/>
                </a:moveTo>
                <a:lnTo>
                  <a:pt x="67" y="0"/>
                </a:lnTo>
                <a:lnTo>
                  <a:pt x="48543" y="0"/>
                </a:lnTo>
                <a:lnTo>
                  <a:pt x="48610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9" name="object 649"/>
          <p:cNvSpPr/>
          <p:nvPr/>
        </p:nvSpPr>
        <p:spPr>
          <a:xfrm>
            <a:off x="4560015" y="2970187"/>
            <a:ext cx="48895" cy="6350"/>
          </a:xfrm>
          <a:custGeom>
            <a:avLst/>
            <a:gdLst/>
            <a:ahLst/>
            <a:cxnLst/>
            <a:rect l="l" t="t" r="r" b="b"/>
            <a:pathLst>
              <a:path w="48895" h="6350">
                <a:moveTo>
                  <a:pt x="0" y="6197"/>
                </a:moveTo>
                <a:lnTo>
                  <a:pt x="101" y="0"/>
                </a:lnTo>
                <a:lnTo>
                  <a:pt x="48712" y="0"/>
                </a:lnTo>
                <a:lnTo>
                  <a:pt x="48813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0" name="object 650"/>
          <p:cNvSpPr/>
          <p:nvPr/>
        </p:nvSpPr>
        <p:spPr>
          <a:xfrm>
            <a:off x="4559795" y="2976384"/>
            <a:ext cx="49530" cy="14604"/>
          </a:xfrm>
          <a:custGeom>
            <a:avLst/>
            <a:gdLst/>
            <a:ahLst/>
            <a:cxnLst/>
            <a:rect l="l" t="t" r="r" b="b"/>
            <a:pathLst>
              <a:path w="49529" h="14605">
                <a:moveTo>
                  <a:pt x="49233" y="14452"/>
                </a:moveTo>
                <a:lnTo>
                  <a:pt x="17" y="14452"/>
                </a:lnTo>
                <a:lnTo>
                  <a:pt x="0" y="13411"/>
                </a:lnTo>
                <a:lnTo>
                  <a:pt x="219" y="0"/>
                </a:lnTo>
                <a:lnTo>
                  <a:pt x="49032" y="0"/>
                </a:lnTo>
                <a:lnTo>
                  <a:pt x="49250" y="13411"/>
                </a:lnTo>
                <a:lnTo>
                  <a:pt x="49233" y="14452"/>
                </a:lnTo>
                <a:close/>
              </a:path>
            </a:pathLst>
          </a:custGeom>
          <a:solidFill>
            <a:srgbClr val="F8F9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1" name="object 651"/>
          <p:cNvSpPr/>
          <p:nvPr/>
        </p:nvSpPr>
        <p:spPr>
          <a:xfrm>
            <a:off x="4559812" y="2990837"/>
            <a:ext cx="49530" cy="8255"/>
          </a:xfrm>
          <a:custGeom>
            <a:avLst/>
            <a:gdLst/>
            <a:ahLst/>
            <a:cxnLst/>
            <a:rect l="l" t="t" r="r" b="b"/>
            <a:pathLst>
              <a:path w="49529" h="8255">
                <a:moveTo>
                  <a:pt x="135" y="8254"/>
                </a:moveTo>
                <a:lnTo>
                  <a:pt x="0" y="0"/>
                </a:lnTo>
                <a:lnTo>
                  <a:pt x="49216" y="0"/>
                </a:lnTo>
                <a:lnTo>
                  <a:pt x="49082" y="8254"/>
                </a:lnTo>
                <a:lnTo>
                  <a:pt x="135" y="8254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2" name="object 652"/>
          <p:cNvSpPr/>
          <p:nvPr/>
        </p:nvSpPr>
        <p:spPr>
          <a:xfrm>
            <a:off x="4559947" y="2999092"/>
            <a:ext cx="49530" cy="6350"/>
          </a:xfrm>
          <a:custGeom>
            <a:avLst/>
            <a:gdLst/>
            <a:ahLst/>
            <a:cxnLst/>
            <a:rect l="l" t="t" r="r" b="b"/>
            <a:pathLst>
              <a:path w="49529" h="6350">
                <a:moveTo>
                  <a:pt x="101" y="6197"/>
                </a:moveTo>
                <a:lnTo>
                  <a:pt x="0" y="0"/>
                </a:lnTo>
                <a:lnTo>
                  <a:pt x="48947" y="0"/>
                </a:lnTo>
                <a:lnTo>
                  <a:pt x="48847" y="6197"/>
                </a:lnTo>
                <a:lnTo>
                  <a:pt x="101" y="6197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3" name="object 653"/>
          <p:cNvSpPr/>
          <p:nvPr/>
        </p:nvSpPr>
        <p:spPr>
          <a:xfrm>
            <a:off x="4560049" y="3005289"/>
            <a:ext cx="48895" cy="6350"/>
          </a:xfrm>
          <a:custGeom>
            <a:avLst/>
            <a:gdLst/>
            <a:ahLst/>
            <a:cxnLst/>
            <a:rect l="l" t="t" r="r" b="b"/>
            <a:pathLst>
              <a:path w="48895" h="6350">
                <a:moveTo>
                  <a:pt x="101" y="6197"/>
                </a:moveTo>
                <a:lnTo>
                  <a:pt x="0" y="0"/>
                </a:lnTo>
                <a:lnTo>
                  <a:pt x="48745" y="0"/>
                </a:lnTo>
                <a:lnTo>
                  <a:pt x="48644" y="6197"/>
                </a:lnTo>
                <a:lnTo>
                  <a:pt x="101" y="6197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4" name="object 654"/>
          <p:cNvSpPr/>
          <p:nvPr/>
        </p:nvSpPr>
        <p:spPr>
          <a:xfrm>
            <a:off x="4560150" y="3011474"/>
            <a:ext cx="48895" cy="8255"/>
          </a:xfrm>
          <a:custGeom>
            <a:avLst/>
            <a:gdLst/>
            <a:ahLst/>
            <a:cxnLst/>
            <a:rect l="l" t="t" r="r" b="b"/>
            <a:pathLst>
              <a:path w="48895" h="8255">
                <a:moveTo>
                  <a:pt x="135" y="8254"/>
                </a:moveTo>
                <a:lnTo>
                  <a:pt x="0" y="0"/>
                </a:lnTo>
                <a:lnTo>
                  <a:pt x="48543" y="0"/>
                </a:lnTo>
                <a:lnTo>
                  <a:pt x="48410" y="8254"/>
                </a:lnTo>
                <a:lnTo>
                  <a:pt x="135" y="8254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5" name="object 655"/>
          <p:cNvSpPr/>
          <p:nvPr/>
        </p:nvSpPr>
        <p:spPr>
          <a:xfrm>
            <a:off x="4560285" y="3019729"/>
            <a:ext cx="48895" cy="6350"/>
          </a:xfrm>
          <a:custGeom>
            <a:avLst/>
            <a:gdLst/>
            <a:ahLst/>
            <a:cxnLst/>
            <a:rect l="l" t="t" r="r" b="b"/>
            <a:pathLst>
              <a:path w="48895" h="6350">
                <a:moveTo>
                  <a:pt x="101" y="6197"/>
                </a:moveTo>
                <a:lnTo>
                  <a:pt x="0" y="0"/>
                </a:lnTo>
                <a:lnTo>
                  <a:pt x="48274" y="0"/>
                </a:lnTo>
                <a:lnTo>
                  <a:pt x="48174" y="6197"/>
                </a:lnTo>
                <a:lnTo>
                  <a:pt x="101" y="6197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6" name="object 656"/>
          <p:cNvSpPr/>
          <p:nvPr/>
        </p:nvSpPr>
        <p:spPr>
          <a:xfrm>
            <a:off x="4560387" y="3025927"/>
            <a:ext cx="48260" cy="10795"/>
          </a:xfrm>
          <a:custGeom>
            <a:avLst/>
            <a:gdLst/>
            <a:ahLst/>
            <a:cxnLst/>
            <a:rect l="l" t="t" r="r" b="b"/>
            <a:pathLst>
              <a:path w="48260" h="10794">
                <a:moveTo>
                  <a:pt x="47905" y="10325"/>
                </a:moveTo>
                <a:lnTo>
                  <a:pt x="169" y="10325"/>
                </a:lnTo>
                <a:lnTo>
                  <a:pt x="0" y="0"/>
                </a:lnTo>
                <a:lnTo>
                  <a:pt x="48072" y="0"/>
                </a:lnTo>
                <a:lnTo>
                  <a:pt x="47905" y="10325"/>
                </a:lnTo>
                <a:close/>
              </a:path>
            </a:pathLst>
          </a:custGeom>
          <a:solidFill>
            <a:srgbClr val="EDF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7" name="object 657"/>
          <p:cNvSpPr/>
          <p:nvPr/>
        </p:nvSpPr>
        <p:spPr>
          <a:xfrm>
            <a:off x="4560556" y="3036252"/>
            <a:ext cx="48260" cy="8255"/>
          </a:xfrm>
          <a:custGeom>
            <a:avLst/>
            <a:gdLst/>
            <a:ahLst/>
            <a:cxnLst/>
            <a:rect l="l" t="t" r="r" b="b"/>
            <a:pathLst>
              <a:path w="48260" h="8255">
                <a:moveTo>
                  <a:pt x="135" y="8255"/>
                </a:moveTo>
                <a:lnTo>
                  <a:pt x="0" y="0"/>
                </a:lnTo>
                <a:lnTo>
                  <a:pt x="47736" y="0"/>
                </a:lnTo>
                <a:lnTo>
                  <a:pt x="47602" y="8255"/>
                </a:lnTo>
                <a:lnTo>
                  <a:pt x="135" y="8255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8" name="object 658"/>
          <p:cNvSpPr/>
          <p:nvPr/>
        </p:nvSpPr>
        <p:spPr>
          <a:xfrm>
            <a:off x="4560691" y="3044507"/>
            <a:ext cx="47625" cy="8255"/>
          </a:xfrm>
          <a:custGeom>
            <a:avLst/>
            <a:gdLst/>
            <a:ahLst/>
            <a:cxnLst/>
            <a:rect l="l" t="t" r="r" b="b"/>
            <a:pathLst>
              <a:path w="47625" h="8255">
                <a:moveTo>
                  <a:pt x="135" y="8254"/>
                </a:moveTo>
                <a:lnTo>
                  <a:pt x="0" y="0"/>
                </a:lnTo>
                <a:lnTo>
                  <a:pt x="47467" y="0"/>
                </a:lnTo>
                <a:lnTo>
                  <a:pt x="47333" y="8254"/>
                </a:lnTo>
                <a:lnTo>
                  <a:pt x="135" y="8254"/>
                </a:lnTo>
                <a:close/>
              </a:path>
            </a:pathLst>
          </a:custGeom>
          <a:solidFill>
            <a:srgbClr val="EAEF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9" name="object 659"/>
          <p:cNvSpPr/>
          <p:nvPr/>
        </p:nvSpPr>
        <p:spPr>
          <a:xfrm>
            <a:off x="4560826" y="3052762"/>
            <a:ext cx="47625" cy="8255"/>
          </a:xfrm>
          <a:custGeom>
            <a:avLst/>
            <a:gdLst/>
            <a:ahLst/>
            <a:cxnLst/>
            <a:rect l="l" t="t" r="r" b="b"/>
            <a:pathLst>
              <a:path w="47625" h="8255">
                <a:moveTo>
                  <a:pt x="135" y="8255"/>
                </a:moveTo>
                <a:lnTo>
                  <a:pt x="0" y="0"/>
                </a:lnTo>
                <a:lnTo>
                  <a:pt x="47197" y="0"/>
                </a:lnTo>
                <a:lnTo>
                  <a:pt x="47064" y="8255"/>
                </a:lnTo>
                <a:lnTo>
                  <a:pt x="135" y="8255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0" name="object 660"/>
          <p:cNvSpPr/>
          <p:nvPr/>
        </p:nvSpPr>
        <p:spPr>
          <a:xfrm>
            <a:off x="4560961" y="3061017"/>
            <a:ext cx="46990" cy="8255"/>
          </a:xfrm>
          <a:custGeom>
            <a:avLst/>
            <a:gdLst/>
            <a:ahLst/>
            <a:cxnLst/>
            <a:rect l="l" t="t" r="r" b="b"/>
            <a:pathLst>
              <a:path w="46989" h="8255">
                <a:moveTo>
                  <a:pt x="46706" y="8255"/>
                </a:moveTo>
                <a:lnTo>
                  <a:pt x="224" y="8255"/>
                </a:lnTo>
                <a:lnTo>
                  <a:pt x="94" y="5792"/>
                </a:lnTo>
                <a:lnTo>
                  <a:pt x="0" y="0"/>
                </a:lnTo>
                <a:lnTo>
                  <a:pt x="46928" y="0"/>
                </a:lnTo>
                <a:lnTo>
                  <a:pt x="46834" y="5792"/>
                </a:lnTo>
                <a:lnTo>
                  <a:pt x="46706" y="8255"/>
                </a:lnTo>
                <a:close/>
              </a:path>
            </a:pathLst>
          </a:custGeom>
          <a:solidFill>
            <a:srgbClr val="E6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1" name="object 661"/>
          <p:cNvSpPr/>
          <p:nvPr/>
        </p:nvSpPr>
        <p:spPr>
          <a:xfrm>
            <a:off x="4561186" y="3069285"/>
            <a:ext cx="46990" cy="8255"/>
          </a:xfrm>
          <a:custGeom>
            <a:avLst/>
            <a:gdLst/>
            <a:ahLst/>
            <a:cxnLst/>
            <a:rect l="l" t="t" r="r" b="b"/>
            <a:pathLst>
              <a:path w="46989" h="8255">
                <a:moveTo>
                  <a:pt x="46051" y="8255"/>
                </a:moveTo>
                <a:lnTo>
                  <a:pt x="433" y="8255"/>
                </a:lnTo>
                <a:lnTo>
                  <a:pt x="0" y="0"/>
                </a:lnTo>
                <a:lnTo>
                  <a:pt x="46481" y="0"/>
                </a:lnTo>
                <a:lnTo>
                  <a:pt x="46051" y="8255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2" name="object 662"/>
          <p:cNvSpPr/>
          <p:nvPr/>
        </p:nvSpPr>
        <p:spPr>
          <a:xfrm>
            <a:off x="4561619" y="3077540"/>
            <a:ext cx="45720" cy="8255"/>
          </a:xfrm>
          <a:custGeom>
            <a:avLst/>
            <a:gdLst/>
            <a:ahLst/>
            <a:cxnLst/>
            <a:rect l="l" t="t" r="r" b="b"/>
            <a:pathLst>
              <a:path w="45720" h="8255">
                <a:moveTo>
                  <a:pt x="45188" y="8254"/>
                </a:moveTo>
                <a:lnTo>
                  <a:pt x="433" y="8254"/>
                </a:lnTo>
                <a:lnTo>
                  <a:pt x="0" y="0"/>
                </a:lnTo>
                <a:lnTo>
                  <a:pt x="45618" y="0"/>
                </a:lnTo>
                <a:lnTo>
                  <a:pt x="45188" y="8254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3" name="object 663"/>
          <p:cNvSpPr/>
          <p:nvPr/>
        </p:nvSpPr>
        <p:spPr>
          <a:xfrm>
            <a:off x="4562052" y="3085795"/>
            <a:ext cx="45085" cy="10795"/>
          </a:xfrm>
          <a:custGeom>
            <a:avLst/>
            <a:gdLst/>
            <a:ahLst/>
            <a:cxnLst/>
            <a:rect l="l" t="t" r="r" b="b"/>
            <a:pathLst>
              <a:path w="45085" h="10794">
                <a:moveTo>
                  <a:pt x="44217" y="10325"/>
                </a:moveTo>
                <a:lnTo>
                  <a:pt x="541" y="10325"/>
                </a:lnTo>
                <a:lnTo>
                  <a:pt x="0" y="0"/>
                </a:lnTo>
                <a:lnTo>
                  <a:pt x="44755" y="0"/>
                </a:lnTo>
                <a:lnTo>
                  <a:pt x="44217" y="10325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4" name="object 664"/>
          <p:cNvSpPr/>
          <p:nvPr/>
        </p:nvSpPr>
        <p:spPr>
          <a:xfrm>
            <a:off x="4562593" y="3096120"/>
            <a:ext cx="43815" cy="10795"/>
          </a:xfrm>
          <a:custGeom>
            <a:avLst/>
            <a:gdLst/>
            <a:ahLst/>
            <a:cxnLst/>
            <a:rect l="l" t="t" r="r" b="b"/>
            <a:pathLst>
              <a:path w="43814" h="10794">
                <a:moveTo>
                  <a:pt x="43137" y="10325"/>
                </a:moveTo>
                <a:lnTo>
                  <a:pt x="541" y="10325"/>
                </a:lnTo>
                <a:lnTo>
                  <a:pt x="0" y="0"/>
                </a:lnTo>
                <a:lnTo>
                  <a:pt x="43675" y="0"/>
                </a:lnTo>
                <a:lnTo>
                  <a:pt x="43137" y="10325"/>
                </a:lnTo>
                <a:close/>
              </a:path>
            </a:pathLst>
          </a:custGeom>
          <a:solidFill>
            <a:srgbClr val="DE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5" name="object 665"/>
          <p:cNvSpPr/>
          <p:nvPr/>
        </p:nvSpPr>
        <p:spPr>
          <a:xfrm>
            <a:off x="4563135" y="3106445"/>
            <a:ext cx="43180" cy="10795"/>
          </a:xfrm>
          <a:custGeom>
            <a:avLst/>
            <a:gdLst/>
            <a:ahLst/>
            <a:cxnLst/>
            <a:rect l="l" t="t" r="r" b="b"/>
            <a:pathLst>
              <a:path w="43179" h="10794">
                <a:moveTo>
                  <a:pt x="42058" y="10325"/>
                </a:moveTo>
                <a:lnTo>
                  <a:pt x="541" y="10325"/>
                </a:lnTo>
                <a:lnTo>
                  <a:pt x="0" y="0"/>
                </a:lnTo>
                <a:lnTo>
                  <a:pt x="42596" y="0"/>
                </a:lnTo>
                <a:lnTo>
                  <a:pt x="42058" y="10325"/>
                </a:lnTo>
                <a:close/>
              </a:path>
            </a:pathLst>
          </a:custGeom>
          <a:solidFill>
            <a:srgbClr val="DD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6" name="object 666"/>
          <p:cNvSpPr/>
          <p:nvPr/>
        </p:nvSpPr>
        <p:spPr>
          <a:xfrm>
            <a:off x="4563676" y="3116757"/>
            <a:ext cx="41910" cy="12700"/>
          </a:xfrm>
          <a:custGeom>
            <a:avLst/>
            <a:gdLst/>
            <a:ahLst/>
            <a:cxnLst/>
            <a:rect l="l" t="t" r="r" b="b"/>
            <a:pathLst>
              <a:path w="41910" h="12700">
                <a:moveTo>
                  <a:pt x="40873" y="12382"/>
                </a:moveTo>
                <a:lnTo>
                  <a:pt x="649" y="12382"/>
                </a:lnTo>
                <a:lnTo>
                  <a:pt x="0" y="0"/>
                </a:lnTo>
                <a:lnTo>
                  <a:pt x="41518" y="0"/>
                </a:lnTo>
                <a:lnTo>
                  <a:pt x="40873" y="12382"/>
                </a:lnTo>
                <a:close/>
              </a:path>
            </a:pathLst>
          </a:custGeom>
          <a:solidFill>
            <a:srgbClr val="DB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7" name="object 667"/>
          <p:cNvSpPr/>
          <p:nvPr/>
        </p:nvSpPr>
        <p:spPr>
          <a:xfrm>
            <a:off x="4564326" y="3129152"/>
            <a:ext cx="40640" cy="14604"/>
          </a:xfrm>
          <a:custGeom>
            <a:avLst/>
            <a:gdLst/>
            <a:ahLst/>
            <a:cxnLst/>
            <a:rect l="l" t="t" r="r" b="b"/>
            <a:pathLst>
              <a:path w="40639" h="14605">
                <a:moveTo>
                  <a:pt x="38984" y="14452"/>
                </a:moveTo>
                <a:lnTo>
                  <a:pt x="1242" y="14452"/>
                </a:lnTo>
                <a:lnTo>
                  <a:pt x="237" y="4529"/>
                </a:lnTo>
                <a:lnTo>
                  <a:pt x="0" y="0"/>
                </a:lnTo>
                <a:lnTo>
                  <a:pt x="40222" y="0"/>
                </a:lnTo>
                <a:lnTo>
                  <a:pt x="39986" y="4529"/>
                </a:lnTo>
                <a:lnTo>
                  <a:pt x="38984" y="14452"/>
                </a:lnTo>
                <a:close/>
              </a:path>
            </a:pathLst>
          </a:custGeom>
          <a:solidFill>
            <a:srgbClr val="D9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8" name="object 668"/>
          <p:cNvSpPr/>
          <p:nvPr/>
        </p:nvSpPr>
        <p:spPr>
          <a:xfrm>
            <a:off x="4565568" y="3143592"/>
            <a:ext cx="38100" cy="12700"/>
          </a:xfrm>
          <a:custGeom>
            <a:avLst/>
            <a:gdLst/>
            <a:ahLst/>
            <a:cxnLst/>
            <a:rect l="l" t="t" r="r" b="b"/>
            <a:pathLst>
              <a:path w="38100" h="12700">
                <a:moveTo>
                  <a:pt x="36495" y="12382"/>
                </a:moveTo>
                <a:lnTo>
                  <a:pt x="1253" y="12382"/>
                </a:lnTo>
                <a:lnTo>
                  <a:pt x="0" y="0"/>
                </a:lnTo>
                <a:lnTo>
                  <a:pt x="37745" y="0"/>
                </a:lnTo>
                <a:lnTo>
                  <a:pt x="36495" y="12382"/>
                </a:lnTo>
                <a:close/>
              </a:path>
            </a:pathLst>
          </a:custGeom>
          <a:solidFill>
            <a:srgbClr val="D6E1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9" name="object 669"/>
          <p:cNvSpPr/>
          <p:nvPr/>
        </p:nvSpPr>
        <p:spPr>
          <a:xfrm>
            <a:off x="4566823" y="3155988"/>
            <a:ext cx="35560" cy="14604"/>
          </a:xfrm>
          <a:custGeom>
            <a:avLst/>
            <a:gdLst/>
            <a:ahLst/>
            <a:cxnLst/>
            <a:rect l="l" t="t" r="r" b="b"/>
            <a:pathLst>
              <a:path w="35560" h="14605">
                <a:moveTo>
                  <a:pt x="33780" y="14452"/>
                </a:moveTo>
                <a:lnTo>
                  <a:pt x="1463" y="14452"/>
                </a:lnTo>
                <a:lnTo>
                  <a:pt x="0" y="0"/>
                </a:lnTo>
                <a:lnTo>
                  <a:pt x="35238" y="0"/>
                </a:lnTo>
                <a:lnTo>
                  <a:pt x="33780" y="14452"/>
                </a:lnTo>
                <a:close/>
              </a:path>
            </a:pathLst>
          </a:custGeom>
          <a:solidFill>
            <a:srgbClr val="D4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0" name="object 670"/>
          <p:cNvSpPr/>
          <p:nvPr/>
        </p:nvSpPr>
        <p:spPr>
          <a:xfrm>
            <a:off x="4568287" y="3170440"/>
            <a:ext cx="32384" cy="10795"/>
          </a:xfrm>
          <a:custGeom>
            <a:avLst/>
            <a:gdLst/>
            <a:ahLst/>
            <a:cxnLst/>
            <a:rect l="l" t="t" r="r" b="b"/>
            <a:pathLst>
              <a:path w="32385" h="10794">
                <a:moveTo>
                  <a:pt x="31274" y="10325"/>
                </a:moveTo>
                <a:lnTo>
                  <a:pt x="1045" y="10325"/>
                </a:lnTo>
                <a:lnTo>
                  <a:pt x="0" y="0"/>
                </a:lnTo>
                <a:lnTo>
                  <a:pt x="32316" y="0"/>
                </a:lnTo>
                <a:lnTo>
                  <a:pt x="31274" y="10325"/>
                </a:lnTo>
                <a:close/>
              </a:path>
            </a:pathLst>
          </a:custGeom>
          <a:solidFill>
            <a:srgbClr val="D2D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1" name="object 671"/>
          <p:cNvSpPr/>
          <p:nvPr/>
        </p:nvSpPr>
        <p:spPr>
          <a:xfrm>
            <a:off x="4569331" y="3180753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4">
                <a:moveTo>
                  <a:pt x="28747" y="10325"/>
                </a:moveTo>
                <a:lnTo>
                  <a:pt x="1485" y="10325"/>
                </a:lnTo>
                <a:lnTo>
                  <a:pt x="572" y="5654"/>
                </a:lnTo>
                <a:lnTo>
                  <a:pt x="0" y="0"/>
                </a:lnTo>
                <a:lnTo>
                  <a:pt x="30231" y="0"/>
                </a:lnTo>
                <a:lnTo>
                  <a:pt x="29660" y="5654"/>
                </a:lnTo>
                <a:lnTo>
                  <a:pt x="28747" y="10325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2" name="object 672"/>
          <p:cNvSpPr/>
          <p:nvPr/>
        </p:nvSpPr>
        <p:spPr>
          <a:xfrm>
            <a:off x="4570816" y="3191078"/>
            <a:ext cx="27305" cy="42545"/>
          </a:xfrm>
          <a:custGeom>
            <a:avLst/>
            <a:gdLst/>
            <a:ahLst/>
            <a:cxnLst/>
            <a:rect l="l" t="t" r="r" b="b"/>
            <a:pathLst>
              <a:path w="27304" h="42544">
                <a:moveTo>
                  <a:pt x="13603" y="42316"/>
                </a:moveTo>
                <a:lnTo>
                  <a:pt x="5844" y="29901"/>
                </a:lnTo>
                <a:lnTo>
                  <a:pt x="0" y="0"/>
                </a:lnTo>
                <a:lnTo>
                  <a:pt x="27261" y="0"/>
                </a:lnTo>
                <a:lnTo>
                  <a:pt x="21412" y="29901"/>
                </a:lnTo>
                <a:lnTo>
                  <a:pt x="13603" y="42316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3" name="object 673"/>
          <p:cNvSpPr/>
          <p:nvPr/>
        </p:nvSpPr>
        <p:spPr>
          <a:xfrm>
            <a:off x="4559795" y="2746209"/>
            <a:ext cx="49530" cy="487680"/>
          </a:xfrm>
          <a:custGeom>
            <a:avLst/>
            <a:gdLst/>
            <a:ahLst/>
            <a:cxnLst/>
            <a:rect l="l" t="t" r="r" b="b"/>
            <a:pathLst>
              <a:path w="49529" h="487680">
                <a:moveTo>
                  <a:pt x="24752" y="0"/>
                </a:moveTo>
                <a:lnTo>
                  <a:pt x="39279" y="47022"/>
                </a:lnTo>
                <a:lnTo>
                  <a:pt x="44562" y="99764"/>
                </a:lnTo>
                <a:lnTo>
                  <a:pt x="48014" y="166627"/>
                </a:lnTo>
                <a:lnTo>
                  <a:pt x="49250" y="243586"/>
                </a:lnTo>
                <a:lnTo>
                  <a:pt x="48014" y="320648"/>
                </a:lnTo>
                <a:lnTo>
                  <a:pt x="44562" y="387526"/>
                </a:lnTo>
                <a:lnTo>
                  <a:pt x="39279" y="440234"/>
                </a:lnTo>
                <a:lnTo>
                  <a:pt x="32547" y="474782"/>
                </a:lnTo>
                <a:lnTo>
                  <a:pt x="24752" y="487184"/>
                </a:lnTo>
                <a:lnTo>
                  <a:pt x="16930" y="474782"/>
                </a:lnTo>
                <a:lnTo>
                  <a:pt x="10136" y="440234"/>
                </a:lnTo>
                <a:lnTo>
                  <a:pt x="4777" y="387526"/>
                </a:lnTo>
                <a:lnTo>
                  <a:pt x="1262" y="320648"/>
                </a:lnTo>
                <a:lnTo>
                  <a:pt x="0" y="243586"/>
                </a:lnTo>
                <a:lnTo>
                  <a:pt x="1262" y="166627"/>
                </a:lnTo>
                <a:lnTo>
                  <a:pt x="4777" y="99764"/>
                </a:lnTo>
                <a:lnTo>
                  <a:pt x="10136" y="47022"/>
                </a:lnTo>
                <a:lnTo>
                  <a:pt x="16930" y="12426"/>
                </a:lnTo>
                <a:lnTo>
                  <a:pt x="24752" y="0"/>
                </a:lnTo>
                <a:close/>
              </a:path>
            </a:pathLst>
          </a:custGeom>
          <a:ln w="17284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4" name="object 674"/>
          <p:cNvSpPr/>
          <p:nvPr/>
        </p:nvSpPr>
        <p:spPr>
          <a:xfrm>
            <a:off x="4584547" y="2746209"/>
            <a:ext cx="493395" cy="487680"/>
          </a:xfrm>
          <a:custGeom>
            <a:avLst/>
            <a:gdLst/>
            <a:ahLst/>
            <a:cxnLst/>
            <a:rect l="l" t="t" r="r" b="b"/>
            <a:pathLst>
              <a:path w="493395" h="487680">
                <a:moveTo>
                  <a:pt x="0" y="0"/>
                </a:moveTo>
                <a:lnTo>
                  <a:pt x="468566" y="0"/>
                </a:lnTo>
                <a:lnTo>
                  <a:pt x="476361" y="12426"/>
                </a:lnTo>
                <a:lnTo>
                  <a:pt x="483093" y="47022"/>
                </a:lnTo>
                <a:lnTo>
                  <a:pt x="488376" y="99764"/>
                </a:lnTo>
                <a:lnTo>
                  <a:pt x="491828" y="166627"/>
                </a:lnTo>
                <a:lnTo>
                  <a:pt x="493064" y="243586"/>
                </a:lnTo>
                <a:lnTo>
                  <a:pt x="491828" y="320648"/>
                </a:lnTo>
                <a:lnTo>
                  <a:pt x="488376" y="387526"/>
                </a:lnTo>
                <a:lnTo>
                  <a:pt x="483093" y="440234"/>
                </a:lnTo>
                <a:lnTo>
                  <a:pt x="476361" y="474782"/>
                </a:lnTo>
                <a:lnTo>
                  <a:pt x="468566" y="487184"/>
                </a:lnTo>
                <a:lnTo>
                  <a:pt x="0" y="487184"/>
                </a:lnTo>
              </a:path>
            </a:pathLst>
          </a:custGeom>
          <a:ln w="17284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5" name="object 675"/>
          <p:cNvSpPr/>
          <p:nvPr/>
        </p:nvSpPr>
        <p:spPr>
          <a:xfrm>
            <a:off x="5143627" y="2748267"/>
            <a:ext cx="524510" cy="114935"/>
          </a:xfrm>
          <a:custGeom>
            <a:avLst/>
            <a:gdLst/>
            <a:ahLst/>
            <a:cxnLst/>
            <a:rect l="l" t="t" r="r" b="b"/>
            <a:pathLst>
              <a:path w="524510" h="114935">
                <a:moveTo>
                  <a:pt x="524206" y="114579"/>
                </a:moveTo>
                <a:lnTo>
                  <a:pt x="20574" y="114579"/>
                </a:lnTo>
                <a:lnTo>
                  <a:pt x="19810" y="99772"/>
                </a:lnTo>
                <a:lnTo>
                  <a:pt x="14526" y="47027"/>
                </a:lnTo>
                <a:lnTo>
                  <a:pt x="7795" y="12427"/>
                </a:lnTo>
                <a:lnTo>
                  <a:pt x="0" y="0"/>
                </a:lnTo>
                <a:lnTo>
                  <a:pt x="503631" y="0"/>
                </a:lnTo>
                <a:lnTo>
                  <a:pt x="511426" y="12427"/>
                </a:lnTo>
                <a:lnTo>
                  <a:pt x="518157" y="47027"/>
                </a:lnTo>
                <a:lnTo>
                  <a:pt x="523441" y="99772"/>
                </a:lnTo>
                <a:lnTo>
                  <a:pt x="524206" y="114579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6" name="object 676"/>
          <p:cNvSpPr/>
          <p:nvPr/>
        </p:nvSpPr>
        <p:spPr>
          <a:xfrm>
            <a:off x="5164201" y="2864910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844" y="0"/>
                </a:lnTo>
              </a:path>
            </a:pathLst>
          </a:custGeom>
          <a:ln w="4127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7" name="object 677"/>
          <p:cNvSpPr/>
          <p:nvPr/>
        </p:nvSpPr>
        <p:spPr>
          <a:xfrm>
            <a:off x="5164415" y="2869037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844" y="0"/>
                </a:lnTo>
              </a:path>
            </a:pathLst>
          </a:custGeom>
          <a:ln w="4127">
            <a:solidFill>
              <a:srgbClr val="B5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8" name="object 678"/>
          <p:cNvSpPr/>
          <p:nvPr/>
        </p:nvSpPr>
        <p:spPr>
          <a:xfrm>
            <a:off x="5164628" y="2873165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844" y="0"/>
                </a:lnTo>
              </a:path>
            </a:pathLst>
          </a:custGeom>
          <a:ln w="4127">
            <a:solidFill>
              <a:srgbClr val="B7CA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9" name="object 679"/>
          <p:cNvSpPr/>
          <p:nvPr/>
        </p:nvSpPr>
        <p:spPr>
          <a:xfrm>
            <a:off x="5164840" y="2877292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844" y="0"/>
                </a:lnTo>
              </a:path>
            </a:pathLst>
          </a:custGeom>
          <a:ln w="4127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0" name="object 680"/>
          <p:cNvSpPr/>
          <p:nvPr/>
        </p:nvSpPr>
        <p:spPr>
          <a:xfrm>
            <a:off x="5165054" y="2880391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738" y="0"/>
                </a:lnTo>
              </a:path>
            </a:pathLst>
          </a:custGeom>
          <a:ln w="3175">
            <a:solidFill>
              <a:srgbClr val="BA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1" name="object 681"/>
          <p:cNvSpPr/>
          <p:nvPr/>
        </p:nvSpPr>
        <p:spPr>
          <a:xfrm>
            <a:off x="5165161" y="2883490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844" y="0"/>
                </a:lnTo>
              </a:path>
            </a:pathLst>
          </a:custGeom>
          <a:ln w="4127">
            <a:solidFill>
              <a:srgbClr val="BC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2" name="object 682"/>
          <p:cNvSpPr/>
          <p:nvPr/>
        </p:nvSpPr>
        <p:spPr>
          <a:xfrm>
            <a:off x="5165374" y="2886589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738" y="0"/>
                </a:lnTo>
              </a:path>
            </a:pathLst>
          </a:custGeom>
          <a:ln w="3175">
            <a:solidFill>
              <a:srgbClr val="BE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3" name="object 683"/>
          <p:cNvSpPr/>
          <p:nvPr/>
        </p:nvSpPr>
        <p:spPr>
          <a:xfrm>
            <a:off x="5165480" y="2889675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844" y="0"/>
                </a:lnTo>
              </a:path>
            </a:pathLst>
          </a:custGeom>
          <a:ln w="4127">
            <a:solidFill>
              <a:srgbClr val="C1D2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4" name="object 684"/>
          <p:cNvSpPr/>
          <p:nvPr/>
        </p:nvSpPr>
        <p:spPr>
          <a:xfrm>
            <a:off x="5165693" y="2893803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844" y="0"/>
                </a:lnTo>
              </a:path>
            </a:pathLst>
          </a:custGeom>
          <a:ln w="4127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5" name="object 685"/>
          <p:cNvSpPr/>
          <p:nvPr/>
        </p:nvSpPr>
        <p:spPr>
          <a:xfrm>
            <a:off x="5165906" y="2897930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844" y="0"/>
                </a:lnTo>
              </a:path>
            </a:pathLst>
          </a:custGeom>
          <a:ln w="4127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6" name="object 686"/>
          <p:cNvSpPr/>
          <p:nvPr/>
        </p:nvSpPr>
        <p:spPr>
          <a:xfrm>
            <a:off x="5166120" y="2902070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844" y="0"/>
                </a:lnTo>
              </a:path>
            </a:pathLst>
          </a:custGeom>
          <a:ln w="4127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7" name="object 687"/>
          <p:cNvSpPr/>
          <p:nvPr/>
        </p:nvSpPr>
        <p:spPr>
          <a:xfrm>
            <a:off x="5166333" y="2905169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738" y="0"/>
                </a:lnTo>
              </a:path>
            </a:pathLst>
          </a:custGeom>
          <a:ln w="3175">
            <a:solidFill>
              <a:srgbClr val="C8D7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8" name="object 688"/>
          <p:cNvSpPr/>
          <p:nvPr/>
        </p:nvSpPr>
        <p:spPr>
          <a:xfrm>
            <a:off x="5166439" y="2908255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844" y="0"/>
                </a:lnTo>
              </a:path>
            </a:pathLst>
          </a:custGeom>
          <a:ln w="4127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9" name="object 689"/>
          <p:cNvSpPr/>
          <p:nvPr/>
        </p:nvSpPr>
        <p:spPr>
          <a:xfrm>
            <a:off x="5166652" y="2912383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844" y="0"/>
                </a:lnTo>
              </a:path>
            </a:pathLst>
          </a:custGeom>
          <a:ln w="4127">
            <a:solidFill>
              <a:srgbClr val="CEDC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0" name="object 690"/>
          <p:cNvSpPr/>
          <p:nvPr/>
        </p:nvSpPr>
        <p:spPr>
          <a:xfrm>
            <a:off x="5166865" y="2916510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713" y="0"/>
                </a:lnTo>
              </a:path>
            </a:pathLst>
          </a:custGeom>
          <a:ln w="4127">
            <a:solidFill>
              <a:srgbClr val="D0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1" name="object 691"/>
          <p:cNvSpPr/>
          <p:nvPr/>
        </p:nvSpPr>
        <p:spPr>
          <a:xfrm>
            <a:off x="5166948" y="2920650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2" name="object 692"/>
          <p:cNvSpPr/>
          <p:nvPr/>
        </p:nvSpPr>
        <p:spPr>
          <a:xfrm>
            <a:off x="5167014" y="2924778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D3DF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3" name="object 693"/>
          <p:cNvSpPr/>
          <p:nvPr/>
        </p:nvSpPr>
        <p:spPr>
          <a:xfrm>
            <a:off x="5167081" y="2928905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D6E1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4" name="object 694"/>
          <p:cNvSpPr/>
          <p:nvPr/>
        </p:nvSpPr>
        <p:spPr>
          <a:xfrm>
            <a:off x="5167147" y="2933033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DA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5" name="object 695"/>
          <p:cNvSpPr/>
          <p:nvPr/>
        </p:nvSpPr>
        <p:spPr>
          <a:xfrm>
            <a:off x="5167213" y="2937160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DCE6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6" name="object 696"/>
          <p:cNvSpPr/>
          <p:nvPr/>
        </p:nvSpPr>
        <p:spPr>
          <a:xfrm>
            <a:off x="5167279" y="2941288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DEE8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7" name="object 697"/>
          <p:cNvSpPr/>
          <p:nvPr/>
        </p:nvSpPr>
        <p:spPr>
          <a:xfrm>
            <a:off x="5167346" y="2945415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DFE9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8" name="object 698"/>
          <p:cNvSpPr/>
          <p:nvPr/>
        </p:nvSpPr>
        <p:spPr>
          <a:xfrm>
            <a:off x="5167412" y="2948514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64" y="0"/>
                </a:lnTo>
              </a:path>
            </a:pathLst>
          </a:custGeom>
          <a:ln w="3175">
            <a:solidFill>
              <a:srgbClr val="E1EB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9" name="object 699"/>
          <p:cNvSpPr/>
          <p:nvPr/>
        </p:nvSpPr>
        <p:spPr>
          <a:xfrm>
            <a:off x="5167445" y="2951613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E3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0" name="object 700"/>
          <p:cNvSpPr/>
          <p:nvPr/>
        </p:nvSpPr>
        <p:spPr>
          <a:xfrm>
            <a:off x="5167512" y="2954712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64" y="0"/>
                </a:lnTo>
              </a:path>
            </a:pathLst>
          </a:custGeom>
          <a:ln w="3175">
            <a:solidFill>
              <a:srgbClr val="E6EC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1" name="object 701"/>
          <p:cNvSpPr/>
          <p:nvPr/>
        </p:nvSpPr>
        <p:spPr>
          <a:xfrm>
            <a:off x="5167545" y="2957798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2" name="object 702"/>
          <p:cNvSpPr/>
          <p:nvPr/>
        </p:nvSpPr>
        <p:spPr>
          <a:xfrm>
            <a:off x="5167611" y="2961938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3" name="object 703"/>
          <p:cNvSpPr/>
          <p:nvPr/>
        </p:nvSpPr>
        <p:spPr>
          <a:xfrm>
            <a:off x="5167677" y="2966065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4" name="object 704"/>
          <p:cNvSpPr/>
          <p:nvPr/>
        </p:nvSpPr>
        <p:spPr>
          <a:xfrm>
            <a:off x="5167744" y="2969164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64" y="0"/>
                </a:lnTo>
              </a:path>
            </a:pathLst>
          </a:custGeom>
          <a:ln w="3175">
            <a:solidFill>
              <a:srgbClr val="EDF4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5" name="object 705"/>
          <p:cNvSpPr/>
          <p:nvPr/>
        </p:nvSpPr>
        <p:spPr>
          <a:xfrm>
            <a:off x="5167777" y="2972250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EFF4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6" name="object 706"/>
          <p:cNvSpPr/>
          <p:nvPr/>
        </p:nvSpPr>
        <p:spPr>
          <a:xfrm>
            <a:off x="5167843" y="2976378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F1F6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7" name="object 707"/>
          <p:cNvSpPr/>
          <p:nvPr/>
        </p:nvSpPr>
        <p:spPr>
          <a:xfrm>
            <a:off x="5167909" y="2979477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64" y="0"/>
                </a:lnTo>
              </a:path>
            </a:pathLst>
          </a:custGeom>
          <a:ln w="3175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8" name="object 708"/>
          <p:cNvSpPr/>
          <p:nvPr/>
        </p:nvSpPr>
        <p:spPr>
          <a:xfrm>
            <a:off x="5167943" y="2982575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F6F8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9" name="object 709"/>
          <p:cNvSpPr/>
          <p:nvPr/>
        </p:nvSpPr>
        <p:spPr>
          <a:xfrm>
            <a:off x="5168009" y="2987738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730" y="0"/>
                </a:lnTo>
              </a:path>
            </a:pathLst>
          </a:custGeom>
          <a:ln w="6197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0" name="object 710"/>
          <p:cNvSpPr/>
          <p:nvPr/>
        </p:nvSpPr>
        <p:spPr>
          <a:xfrm>
            <a:off x="5168042" y="2993936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6197">
            <a:solidFill>
              <a:srgbClr val="F1F6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1" name="object 711"/>
          <p:cNvSpPr/>
          <p:nvPr/>
        </p:nvSpPr>
        <p:spPr>
          <a:xfrm>
            <a:off x="5167976" y="2999085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EFF5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2" name="object 712"/>
          <p:cNvSpPr/>
          <p:nvPr/>
        </p:nvSpPr>
        <p:spPr>
          <a:xfrm>
            <a:off x="5167910" y="3003226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EDF3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3" name="object 713"/>
          <p:cNvSpPr/>
          <p:nvPr/>
        </p:nvSpPr>
        <p:spPr>
          <a:xfrm>
            <a:off x="5167810" y="3008388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730" y="0"/>
                </a:lnTo>
              </a:path>
            </a:pathLst>
          </a:custGeom>
          <a:ln w="6197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4" name="object 714"/>
          <p:cNvSpPr/>
          <p:nvPr/>
        </p:nvSpPr>
        <p:spPr>
          <a:xfrm>
            <a:off x="5167744" y="3013538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5" name="object 715"/>
          <p:cNvSpPr/>
          <p:nvPr/>
        </p:nvSpPr>
        <p:spPr>
          <a:xfrm>
            <a:off x="5167645" y="3018701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730" y="0"/>
                </a:lnTo>
              </a:path>
            </a:pathLst>
          </a:custGeom>
          <a:ln w="6197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6" name="object 716"/>
          <p:cNvSpPr/>
          <p:nvPr/>
        </p:nvSpPr>
        <p:spPr>
          <a:xfrm>
            <a:off x="5167579" y="3023863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E6ED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7" name="object 717"/>
          <p:cNvSpPr/>
          <p:nvPr/>
        </p:nvSpPr>
        <p:spPr>
          <a:xfrm>
            <a:off x="5167545" y="3026962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64" y="0"/>
                </a:lnTo>
              </a:path>
            </a:pathLst>
          </a:custGeom>
          <a:ln w="3175">
            <a:solidFill>
              <a:srgbClr val="E4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8" name="object 718"/>
          <p:cNvSpPr/>
          <p:nvPr/>
        </p:nvSpPr>
        <p:spPr>
          <a:xfrm>
            <a:off x="5167446" y="3031096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730" y="0"/>
                </a:lnTo>
              </a:path>
            </a:pathLst>
          </a:custGeom>
          <a:ln w="6197">
            <a:solidFill>
              <a:srgbClr val="E2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9" name="object 719"/>
          <p:cNvSpPr/>
          <p:nvPr/>
        </p:nvSpPr>
        <p:spPr>
          <a:xfrm>
            <a:off x="5167380" y="3036246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E0EA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0" name="object 720"/>
          <p:cNvSpPr/>
          <p:nvPr/>
        </p:nvSpPr>
        <p:spPr>
          <a:xfrm>
            <a:off x="5167281" y="3041408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730" y="0"/>
                </a:lnTo>
              </a:path>
            </a:pathLst>
          </a:custGeom>
          <a:ln w="6197">
            <a:solidFill>
              <a:srgbClr val="DFE9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1" name="object 721"/>
          <p:cNvSpPr/>
          <p:nvPr/>
        </p:nvSpPr>
        <p:spPr>
          <a:xfrm>
            <a:off x="5167181" y="3047606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730" y="0"/>
                </a:lnTo>
              </a:path>
            </a:pathLst>
          </a:custGeom>
          <a:ln w="6197">
            <a:solidFill>
              <a:srgbClr val="DDE7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2" name="object 722"/>
          <p:cNvSpPr/>
          <p:nvPr/>
        </p:nvSpPr>
        <p:spPr>
          <a:xfrm>
            <a:off x="5167115" y="3052768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DBE4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3" name="object 723"/>
          <p:cNvSpPr/>
          <p:nvPr/>
        </p:nvSpPr>
        <p:spPr>
          <a:xfrm>
            <a:off x="5167049" y="3056896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97" y="0"/>
                </a:lnTo>
              </a:path>
            </a:pathLst>
          </a:custGeom>
          <a:ln w="4127">
            <a:solidFill>
              <a:srgbClr val="D9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4" name="object 724"/>
          <p:cNvSpPr/>
          <p:nvPr/>
        </p:nvSpPr>
        <p:spPr>
          <a:xfrm>
            <a:off x="5166949" y="3062058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730" y="0"/>
                </a:lnTo>
              </a:path>
            </a:pathLst>
          </a:custGeom>
          <a:ln w="6197">
            <a:solidFill>
              <a:srgbClr val="D6E2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5" name="object 725"/>
          <p:cNvSpPr/>
          <p:nvPr/>
        </p:nvSpPr>
        <p:spPr>
          <a:xfrm>
            <a:off x="5166919" y="3067050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31" y="0"/>
                </a:lnTo>
              </a:path>
            </a:pathLst>
          </a:custGeom>
          <a:ln w="3175">
            <a:solidFill>
              <a:srgbClr val="D4E0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6" name="object 726"/>
          <p:cNvSpPr/>
          <p:nvPr/>
        </p:nvSpPr>
        <p:spPr>
          <a:xfrm>
            <a:off x="5166854" y="3069589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31" y="0"/>
                </a:lnTo>
              </a:path>
            </a:pathLst>
          </a:custGeom>
          <a:ln w="3175">
            <a:solidFill>
              <a:srgbClr val="D4E0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7" name="object 727"/>
          <p:cNvSpPr/>
          <p:nvPr/>
        </p:nvSpPr>
        <p:spPr>
          <a:xfrm>
            <a:off x="5166551" y="3073406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844" y="0"/>
                </a:lnTo>
              </a:path>
            </a:pathLst>
          </a:custGeom>
          <a:ln w="4127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8" name="object 728"/>
          <p:cNvSpPr/>
          <p:nvPr/>
        </p:nvSpPr>
        <p:spPr>
          <a:xfrm>
            <a:off x="5166338" y="3077533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844" y="0"/>
                </a:lnTo>
              </a:path>
            </a:pathLst>
          </a:custGeom>
          <a:ln w="4127">
            <a:solidFill>
              <a:srgbClr val="D1DE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9" name="object 729"/>
          <p:cNvSpPr/>
          <p:nvPr/>
        </p:nvSpPr>
        <p:spPr>
          <a:xfrm>
            <a:off x="5166018" y="3082696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951" y="0"/>
                </a:lnTo>
              </a:path>
            </a:pathLst>
          </a:custGeom>
          <a:ln w="6197">
            <a:solidFill>
              <a:srgbClr val="CF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0" name="object 730"/>
          <p:cNvSpPr/>
          <p:nvPr/>
        </p:nvSpPr>
        <p:spPr>
          <a:xfrm>
            <a:off x="5165805" y="3087859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844" y="0"/>
                </a:lnTo>
              </a:path>
            </a:pathLst>
          </a:custGeom>
          <a:ln w="4127">
            <a:solidFill>
              <a:srgbClr val="CDD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1" name="object 731"/>
          <p:cNvSpPr/>
          <p:nvPr/>
        </p:nvSpPr>
        <p:spPr>
          <a:xfrm>
            <a:off x="5165485" y="3093021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951" y="0"/>
                </a:lnTo>
              </a:path>
            </a:pathLst>
          </a:custGeom>
          <a:ln w="6197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2" name="object 732"/>
          <p:cNvSpPr/>
          <p:nvPr/>
        </p:nvSpPr>
        <p:spPr>
          <a:xfrm>
            <a:off x="5165165" y="3099219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951" y="0"/>
                </a:lnTo>
              </a:path>
            </a:pathLst>
          </a:custGeom>
          <a:ln w="6197">
            <a:solidFill>
              <a:srgbClr val="C8D9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3" name="object 733"/>
          <p:cNvSpPr/>
          <p:nvPr/>
        </p:nvSpPr>
        <p:spPr>
          <a:xfrm>
            <a:off x="5164633" y="3107467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4164" y="0"/>
                </a:lnTo>
              </a:path>
            </a:pathLst>
          </a:custGeom>
          <a:ln w="10325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4" name="object 734"/>
          <p:cNvSpPr/>
          <p:nvPr/>
        </p:nvSpPr>
        <p:spPr>
          <a:xfrm>
            <a:off x="5164207" y="3116757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4057" y="0"/>
                </a:lnTo>
              </a:path>
            </a:pathLst>
          </a:custGeom>
          <a:ln w="8255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5" name="object 735"/>
          <p:cNvSpPr/>
          <p:nvPr/>
        </p:nvSpPr>
        <p:spPr>
          <a:xfrm>
            <a:off x="5163887" y="3123984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951" y="0"/>
                </a:lnTo>
              </a:path>
            </a:pathLst>
          </a:custGeom>
          <a:ln w="6197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6" name="object 736"/>
          <p:cNvSpPr/>
          <p:nvPr/>
        </p:nvSpPr>
        <p:spPr>
          <a:xfrm>
            <a:off x="5163567" y="3130181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951" y="0"/>
                </a:lnTo>
              </a:path>
            </a:pathLst>
          </a:custGeom>
          <a:ln w="6197">
            <a:solidFill>
              <a:srgbClr val="C1D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7" name="object 737"/>
          <p:cNvSpPr/>
          <p:nvPr/>
        </p:nvSpPr>
        <p:spPr>
          <a:xfrm>
            <a:off x="5163511" y="3134360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31" y="0"/>
                </a:lnTo>
              </a:path>
            </a:pathLst>
          </a:custGeom>
          <a:ln w="3175">
            <a:solidFill>
              <a:srgbClr val="C0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8" name="object 738"/>
          <p:cNvSpPr/>
          <p:nvPr/>
        </p:nvSpPr>
        <p:spPr>
          <a:xfrm>
            <a:off x="5163263" y="3137535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631" y="0"/>
                </a:lnTo>
              </a:path>
            </a:pathLst>
          </a:custGeom>
          <a:ln w="3810">
            <a:solidFill>
              <a:srgbClr val="C0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9" name="object 739"/>
          <p:cNvSpPr/>
          <p:nvPr/>
        </p:nvSpPr>
        <p:spPr>
          <a:xfrm>
            <a:off x="5162242" y="3143592"/>
            <a:ext cx="504825" cy="0"/>
          </a:xfrm>
          <a:custGeom>
            <a:avLst/>
            <a:gdLst/>
            <a:ahLst/>
            <a:cxnLst/>
            <a:rect l="l" t="t" r="r" b="b"/>
            <a:pathLst>
              <a:path w="504825" h="0">
                <a:moveTo>
                  <a:pt x="0" y="0"/>
                </a:moveTo>
                <a:lnTo>
                  <a:pt x="504458" y="0"/>
                </a:lnTo>
              </a:path>
            </a:pathLst>
          </a:custGeom>
          <a:ln w="8254">
            <a:solidFill>
              <a:srgbClr val="BD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0" name="object 740"/>
          <p:cNvSpPr/>
          <p:nvPr/>
        </p:nvSpPr>
        <p:spPr>
          <a:xfrm>
            <a:off x="5161620" y="3150831"/>
            <a:ext cx="504825" cy="0"/>
          </a:xfrm>
          <a:custGeom>
            <a:avLst/>
            <a:gdLst/>
            <a:ahLst/>
            <a:cxnLst/>
            <a:rect l="l" t="t" r="r" b="b"/>
            <a:pathLst>
              <a:path w="504825" h="0">
                <a:moveTo>
                  <a:pt x="0" y="0"/>
                </a:moveTo>
                <a:lnTo>
                  <a:pt x="504252" y="0"/>
                </a:lnTo>
              </a:path>
            </a:pathLst>
          </a:custGeom>
          <a:ln w="6197">
            <a:solidFill>
              <a:srgbClr val="BBCF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1" name="object 741"/>
          <p:cNvSpPr/>
          <p:nvPr/>
        </p:nvSpPr>
        <p:spPr>
          <a:xfrm>
            <a:off x="5160793" y="3158045"/>
            <a:ext cx="504825" cy="0"/>
          </a:xfrm>
          <a:custGeom>
            <a:avLst/>
            <a:gdLst/>
            <a:ahLst/>
            <a:cxnLst/>
            <a:rect l="l" t="t" r="r" b="b"/>
            <a:pathLst>
              <a:path w="504825" h="0">
                <a:moveTo>
                  <a:pt x="0" y="0"/>
                </a:moveTo>
                <a:lnTo>
                  <a:pt x="504458" y="0"/>
                </a:lnTo>
              </a:path>
            </a:pathLst>
          </a:custGeom>
          <a:ln w="8254">
            <a:solidFill>
              <a:srgbClr val="B9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2" name="object 742"/>
          <p:cNvSpPr/>
          <p:nvPr/>
        </p:nvSpPr>
        <p:spPr>
          <a:xfrm>
            <a:off x="5159759" y="3167335"/>
            <a:ext cx="504825" cy="0"/>
          </a:xfrm>
          <a:custGeom>
            <a:avLst/>
            <a:gdLst/>
            <a:ahLst/>
            <a:cxnLst/>
            <a:rect l="l" t="t" r="r" b="b"/>
            <a:pathLst>
              <a:path w="504825" h="0">
                <a:moveTo>
                  <a:pt x="0" y="0"/>
                </a:moveTo>
                <a:lnTo>
                  <a:pt x="504666" y="0"/>
                </a:lnTo>
              </a:path>
            </a:pathLst>
          </a:custGeom>
          <a:ln w="10325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3" name="object 743"/>
          <p:cNvSpPr/>
          <p:nvPr/>
        </p:nvSpPr>
        <p:spPr>
          <a:xfrm>
            <a:off x="5159137" y="3175596"/>
            <a:ext cx="504825" cy="0"/>
          </a:xfrm>
          <a:custGeom>
            <a:avLst/>
            <a:gdLst/>
            <a:ahLst/>
            <a:cxnLst/>
            <a:rect l="l" t="t" r="r" b="b"/>
            <a:pathLst>
              <a:path w="504825" h="0">
                <a:moveTo>
                  <a:pt x="0" y="0"/>
                </a:moveTo>
                <a:lnTo>
                  <a:pt x="504252" y="0"/>
                </a:lnTo>
              </a:path>
            </a:pathLst>
          </a:custGeom>
          <a:ln w="6197">
            <a:solidFill>
              <a:srgbClr val="B6C9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4" name="object 744"/>
          <p:cNvSpPr/>
          <p:nvPr/>
        </p:nvSpPr>
        <p:spPr>
          <a:xfrm>
            <a:off x="5158309" y="3182823"/>
            <a:ext cx="504825" cy="0"/>
          </a:xfrm>
          <a:custGeom>
            <a:avLst/>
            <a:gdLst/>
            <a:ahLst/>
            <a:cxnLst/>
            <a:rect l="l" t="t" r="r" b="b"/>
            <a:pathLst>
              <a:path w="504825" h="0">
                <a:moveTo>
                  <a:pt x="0" y="0"/>
                </a:moveTo>
                <a:lnTo>
                  <a:pt x="504458" y="0"/>
                </a:lnTo>
              </a:path>
            </a:pathLst>
          </a:custGeom>
          <a:ln w="8255">
            <a:solidFill>
              <a:srgbClr val="B4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5" name="object 745"/>
          <p:cNvSpPr/>
          <p:nvPr/>
        </p:nvSpPr>
        <p:spPr>
          <a:xfrm>
            <a:off x="5156849" y="3191078"/>
            <a:ext cx="505459" cy="0"/>
          </a:xfrm>
          <a:custGeom>
            <a:avLst/>
            <a:gdLst/>
            <a:ahLst/>
            <a:cxnLst/>
            <a:rect l="l" t="t" r="r" b="b"/>
            <a:pathLst>
              <a:path w="505460" h="0">
                <a:moveTo>
                  <a:pt x="0" y="0"/>
                </a:moveTo>
                <a:lnTo>
                  <a:pt x="505091" y="0"/>
                </a:lnTo>
              </a:path>
            </a:pathLst>
          </a:custGeom>
          <a:ln w="8254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6" name="object 746"/>
          <p:cNvSpPr/>
          <p:nvPr/>
        </p:nvSpPr>
        <p:spPr>
          <a:xfrm>
            <a:off x="5143627" y="3215335"/>
            <a:ext cx="516890" cy="0"/>
          </a:xfrm>
          <a:custGeom>
            <a:avLst/>
            <a:gdLst/>
            <a:ahLst/>
            <a:cxnLst/>
            <a:rect l="l" t="t" r="r" b="b"/>
            <a:pathLst>
              <a:path w="516889" h="0">
                <a:moveTo>
                  <a:pt x="0" y="0"/>
                </a:moveTo>
                <a:lnTo>
                  <a:pt x="516853" y="0"/>
                </a:lnTo>
              </a:path>
            </a:pathLst>
          </a:custGeom>
          <a:ln w="40258">
            <a:solidFill>
              <a:srgbClr val="AFC5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7" name="object 747"/>
          <p:cNvSpPr/>
          <p:nvPr/>
        </p:nvSpPr>
        <p:spPr>
          <a:xfrm>
            <a:off x="5122765" y="2748267"/>
            <a:ext cx="41910" cy="116839"/>
          </a:xfrm>
          <a:custGeom>
            <a:avLst/>
            <a:gdLst/>
            <a:ahLst/>
            <a:cxnLst/>
            <a:rect l="l" t="t" r="r" b="b"/>
            <a:pathLst>
              <a:path w="41910" h="116839">
                <a:moveTo>
                  <a:pt x="41542" y="116636"/>
                </a:moveTo>
                <a:lnTo>
                  <a:pt x="0" y="116636"/>
                </a:lnTo>
                <a:lnTo>
                  <a:pt x="886" y="99772"/>
                </a:lnTo>
                <a:lnTo>
                  <a:pt x="6245" y="47027"/>
                </a:lnTo>
                <a:lnTo>
                  <a:pt x="13039" y="12427"/>
                </a:lnTo>
                <a:lnTo>
                  <a:pt x="20861" y="0"/>
                </a:lnTo>
                <a:lnTo>
                  <a:pt x="28656" y="12427"/>
                </a:lnTo>
                <a:lnTo>
                  <a:pt x="35388" y="47027"/>
                </a:lnTo>
                <a:lnTo>
                  <a:pt x="40672" y="99772"/>
                </a:lnTo>
                <a:lnTo>
                  <a:pt x="41542" y="116636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8" name="object 748"/>
          <p:cNvSpPr/>
          <p:nvPr/>
        </p:nvSpPr>
        <p:spPr>
          <a:xfrm>
            <a:off x="5122439" y="2864904"/>
            <a:ext cx="42545" cy="6350"/>
          </a:xfrm>
          <a:custGeom>
            <a:avLst/>
            <a:gdLst/>
            <a:ahLst/>
            <a:cxnLst/>
            <a:rect l="l" t="t" r="r" b="b"/>
            <a:pathLst>
              <a:path w="42545" h="6350">
                <a:moveTo>
                  <a:pt x="42188" y="6197"/>
                </a:moveTo>
                <a:lnTo>
                  <a:pt x="0" y="6197"/>
                </a:lnTo>
                <a:lnTo>
                  <a:pt x="325" y="0"/>
                </a:lnTo>
                <a:lnTo>
                  <a:pt x="41868" y="0"/>
                </a:lnTo>
                <a:lnTo>
                  <a:pt x="42188" y="6197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9" name="object 749"/>
          <p:cNvSpPr/>
          <p:nvPr/>
        </p:nvSpPr>
        <p:spPr>
          <a:xfrm>
            <a:off x="5122114" y="2871101"/>
            <a:ext cx="43180" cy="6350"/>
          </a:xfrm>
          <a:custGeom>
            <a:avLst/>
            <a:gdLst/>
            <a:ahLst/>
            <a:cxnLst/>
            <a:rect l="l" t="t" r="r" b="b"/>
            <a:pathLst>
              <a:path w="43179" h="6350">
                <a:moveTo>
                  <a:pt x="42834" y="6197"/>
                </a:moveTo>
                <a:lnTo>
                  <a:pt x="0" y="6197"/>
                </a:lnTo>
                <a:lnTo>
                  <a:pt x="325" y="0"/>
                </a:lnTo>
                <a:lnTo>
                  <a:pt x="42514" y="0"/>
                </a:lnTo>
                <a:lnTo>
                  <a:pt x="42834" y="6197"/>
                </a:lnTo>
                <a:close/>
              </a:path>
            </a:pathLst>
          </a:custGeom>
          <a:solidFill>
            <a:srgbClr val="D3DF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0" name="object 750"/>
          <p:cNvSpPr/>
          <p:nvPr/>
        </p:nvSpPr>
        <p:spPr>
          <a:xfrm>
            <a:off x="5121897" y="2877299"/>
            <a:ext cx="43815" cy="4445"/>
          </a:xfrm>
          <a:custGeom>
            <a:avLst/>
            <a:gdLst/>
            <a:ahLst/>
            <a:cxnLst/>
            <a:rect l="l" t="t" r="r" b="b"/>
            <a:pathLst>
              <a:path w="43814" h="4444">
                <a:moveTo>
                  <a:pt x="0" y="4127"/>
                </a:moveTo>
                <a:lnTo>
                  <a:pt x="216" y="0"/>
                </a:lnTo>
                <a:lnTo>
                  <a:pt x="43051" y="0"/>
                </a:lnTo>
                <a:lnTo>
                  <a:pt x="43264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5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1" name="object 751"/>
          <p:cNvSpPr/>
          <p:nvPr/>
        </p:nvSpPr>
        <p:spPr>
          <a:xfrm>
            <a:off x="5121571" y="2881426"/>
            <a:ext cx="44450" cy="6350"/>
          </a:xfrm>
          <a:custGeom>
            <a:avLst/>
            <a:gdLst/>
            <a:ahLst/>
            <a:cxnLst/>
            <a:rect l="l" t="t" r="r" b="b"/>
            <a:pathLst>
              <a:path w="44450" h="6350">
                <a:moveTo>
                  <a:pt x="43909" y="6197"/>
                </a:moveTo>
                <a:lnTo>
                  <a:pt x="0" y="6197"/>
                </a:lnTo>
                <a:lnTo>
                  <a:pt x="325" y="0"/>
                </a:lnTo>
                <a:lnTo>
                  <a:pt x="43589" y="0"/>
                </a:lnTo>
                <a:lnTo>
                  <a:pt x="43909" y="6197"/>
                </a:lnTo>
                <a:close/>
              </a:path>
            </a:pathLst>
          </a:custGeom>
          <a:solidFill>
            <a:srgbClr val="D7E2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2" name="object 752"/>
          <p:cNvSpPr/>
          <p:nvPr/>
        </p:nvSpPr>
        <p:spPr>
          <a:xfrm>
            <a:off x="5121245" y="2887611"/>
            <a:ext cx="45085" cy="6350"/>
          </a:xfrm>
          <a:custGeom>
            <a:avLst/>
            <a:gdLst/>
            <a:ahLst/>
            <a:cxnLst/>
            <a:rect l="l" t="t" r="r" b="b"/>
            <a:pathLst>
              <a:path w="45085" h="6350">
                <a:moveTo>
                  <a:pt x="44554" y="6197"/>
                </a:moveTo>
                <a:lnTo>
                  <a:pt x="0" y="6197"/>
                </a:lnTo>
                <a:lnTo>
                  <a:pt x="325" y="0"/>
                </a:lnTo>
                <a:lnTo>
                  <a:pt x="44234" y="0"/>
                </a:lnTo>
                <a:lnTo>
                  <a:pt x="44554" y="6197"/>
                </a:lnTo>
                <a:close/>
              </a:path>
            </a:pathLst>
          </a:custGeom>
          <a:solidFill>
            <a:srgbClr val="DA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3" name="object 753"/>
          <p:cNvSpPr/>
          <p:nvPr/>
        </p:nvSpPr>
        <p:spPr>
          <a:xfrm>
            <a:off x="5120920" y="2893809"/>
            <a:ext cx="45720" cy="6350"/>
          </a:xfrm>
          <a:custGeom>
            <a:avLst/>
            <a:gdLst/>
            <a:ahLst/>
            <a:cxnLst/>
            <a:rect l="l" t="t" r="r" b="b"/>
            <a:pathLst>
              <a:path w="45720" h="6350">
                <a:moveTo>
                  <a:pt x="45199" y="6197"/>
                </a:moveTo>
                <a:lnTo>
                  <a:pt x="0" y="6197"/>
                </a:lnTo>
                <a:lnTo>
                  <a:pt x="325" y="0"/>
                </a:lnTo>
                <a:lnTo>
                  <a:pt x="44879" y="0"/>
                </a:lnTo>
                <a:lnTo>
                  <a:pt x="45199" y="6197"/>
                </a:lnTo>
                <a:close/>
              </a:path>
            </a:pathLst>
          </a:custGeom>
          <a:solidFill>
            <a:srgbClr val="DC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4" name="object 754"/>
          <p:cNvSpPr/>
          <p:nvPr/>
        </p:nvSpPr>
        <p:spPr>
          <a:xfrm>
            <a:off x="5120594" y="2900006"/>
            <a:ext cx="46355" cy="6350"/>
          </a:xfrm>
          <a:custGeom>
            <a:avLst/>
            <a:gdLst/>
            <a:ahLst/>
            <a:cxnLst/>
            <a:rect l="l" t="t" r="r" b="b"/>
            <a:pathLst>
              <a:path w="46354" h="6350">
                <a:moveTo>
                  <a:pt x="45845" y="6197"/>
                </a:moveTo>
                <a:lnTo>
                  <a:pt x="0" y="6197"/>
                </a:lnTo>
                <a:lnTo>
                  <a:pt x="325" y="0"/>
                </a:lnTo>
                <a:lnTo>
                  <a:pt x="45525" y="0"/>
                </a:lnTo>
                <a:lnTo>
                  <a:pt x="45845" y="6197"/>
                </a:lnTo>
                <a:close/>
              </a:path>
            </a:pathLst>
          </a:custGeom>
          <a:solidFill>
            <a:srgbClr val="DEE7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5" name="object 755"/>
          <p:cNvSpPr/>
          <p:nvPr/>
        </p:nvSpPr>
        <p:spPr>
          <a:xfrm>
            <a:off x="5120378" y="2906191"/>
            <a:ext cx="46355" cy="4445"/>
          </a:xfrm>
          <a:custGeom>
            <a:avLst/>
            <a:gdLst/>
            <a:ahLst/>
            <a:cxnLst/>
            <a:rect l="l" t="t" r="r" b="b"/>
            <a:pathLst>
              <a:path w="46354" h="4444">
                <a:moveTo>
                  <a:pt x="0" y="4127"/>
                </a:moveTo>
                <a:lnTo>
                  <a:pt x="216" y="0"/>
                </a:lnTo>
                <a:lnTo>
                  <a:pt x="46061" y="0"/>
                </a:lnTo>
                <a:lnTo>
                  <a:pt x="46274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6" name="object 756"/>
          <p:cNvSpPr/>
          <p:nvPr/>
        </p:nvSpPr>
        <p:spPr>
          <a:xfrm>
            <a:off x="5120110" y="2910319"/>
            <a:ext cx="46990" cy="6350"/>
          </a:xfrm>
          <a:custGeom>
            <a:avLst/>
            <a:gdLst/>
            <a:ahLst/>
            <a:cxnLst/>
            <a:rect l="l" t="t" r="r" b="b"/>
            <a:pathLst>
              <a:path w="46989" h="6350">
                <a:moveTo>
                  <a:pt x="46804" y="6197"/>
                </a:moveTo>
                <a:lnTo>
                  <a:pt x="0" y="6197"/>
                </a:lnTo>
                <a:lnTo>
                  <a:pt x="26" y="4586"/>
                </a:lnTo>
                <a:lnTo>
                  <a:pt x="267" y="0"/>
                </a:lnTo>
                <a:lnTo>
                  <a:pt x="46541" y="0"/>
                </a:lnTo>
                <a:lnTo>
                  <a:pt x="46778" y="4586"/>
                </a:lnTo>
                <a:lnTo>
                  <a:pt x="46804" y="6197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7" name="object 757"/>
          <p:cNvSpPr/>
          <p:nvPr/>
        </p:nvSpPr>
        <p:spPr>
          <a:xfrm>
            <a:off x="5120009" y="2916516"/>
            <a:ext cx="47625" cy="6350"/>
          </a:xfrm>
          <a:custGeom>
            <a:avLst/>
            <a:gdLst/>
            <a:ahLst/>
            <a:cxnLst/>
            <a:rect l="l" t="t" r="r" b="b"/>
            <a:pathLst>
              <a:path w="47625" h="6350">
                <a:moveTo>
                  <a:pt x="0" y="6197"/>
                </a:moveTo>
                <a:lnTo>
                  <a:pt x="101" y="0"/>
                </a:lnTo>
                <a:lnTo>
                  <a:pt x="46906" y="0"/>
                </a:lnTo>
                <a:lnTo>
                  <a:pt x="47005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8" name="object 758"/>
          <p:cNvSpPr/>
          <p:nvPr/>
        </p:nvSpPr>
        <p:spPr>
          <a:xfrm>
            <a:off x="5119907" y="2922714"/>
            <a:ext cx="47625" cy="6350"/>
          </a:xfrm>
          <a:custGeom>
            <a:avLst/>
            <a:gdLst/>
            <a:ahLst/>
            <a:cxnLst/>
            <a:rect l="l" t="t" r="r" b="b"/>
            <a:pathLst>
              <a:path w="47625" h="6350">
                <a:moveTo>
                  <a:pt x="0" y="6197"/>
                </a:moveTo>
                <a:lnTo>
                  <a:pt x="101" y="0"/>
                </a:lnTo>
                <a:lnTo>
                  <a:pt x="47107" y="0"/>
                </a:lnTo>
                <a:lnTo>
                  <a:pt x="47206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6EC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9" name="object 759"/>
          <p:cNvSpPr/>
          <p:nvPr/>
        </p:nvSpPr>
        <p:spPr>
          <a:xfrm>
            <a:off x="5119839" y="2928899"/>
            <a:ext cx="47625" cy="4445"/>
          </a:xfrm>
          <a:custGeom>
            <a:avLst/>
            <a:gdLst/>
            <a:ahLst/>
            <a:cxnLst/>
            <a:rect l="l" t="t" r="r" b="b"/>
            <a:pathLst>
              <a:path w="47625" h="4444">
                <a:moveTo>
                  <a:pt x="0" y="4127"/>
                </a:moveTo>
                <a:lnTo>
                  <a:pt x="67" y="0"/>
                </a:lnTo>
                <a:lnTo>
                  <a:pt x="47274" y="0"/>
                </a:lnTo>
                <a:lnTo>
                  <a:pt x="47340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0" name="object 760"/>
          <p:cNvSpPr/>
          <p:nvPr/>
        </p:nvSpPr>
        <p:spPr>
          <a:xfrm>
            <a:off x="5119738" y="2933026"/>
            <a:ext cx="47625" cy="6350"/>
          </a:xfrm>
          <a:custGeom>
            <a:avLst/>
            <a:gdLst/>
            <a:ahLst/>
            <a:cxnLst/>
            <a:rect l="l" t="t" r="r" b="b"/>
            <a:pathLst>
              <a:path w="47625" h="6350">
                <a:moveTo>
                  <a:pt x="0" y="6197"/>
                </a:moveTo>
                <a:lnTo>
                  <a:pt x="101" y="0"/>
                </a:lnTo>
                <a:lnTo>
                  <a:pt x="47442" y="0"/>
                </a:lnTo>
                <a:lnTo>
                  <a:pt x="47541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1" name="object 761"/>
          <p:cNvSpPr/>
          <p:nvPr/>
        </p:nvSpPr>
        <p:spPr>
          <a:xfrm>
            <a:off x="5119636" y="2939224"/>
            <a:ext cx="48260" cy="6350"/>
          </a:xfrm>
          <a:custGeom>
            <a:avLst/>
            <a:gdLst/>
            <a:ahLst/>
            <a:cxnLst/>
            <a:rect l="l" t="t" r="r" b="b"/>
            <a:pathLst>
              <a:path w="48260" h="6350">
                <a:moveTo>
                  <a:pt x="0" y="6197"/>
                </a:moveTo>
                <a:lnTo>
                  <a:pt x="101" y="0"/>
                </a:lnTo>
                <a:lnTo>
                  <a:pt x="47643" y="0"/>
                </a:lnTo>
                <a:lnTo>
                  <a:pt x="47742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2" name="object 762"/>
          <p:cNvSpPr/>
          <p:nvPr/>
        </p:nvSpPr>
        <p:spPr>
          <a:xfrm>
            <a:off x="5119534" y="2945422"/>
            <a:ext cx="48260" cy="6350"/>
          </a:xfrm>
          <a:custGeom>
            <a:avLst/>
            <a:gdLst/>
            <a:ahLst/>
            <a:cxnLst/>
            <a:rect l="l" t="t" r="r" b="b"/>
            <a:pathLst>
              <a:path w="48260" h="6350">
                <a:moveTo>
                  <a:pt x="0" y="6197"/>
                </a:moveTo>
                <a:lnTo>
                  <a:pt x="101" y="0"/>
                </a:lnTo>
                <a:lnTo>
                  <a:pt x="47844" y="0"/>
                </a:lnTo>
                <a:lnTo>
                  <a:pt x="47944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D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3" name="object 763"/>
          <p:cNvSpPr/>
          <p:nvPr/>
        </p:nvSpPr>
        <p:spPr>
          <a:xfrm>
            <a:off x="5119467" y="2951607"/>
            <a:ext cx="48260" cy="4445"/>
          </a:xfrm>
          <a:custGeom>
            <a:avLst/>
            <a:gdLst/>
            <a:ahLst/>
            <a:cxnLst/>
            <a:rect l="l" t="t" r="r" b="b"/>
            <a:pathLst>
              <a:path w="48260" h="4444">
                <a:moveTo>
                  <a:pt x="0" y="4127"/>
                </a:moveTo>
                <a:lnTo>
                  <a:pt x="67" y="0"/>
                </a:lnTo>
                <a:lnTo>
                  <a:pt x="48011" y="0"/>
                </a:lnTo>
                <a:lnTo>
                  <a:pt x="48077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4" name="object 764"/>
          <p:cNvSpPr/>
          <p:nvPr/>
        </p:nvSpPr>
        <p:spPr>
          <a:xfrm>
            <a:off x="5119365" y="2955734"/>
            <a:ext cx="48895" cy="6350"/>
          </a:xfrm>
          <a:custGeom>
            <a:avLst/>
            <a:gdLst/>
            <a:ahLst/>
            <a:cxnLst/>
            <a:rect l="l" t="t" r="r" b="b"/>
            <a:pathLst>
              <a:path w="48895" h="6350">
                <a:moveTo>
                  <a:pt x="0" y="6197"/>
                </a:moveTo>
                <a:lnTo>
                  <a:pt x="101" y="0"/>
                </a:lnTo>
                <a:lnTo>
                  <a:pt x="48179" y="0"/>
                </a:lnTo>
                <a:lnTo>
                  <a:pt x="48278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5" name="object 765"/>
          <p:cNvSpPr/>
          <p:nvPr/>
        </p:nvSpPr>
        <p:spPr>
          <a:xfrm>
            <a:off x="5119263" y="2961932"/>
            <a:ext cx="48895" cy="6350"/>
          </a:xfrm>
          <a:custGeom>
            <a:avLst/>
            <a:gdLst/>
            <a:ahLst/>
            <a:cxnLst/>
            <a:rect l="l" t="t" r="r" b="b"/>
            <a:pathLst>
              <a:path w="48895" h="6350">
                <a:moveTo>
                  <a:pt x="0" y="6197"/>
                </a:moveTo>
                <a:lnTo>
                  <a:pt x="101" y="0"/>
                </a:lnTo>
                <a:lnTo>
                  <a:pt x="48380" y="0"/>
                </a:lnTo>
                <a:lnTo>
                  <a:pt x="48480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6" name="object 766"/>
          <p:cNvSpPr/>
          <p:nvPr/>
        </p:nvSpPr>
        <p:spPr>
          <a:xfrm>
            <a:off x="5119196" y="2968129"/>
            <a:ext cx="48895" cy="4445"/>
          </a:xfrm>
          <a:custGeom>
            <a:avLst/>
            <a:gdLst/>
            <a:ahLst/>
            <a:cxnLst/>
            <a:rect l="l" t="t" r="r" b="b"/>
            <a:pathLst>
              <a:path w="48895" h="4444">
                <a:moveTo>
                  <a:pt x="0" y="4127"/>
                </a:moveTo>
                <a:lnTo>
                  <a:pt x="67" y="0"/>
                </a:lnTo>
                <a:lnTo>
                  <a:pt x="48547" y="0"/>
                </a:lnTo>
                <a:lnTo>
                  <a:pt x="48614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7" name="object 767"/>
          <p:cNvSpPr/>
          <p:nvPr/>
        </p:nvSpPr>
        <p:spPr>
          <a:xfrm>
            <a:off x="5119094" y="2972257"/>
            <a:ext cx="48895" cy="6350"/>
          </a:xfrm>
          <a:custGeom>
            <a:avLst/>
            <a:gdLst/>
            <a:ahLst/>
            <a:cxnLst/>
            <a:rect l="l" t="t" r="r" b="b"/>
            <a:pathLst>
              <a:path w="48895" h="6350">
                <a:moveTo>
                  <a:pt x="0" y="6197"/>
                </a:moveTo>
                <a:lnTo>
                  <a:pt x="101" y="0"/>
                </a:lnTo>
                <a:lnTo>
                  <a:pt x="48715" y="0"/>
                </a:lnTo>
                <a:lnTo>
                  <a:pt x="48815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8" name="object 768"/>
          <p:cNvSpPr/>
          <p:nvPr/>
        </p:nvSpPr>
        <p:spPr>
          <a:xfrm>
            <a:off x="5118874" y="2978442"/>
            <a:ext cx="49530" cy="14604"/>
          </a:xfrm>
          <a:custGeom>
            <a:avLst/>
            <a:gdLst/>
            <a:ahLst/>
            <a:cxnLst/>
            <a:rect l="l" t="t" r="r" b="b"/>
            <a:pathLst>
              <a:path w="49529" h="14605">
                <a:moveTo>
                  <a:pt x="49234" y="14452"/>
                </a:moveTo>
                <a:lnTo>
                  <a:pt x="16" y="14452"/>
                </a:lnTo>
                <a:lnTo>
                  <a:pt x="0" y="13423"/>
                </a:lnTo>
                <a:lnTo>
                  <a:pt x="220" y="0"/>
                </a:lnTo>
                <a:lnTo>
                  <a:pt x="49035" y="0"/>
                </a:lnTo>
                <a:lnTo>
                  <a:pt x="49250" y="13423"/>
                </a:lnTo>
                <a:lnTo>
                  <a:pt x="49234" y="14452"/>
                </a:lnTo>
                <a:close/>
              </a:path>
            </a:pathLst>
          </a:custGeom>
          <a:solidFill>
            <a:srgbClr val="F8F9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9" name="object 769"/>
          <p:cNvSpPr/>
          <p:nvPr/>
        </p:nvSpPr>
        <p:spPr>
          <a:xfrm>
            <a:off x="5118891" y="2992894"/>
            <a:ext cx="49530" cy="8255"/>
          </a:xfrm>
          <a:custGeom>
            <a:avLst/>
            <a:gdLst/>
            <a:ahLst/>
            <a:cxnLst/>
            <a:rect l="l" t="t" r="r" b="b"/>
            <a:pathLst>
              <a:path w="49529" h="8255">
                <a:moveTo>
                  <a:pt x="135" y="8255"/>
                </a:moveTo>
                <a:lnTo>
                  <a:pt x="0" y="0"/>
                </a:lnTo>
                <a:lnTo>
                  <a:pt x="49217" y="0"/>
                </a:lnTo>
                <a:lnTo>
                  <a:pt x="49084" y="8255"/>
                </a:lnTo>
                <a:lnTo>
                  <a:pt x="135" y="8255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0" name="object 770"/>
          <p:cNvSpPr/>
          <p:nvPr/>
        </p:nvSpPr>
        <p:spPr>
          <a:xfrm>
            <a:off x="5119027" y="3001162"/>
            <a:ext cx="49530" cy="6350"/>
          </a:xfrm>
          <a:custGeom>
            <a:avLst/>
            <a:gdLst/>
            <a:ahLst/>
            <a:cxnLst/>
            <a:rect l="l" t="t" r="r" b="b"/>
            <a:pathLst>
              <a:path w="49529" h="6350">
                <a:moveTo>
                  <a:pt x="101" y="6197"/>
                </a:moveTo>
                <a:lnTo>
                  <a:pt x="0" y="0"/>
                </a:lnTo>
                <a:lnTo>
                  <a:pt x="48949" y="0"/>
                </a:lnTo>
                <a:lnTo>
                  <a:pt x="48849" y="6197"/>
                </a:lnTo>
                <a:lnTo>
                  <a:pt x="101" y="6197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1" name="object 771"/>
          <p:cNvSpPr/>
          <p:nvPr/>
        </p:nvSpPr>
        <p:spPr>
          <a:xfrm>
            <a:off x="5119128" y="3007347"/>
            <a:ext cx="48895" cy="6350"/>
          </a:xfrm>
          <a:custGeom>
            <a:avLst/>
            <a:gdLst/>
            <a:ahLst/>
            <a:cxnLst/>
            <a:rect l="l" t="t" r="r" b="b"/>
            <a:pathLst>
              <a:path w="48895" h="6350">
                <a:moveTo>
                  <a:pt x="101" y="6197"/>
                </a:moveTo>
                <a:lnTo>
                  <a:pt x="0" y="0"/>
                </a:lnTo>
                <a:lnTo>
                  <a:pt x="48748" y="0"/>
                </a:lnTo>
                <a:lnTo>
                  <a:pt x="48649" y="6197"/>
                </a:lnTo>
                <a:lnTo>
                  <a:pt x="101" y="6197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2" name="object 772"/>
          <p:cNvSpPr/>
          <p:nvPr/>
        </p:nvSpPr>
        <p:spPr>
          <a:xfrm>
            <a:off x="5119229" y="3013544"/>
            <a:ext cx="48895" cy="8255"/>
          </a:xfrm>
          <a:custGeom>
            <a:avLst/>
            <a:gdLst/>
            <a:ahLst/>
            <a:cxnLst/>
            <a:rect l="l" t="t" r="r" b="b"/>
            <a:pathLst>
              <a:path w="48895" h="8255">
                <a:moveTo>
                  <a:pt x="135" y="8254"/>
                </a:moveTo>
                <a:lnTo>
                  <a:pt x="0" y="0"/>
                </a:lnTo>
                <a:lnTo>
                  <a:pt x="48547" y="0"/>
                </a:lnTo>
                <a:lnTo>
                  <a:pt x="48415" y="8254"/>
                </a:lnTo>
                <a:lnTo>
                  <a:pt x="135" y="8254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3" name="object 773"/>
          <p:cNvSpPr/>
          <p:nvPr/>
        </p:nvSpPr>
        <p:spPr>
          <a:xfrm>
            <a:off x="5119365" y="3021799"/>
            <a:ext cx="48895" cy="6350"/>
          </a:xfrm>
          <a:custGeom>
            <a:avLst/>
            <a:gdLst/>
            <a:ahLst/>
            <a:cxnLst/>
            <a:rect l="l" t="t" r="r" b="b"/>
            <a:pathLst>
              <a:path w="48895" h="6350">
                <a:moveTo>
                  <a:pt x="101" y="6197"/>
                </a:moveTo>
                <a:lnTo>
                  <a:pt x="0" y="0"/>
                </a:lnTo>
                <a:lnTo>
                  <a:pt x="48280" y="0"/>
                </a:lnTo>
                <a:lnTo>
                  <a:pt x="48180" y="6197"/>
                </a:lnTo>
                <a:lnTo>
                  <a:pt x="101" y="6197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4" name="object 774"/>
          <p:cNvSpPr/>
          <p:nvPr/>
        </p:nvSpPr>
        <p:spPr>
          <a:xfrm>
            <a:off x="5119466" y="3027997"/>
            <a:ext cx="48260" cy="10795"/>
          </a:xfrm>
          <a:custGeom>
            <a:avLst/>
            <a:gdLst/>
            <a:ahLst/>
            <a:cxnLst/>
            <a:rect l="l" t="t" r="r" b="b"/>
            <a:pathLst>
              <a:path w="48260" h="10794">
                <a:moveTo>
                  <a:pt x="47913" y="10325"/>
                </a:moveTo>
                <a:lnTo>
                  <a:pt x="169" y="10325"/>
                </a:lnTo>
                <a:lnTo>
                  <a:pt x="0" y="0"/>
                </a:lnTo>
                <a:lnTo>
                  <a:pt x="48079" y="0"/>
                </a:lnTo>
                <a:lnTo>
                  <a:pt x="47913" y="10325"/>
                </a:lnTo>
                <a:close/>
              </a:path>
            </a:pathLst>
          </a:custGeom>
          <a:solidFill>
            <a:srgbClr val="EDF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5" name="object 775"/>
          <p:cNvSpPr/>
          <p:nvPr/>
        </p:nvSpPr>
        <p:spPr>
          <a:xfrm>
            <a:off x="5119635" y="3038309"/>
            <a:ext cx="48260" cy="8255"/>
          </a:xfrm>
          <a:custGeom>
            <a:avLst/>
            <a:gdLst/>
            <a:ahLst/>
            <a:cxnLst/>
            <a:rect l="l" t="t" r="r" b="b"/>
            <a:pathLst>
              <a:path w="48260" h="8255">
                <a:moveTo>
                  <a:pt x="135" y="8255"/>
                </a:moveTo>
                <a:lnTo>
                  <a:pt x="0" y="0"/>
                </a:lnTo>
                <a:lnTo>
                  <a:pt x="47744" y="0"/>
                </a:lnTo>
                <a:lnTo>
                  <a:pt x="47612" y="8255"/>
                </a:lnTo>
                <a:lnTo>
                  <a:pt x="135" y="8255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6" name="object 776"/>
          <p:cNvSpPr/>
          <p:nvPr/>
        </p:nvSpPr>
        <p:spPr>
          <a:xfrm>
            <a:off x="5119770" y="3046577"/>
            <a:ext cx="47625" cy="8255"/>
          </a:xfrm>
          <a:custGeom>
            <a:avLst/>
            <a:gdLst/>
            <a:ahLst/>
            <a:cxnLst/>
            <a:rect l="l" t="t" r="r" b="b"/>
            <a:pathLst>
              <a:path w="47625" h="8255">
                <a:moveTo>
                  <a:pt x="135" y="8254"/>
                </a:moveTo>
                <a:lnTo>
                  <a:pt x="0" y="0"/>
                </a:lnTo>
                <a:lnTo>
                  <a:pt x="47476" y="0"/>
                </a:lnTo>
                <a:lnTo>
                  <a:pt x="47344" y="8254"/>
                </a:lnTo>
                <a:lnTo>
                  <a:pt x="135" y="8254"/>
                </a:lnTo>
                <a:close/>
              </a:path>
            </a:pathLst>
          </a:custGeom>
          <a:solidFill>
            <a:srgbClr val="EAEF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7" name="object 777"/>
          <p:cNvSpPr/>
          <p:nvPr/>
        </p:nvSpPr>
        <p:spPr>
          <a:xfrm>
            <a:off x="5119906" y="3054832"/>
            <a:ext cx="47625" cy="8255"/>
          </a:xfrm>
          <a:custGeom>
            <a:avLst/>
            <a:gdLst/>
            <a:ahLst/>
            <a:cxnLst/>
            <a:rect l="l" t="t" r="r" b="b"/>
            <a:pathLst>
              <a:path w="47625" h="8255">
                <a:moveTo>
                  <a:pt x="135" y="8255"/>
                </a:moveTo>
                <a:lnTo>
                  <a:pt x="0" y="0"/>
                </a:lnTo>
                <a:lnTo>
                  <a:pt x="47209" y="0"/>
                </a:lnTo>
                <a:lnTo>
                  <a:pt x="47076" y="8255"/>
                </a:lnTo>
                <a:lnTo>
                  <a:pt x="135" y="8255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8" name="object 778"/>
          <p:cNvSpPr/>
          <p:nvPr/>
        </p:nvSpPr>
        <p:spPr>
          <a:xfrm>
            <a:off x="5120041" y="3063087"/>
            <a:ext cx="46990" cy="8255"/>
          </a:xfrm>
          <a:custGeom>
            <a:avLst/>
            <a:gdLst/>
            <a:ahLst/>
            <a:cxnLst/>
            <a:rect l="l" t="t" r="r" b="b"/>
            <a:pathLst>
              <a:path w="46989" h="8255">
                <a:moveTo>
                  <a:pt x="46723" y="8255"/>
                </a:moveTo>
                <a:lnTo>
                  <a:pt x="222" y="8255"/>
                </a:lnTo>
                <a:lnTo>
                  <a:pt x="95" y="5836"/>
                </a:lnTo>
                <a:lnTo>
                  <a:pt x="0" y="0"/>
                </a:lnTo>
                <a:lnTo>
                  <a:pt x="46941" y="0"/>
                </a:lnTo>
                <a:lnTo>
                  <a:pt x="46847" y="5836"/>
                </a:lnTo>
                <a:lnTo>
                  <a:pt x="46723" y="8255"/>
                </a:lnTo>
                <a:close/>
              </a:path>
            </a:pathLst>
          </a:custGeom>
          <a:solidFill>
            <a:srgbClr val="E6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9" name="object 779"/>
          <p:cNvSpPr/>
          <p:nvPr/>
        </p:nvSpPr>
        <p:spPr>
          <a:xfrm>
            <a:off x="5120264" y="3071342"/>
            <a:ext cx="46990" cy="8255"/>
          </a:xfrm>
          <a:custGeom>
            <a:avLst/>
            <a:gdLst/>
            <a:ahLst/>
            <a:cxnLst/>
            <a:rect l="l" t="t" r="r" b="b"/>
            <a:pathLst>
              <a:path w="46989" h="8255">
                <a:moveTo>
                  <a:pt x="46074" y="8255"/>
                </a:moveTo>
                <a:lnTo>
                  <a:pt x="433" y="8255"/>
                </a:lnTo>
                <a:lnTo>
                  <a:pt x="0" y="0"/>
                </a:lnTo>
                <a:lnTo>
                  <a:pt x="46500" y="0"/>
                </a:lnTo>
                <a:lnTo>
                  <a:pt x="46074" y="8255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0" name="object 780"/>
          <p:cNvSpPr/>
          <p:nvPr/>
        </p:nvSpPr>
        <p:spPr>
          <a:xfrm>
            <a:off x="5120697" y="3079597"/>
            <a:ext cx="45720" cy="8255"/>
          </a:xfrm>
          <a:custGeom>
            <a:avLst/>
            <a:gdLst/>
            <a:ahLst/>
            <a:cxnLst/>
            <a:rect l="l" t="t" r="r" b="b"/>
            <a:pathLst>
              <a:path w="45720" h="8255">
                <a:moveTo>
                  <a:pt x="45214" y="8255"/>
                </a:moveTo>
                <a:lnTo>
                  <a:pt x="433" y="8255"/>
                </a:lnTo>
                <a:lnTo>
                  <a:pt x="0" y="0"/>
                </a:lnTo>
                <a:lnTo>
                  <a:pt x="45640" y="0"/>
                </a:lnTo>
                <a:lnTo>
                  <a:pt x="45214" y="8255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1" name="object 781"/>
          <p:cNvSpPr/>
          <p:nvPr/>
        </p:nvSpPr>
        <p:spPr>
          <a:xfrm>
            <a:off x="5121132" y="3087865"/>
            <a:ext cx="45085" cy="10795"/>
          </a:xfrm>
          <a:custGeom>
            <a:avLst/>
            <a:gdLst/>
            <a:ahLst/>
            <a:cxnLst/>
            <a:rect l="l" t="t" r="r" b="b"/>
            <a:pathLst>
              <a:path w="45085" h="10794">
                <a:moveTo>
                  <a:pt x="44246" y="10325"/>
                </a:moveTo>
                <a:lnTo>
                  <a:pt x="542" y="10325"/>
                </a:lnTo>
                <a:lnTo>
                  <a:pt x="0" y="0"/>
                </a:lnTo>
                <a:lnTo>
                  <a:pt x="44779" y="0"/>
                </a:lnTo>
                <a:lnTo>
                  <a:pt x="44246" y="10325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2" name="object 782"/>
          <p:cNvSpPr/>
          <p:nvPr/>
        </p:nvSpPr>
        <p:spPr>
          <a:xfrm>
            <a:off x="5121674" y="3098177"/>
            <a:ext cx="43815" cy="10795"/>
          </a:xfrm>
          <a:custGeom>
            <a:avLst/>
            <a:gdLst/>
            <a:ahLst/>
            <a:cxnLst/>
            <a:rect l="l" t="t" r="r" b="b"/>
            <a:pathLst>
              <a:path w="43814" h="10794">
                <a:moveTo>
                  <a:pt x="43171" y="10325"/>
                </a:moveTo>
                <a:lnTo>
                  <a:pt x="542" y="10325"/>
                </a:lnTo>
                <a:lnTo>
                  <a:pt x="0" y="0"/>
                </a:lnTo>
                <a:lnTo>
                  <a:pt x="43704" y="0"/>
                </a:lnTo>
                <a:lnTo>
                  <a:pt x="43171" y="10325"/>
                </a:lnTo>
                <a:close/>
              </a:path>
            </a:pathLst>
          </a:custGeom>
          <a:solidFill>
            <a:srgbClr val="DE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3" name="object 783"/>
          <p:cNvSpPr/>
          <p:nvPr/>
        </p:nvSpPr>
        <p:spPr>
          <a:xfrm>
            <a:off x="5122217" y="3108502"/>
            <a:ext cx="43180" cy="10795"/>
          </a:xfrm>
          <a:custGeom>
            <a:avLst/>
            <a:gdLst/>
            <a:ahLst/>
            <a:cxnLst/>
            <a:rect l="l" t="t" r="r" b="b"/>
            <a:pathLst>
              <a:path w="43179" h="10794">
                <a:moveTo>
                  <a:pt x="42096" y="10325"/>
                </a:moveTo>
                <a:lnTo>
                  <a:pt x="542" y="10325"/>
                </a:lnTo>
                <a:lnTo>
                  <a:pt x="0" y="0"/>
                </a:lnTo>
                <a:lnTo>
                  <a:pt x="42629" y="0"/>
                </a:lnTo>
                <a:lnTo>
                  <a:pt x="42096" y="10325"/>
                </a:lnTo>
                <a:close/>
              </a:path>
            </a:pathLst>
          </a:custGeom>
          <a:solidFill>
            <a:srgbClr val="DD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4" name="object 784"/>
          <p:cNvSpPr/>
          <p:nvPr/>
        </p:nvSpPr>
        <p:spPr>
          <a:xfrm>
            <a:off x="5122759" y="3118827"/>
            <a:ext cx="41910" cy="12700"/>
          </a:xfrm>
          <a:custGeom>
            <a:avLst/>
            <a:gdLst/>
            <a:ahLst/>
            <a:cxnLst/>
            <a:rect l="l" t="t" r="r" b="b"/>
            <a:pathLst>
              <a:path w="41910" h="12700">
                <a:moveTo>
                  <a:pt x="40914" y="12382"/>
                </a:moveTo>
                <a:lnTo>
                  <a:pt x="650" y="12382"/>
                </a:lnTo>
                <a:lnTo>
                  <a:pt x="0" y="0"/>
                </a:lnTo>
                <a:lnTo>
                  <a:pt x="41553" y="0"/>
                </a:lnTo>
                <a:lnTo>
                  <a:pt x="40914" y="12382"/>
                </a:lnTo>
                <a:close/>
              </a:path>
            </a:pathLst>
          </a:custGeom>
          <a:solidFill>
            <a:srgbClr val="DB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5" name="object 785"/>
          <p:cNvSpPr/>
          <p:nvPr/>
        </p:nvSpPr>
        <p:spPr>
          <a:xfrm>
            <a:off x="5123410" y="3131210"/>
            <a:ext cx="40640" cy="14604"/>
          </a:xfrm>
          <a:custGeom>
            <a:avLst/>
            <a:gdLst/>
            <a:ahLst/>
            <a:cxnLst/>
            <a:rect l="l" t="t" r="r" b="b"/>
            <a:pathLst>
              <a:path w="40639" h="14605">
                <a:moveTo>
                  <a:pt x="39038" y="14452"/>
                </a:moveTo>
                <a:lnTo>
                  <a:pt x="1243" y="14452"/>
                </a:lnTo>
                <a:lnTo>
                  <a:pt x="241" y="4591"/>
                </a:lnTo>
                <a:lnTo>
                  <a:pt x="0" y="0"/>
                </a:lnTo>
                <a:lnTo>
                  <a:pt x="40263" y="0"/>
                </a:lnTo>
                <a:lnTo>
                  <a:pt x="40026" y="4591"/>
                </a:lnTo>
                <a:lnTo>
                  <a:pt x="39038" y="14452"/>
                </a:lnTo>
                <a:close/>
              </a:path>
            </a:pathLst>
          </a:custGeom>
          <a:solidFill>
            <a:srgbClr val="D9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6" name="object 786"/>
          <p:cNvSpPr/>
          <p:nvPr/>
        </p:nvSpPr>
        <p:spPr>
          <a:xfrm>
            <a:off x="5124654" y="3145663"/>
            <a:ext cx="38100" cy="12700"/>
          </a:xfrm>
          <a:custGeom>
            <a:avLst/>
            <a:gdLst/>
            <a:ahLst/>
            <a:cxnLst/>
            <a:rect l="l" t="t" r="r" b="b"/>
            <a:pathLst>
              <a:path w="38100" h="12700">
                <a:moveTo>
                  <a:pt x="36553" y="12382"/>
                </a:moveTo>
                <a:lnTo>
                  <a:pt x="1258" y="12382"/>
                </a:lnTo>
                <a:lnTo>
                  <a:pt x="0" y="0"/>
                </a:lnTo>
                <a:lnTo>
                  <a:pt x="37794" y="0"/>
                </a:lnTo>
                <a:lnTo>
                  <a:pt x="36553" y="12382"/>
                </a:lnTo>
                <a:close/>
              </a:path>
            </a:pathLst>
          </a:custGeom>
          <a:solidFill>
            <a:srgbClr val="D6E1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7" name="object 787"/>
          <p:cNvSpPr/>
          <p:nvPr/>
        </p:nvSpPr>
        <p:spPr>
          <a:xfrm>
            <a:off x="5125913" y="3158045"/>
            <a:ext cx="35560" cy="14604"/>
          </a:xfrm>
          <a:custGeom>
            <a:avLst/>
            <a:gdLst/>
            <a:ahLst/>
            <a:cxnLst/>
            <a:rect l="l" t="t" r="r" b="b"/>
            <a:pathLst>
              <a:path w="35560" h="14605">
                <a:moveTo>
                  <a:pt x="33845" y="14452"/>
                </a:moveTo>
                <a:lnTo>
                  <a:pt x="1469" y="14452"/>
                </a:lnTo>
                <a:lnTo>
                  <a:pt x="0" y="0"/>
                </a:lnTo>
                <a:lnTo>
                  <a:pt x="35294" y="0"/>
                </a:lnTo>
                <a:lnTo>
                  <a:pt x="33845" y="14452"/>
                </a:lnTo>
                <a:close/>
              </a:path>
            </a:pathLst>
          </a:custGeom>
          <a:solidFill>
            <a:srgbClr val="D4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8" name="object 788"/>
          <p:cNvSpPr/>
          <p:nvPr/>
        </p:nvSpPr>
        <p:spPr>
          <a:xfrm>
            <a:off x="5127382" y="3172498"/>
            <a:ext cx="32384" cy="10795"/>
          </a:xfrm>
          <a:custGeom>
            <a:avLst/>
            <a:gdLst/>
            <a:ahLst/>
            <a:cxnLst/>
            <a:rect l="l" t="t" r="r" b="b"/>
            <a:pathLst>
              <a:path w="32385" h="10794">
                <a:moveTo>
                  <a:pt x="31341" y="10325"/>
                </a:moveTo>
                <a:lnTo>
                  <a:pt x="1049" y="10325"/>
                </a:lnTo>
                <a:lnTo>
                  <a:pt x="0" y="0"/>
                </a:lnTo>
                <a:lnTo>
                  <a:pt x="32376" y="0"/>
                </a:lnTo>
                <a:lnTo>
                  <a:pt x="31341" y="10325"/>
                </a:lnTo>
                <a:close/>
              </a:path>
            </a:pathLst>
          </a:custGeom>
          <a:solidFill>
            <a:srgbClr val="D2D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9" name="object 789"/>
          <p:cNvSpPr/>
          <p:nvPr/>
        </p:nvSpPr>
        <p:spPr>
          <a:xfrm>
            <a:off x="5128432" y="3182823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4">
                <a:moveTo>
                  <a:pt x="28817" y="10325"/>
                </a:moveTo>
                <a:lnTo>
                  <a:pt x="1490" y="10325"/>
                </a:lnTo>
                <a:lnTo>
                  <a:pt x="578" y="5687"/>
                </a:lnTo>
                <a:lnTo>
                  <a:pt x="0" y="0"/>
                </a:lnTo>
                <a:lnTo>
                  <a:pt x="30291" y="0"/>
                </a:lnTo>
                <a:lnTo>
                  <a:pt x="29721" y="5687"/>
                </a:lnTo>
                <a:lnTo>
                  <a:pt x="28817" y="10325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0" name="object 790"/>
          <p:cNvSpPr/>
          <p:nvPr/>
        </p:nvSpPr>
        <p:spPr>
          <a:xfrm>
            <a:off x="5129922" y="3193148"/>
            <a:ext cx="27940" cy="42545"/>
          </a:xfrm>
          <a:custGeom>
            <a:avLst/>
            <a:gdLst/>
            <a:ahLst/>
            <a:cxnLst/>
            <a:rect l="l" t="t" r="r" b="b"/>
            <a:pathLst>
              <a:path w="27939" h="42544">
                <a:moveTo>
                  <a:pt x="13704" y="42316"/>
                </a:moveTo>
                <a:lnTo>
                  <a:pt x="5882" y="29912"/>
                </a:lnTo>
                <a:lnTo>
                  <a:pt x="0" y="0"/>
                </a:lnTo>
                <a:lnTo>
                  <a:pt x="27327" y="0"/>
                </a:lnTo>
                <a:lnTo>
                  <a:pt x="21499" y="29912"/>
                </a:lnTo>
                <a:lnTo>
                  <a:pt x="13704" y="42316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1" name="object 791"/>
          <p:cNvSpPr/>
          <p:nvPr/>
        </p:nvSpPr>
        <p:spPr>
          <a:xfrm>
            <a:off x="5118874" y="2748267"/>
            <a:ext cx="49530" cy="487680"/>
          </a:xfrm>
          <a:custGeom>
            <a:avLst/>
            <a:gdLst/>
            <a:ahLst/>
            <a:cxnLst/>
            <a:rect l="l" t="t" r="r" b="b"/>
            <a:pathLst>
              <a:path w="49529" h="487680">
                <a:moveTo>
                  <a:pt x="24752" y="0"/>
                </a:moveTo>
                <a:lnTo>
                  <a:pt x="39279" y="47027"/>
                </a:lnTo>
                <a:lnTo>
                  <a:pt x="44562" y="99772"/>
                </a:lnTo>
                <a:lnTo>
                  <a:pt x="48014" y="166638"/>
                </a:lnTo>
                <a:lnTo>
                  <a:pt x="49250" y="243598"/>
                </a:lnTo>
                <a:lnTo>
                  <a:pt x="48014" y="320656"/>
                </a:lnTo>
                <a:lnTo>
                  <a:pt x="44562" y="387534"/>
                </a:lnTo>
                <a:lnTo>
                  <a:pt x="39279" y="440243"/>
                </a:lnTo>
                <a:lnTo>
                  <a:pt x="32547" y="474793"/>
                </a:lnTo>
                <a:lnTo>
                  <a:pt x="24752" y="487197"/>
                </a:lnTo>
                <a:lnTo>
                  <a:pt x="16930" y="474793"/>
                </a:lnTo>
                <a:lnTo>
                  <a:pt x="10136" y="440243"/>
                </a:lnTo>
                <a:lnTo>
                  <a:pt x="4777" y="387534"/>
                </a:lnTo>
                <a:lnTo>
                  <a:pt x="1262" y="320656"/>
                </a:lnTo>
                <a:lnTo>
                  <a:pt x="0" y="243598"/>
                </a:lnTo>
                <a:lnTo>
                  <a:pt x="1262" y="166638"/>
                </a:lnTo>
                <a:lnTo>
                  <a:pt x="4777" y="99772"/>
                </a:lnTo>
                <a:lnTo>
                  <a:pt x="10136" y="47027"/>
                </a:lnTo>
                <a:lnTo>
                  <a:pt x="16930" y="12427"/>
                </a:lnTo>
                <a:lnTo>
                  <a:pt x="24752" y="0"/>
                </a:lnTo>
                <a:close/>
              </a:path>
            </a:pathLst>
          </a:custGeom>
          <a:ln w="17284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2" name="object 792"/>
          <p:cNvSpPr/>
          <p:nvPr/>
        </p:nvSpPr>
        <p:spPr>
          <a:xfrm>
            <a:off x="5143627" y="2748267"/>
            <a:ext cx="528320" cy="487680"/>
          </a:xfrm>
          <a:custGeom>
            <a:avLst/>
            <a:gdLst/>
            <a:ahLst/>
            <a:cxnLst/>
            <a:rect l="l" t="t" r="r" b="b"/>
            <a:pathLst>
              <a:path w="528320" h="487680">
                <a:moveTo>
                  <a:pt x="0" y="0"/>
                </a:moveTo>
                <a:lnTo>
                  <a:pt x="503631" y="0"/>
                </a:lnTo>
                <a:lnTo>
                  <a:pt x="511426" y="12427"/>
                </a:lnTo>
                <a:lnTo>
                  <a:pt x="518157" y="47027"/>
                </a:lnTo>
                <a:lnTo>
                  <a:pt x="523441" y="99772"/>
                </a:lnTo>
                <a:lnTo>
                  <a:pt x="526893" y="166638"/>
                </a:lnTo>
                <a:lnTo>
                  <a:pt x="528129" y="243598"/>
                </a:lnTo>
                <a:lnTo>
                  <a:pt x="526893" y="320656"/>
                </a:lnTo>
                <a:lnTo>
                  <a:pt x="523441" y="387534"/>
                </a:lnTo>
                <a:lnTo>
                  <a:pt x="518157" y="440243"/>
                </a:lnTo>
                <a:lnTo>
                  <a:pt x="511426" y="474793"/>
                </a:lnTo>
                <a:lnTo>
                  <a:pt x="503631" y="487197"/>
                </a:lnTo>
                <a:lnTo>
                  <a:pt x="0" y="487197"/>
                </a:lnTo>
              </a:path>
            </a:pathLst>
          </a:custGeom>
          <a:ln w="17284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3" name="object 793"/>
          <p:cNvSpPr/>
          <p:nvPr/>
        </p:nvSpPr>
        <p:spPr>
          <a:xfrm>
            <a:off x="2029637" y="2754464"/>
            <a:ext cx="58419" cy="114935"/>
          </a:xfrm>
          <a:custGeom>
            <a:avLst/>
            <a:gdLst/>
            <a:ahLst/>
            <a:cxnLst/>
            <a:rect l="l" t="t" r="r" b="b"/>
            <a:pathLst>
              <a:path w="58419" h="114935">
                <a:moveTo>
                  <a:pt x="58187" y="114579"/>
                </a:moveTo>
                <a:lnTo>
                  <a:pt x="2580" y="114579"/>
                </a:lnTo>
                <a:lnTo>
                  <a:pt x="2482" y="99772"/>
                </a:lnTo>
                <a:lnTo>
                  <a:pt x="1810" y="47027"/>
                </a:lnTo>
                <a:lnTo>
                  <a:pt x="964" y="12427"/>
                </a:lnTo>
                <a:lnTo>
                  <a:pt x="0" y="0"/>
                </a:lnTo>
                <a:lnTo>
                  <a:pt x="55575" y="0"/>
                </a:lnTo>
                <a:lnTo>
                  <a:pt x="56588" y="12427"/>
                </a:lnTo>
                <a:lnTo>
                  <a:pt x="57440" y="47027"/>
                </a:lnTo>
                <a:lnTo>
                  <a:pt x="58094" y="99772"/>
                </a:lnTo>
                <a:lnTo>
                  <a:pt x="58187" y="114579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4" name="object 794"/>
          <p:cNvSpPr/>
          <p:nvPr/>
        </p:nvSpPr>
        <p:spPr>
          <a:xfrm>
            <a:off x="2032218" y="2869031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27" y="4127"/>
                </a:moveTo>
                <a:lnTo>
                  <a:pt x="0" y="0"/>
                </a:lnTo>
                <a:lnTo>
                  <a:pt x="55606" y="0"/>
                </a:lnTo>
                <a:lnTo>
                  <a:pt x="55632" y="4127"/>
                </a:lnTo>
                <a:lnTo>
                  <a:pt x="27" y="4127"/>
                </a:lnTo>
                <a:close/>
              </a:path>
            </a:pathLst>
          </a:custGeom>
          <a:solidFill>
            <a:srgbClr val="B1C7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5" name="object 795"/>
          <p:cNvSpPr/>
          <p:nvPr/>
        </p:nvSpPr>
        <p:spPr>
          <a:xfrm>
            <a:off x="2032245" y="2873159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27" y="4127"/>
                </a:moveTo>
                <a:lnTo>
                  <a:pt x="0" y="0"/>
                </a:lnTo>
                <a:lnTo>
                  <a:pt x="55604" y="0"/>
                </a:lnTo>
                <a:lnTo>
                  <a:pt x="55630" y="4127"/>
                </a:lnTo>
                <a:lnTo>
                  <a:pt x="27" y="4127"/>
                </a:lnTo>
                <a:close/>
              </a:path>
            </a:pathLst>
          </a:custGeom>
          <a:solidFill>
            <a:srgbClr val="B5C8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6" name="object 796"/>
          <p:cNvSpPr/>
          <p:nvPr/>
        </p:nvSpPr>
        <p:spPr>
          <a:xfrm>
            <a:off x="2032273" y="2877299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27" y="4127"/>
                </a:moveTo>
                <a:lnTo>
                  <a:pt x="0" y="0"/>
                </a:lnTo>
                <a:lnTo>
                  <a:pt x="55603" y="0"/>
                </a:lnTo>
                <a:lnTo>
                  <a:pt x="55629" y="4127"/>
                </a:lnTo>
                <a:lnTo>
                  <a:pt x="27" y="4127"/>
                </a:lnTo>
                <a:close/>
              </a:path>
            </a:pathLst>
          </a:custGeom>
          <a:solidFill>
            <a:srgbClr val="B7CA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7" name="object 797"/>
          <p:cNvSpPr/>
          <p:nvPr/>
        </p:nvSpPr>
        <p:spPr>
          <a:xfrm>
            <a:off x="2032300" y="2881426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27" y="4127"/>
                </a:moveTo>
                <a:lnTo>
                  <a:pt x="0" y="0"/>
                </a:lnTo>
                <a:lnTo>
                  <a:pt x="55601" y="0"/>
                </a:lnTo>
                <a:lnTo>
                  <a:pt x="55627" y="4127"/>
                </a:lnTo>
                <a:lnTo>
                  <a:pt x="27" y="4127"/>
                </a:lnTo>
                <a:close/>
              </a:path>
            </a:pathLst>
          </a:custGeom>
          <a:solidFill>
            <a:srgbClr val="B8CC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8" name="object 798"/>
          <p:cNvSpPr/>
          <p:nvPr/>
        </p:nvSpPr>
        <p:spPr>
          <a:xfrm>
            <a:off x="2032328" y="2885554"/>
            <a:ext cx="55880" cy="2540"/>
          </a:xfrm>
          <a:custGeom>
            <a:avLst/>
            <a:gdLst/>
            <a:ahLst/>
            <a:cxnLst/>
            <a:rect l="l" t="t" r="r" b="b"/>
            <a:pathLst>
              <a:path w="55880" h="2539">
                <a:moveTo>
                  <a:pt x="13" y="2070"/>
                </a:moveTo>
                <a:lnTo>
                  <a:pt x="0" y="0"/>
                </a:lnTo>
                <a:lnTo>
                  <a:pt x="55600" y="0"/>
                </a:lnTo>
                <a:lnTo>
                  <a:pt x="55613" y="2070"/>
                </a:lnTo>
                <a:lnTo>
                  <a:pt x="13" y="2070"/>
                </a:lnTo>
                <a:close/>
              </a:path>
            </a:pathLst>
          </a:custGeom>
          <a:solidFill>
            <a:srgbClr val="BACE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9" name="object 799"/>
          <p:cNvSpPr/>
          <p:nvPr/>
        </p:nvSpPr>
        <p:spPr>
          <a:xfrm>
            <a:off x="2032341" y="2887611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27" y="4127"/>
                </a:moveTo>
                <a:lnTo>
                  <a:pt x="0" y="0"/>
                </a:lnTo>
                <a:lnTo>
                  <a:pt x="55599" y="0"/>
                </a:lnTo>
                <a:lnTo>
                  <a:pt x="55625" y="4127"/>
                </a:lnTo>
                <a:lnTo>
                  <a:pt x="27" y="4127"/>
                </a:lnTo>
                <a:close/>
              </a:path>
            </a:pathLst>
          </a:custGeom>
          <a:solidFill>
            <a:srgbClr val="BCD0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0" name="object 800"/>
          <p:cNvSpPr/>
          <p:nvPr/>
        </p:nvSpPr>
        <p:spPr>
          <a:xfrm>
            <a:off x="2032369" y="2891739"/>
            <a:ext cx="55880" cy="2540"/>
          </a:xfrm>
          <a:custGeom>
            <a:avLst/>
            <a:gdLst/>
            <a:ahLst/>
            <a:cxnLst/>
            <a:rect l="l" t="t" r="r" b="b"/>
            <a:pathLst>
              <a:path w="55880" h="2539">
                <a:moveTo>
                  <a:pt x="13" y="2070"/>
                </a:moveTo>
                <a:lnTo>
                  <a:pt x="0" y="0"/>
                </a:lnTo>
                <a:lnTo>
                  <a:pt x="55598" y="0"/>
                </a:lnTo>
                <a:lnTo>
                  <a:pt x="55611" y="2070"/>
                </a:lnTo>
                <a:lnTo>
                  <a:pt x="13" y="2070"/>
                </a:lnTo>
                <a:close/>
              </a:path>
            </a:pathLst>
          </a:custGeom>
          <a:solidFill>
            <a:srgbClr val="BED1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1" name="object 801"/>
          <p:cNvSpPr/>
          <p:nvPr/>
        </p:nvSpPr>
        <p:spPr>
          <a:xfrm>
            <a:off x="2032382" y="2893809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27" y="4127"/>
                </a:moveTo>
                <a:lnTo>
                  <a:pt x="0" y="0"/>
                </a:lnTo>
                <a:lnTo>
                  <a:pt x="55597" y="0"/>
                </a:lnTo>
                <a:lnTo>
                  <a:pt x="55623" y="4127"/>
                </a:lnTo>
                <a:lnTo>
                  <a:pt x="27" y="4127"/>
                </a:lnTo>
                <a:close/>
              </a:path>
            </a:pathLst>
          </a:custGeom>
          <a:solidFill>
            <a:srgbClr val="C1D2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2" name="object 802"/>
          <p:cNvSpPr/>
          <p:nvPr/>
        </p:nvSpPr>
        <p:spPr>
          <a:xfrm>
            <a:off x="2032410" y="2897936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27" y="4127"/>
                </a:moveTo>
                <a:lnTo>
                  <a:pt x="0" y="0"/>
                </a:lnTo>
                <a:lnTo>
                  <a:pt x="55595" y="0"/>
                </a:lnTo>
                <a:lnTo>
                  <a:pt x="55621" y="4127"/>
                </a:lnTo>
                <a:lnTo>
                  <a:pt x="27" y="4127"/>
                </a:lnTo>
                <a:close/>
              </a:path>
            </a:pathLst>
          </a:custGeom>
          <a:solidFill>
            <a:srgbClr val="C3D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3" name="object 803"/>
          <p:cNvSpPr/>
          <p:nvPr/>
        </p:nvSpPr>
        <p:spPr>
          <a:xfrm>
            <a:off x="2032437" y="2902064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27" y="4127"/>
                </a:moveTo>
                <a:lnTo>
                  <a:pt x="0" y="0"/>
                </a:lnTo>
                <a:lnTo>
                  <a:pt x="55594" y="0"/>
                </a:lnTo>
                <a:lnTo>
                  <a:pt x="55620" y="4127"/>
                </a:lnTo>
                <a:lnTo>
                  <a:pt x="27" y="4127"/>
                </a:lnTo>
                <a:close/>
              </a:path>
            </a:pathLst>
          </a:custGeom>
          <a:solidFill>
            <a:srgbClr val="C5D4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4" name="object 804"/>
          <p:cNvSpPr/>
          <p:nvPr/>
        </p:nvSpPr>
        <p:spPr>
          <a:xfrm>
            <a:off x="2032464" y="2906191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27" y="4127"/>
                </a:moveTo>
                <a:lnTo>
                  <a:pt x="0" y="0"/>
                </a:lnTo>
                <a:lnTo>
                  <a:pt x="55592" y="0"/>
                </a:lnTo>
                <a:lnTo>
                  <a:pt x="55618" y="4127"/>
                </a:lnTo>
                <a:lnTo>
                  <a:pt x="27" y="4127"/>
                </a:lnTo>
                <a:close/>
              </a:path>
            </a:pathLst>
          </a:custGeom>
          <a:solidFill>
            <a:srgbClr val="C6D6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5" name="object 805"/>
          <p:cNvSpPr/>
          <p:nvPr/>
        </p:nvSpPr>
        <p:spPr>
          <a:xfrm>
            <a:off x="2032492" y="2910319"/>
            <a:ext cx="55880" cy="2540"/>
          </a:xfrm>
          <a:custGeom>
            <a:avLst/>
            <a:gdLst/>
            <a:ahLst/>
            <a:cxnLst/>
            <a:rect l="l" t="t" r="r" b="b"/>
            <a:pathLst>
              <a:path w="55880" h="2539">
                <a:moveTo>
                  <a:pt x="13" y="2070"/>
                </a:moveTo>
                <a:lnTo>
                  <a:pt x="0" y="0"/>
                </a:lnTo>
                <a:lnTo>
                  <a:pt x="55591" y="0"/>
                </a:lnTo>
                <a:lnTo>
                  <a:pt x="55604" y="2070"/>
                </a:lnTo>
                <a:lnTo>
                  <a:pt x="13" y="2070"/>
                </a:lnTo>
                <a:close/>
              </a:path>
            </a:pathLst>
          </a:custGeom>
          <a:solidFill>
            <a:srgbClr val="C8D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6" name="object 806"/>
          <p:cNvSpPr/>
          <p:nvPr/>
        </p:nvSpPr>
        <p:spPr>
          <a:xfrm>
            <a:off x="2032506" y="2912389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27" y="4127"/>
                </a:moveTo>
                <a:lnTo>
                  <a:pt x="0" y="0"/>
                </a:lnTo>
                <a:lnTo>
                  <a:pt x="55590" y="0"/>
                </a:lnTo>
                <a:lnTo>
                  <a:pt x="55616" y="4127"/>
                </a:lnTo>
                <a:lnTo>
                  <a:pt x="27" y="4127"/>
                </a:lnTo>
                <a:close/>
              </a:path>
            </a:pathLst>
          </a:custGeom>
          <a:solidFill>
            <a:srgbClr val="CADA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7" name="object 807"/>
          <p:cNvSpPr/>
          <p:nvPr/>
        </p:nvSpPr>
        <p:spPr>
          <a:xfrm>
            <a:off x="2032533" y="2916516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27" y="4127"/>
                </a:moveTo>
                <a:lnTo>
                  <a:pt x="0" y="0"/>
                </a:lnTo>
                <a:lnTo>
                  <a:pt x="55589" y="0"/>
                </a:lnTo>
                <a:lnTo>
                  <a:pt x="55614" y="4127"/>
                </a:lnTo>
                <a:lnTo>
                  <a:pt x="27" y="4127"/>
                </a:lnTo>
                <a:close/>
              </a:path>
            </a:pathLst>
          </a:custGeom>
          <a:solidFill>
            <a:srgbClr val="CEDC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8" name="object 808"/>
          <p:cNvSpPr/>
          <p:nvPr/>
        </p:nvSpPr>
        <p:spPr>
          <a:xfrm>
            <a:off x="2032560" y="2920644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10" y="4127"/>
                </a:moveTo>
                <a:lnTo>
                  <a:pt x="0" y="0"/>
                </a:lnTo>
                <a:lnTo>
                  <a:pt x="55587" y="0"/>
                </a:lnTo>
                <a:lnTo>
                  <a:pt x="55597" y="4127"/>
                </a:lnTo>
                <a:lnTo>
                  <a:pt x="10" y="4127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9" name="object 809"/>
          <p:cNvSpPr/>
          <p:nvPr/>
        </p:nvSpPr>
        <p:spPr>
          <a:xfrm>
            <a:off x="2032571" y="2924771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8" y="4127"/>
                </a:moveTo>
                <a:lnTo>
                  <a:pt x="0" y="0"/>
                </a:lnTo>
                <a:lnTo>
                  <a:pt x="55586" y="0"/>
                </a:lnTo>
                <a:lnTo>
                  <a:pt x="55594" y="4127"/>
                </a:lnTo>
                <a:lnTo>
                  <a:pt x="8" y="4127"/>
                </a:lnTo>
                <a:close/>
              </a:path>
            </a:pathLst>
          </a:custGeom>
          <a:solidFill>
            <a:srgbClr val="D2D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0" name="object 810"/>
          <p:cNvSpPr/>
          <p:nvPr/>
        </p:nvSpPr>
        <p:spPr>
          <a:xfrm>
            <a:off x="2032580" y="2928899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8" y="4127"/>
                </a:moveTo>
                <a:lnTo>
                  <a:pt x="0" y="0"/>
                </a:lnTo>
                <a:lnTo>
                  <a:pt x="55586" y="0"/>
                </a:lnTo>
                <a:lnTo>
                  <a:pt x="55594" y="4127"/>
                </a:lnTo>
                <a:lnTo>
                  <a:pt x="8" y="4127"/>
                </a:lnTo>
                <a:close/>
              </a:path>
            </a:pathLst>
          </a:custGeom>
          <a:solidFill>
            <a:srgbClr val="D3DF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1" name="object 811"/>
          <p:cNvSpPr/>
          <p:nvPr/>
        </p:nvSpPr>
        <p:spPr>
          <a:xfrm>
            <a:off x="2032588" y="2933026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8" y="4127"/>
                </a:moveTo>
                <a:lnTo>
                  <a:pt x="0" y="0"/>
                </a:lnTo>
                <a:lnTo>
                  <a:pt x="55585" y="0"/>
                </a:lnTo>
                <a:lnTo>
                  <a:pt x="55593" y="4127"/>
                </a:lnTo>
                <a:lnTo>
                  <a:pt x="8" y="4127"/>
                </a:lnTo>
                <a:close/>
              </a:path>
            </a:pathLst>
          </a:custGeom>
          <a:solidFill>
            <a:srgbClr val="D6E1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2" name="object 812"/>
          <p:cNvSpPr/>
          <p:nvPr/>
        </p:nvSpPr>
        <p:spPr>
          <a:xfrm>
            <a:off x="2032597" y="2937154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8" y="4127"/>
                </a:moveTo>
                <a:lnTo>
                  <a:pt x="0" y="0"/>
                </a:lnTo>
                <a:lnTo>
                  <a:pt x="55584" y="0"/>
                </a:lnTo>
                <a:lnTo>
                  <a:pt x="55592" y="4127"/>
                </a:lnTo>
                <a:lnTo>
                  <a:pt x="8" y="4127"/>
                </a:lnTo>
                <a:close/>
              </a:path>
            </a:pathLst>
          </a:custGeom>
          <a:solidFill>
            <a:srgbClr val="DA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3" name="object 813"/>
          <p:cNvSpPr/>
          <p:nvPr/>
        </p:nvSpPr>
        <p:spPr>
          <a:xfrm>
            <a:off x="2032605" y="2941294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8" y="4127"/>
                </a:moveTo>
                <a:lnTo>
                  <a:pt x="0" y="0"/>
                </a:lnTo>
                <a:lnTo>
                  <a:pt x="55584" y="0"/>
                </a:lnTo>
                <a:lnTo>
                  <a:pt x="55592" y="4127"/>
                </a:lnTo>
                <a:lnTo>
                  <a:pt x="8" y="4127"/>
                </a:lnTo>
                <a:close/>
              </a:path>
            </a:pathLst>
          </a:custGeom>
          <a:solidFill>
            <a:srgbClr val="DC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4" name="object 814"/>
          <p:cNvSpPr/>
          <p:nvPr/>
        </p:nvSpPr>
        <p:spPr>
          <a:xfrm>
            <a:off x="2032614" y="2945422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8" y="4127"/>
                </a:moveTo>
                <a:lnTo>
                  <a:pt x="0" y="0"/>
                </a:lnTo>
                <a:lnTo>
                  <a:pt x="55583" y="0"/>
                </a:lnTo>
                <a:lnTo>
                  <a:pt x="55591" y="4127"/>
                </a:lnTo>
                <a:lnTo>
                  <a:pt x="8" y="4127"/>
                </a:lnTo>
                <a:close/>
              </a:path>
            </a:pathLst>
          </a:custGeom>
          <a:solidFill>
            <a:srgbClr val="DE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5" name="object 815"/>
          <p:cNvSpPr/>
          <p:nvPr/>
        </p:nvSpPr>
        <p:spPr>
          <a:xfrm>
            <a:off x="2032623" y="2949549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8" y="4127"/>
                </a:moveTo>
                <a:lnTo>
                  <a:pt x="0" y="0"/>
                </a:lnTo>
                <a:lnTo>
                  <a:pt x="55582" y="0"/>
                </a:lnTo>
                <a:lnTo>
                  <a:pt x="55590" y="4127"/>
                </a:lnTo>
                <a:lnTo>
                  <a:pt x="8" y="4127"/>
                </a:lnTo>
                <a:close/>
              </a:path>
            </a:pathLst>
          </a:custGeom>
          <a:solidFill>
            <a:srgbClr val="DFE9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6" name="object 816"/>
          <p:cNvSpPr/>
          <p:nvPr/>
        </p:nvSpPr>
        <p:spPr>
          <a:xfrm>
            <a:off x="2032631" y="2953677"/>
            <a:ext cx="55880" cy="2540"/>
          </a:xfrm>
          <a:custGeom>
            <a:avLst/>
            <a:gdLst/>
            <a:ahLst/>
            <a:cxnLst/>
            <a:rect l="l" t="t" r="r" b="b"/>
            <a:pathLst>
              <a:path w="55880" h="2539">
                <a:moveTo>
                  <a:pt x="4" y="2070"/>
                </a:moveTo>
                <a:lnTo>
                  <a:pt x="0" y="0"/>
                </a:lnTo>
                <a:lnTo>
                  <a:pt x="55582" y="0"/>
                </a:lnTo>
                <a:lnTo>
                  <a:pt x="55586" y="2070"/>
                </a:lnTo>
                <a:lnTo>
                  <a:pt x="4" y="2070"/>
                </a:lnTo>
                <a:close/>
              </a:path>
            </a:pathLst>
          </a:custGeom>
          <a:solidFill>
            <a:srgbClr val="E1EB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7" name="object 817"/>
          <p:cNvSpPr/>
          <p:nvPr/>
        </p:nvSpPr>
        <p:spPr>
          <a:xfrm>
            <a:off x="2032635" y="2955734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8" y="4127"/>
                </a:moveTo>
                <a:lnTo>
                  <a:pt x="0" y="0"/>
                </a:lnTo>
                <a:lnTo>
                  <a:pt x="55581" y="0"/>
                </a:lnTo>
                <a:lnTo>
                  <a:pt x="55589" y="4127"/>
                </a:lnTo>
                <a:lnTo>
                  <a:pt x="8" y="4127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8" name="object 818"/>
          <p:cNvSpPr/>
          <p:nvPr/>
        </p:nvSpPr>
        <p:spPr>
          <a:xfrm>
            <a:off x="2032644" y="2959874"/>
            <a:ext cx="55880" cy="2540"/>
          </a:xfrm>
          <a:custGeom>
            <a:avLst/>
            <a:gdLst/>
            <a:ahLst/>
            <a:cxnLst/>
            <a:rect l="l" t="t" r="r" b="b"/>
            <a:pathLst>
              <a:path w="55880" h="2539">
                <a:moveTo>
                  <a:pt x="4" y="2070"/>
                </a:moveTo>
                <a:lnTo>
                  <a:pt x="0" y="0"/>
                </a:lnTo>
                <a:lnTo>
                  <a:pt x="55581" y="0"/>
                </a:lnTo>
                <a:lnTo>
                  <a:pt x="55585" y="2070"/>
                </a:lnTo>
                <a:lnTo>
                  <a:pt x="4" y="2070"/>
                </a:lnTo>
                <a:close/>
              </a:path>
            </a:pathLst>
          </a:custGeom>
          <a:solidFill>
            <a:srgbClr val="E6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9" name="object 819"/>
          <p:cNvSpPr/>
          <p:nvPr/>
        </p:nvSpPr>
        <p:spPr>
          <a:xfrm>
            <a:off x="2032648" y="2961932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8" y="4127"/>
                </a:moveTo>
                <a:lnTo>
                  <a:pt x="0" y="0"/>
                </a:lnTo>
                <a:lnTo>
                  <a:pt x="55580" y="0"/>
                </a:lnTo>
                <a:lnTo>
                  <a:pt x="55588" y="4127"/>
                </a:lnTo>
                <a:lnTo>
                  <a:pt x="8" y="4127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0" name="object 820"/>
          <p:cNvSpPr/>
          <p:nvPr/>
        </p:nvSpPr>
        <p:spPr>
          <a:xfrm>
            <a:off x="2032657" y="2966059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8" y="4127"/>
                </a:moveTo>
                <a:lnTo>
                  <a:pt x="0" y="0"/>
                </a:lnTo>
                <a:lnTo>
                  <a:pt x="55580" y="0"/>
                </a:lnTo>
                <a:lnTo>
                  <a:pt x="55588" y="4127"/>
                </a:lnTo>
                <a:lnTo>
                  <a:pt x="8" y="4127"/>
                </a:lnTo>
                <a:close/>
              </a:path>
            </a:pathLst>
          </a:custGeom>
          <a:solidFill>
            <a:srgbClr val="EAEF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1" name="object 821"/>
          <p:cNvSpPr/>
          <p:nvPr/>
        </p:nvSpPr>
        <p:spPr>
          <a:xfrm>
            <a:off x="2032665" y="2970187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8" y="4127"/>
                </a:moveTo>
                <a:lnTo>
                  <a:pt x="0" y="0"/>
                </a:lnTo>
                <a:lnTo>
                  <a:pt x="55579" y="0"/>
                </a:lnTo>
                <a:lnTo>
                  <a:pt x="55587" y="4127"/>
                </a:lnTo>
                <a:lnTo>
                  <a:pt x="8" y="4127"/>
                </a:lnTo>
                <a:close/>
              </a:path>
            </a:pathLst>
          </a:custGeom>
          <a:solidFill>
            <a:srgbClr val="EB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2" name="object 822"/>
          <p:cNvSpPr/>
          <p:nvPr/>
        </p:nvSpPr>
        <p:spPr>
          <a:xfrm>
            <a:off x="2032674" y="2974314"/>
            <a:ext cx="55880" cy="2540"/>
          </a:xfrm>
          <a:custGeom>
            <a:avLst/>
            <a:gdLst/>
            <a:ahLst/>
            <a:cxnLst/>
            <a:rect l="l" t="t" r="r" b="b"/>
            <a:pathLst>
              <a:path w="55880" h="2539">
                <a:moveTo>
                  <a:pt x="4" y="2070"/>
                </a:moveTo>
                <a:lnTo>
                  <a:pt x="0" y="0"/>
                </a:lnTo>
                <a:lnTo>
                  <a:pt x="55578" y="0"/>
                </a:lnTo>
                <a:lnTo>
                  <a:pt x="55582" y="2070"/>
                </a:lnTo>
                <a:lnTo>
                  <a:pt x="4" y="2070"/>
                </a:lnTo>
                <a:close/>
              </a:path>
            </a:pathLst>
          </a:custGeom>
          <a:solidFill>
            <a:srgbClr val="ED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3" name="object 823"/>
          <p:cNvSpPr/>
          <p:nvPr/>
        </p:nvSpPr>
        <p:spPr>
          <a:xfrm>
            <a:off x="2032678" y="2976384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8" y="4127"/>
                </a:moveTo>
                <a:lnTo>
                  <a:pt x="0" y="0"/>
                </a:lnTo>
                <a:lnTo>
                  <a:pt x="55578" y="0"/>
                </a:lnTo>
                <a:lnTo>
                  <a:pt x="55586" y="4127"/>
                </a:lnTo>
                <a:lnTo>
                  <a:pt x="8" y="4127"/>
                </a:lnTo>
                <a:close/>
              </a:path>
            </a:pathLst>
          </a:custGeom>
          <a:solidFill>
            <a:srgbClr val="EFF4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4" name="object 824"/>
          <p:cNvSpPr/>
          <p:nvPr/>
        </p:nvSpPr>
        <p:spPr>
          <a:xfrm>
            <a:off x="2032687" y="2980512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8" y="4127"/>
                </a:moveTo>
                <a:lnTo>
                  <a:pt x="0" y="0"/>
                </a:lnTo>
                <a:lnTo>
                  <a:pt x="55577" y="0"/>
                </a:lnTo>
                <a:lnTo>
                  <a:pt x="55585" y="4127"/>
                </a:lnTo>
                <a:lnTo>
                  <a:pt x="8" y="4127"/>
                </a:lnTo>
                <a:close/>
              </a:path>
            </a:pathLst>
          </a:custGeom>
          <a:solidFill>
            <a:srgbClr val="F1F6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5" name="object 825"/>
          <p:cNvSpPr/>
          <p:nvPr/>
        </p:nvSpPr>
        <p:spPr>
          <a:xfrm>
            <a:off x="2032696" y="2984639"/>
            <a:ext cx="55880" cy="2540"/>
          </a:xfrm>
          <a:custGeom>
            <a:avLst/>
            <a:gdLst/>
            <a:ahLst/>
            <a:cxnLst/>
            <a:rect l="l" t="t" r="r" b="b"/>
            <a:pathLst>
              <a:path w="55880" h="2539">
                <a:moveTo>
                  <a:pt x="4" y="2070"/>
                </a:moveTo>
                <a:lnTo>
                  <a:pt x="0" y="0"/>
                </a:lnTo>
                <a:lnTo>
                  <a:pt x="55577" y="0"/>
                </a:lnTo>
                <a:lnTo>
                  <a:pt x="55581" y="2070"/>
                </a:lnTo>
                <a:lnTo>
                  <a:pt x="4" y="2070"/>
                </a:lnTo>
                <a:close/>
              </a:path>
            </a:pathLst>
          </a:custGeom>
          <a:solidFill>
            <a:srgbClr val="F4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6" name="object 826"/>
          <p:cNvSpPr/>
          <p:nvPr/>
        </p:nvSpPr>
        <p:spPr>
          <a:xfrm>
            <a:off x="2032700" y="2986709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8" y="4127"/>
                </a:moveTo>
                <a:lnTo>
                  <a:pt x="0" y="0"/>
                </a:lnTo>
                <a:lnTo>
                  <a:pt x="55576" y="0"/>
                </a:lnTo>
                <a:lnTo>
                  <a:pt x="55584" y="4127"/>
                </a:lnTo>
                <a:lnTo>
                  <a:pt x="8" y="4127"/>
                </a:lnTo>
                <a:close/>
              </a:path>
            </a:pathLst>
          </a:custGeom>
          <a:solidFill>
            <a:srgbClr val="F6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7" name="object 827"/>
          <p:cNvSpPr/>
          <p:nvPr/>
        </p:nvSpPr>
        <p:spPr>
          <a:xfrm>
            <a:off x="2032708" y="2990837"/>
            <a:ext cx="55880" cy="6350"/>
          </a:xfrm>
          <a:custGeom>
            <a:avLst/>
            <a:gdLst/>
            <a:ahLst/>
            <a:cxnLst/>
            <a:rect l="l" t="t" r="r" b="b"/>
            <a:pathLst>
              <a:path w="55880" h="6350">
                <a:moveTo>
                  <a:pt x="12" y="6197"/>
                </a:moveTo>
                <a:lnTo>
                  <a:pt x="0" y="0"/>
                </a:lnTo>
                <a:lnTo>
                  <a:pt x="55576" y="0"/>
                </a:lnTo>
                <a:lnTo>
                  <a:pt x="55588" y="6197"/>
                </a:lnTo>
                <a:lnTo>
                  <a:pt x="12" y="6197"/>
                </a:lnTo>
                <a:close/>
              </a:path>
            </a:pathLst>
          </a:custGeom>
          <a:solidFill>
            <a:srgbClr val="F4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8" name="object 828"/>
          <p:cNvSpPr/>
          <p:nvPr/>
        </p:nvSpPr>
        <p:spPr>
          <a:xfrm>
            <a:off x="2032713" y="2997022"/>
            <a:ext cx="55880" cy="6350"/>
          </a:xfrm>
          <a:custGeom>
            <a:avLst/>
            <a:gdLst/>
            <a:ahLst/>
            <a:cxnLst/>
            <a:rect l="l" t="t" r="r" b="b"/>
            <a:pathLst>
              <a:path w="55880" h="6350">
                <a:moveTo>
                  <a:pt x="0" y="6197"/>
                </a:moveTo>
                <a:lnTo>
                  <a:pt x="8" y="0"/>
                </a:lnTo>
                <a:lnTo>
                  <a:pt x="55583" y="0"/>
                </a:lnTo>
                <a:lnTo>
                  <a:pt x="55576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1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9" name="object 829"/>
          <p:cNvSpPr/>
          <p:nvPr/>
        </p:nvSpPr>
        <p:spPr>
          <a:xfrm>
            <a:off x="2032704" y="3003219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0" y="4127"/>
                </a:moveTo>
                <a:lnTo>
                  <a:pt x="8" y="0"/>
                </a:lnTo>
                <a:lnTo>
                  <a:pt x="55584" y="0"/>
                </a:lnTo>
                <a:lnTo>
                  <a:pt x="55576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F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0" name="object 830"/>
          <p:cNvSpPr/>
          <p:nvPr/>
        </p:nvSpPr>
        <p:spPr>
          <a:xfrm>
            <a:off x="2032696" y="3007347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0" y="4127"/>
                </a:moveTo>
                <a:lnTo>
                  <a:pt x="8" y="0"/>
                </a:lnTo>
                <a:lnTo>
                  <a:pt x="55585" y="0"/>
                </a:lnTo>
                <a:lnTo>
                  <a:pt x="55577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DF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1" name="object 831"/>
          <p:cNvSpPr/>
          <p:nvPr/>
        </p:nvSpPr>
        <p:spPr>
          <a:xfrm>
            <a:off x="2032683" y="3011474"/>
            <a:ext cx="55880" cy="6350"/>
          </a:xfrm>
          <a:custGeom>
            <a:avLst/>
            <a:gdLst/>
            <a:ahLst/>
            <a:cxnLst/>
            <a:rect l="l" t="t" r="r" b="b"/>
            <a:pathLst>
              <a:path w="55880" h="6350">
                <a:moveTo>
                  <a:pt x="0" y="6197"/>
                </a:moveTo>
                <a:lnTo>
                  <a:pt x="12" y="0"/>
                </a:lnTo>
                <a:lnTo>
                  <a:pt x="55590" y="0"/>
                </a:lnTo>
                <a:lnTo>
                  <a:pt x="55578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B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2" name="object 832"/>
          <p:cNvSpPr/>
          <p:nvPr/>
        </p:nvSpPr>
        <p:spPr>
          <a:xfrm>
            <a:off x="2032674" y="3017672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0" y="4127"/>
                </a:moveTo>
                <a:lnTo>
                  <a:pt x="8" y="0"/>
                </a:lnTo>
                <a:lnTo>
                  <a:pt x="55586" y="0"/>
                </a:lnTo>
                <a:lnTo>
                  <a:pt x="55578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AEF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3" name="object 833"/>
          <p:cNvSpPr/>
          <p:nvPr/>
        </p:nvSpPr>
        <p:spPr>
          <a:xfrm>
            <a:off x="2032661" y="3021799"/>
            <a:ext cx="55880" cy="6350"/>
          </a:xfrm>
          <a:custGeom>
            <a:avLst/>
            <a:gdLst/>
            <a:ahLst/>
            <a:cxnLst/>
            <a:rect l="l" t="t" r="r" b="b"/>
            <a:pathLst>
              <a:path w="55880" h="6350">
                <a:moveTo>
                  <a:pt x="0" y="6197"/>
                </a:moveTo>
                <a:lnTo>
                  <a:pt x="12" y="0"/>
                </a:lnTo>
                <a:lnTo>
                  <a:pt x="55591" y="0"/>
                </a:lnTo>
                <a:lnTo>
                  <a:pt x="55579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4" name="object 834"/>
          <p:cNvSpPr/>
          <p:nvPr/>
        </p:nvSpPr>
        <p:spPr>
          <a:xfrm>
            <a:off x="2032653" y="3027997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0" y="4127"/>
                </a:moveTo>
                <a:lnTo>
                  <a:pt x="8" y="0"/>
                </a:lnTo>
                <a:lnTo>
                  <a:pt x="55588" y="0"/>
                </a:lnTo>
                <a:lnTo>
                  <a:pt x="55580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6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5" name="object 835"/>
          <p:cNvSpPr/>
          <p:nvPr/>
        </p:nvSpPr>
        <p:spPr>
          <a:xfrm>
            <a:off x="2032648" y="3032125"/>
            <a:ext cx="55880" cy="2540"/>
          </a:xfrm>
          <a:custGeom>
            <a:avLst/>
            <a:gdLst/>
            <a:ahLst/>
            <a:cxnLst/>
            <a:rect l="l" t="t" r="r" b="b"/>
            <a:pathLst>
              <a:path w="55880" h="2539">
                <a:moveTo>
                  <a:pt x="0" y="2070"/>
                </a:moveTo>
                <a:lnTo>
                  <a:pt x="4" y="0"/>
                </a:lnTo>
                <a:lnTo>
                  <a:pt x="55584" y="0"/>
                </a:lnTo>
                <a:lnTo>
                  <a:pt x="55580" y="2070"/>
                </a:lnTo>
                <a:lnTo>
                  <a:pt x="0" y="2070"/>
                </a:lnTo>
                <a:close/>
              </a:path>
            </a:pathLst>
          </a:custGeom>
          <a:solidFill>
            <a:srgbClr val="E4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6" name="object 836"/>
          <p:cNvSpPr/>
          <p:nvPr/>
        </p:nvSpPr>
        <p:spPr>
          <a:xfrm>
            <a:off x="2032636" y="3034182"/>
            <a:ext cx="55880" cy="6350"/>
          </a:xfrm>
          <a:custGeom>
            <a:avLst/>
            <a:gdLst/>
            <a:ahLst/>
            <a:cxnLst/>
            <a:rect l="l" t="t" r="r" b="b"/>
            <a:pathLst>
              <a:path w="55880" h="6350">
                <a:moveTo>
                  <a:pt x="0" y="6197"/>
                </a:moveTo>
                <a:lnTo>
                  <a:pt x="12" y="0"/>
                </a:lnTo>
                <a:lnTo>
                  <a:pt x="55593" y="0"/>
                </a:lnTo>
                <a:lnTo>
                  <a:pt x="55581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2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7" name="object 837"/>
          <p:cNvSpPr/>
          <p:nvPr/>
        </p:nvSpPr>
        <p:spPr>
          <a:xfrm>
            <a:off x="2032627" y="3040379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0" y="4127"/>
                </a:moveTo>
                <a:lnTo>
                  <a:pt x="8" y="0"/>
                </a:lnTo>
                <a:lnTo>
                  <a:pt x="55590" y="0"/>
                </a:lnTo>
                <a:lnTo>
                  <a:pt x="55582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0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8" name="object 838"/>
          <p:cNvSpPr/>
          <p:nvPr/>
        </p:nvSpPr>
        <p:spPr>
          <a:xfrm>
            <a:off x="2032614" y="3044507"/>
            <a:ext cx="55880" cy="6350"/>
          </a:xfrm>
          <a:custGeom>
            <a:avLst/>
            <a:gdLst/>
            <a:ahLst/>
            <a:cxnLst/>
            <a:rect l="l" t="t" r="r" b="b"/>
            <a:pathLst>
              <a:path w="55880" h="6350">
                <a:moveTo>
                  <a:pt x="0" y="6197"/>
                </a:moveTo>
                <a:lnTo>
                  <a:pt x="12" y="0"/>
                </a:lnTo>
                <a:lnTo>
                  <a:pt x="55595" y="0"/>
                </a:lnTo>
                <a:lnTo>
                  <a:pt x="55583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9" name="object 839"/>
          <p:cNvSpPr/>
          <p:nvPr/>
        </p:nvSpPr>
        <p:spPr>
          <a:xfrm>
            <a:off x="2032601" y="3050705"/>
            <a:ext cx="55880" cy="6350"/>
          </a:xfrm>
          <a:custGeom>
            <a:avLst/>
            <a:gdLst/>
            <a:ahLst/>
            <a:cxnLst/>
            <a:rect l="l" t="t" r="r" b="b"/>
            <a:pathLst>
              <a:path w="55880" h="6350">
                <a:moveTo>
                  <a:pt x="0" y="6197"/>
                </a:moveTo>
                <a:lnTo>
                  <a:pt x="12" y="0"/>
                </a:lnTo>
                <a:lnTo>
                  <a:pt x="55596" y="0"/>
                </a:lnTo>
                <a:lnTo>
                  <a:pt x="55584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DE7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0" name="object 840"/>
          <p:cNvSpPr/>
          <p:nvPr/>
        </p:nvSpPr>
        <p:spPr>
          <a:xfrm>
            <a:off x="2032593" y="3056889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0" y="4127"/>
                </a:moveTo>
                <a:lnTo>
                  <a:pt x="8" y="0"/>
                </a:lnTo>
                <a:lnTo>
                  <a:pt x="55593" y="0"/>
                </a:lnTo>
                <a:lnTo>
                  <a:pt x="55585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B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1" name="object 841"/>
          <p:cNvSpPr/>
          <p:nvPr/>
        </p:nvSpPr>
        <p:spPr>
          <a:xfrm>
            <a:off x="2032584" y="3061017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0" y="4127"/>
                </a:moveTo>
                <a:lnTo>
                  <a:pt x="8" y="0"/>
                </a:lnTo>
                <a:lnTo>
                  <a:pt x="55593" y="0"/>
                </a:lnTo>
                <a:lnTo>
                  <a:pt x="55585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9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2" name="object 842"/>
          <p:cNvSpPr/>
          <p:nvPr/>
        </p:nvSpPr>
        <p:spPr>
          <a:xfrm>
            <a:off x="2032571" y="3065157"/>
            <a:ext cx="55880" cy="6350"/>
          </a:xfrm>
          <a:custGeom>
            <a:avLst/>
            <a:gdLst/>
            <a:ahLst/>
            <a:cxnLst/>
            <a:rect l="l" t="t" r="r" b="b"/>
            <a:pathLst>
              <a:path w="55880" h="6350">
                <a:moveTo>
                  <a:pt x="0" y="6197"/>
                </a:moveTo>
                <a:lnTo>
                  <a:pt x="12" y="0"/>
                </a:lnTo>
                <a:lnTo>
                  <a:pt x="55598" y="0"/>
                </a:lnTo>
                <a:lnTo>
                  <a:pt x="55586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6E2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3" name="object 843"/>
          <p:cNvSpPr/>
          <p:nvPr/>
        </p:nvSpPr>
        <p:spPr>
          <a:xfrm>
            <a:off x="2032547" y="3071342"/>
            <a:ext cx="55880" cy="6350"/>
          </a:xfrm>
          <a:custGeom>
            <a:avLst/>
            <a:gdLst/>
            <a:ahLst/>
            <a:cxnLst/>
            <a:rect l="l" t="t" r="r" b="b"/>
            <a:pathLst>
              <a:path w="55880" h="6350">
                <a:moveTo>
                  <a:pt x="0" y="6197"/>
                </a:moveTo>
                <a:lnTo>
                  <a:pt x="24" y="0"/>
                </a:lnTo>
                <a:lnTo>
                  <a:pt x="55610" y="0"/>
                </a:lnTo>
                <a:lnTo>
                  <a:pt x="55588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4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4" name="object 844"/>
          <p:cNvSpPr/>
          <p:nvPr/>
        </p:nvSpPr>
        <p:spPr>
          <a:xfrm>
            <a:off x="2032520" y="3077540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0" y="4127"/>
                </a:moveTo>
                <a:lnTo>
                  <a:pt x="27" y="0"/>
                </a:lnTo>
                <a:lnTo>
                  <a:pt x="55615" y="0"/>
                </a:lnTo>
                <a:lnTo>
                  <a:pt x="55589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2D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5" name="object 845"/>
          <p:cNvSpPr/>
          <p:nvPr/>
        </p:nvSpPr>
        <p:spPr>
          <a:xfrm>
            <a:off x="2032492" y="3081667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0" y="4127"/>
                </a:moveTo>
                <a:lnTo>
                  <a:pt x="27" y="0"/>
                </a:lnTo>
                <a:lnTo>
                  <a:pt x="55617" y="0"/>
                </a:lnTo>
                <a:lnTo>
                  <a:pt x="55591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1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6" name="object 846"/>
          <p:cNvSpPr/>
          <p:nvPr/>
        </p:nvSpPr>
        <p:spPr>
          <a:xfrm>
            <a:off x="2032451" y="3085795"/>
            <a:ext cx="55880" cy="6350"/>
          </a:xfrm>
          <a:custGeom>
            <a:avLst/>
            <a:gdLst/>
            <a:ahLst/>
            <a:cxnLst/>
            <a:rect l="l" t="t" r="r" b="b"/>
            <a:pathLst>
              <a:path w="55880" h="6350">
                <a:moveTo>
                  <a:pt x="0" y="6197"/>
                </a:moveTo>
                <a:lnTo>
                  <a:pt x="41" y="0"/>
                </a:lnTo>
                <a:lnTo>
                  <a:pt x="55632" y="0"/>
                </a:lnTo>
                <a:lnTo>
                  <a:pt x="55593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CF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7" name="object 847"/>
          <p:cNvSpPr/>
          <p:nvPr/>
        </p:nvSpPr>
        <p:spPr>
          <a:xfrm>
            <a:off x="2032424" y="3091992"/>
            <a:ext cx="55880" cy="4445"/>
          </a:xfrm>
          <a:custGeom>
            <a:avLst/>
            <a:gdLst/>
            <a:ahLst/>
            <a:cxnLst/>
            <a:rect l="l" t="t" r="r" b="b"/>
            <a:pathLst>
              <a:path w="55880" h="4444">
                <a:moveTo>
                  <a:pt x="0" y="4127"/>
                </a:moveTo>
                <a:lnTo>
                  <a:pt x="27" y="0"/>
                </a:lnTo>
                <a:lnTo>
                  <a:pt x="55620" y="0"/>
                </a:lnTo>
                <a:lnTo>
                  <a:pt x="55595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CDD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8" name="object 848"/>
          <p:cNvSpPr/>
          <p:nvPr/>
        </p:nvSpPr>
        <p:spPr>
          <a:xfrm>
            <a:off x="2032383" y="3096120"/>
            <a:ext cx="55880" cy="6350"/>
          </a:xfrm>
          <a:custGeom>
            <a:avLst/>
            <a:gdLst/>
            <a:ahLst/>
            <a:cxnLst/>
            <a:rect l="l" t="t" r="r" b="b"/>
            <a:pathLst>
              <a:path w="55880" h="6350">
                <a:moveTo>
                  <a:pt x="0" y="6197"/>
                </a:moveTo>
                <a:lnTo>
                  <a:pt x="41" y="0"/>
                </a:lnTo>
                <a:lnTo>
                  <a:pt x="55636" y="0"/>
                </a:lnTo>
                <a:lnTo>
                  <a:pt x="55597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CADA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9" name="object 849"/>
          <p:cNvSpPr/>
          <p:nvPr/>
        </p:nvSpPr>
        <p:spPr>
          <a:xfrm>
            <a:off x="2032342" y="3102305"/>
            <a:ext cx="55880" cy="6350"/>
          </a:xfrm>
          <a:custGeom>
            <a:avLst/>
            <a:gdLst/>
            <a:ahLst/>
            <a:cxnLst/>
            <a:rect l="l" t="t" r="r" b="b"/>
            <a:pathLst>
              <a:path w="55880" h="6350">
                <a:moveTo>
                  <a:pt x="0" y="6197"/>
                </a:moveTo>
                <a:lnTo>
                  <a:pt x="41" y="0"/>
                </a:lnTo>
                <a:lnTo>
                  <a:pt x="55638" y="0"/>
                </a:lnTo>
                <a:lnTo>
                  <a:pt x="55599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C8D9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0" name="object 850"/>
          <p:cNvSpPr/>
          <p:nvPr/>
        </p:nvSpPr>
        <p:spPr>
          <a:xfrm>
            <a:off x="2032273" y="3108502"/>
            <a:ext cx="55880" cy="10795"/>
          </a:xfrm>
          <a:custGeom>
            <a:avLst/>
            <a:gdLst/>
            <a:ahLst/>
            <a:cxnLst/>
            <a:rect l="l" t="t" r="r" b="b"/>
            <a:pathLst>
              <a:path w="55880" h="10794">
                <a:moveTo>
                  <a:pt x="0" y="10325"/>
                </a:moveTo>
                <a:lnTo>
                  <a:pt x="68" y="0"/>
                </a:lnTo>
                <a:lnTo>
                  <a:pt x="55668" y="0"/>
                </a:lnTo>
                <a:lnTo>
                  <a:pt x="55603" y="10325"/>
                </a:lnTo>
                <a:lnTo>
                  <a:pt x="0" y="10325"/>
                </a:lnTo>
                <a:close/>
              </a:path>
            </a:pathLst>
          </a:custGeom>
          <a:solidFill>
            <a:srgbClr val="C6D6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1" name="object 851"/>
          <p:cNvSpPr/>
          <p:nvPr/>
        </p:nvSpPr>
        <p:spPr>
          <a:xfrm>
            <a:off x="2032218" y="3118827"/>
            <a:ext cx="55880" cy="8255"/>
          </a:xfrm>
          <a:custGeom>
            <a:avLst/>
            <a:gdLst/>
            <a:ahLst/>
            <a:cxnLst/>
            <a:rect l="l" t="t" r="r" b="b"/>
            <a:pathLst>
              <a:path w="55880" h="8255">
                <a:moveTo>
                  <a:pt x="0" y="8255"/>
                </a:moveTo>
                <a:lnTo>
                  <a:pt x="54" y="0"/>
                </a:lnTo>
                <a:lnTo>
                  <a:pt x="55658" y="0"/>
                </a:lnTo>
                <a:lnTo>
                  <a:pt x="55606" y="8255"/>
                </a:lnTo>
                <a:lnTo>
                  <a:pt x="0" y="8255"/>
                </a:lnTo>
                <a:close/>
              </a:path>
            </a:pathLst>
          </a:custGeom>
          <a:solidFill>
            <a:srgbClr val="C5D4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2" name="object 852"/>
          <p:cNvSpPr/>
          <p:nvPr/>
        </p:nvSpPr>
        <p:spPr>
          <a:xfrm>
            <a:off x="2032177" y="3127082"/>
            <a:ext cx="55880" cy="6350"/>
          </a:xfrm>
          <a:custGeom>
            <a:avLst/>
            <a:gdLst/>
            <a:ahLst/>
            <a:cxnLst/>
            <a:rect l="l" t="t" r="r" b="b"/>
            <a:pathLst>
              <a:path w="55880" h="6350">
                <a:moveTo>
                  <a:pt x="0" y="6197"/>
                </a:moveTo>
                <a:lnTo>
                  <a:pt x="41" y="0"/>
                </a:lnTo>
                <a:lnTo>
                  <a:pt x="55647" y="0"/>
                </a:lnTo>
                <a:lnTo>
                  <a:pt x="55608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C3D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3" name="object 853"/>
          <p:cNvSpPr/>
          <p:nvPr/>
        </p:nvSpPr>
        <p:spPr>
          <a:xfrm>
            <a:off x="2032136" y="3133280"/>
            <a:ext cx="55880" cy="6350"/>
          </a:xfrm>
          <a:custGeom>
            <a:avLst/>
            <a:gdLst/>
            <a:ahLst/>
            <a:cxnLst/>
            <a:rect l="l" t="t" r="r" b="b"/>
            <a:pathLst>
              <a:path w="55880" h="6350">
                <a:moveTo>
                  <a:pt x="0" y="6197"/>
                </a:moveTo>
                <a:lnTo>
                  <a:pt x="41" y="0"/>
                </a:lnTo>
                <a:lnTo>
                  <a:pt x="55649" y="0"/>
                </a:lnTo>
                <a:lnTo>
                  <a:pt x="55610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C1D2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4" name="object 854"/>
          <p:cNvSpPr/>
          <p:nvPr/>
        </p:nvSpPr>
        <p:spPr>
          <a:xfrm>
            <a:off x="2032073" y="3139465"/>
            <a:ext cx="55880" cy="6350"/>
          </a:xfrm>
          <a:custGeom>
            <a:avLst/>
            <a:gdLst/>
            <a:ahLst/>
            <a:cxnLst/>
            <a:rect l="l" t="t" r="r" b="b"/>
            <a:pathLst>
              <a:path w="55880" h="6350">
                <a:moveTo>
                  <a:pt x="0" y="6197"/>
                </a:moveTo>
                <a:lnTo>
                  <a:pt x="63" y="0"/>
                </a:lnTo>
                <a:lnTo>
                  <a:pt x="55674" y="0"/>
                </a:lnTo>
                <a:lnTo>
                  <a:pt x="55613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C0D1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5" name="object 855"/>
          <p:cNvSpPr/>
          <p:nvPr/>
        </p:nvSpPr>
        <p:spPr>
          <a:xfrm>
            <a:off x="2031967" y="3145663"/>
            <a:ext cx="55880" cy="8255"/>
          </a:xfrm>
          <a:custGeom>
            <a:avLst/>
            <a:gdLst/>
            <a:ahLst/>
            <a:cxnLst/>
            <a:rect l="l" t="t" r="r" b="b"/>
            <a:pathLst>
              <a:path w="55880" h="8255">
                <a:moveTo>
                  <a:pt x="0" y="8255"/>
                </a:moveTo>
                <a:lnTo>
                  <a:pt x="105" y="0"/>
                </a:lnTo>
                <a:lnTo>
                  <a:pt x="55718" y="0"/>
                </a:lnTo>
                <a:lnTo>
                  <a:pt x="55615" y="8255"/>
                </a:lnTo>
                <a:lnTo>
                  <a:pt x="0" y="8255"/>
                </a:lnTo>
                <a:close/>
              </a:path>
            </a:pathLst>
          </a:custGeom>
          <a:solidFill>
            <a:srgbClr val="BDD0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6" name="object 856"/>
          <p:cNvSpPr/>
          <p:nvPr/>
        </p:nvSpPr>
        <p:spPr>
          <a:xfrm>
            <a:off x="2031888" y="3153917"/>
            <a:ext cx="55880" cy="6350"/>
          </a:xfrm>
          <a:custGeom>
            <a:avLst/>
            <a:gdLst/>
            <a:ahLst/>
            <a:cxnLst/>
            <a:rect l="l" t="t" r="r" b="b"/>
            <a:pathLst>
              <a:path w="55880" h="6350">
                <a:moveTo>
                  <a:pt x="0" y="6197"/>
                </a:moveTo>
                <a:lnTo>
                  <a:pt x="78" y="0"/>
                </a:lnTo>
                <a:lnTo>
                  <a:pt x="55694" y="0"/>
                </a:lnTo>
                <a:lnTo>
                  <a:pt x="55618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BBCF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7" name="object 857"/>
          <p:cNvSpPr/>
          <p:nvPr/>
        </p:nvSpPr>
        <p:spPr>
          <a:xfrm>
            <a:off x="2031783" y="3160115"/>
            <a:ext cx="55880" cy="8255"/>
          </a:xfrm>
          <a:custGeom>
            <a:avLst/>
            <a:gdLst/>
            <a:ahLst/>
            <a:cxnLst/>
            <a:rect l="l" t="t" r="r" b="b"/>
            <a:pathLst>
              <a:path w="55880" h="8255">
                <a:moveTo>
                  <a:pt x="0" y="8255"/>
                </a:moveTo>
                <a:lnTo>
                  <a:pt x="105" y="0"/>
                </a:lnTo>
                <a:lnTo>
                  <a:pt x="55723" y="0"/>
                </a:lnTo>
                <a:lnTo>
                  <a:pt x="55620" y="8255"/>
                </a:lnTo>
                <a:lnTo>
                  <a:pt x="0" y="8255"/>
                </a:lnTo>
                <a:close/>
              </a:path>
            </a:pathLst>
          </a:custGeom>
          <a:solidFill>
            <a:srgbClr val="B9CE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8" name="object 858"/>
          <p:cNvSpPr/>
          <p:nvPr/>
        </p:nvSpPr>
        <p:spPr>
          <a:xfrm>
            <a:off x="2031651" y="3168370"/>
            <a:ext cx="55880" cy="10795"/>
          </a:xfrm>
          <a:custGeom>
            <a:avLst/>
            <a:gdLst/>
            <a:ahLst/>
            <a:cxnLst/>
            <a:rect l="l" t="t" r="r" b="b"/>
            <a:pathLst>
              <a:path w="55880" h="10794">
                <a:moveTo>
                  <a:pt x="0" y="10325"/>
                </a:moveTo>
                <a:lnTo>
                  <a:pt x="131" y="0"/>
                </a:lnTo>
                <a:lnTo>
                  <a:pt x="55752" y="0"/>
                </a:lnTo>
                <a:lnTo>
                  <a:pt x="55624" y="10325"/>
                </a:lnTo>
                <a:lnTo>
                  <a:pt x="0" y="10325"/>
                </a:lnTo>
                <a:close/>
              </a:path>
            </a:pathLst>
          </a:custGeom>
          <a:solidFill>
            <a:srgbClr val="B8CC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9" name="object 859"/>
          <p:cNvSpPr/>
          <p:nvPr/>
        </p:nvSpPr>
        <p:spPr>
          <a:xfrm>
            <a:off x="2031572" y="3178695"/>
            <a:ext cx="55880" cy="6350"/>
          </a:xfrm>
          <a:custGeom>
            <a:avLst/>
            <a:gdLst/>
            <a:ahLst/>
            <a:cxnLst/>
            <a:rect l="l" t="t" r="r" b="b"/>
            <a:pathLst>
              <a:path w="55880" h="6350">
                <a:moveTo>
                  <a:pt x="0" y="6197"/>
                </a:moveTo>
                <a:lnTo>
                  <a:pt x="78" y="0"/>
                </a:lnTo>
                <a:lnTo>
                  <a:pt x="55703" y="0"/>
                </a:lnTo>
                <a:lnTo>
                  <a:pt x="55626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B6C9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0" name="object 860"/>
          <p:cNvSpPr/>
          <p:nvPr/>
        </p:nvSpPr>
        <p:spPr>
          <a:xfrm>
            <a:off x="2031467" y="3184880"/>
            <a:ext cx="55880" cy="8255"/>
          </a:xfrm>
          <a:custGeom>
            <a:avLst/>
            <a:gdLst/>
            <a:ahLst/>
            <a:cxnLst/>
            <a:rect l="l" t="t" r="r" b="b"/>
            <a:pathLst>
              <a:path w="55880" h="8255">
                <a:moveTo>
                  <a:pt x="0" y="8254"/>
                </a:moveTo>
                <a:lnTo>
                  <a:pt x="105" y="0"/>
                </a:lnTo>
                <a:lnTo>
                  <a:pt x="55731" y="0"/>
                </a:lnTo>
                <a:lnTo>
                  <a:pt x="55629" y="8254"/>
                </a:lnTo>
                <a:lnTo>
                  <a:pt x="0" y="8254"/>
                </a:lnTo>
                <a:close/>
              </a:path>
            </a:pathLst>
          </a:custGeom>
          <a:solidFill>
            <a:srgbClr val="B4C8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1" name="object 861"/>
          <p:cNvSpPr/>
          <p:nvPr/>
        </p:nvSpPr>
        <p:spPr>
          <a:xfrm>
            <a:off x="2031283" y="3193148"/>
            <a:ext cx="55880" cy="8255"/>
          </a:xfrm>
          <a:custGeom>
            <a:avLst/>
            <a:gdLst/>
            <a:ahLst/>
            <a:cxnLst/>
            <a:rect l="l" t="t" r="r" b="b"/>
            <a:pathLst>
              <a:path w="55880" h="8255">
                <a:moveTo>
                  <a:pt x="55628" y="8255"/>
                </a:moveTo>
                <a:lnTo>
                  <a:pt x="0" y="8255"/>
                </a:lnTo>
                <a:lnTo>
                  <a:pt x="164" y="1523"/>
                </a:lnTo>
                <a:lnTo>
                  <a:pt x="184" y="0"/>
                </a:lnTo>
                <a:lnTo>
                  <a:pt x="55813" y="0"/>
                </a:lnTo>
                <a:lnTo>
                  <a:pt x="55794" y="1523"/>
                </a:lnTo>
                <a:lnTo>
                  <a:pt x="55628" y="8255"/>
                </a:lnTo>
                <a:close/>
              </a:path>
            </a:pathLst>
          </a:custGeom>
          <a:solidFill>
            <a:srgbClr val="B1C7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2" name="object 862"/>
          <p:cNvSpPr/>
          <p:nvPr/>
        </p:nvSpPr>
        <p:spPr>
          <a:xfrm>
            <a:off x="2029637" y="3201403"/>
            <a:ext cx="57785" cy="40640"/>
          </a:xfrm>
          <a:custGeom>
            <a:avLst/>
            <a:gdLst/>
            <a:ahLst/>
            <a:cxnLst/>
            <a:rect l="l" t="t" r="r" b="b"/>
            <a:pathLst>
              <a:path w="57785" h="40639">
                <a:moveTo>
                  <a:pt x="55575" y="40259"/>
                </a:moveTo>
                <a:lnTo>
                  <a:pt x="0" y="40259"/>
                </a:lnTo>
                <a:lnTo>
                  <a:pt x="964" y="27843"/>
                </a:lnTo>
                <a:lnTo>
                  <a:pt x="1645" y="0"/>
                </a:lnTo>
                <a:lnTo>
                  <a:pt x="57274" y="0"/>
                </a:lnTo>
                <a:lnTo>
                  <a:pt x="56588" y="27843"/>
                </a:lnTo>
                <a:lnTo>
                  <a:pt x="55575" y="40259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3" name="object 863"/>
          <p:cNvSpPr/>
          <p:nvPr/>
        </p:nvSpPr>
        <p:spPr>
          <a:xfrm>
            <a:off x="2029573" y="2754464"/>
            <a:ext cx="0" cy="116839"/>
          </a:xfrm>
          <a:custGeom>
            <a:avLst/>
            <a:gdLst/>
            <a:ahLst/>
            <a:cxnLst/>
            <a:rect l="l" t="t" r="r" b="b"/>
            <a:pathLst>
              <a:path w="0" h="116839">
                <a:moveTo>
                  <a:pt x="0" y="0"/>
                </a:moveTo>
                <a:lnTo>
                  <a:pt x="0" y="116636"/>
                </a:lnTo>
              </a:path>
            </a:pathLst>
          </a:custGeom>
          <a:ln w="5318">
            <a:solidFill>
              <a:srgbClr val="D0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4" name="object 864"/>
          <p:cNvSpPr/>
          <p:nvPr/>
        </p:nvSpPr>
        <p:spPr>
          <a:xfrm>
            <a:off x="2026871" y="2871101"/>
            <a:ext cx="5715" cy="6350"/>
          </a:xfrm>
          <a:custGeom>
            <a:avLst/>
            <a:gdLst/>
            <a:ahLst/>
            <a:cxnLst/>
            <a:rect l="l" t="t" r="r" b="b"/>
            <a:pathLst>
              <a:path w="5714" h="6350">
                <a:moveTo>
                  <a:pt x="0" y="6197"/>
                </a:moveTo>
                <a:lnTo>
                  <a:pt x="42" y="0"/>
                </a:lnTo>
                <a:lnTo>
                  <a:pt x="5360" y="0"/>
                </a:lnTo>
                <a:lnTo>
                  <a:pt x="5401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5" name="object 865"/>
          <p:cNvSpPr/>
          <p:nvPr/>
        </p:nvSpPr>
        <p:spPr>
          <a:xfrm>
            <a:off x="2026829" y="2877299"/>
            <a:ext cx="5715" cy="6350"/>
          </a:xfrm>
          <a:custGeom>
            <a:avLst/>
            <a:gdLst/>
            <a:ahLst/>
            <a:cxnLst/>
            <a:rect l="l" t="t" r="r" b="b"/>
            <a:pathLst>
              <a:path w="5714" h="6350">
                <a:moveTo>
                  <a:pt x="0" y="6197"/>
                </a:moveTo>
                <a:lnTo>
                  <a:pt x="42" y="0"/>
                </a:lnTo>
                <a:lnTo>
                  <a:pt x="5443" y="0"/>
                </a:lnTo>
                <a:lnTo>
                  <a:pt x="5484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3DF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6" name="object 866"/>
          <p:cNvSpPr/>
          <p:nvPr/>
        </p:nvSpPr>
        <p:spPr>
          <a:xfrm>
            <a:off x="2026801" y="2883484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4">
                <a:moveTo>
                  <a:pt x="0" y="4127"/>
                </a:moveTo>
                <a:lnTo>
                  <a:pt x="28" y="0"/>
                </a:lnTo>
                <a:lnTo>
                  <a:pt x="5512" y="0"/>
                </a:lnTo>
                <a:lnTo>
                  <a:pt x="5540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5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7" name="object 867"/>
          <p:cNvSpPr/>
          <p:nvPr/>
        </p:nvSpPr>
        <p:spPr>
          <a:xfrm>
            <a:off x="2026759" y="2887611"/>
            <a:ext cx="5715" cy="6350"/>
          </a:xfrm>
          <a:custGeom>
            <a:avLst/>
            <a:gdLst/>
            <a:ahLst/>
            <a:cxnLst/>
            <a:rect l="l" t="t" r="r" b="b"/>
            <a:pathLst>
              <a:path w="5714" h="6350">
                <a:moveTo>
                  <a:pt x="0" y="6197"/>
                </a:moveTo>
                <a:lnTo>
                  <a:pt x="42" y="0"/>
                </a:lnTo>
                <a:lnTo>
                  <a:pt x="5582" y="0"/>
                </a:lnTo>
                <a:lnTo>
                  <a:pt x="5623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7E2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8" name="object 868"/>
          <p:cNvSpPr/>
          <p:nvPr/>
        </p:nvSpPr>
        <p:spPr>
          <a:xfrm>
            <a:off x="2026717" y="2893809"/>
            <a:ext cx="5715" cy="6350"/>
          </a:xfrm>
          <a:custGeom>
            <a:avLst/>
            <a:gdLst/>
            <a:ahLst/>
            <a:cxnLst/>
            <a:rect l="l" t="t" r="r" b="b"/>
            <a:pathLst>
              <a:path w="5714" h="6350">
                <a:moveTo>
                  <a:pt x="0" y="6197"/>
                </a:moveTo>
                <a:lnTo>
                  <a:pt x="42" y="0"/>
                </a:lnTo>
                <a:lnTo>
                  <a:pt x="5665" y="0"/>
                </a:lnTo>
                <a:lnTo>
                  <a:pt x="5706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A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9" name="object 869"/>
          <p:cNvSpPr/>
          <p:nvPr/>
        </p:nvSpPr>
        <p:spPr>
          <a:xfrm>
            <a:off x="2026675" y="2900006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197"/>
                </a:moveTo>
                <a:lnTo>
                  <a:pt x="42" y="0"/>
                </a:lnTo>
                <a:lnTo>
                  <a:pt x="5748" y="0"/>
                </a:lnTo>
                <a:lnTo>
                  <a:pt x="5789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C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0" name="object 870"/>
          <p:cNvSpPr/>
          <p:nvPr/>
        </p:nvSpPr>
        <p:spPr>
          <a:xfrm>
            <a:off x="2026633" y="2906191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197"/>
                </a:moveTo>
                <a:lnTo>
                  <a:pt x="42" y="0"/>
                </a:lnTo>
                <a:lnTo>
                  <a:pt x="5831" y="0"/>
                </a:lnTo>
                <a:lnTo>
                  <a:pt x="5872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DEE7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1" name="object 871"/>
          <p:cNvSpPr/>
          <p:nvPr/>
        </p:nvSpPr>
        <p:spPr>
          <a:xfrm>
            <a:off x="2026605" y="2912389"/>
            <a:ext cx="6350" cy="4445"/>
          </a:xfrm>
          <a:custGeom>
            <a:avLst/>
            <a:gdLst/>
            <a:ahLst/>
            <a:cxnLst/>
            <a:rect l="l" t="t" r="r" b="b"/>
            <a:pathLst>
              <a:path w="6350" h="4444">
                <a:moveTo>
                  <a:pt x="0" y="4127"/>
                </a:moveTo>
                <a:lnTo>
                  <a:pt x="28" y="0"/>
                </a:lnTo>
                <a:lnTo>
                  <a:pt x="5900" y="0"/>
                </a:lnTo>
                <a:lnTo>
                  <a:pt x="5927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2" name="object 872"/>
          <p:cNvSpPr/>
          <p:nvPr/>
        </p:nvSpPr>
        <p:spPr>
          <a:xfrm>
            <a:off x="2026570" y="2916516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197"/>
                </a:moveTo>
                <a:lnTo>
                  <a:pt x="34" y="0"/>
                </a:lnTo>
                <a:lnTo>
                  <a:pt x="5962" y="0"/>
                </a:lnTo>
                <a:lnTo>
                  <a:pt x="5996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3" name="object 873"/>
          <p:cNvSpPr/>
          <p:nvPr/>
        </p:nvSpPr>
        <p:spPr>
          <a:xfrm>
            <a:off x="2026557" y="2922714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197"/>
                </a:moveTo>
                <a:lnTo>
                  <a:pt x="13" y="0"/>
                </a:lnTo>
                <a:lnTo>
                  <a:pt x="6009" y="0"/>
                </a:lnTo>
                <a:lnTo>
                  <a:pt x="6022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4" name="object 874"/>
          <p:cNvSpPr/>
          <p:nvPr/>
        </p:nvSpPr>
        <p:spPr>
          <a:xfrm>
            <a:off x="2026544" y="2928899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197"/>
                </a:moveTo>
                <a:lnTo>
                  <a:pt x="13" y="0"/>
                </a:lnTo>
                <a:lnTo>
                  <a:pt x="6035" y="0"/>
                </a:lnTo>
                <a:lnTo>
                  <a:pt x="6048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6EC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5" name="object 875"/>
          <p:cNvSpPr/>
          <p:nvPr/>
        </p:nvSpPr>
        <p:spPr>
          <a:xfrm>
            <a:off x="2026536" y="2935097"/>
            <a:ext cx="6350" cy="4445"/>
          </a:xfrm>
          <a:custGeom>
            <a:avLst/>
            <a:gdLst/>
            <a:ahLst/>
            <a:cxnLst/>
            <a:rect l="l" t="t" r="r" b="b"/>
            <a:pathLst>
              <a:path w="6350" h="4444">
                <a:moveTo>
                  <a:pt x="0" y="4127"/>
                </a:moveTo>
                <a:lnTo>
                  <a:pt x="8" y="0"/>
                </a:lnTo>
                <a:lnTo>
                  <a:pt x="6056" y="0"/>
                </a:lnTo>
                <a:lnTo>
                  <a:pt x="6065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6" name="object 876"/>
          <p:cNvSpPr/>
          <p:nvPr/>
        </p:nvSpPr>
        <p:spPr>
          <a:xfrm>
            <a:off x="2026523" y="2939224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197"/>
                </a:moveTo>
                <a:lnTo>
                  <a:pt x="13" y="0"/>
                </a:lnTo>
                <a:lnTo>
                  <a:pt x="6078" y="0"/>
                </a:lnTo>
                <a:lnTo>
                  <a:pt x="6091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7" name="object 877"/>
          <p:cNvSpPr/>
          <p:nvPr/>
        </p:nvSpPr>
        <p:spPr>
          <a:xfrm>
            <a:off x="2026510" y="2945422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197"/>
                </a:moveTo>
                <a:lnTo>
                  <a:pt x="13" y="0"/>
                </a:lnTo>
                <a:lnTo>
                  <a:pt x="6104" y="0"/>
                </a:lnTo>
                <a:lnTo>
                  <a:pt x="6117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8" name="object 878"/>
          <p:cNvSpPr/>
          <p:nvPr/>
        </p:nvSpPr>
        <p:spPr>
          <a:xfrm>
            <a:off x="2026496" y="2951607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197"/>
                </a:moveTo>
                <a:lnTo>
                  <a:pt x="13" y="0"/>
                </a:lnTo>
                <a:lnTo>
                  <a:pt x="6130" y="0"/>
                </a:lnTo>
                <a:lnTo>
                  <a:pt x="6143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ED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9" name="object 879"/>
          <p:cNvSpPr/>
          <p:nvPr/>
        </p:nvSpPr>
        <p:spPr>
          <a:xfrm>
            <a:off x="2026488" y="2957804"/>
            <a:ext cx="6350" cy="4445"/>
          </a:xfrm>
          <a:custGeom>
            <a:avLst/>
            <a:gdLst/>
            <a:ahLst/>
            <a:cxnLst/>
            <a:rect l="l" t="t" r="r" b="b"/>
            <a:pathLst>
              <a:path w="6350" h="4444">
                <a:moveTo>
                  <a:pt x="0" y="4127"/>
                </a:moveTo>
                <a:lnTo>
                  <a:pt x="8" y="0"/>
                </a:lnTo>
                <a:lnTo>
                  <a:pt x="6151" y="0"/>
                </a:lnTo>
                <a:lnTo>
                  <a:pt x="6160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0" name="object 880"/>
          <p:cNvSpPr/>
          <p:nvPr/>
        </p:nvSpPr>
        <p:spPr>
          <a:xfrm>
            <a:off x="2026475" y="2961932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197"/>
                </a:moveTo>
                <a:lnTo>
                  <a:pt x="13" y="0"/>
                </a:lnTo>
                <a:lnTo>
                  <a:pt x="6173" y="0"/>
                </a:lnTo>
                <a:lnTo>
                  <a:pt x="6186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1" name="object 881"/>
          <p:cNvSpPr/>
          <p:nvPr/>
        </p:nvSpPr>
        <p:spPr>
          <a:xfrm>
            <a:off x="2026462" y="2968129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197"/>
                </a:moveTo>
                <a:lnTo>
                  <a:pt x="13" y="0"/>
                </a:lnTo>
                <a:lnTo>
                  <a:pt x="6199" y="0"/>
                </a:lnTo>
                <a:lnTo>
                  <a:pt x="6212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2" name="object 882"/>
          <p:cNvSpPr/>
          <p:nvPr/>
        </p:nvSpPr>
        <p:spPr>
          <a:xfrm>
            <a:off x="2026453" y="2974314"/>
            <a:ext cx="6350" cy="4445"/>
          </a:xfrm>
          <a:custGeom>
            <a:avLst/>
            <a:gdLst/>
            <a:ahLst/>
            <a:cxnLst/>
            <a:rect l="l" t="t" r="r" b="b"/>
            <a:pathLst>
              <a:path w="6350" h="4444">
                <a:moveTo>
                  <a:pt x="0" y="4127"/>
                </a:moveTo>
                <a:lnTo>
                  <a:pt x="8" y="0"/>
                </a:lnTo>
                <a:lnTo>
                  <a:pt x="6221" y="0"/>
                </a:lnTo>
                <a:lnTo>
                  <a:pt x="6229" y="4127"/>
                </a:lnTo>
                <a:lnTo>
                  <a:pt x="0" y="4127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3" name="object 883"/>
          <p:cNvSpPr/>
          <p:nvPr/>
        </p:nvSpPr>
        <p:spPr>
          <a:xfrm>
            <a:off x="2026440" y="2978442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197"/>
                </a:moveTo>
                <a:lnTo>
                  <a:pt x="13" y="0"/>
                </a:lnTo>
                <a:lnTo>
                  <a:pt x="6242" y="0"/>
                </a:lnTo>
                <a:lnTo>
                  <a:pt x="6255" y="6197"/>
                </a:lnTo>
                <a:lnTo>
                  <a:pt x="0" y="6197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4" name="object 884"/>
          <p:cNvSpPr/>
          <p:nvPr/>
        </p:nvSpPr>
        <p:spPr>
          <a:xfrm>
            <a:off x="2026414" y="2984639"/>
            <a:ext cx="6350" cy="14604"/>
          </a:xfrm>
          <a:custGeom>
            <a:avLst/>
            <a:gdLst/>
            <a:ahLst/>
            <a:cxnLst/>
            <a:rect l="l" t="t" r="r" b="b"/>
            <a:pathLst>
              <a:path w="6350" h="14605">
                <a:moveTo>
                  <a:pt x="0" y="14452"/>
                </a:moveTo>
                <a:lnTo>
                  <a:pt x="26" y="0"/>
                </a:lnTo>
                <a:lnTo>
                  <a:pt x="6281" y="0"/>
                </a:lnTo>
                <a:lnTo>
                  <a:pt x="6307" y="14452"/>
                </a:lnTo>
                <a:lnTo>
                  <a:pt x="0" y="14452"/>
                </a:lnTo>
                <a:close/>
              </a:path>
            </a:pathLst>
          </a:custGeom>
          <a:solidFill>
            <a:srgbClr val="F8F9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5" name="object 885"/>
          <p:cNvSpPr/>
          <p:nvPr/>
        </p:nvSpPr>
        <p:spPr>
          <a:xfrm>
            <a:off x="2026414" y="2999092"/>
            <a:ext cx="6350" cy="8255"/>
          </a:xfrm>
          <a:custGeom>
            <a:avLst/>
            <a:gdLst/>
            <a:ahLst/>
            <a:cxnLst/>
            <a:rect l="l" t="t" r="r" b="b"/>
            <a:pathLst>
              <a:path w="6350" h="8255">
                <a:moveTo>
                  <a:pt x="17" y="8255"/>
                </a:moveTo>
                <a:lnTo>
                  <a:pt x="0" y="0"/>
                </a:lnTo>
                <a:lnTo>
                  <a:pt x="6307" y="0"/>
                </a:lnTo>
                <a:lnTo>
                  <a:pt x="6290" y="8255"/>
                </a:lnTo>
                <a:lnTo>
                  <a:pt x="17" y="8255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6" name="object 886"/>
          <p:cNvSpPr/>
          <p:nvPr/>
        </p:nvSpPr>
        <p:spPr>
          <a:xfrm>
            <a:off x="2026431" y="3007347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13" y="6197"/>
                </a:moveTo>
                <a:lnTo>
                  <a:pt x="0" y="0"/>
                </a:lnTo>
                <a:lnTo>
                  <a:pt x="6273" y="0"/>
                </a:lnTo>
                <a:lnTo>
                  <a:pt x="6260" y="6197"/>
                </a:lnTo>
                <a:lnTo>
                  <a:pt x="13" y="6197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7" name="object 887"/>
          <p:cNvSpPr/>
          <p:nvPr/>
        </p:nvSpPr>
        <p:spPr>
          <a:xfrm>
            <a:off x="2026444" y="3013544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13" y="6197"/>
                </a:moveTo>
                <a:lnTo>
                  <a:pt x="0" y="0"/>
                </a:lnTo>
                <a:lnTo>
                  <a:pt x="6247" y="0"/>
                </a:lnTo>
                <a:lnTo>
                  <a:pt x="6234" y="6197"/>
                </a:lnTo>
                <a:lnTo>
                  <a:pt x="13" y="6197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8" name="object 888"/>
          <p:cNvSpPr/>
          <p:nvPr/>
        </p:nvSpPr>
        <p:spPr>
          <a:xfrm>
            <a:off x="2026457" y="3019729"/>
            <a:ext cx="6350" cy="8255"/>
          </a:xfrm>
          <a:custGeom>
            <a:avLst/>
            <a:gdLst/>
            <a:ahLst/>
            <a:cxnLst/>
            <a:rect l="l" t="t" r="r" b="b"/>
            <a:pathLst>
              <a:path w="6350" h="8255">
                <a:moveTo>
                  <a:pt x="17" y="8255"/>
                </a:moveTo>
                <a:lnTo>
                  <a:pt x="0" y="0"/>
                </a:lnTo>
                <a:lnTo>
                  <a:pt x="6221" y="0"/>
                </a:lnTo>
                <a:lnTo>
                  <a:pt x="6204" y="8255"/>
                </a:lnTo>
                <a:lnTo>
                  <a:pt x="17" y="8255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9" name="object 889"/>
          <p:cNvSpPr/>
          <p:nvPr/>
        </p:nvSpPr>
        <p:spPr>
          <a:xfrm>
            <a:off x="2026475" y="3027997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13" y="6197"/>
                </a:moveTo>
                <a:lnTo>
                  <a:pt x="0" y="0"/>
                </a:lnTo>
                <a:lnTo>
                  <a:pt x="6186" y="0"/>
                </a:lnTo>
                <a:lnTo>
                  <a:pt x="6173" y="6197"/>
                </a:lnTo>
                <a:lnTo>
                  <a:pt x="13" y="6197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0" name="object 890"/>
          <p:cNvSpPr/>
          <p:nvPr/>
        </p:nvSpPr>
        <p:spPr>
          <a:xfrm>
            <a:off x="2026488" y="3034182"/>
            <a:ext cx="6350" cy="10795"/>
          </a:xfrm>
          <a:custGeom>
            <a:avLst/>
            <a:gdLst/>
            <a:ahLst/>
            <a:cxnLst/>
            <a:rect l="l" t="t" r="r" b="b"/>
            <a:pathLst>
              <a:path w="6350" h="10794">
                <a:moveTo>
                  <a:pt x="21" y="10325"/>
                </a:moveTo>
                <a:lnTo>
                  <a:pt x="0" y="0"/>
                </a:lnTo>
                <a:lnTo>
                  <a:pt x="6160" y="0"/>
                </a:lnTo>
                <a:lnTo>
                  <a:pt x="6139" y="10325"/>
                </a:lnTo>
                <a:lnTo>
                  <a:pt x="21" y="10325"/>
                </a:lnTo>
                <a:close/>
              </a:path>
            </a:pathLst>
          </a:custGeom>
          <a:solidFill>
            <a:srgbClr val="EDF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1" name="object 891"/>
          <p:cNvSpPr/>
          <p:nvPr/>
        </p:nvSpPr>
        <p:spPr>
          <a:xfrm>
            <a:off x="2026509" y="3044507"/>
            <a:ext cx="6350" cy="8255"/>
          </a:xfrm>
          <a:custGeom>
            <a:avLst/>
            <a:gdLst/>
            <a:ahLst/>
            <a:cxnLst/>
            <a:rect l="l" t="t" r="r" b="b"/>
            <a:pathLst>
              <a:path w="6350" h="8255">
                <a:moveTo>
                  <a:pt x="17" y="8254"/>
                </a:moveTo>
                <a:lnTo>
                  <a:pt x="0" y="0"/>
                </a:lnTo>
                <a:lnTo>
                  <a:pt x="6117" y="0"/>
                </a:lnTo>
                <a:lnTo>
                  <a:pt x="6100" y="8254"/>
                </a:lnTo>
                <a:lnTo>
                  <a:pt x="17" y="8254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2" name="object 892"/>
          <p:cNvSpPr/>
          <p:nvPr/>
        </p:nvSpPr>
        <p:spPr>
          <a:xfrm>
            <a:off x="2026527" y="3052762"/>
            <a:ext cx="6350" cy="8255"/>
          </a:xfrm>
          <a:custGeom>
            <a:avLst/>
            <a:gdLst/>
            <a:ahLst/>
            <a:cxnLst/>
            <a:rect l="l" t="t" r="r" b="b"/>
            <a:pathLst>
              <a:path w="6350" h="8255">
                <a:moveTo>
                  <a:pt x="17" y="8255"/>
                </a:moveTo>
                <a:lnTo>
                  <a:pt x="0" y="0"/>
                </a:lnTo>
                <a:lnTo>
                  <a:pt x="6082" y="0"/>
                </a:lnTo>
                <a:lnTo>
                  <a:pt x="6065" y="8255"/>
                </a:lnTo>
                <a:lnTo>
                  <a:pt x="17" y="8255"/>
                </a:lnTo>
                <a:close/>
              </a:path>
            </a:pathLst>
          </a:custGeom>
          <a:solidFill>
            <a:srgbClr val="EAEF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3" name="object 893"/>
          <p:cNvSpPr/>
          <p:nvPr/>
        </p:nvSpPr>
        <p:spPr>
          <a:xfrm>
            <a:off x="2026544" y="3061017"/>
            <a:ext cx="6350" cy="8255"/>
          </a:xfrm>
          <a:custGeom>
            <a:avLst/>
            <a:gdLst/>
            <a:ahLst/>
            <a:cxnLst/>
            <a:rect l="l" t="t" r="r" b="b"/>
            <a:pathLst>
              <a:path w="6350" h="8255">
                <a:moveTo>
                  <a:pt x="17" y="8255"/>
                </a:moveTo>
                <a:lnTo>
                  <a:pt x="0" y="0"/>
                </a:lnTo>
                <a:lnTo>
                  <a:pt x="6048" y="0"/>
                </a:lnTo>
                <a:lnTo>
                  <a:pt x="6031" y="8255"/>
                </a:lnTo>
                <a:lnTo>
                  <a:pt x="17" y="8255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4" name="object 894"/>
          <p:cNvSpPr/>
          <p:nvPr/>
        </p:nvSpPr>
        <p:spPr>
          <a:xfrm>
            <a:off x="2026562" y="3069285"/>
            <a:ext cx="6350" cy="8255"/>
          </a:xfrm>
          <a:custGeom>
            <a:avLst/>
            <a:gdLst/>
            <a:ahLst/>
            <a:cxnLst/>
            <a:rect l="l" t="t" r="r" b="b"/>
            <a:pathLst>
              <a:path w="6350" h="8255">
                <a:moveTo>
                  <a:pt x="28" y="8255"/>
                </a:moveTo>
                <a:lnTo>
                  <a:pt x="0" y="0"/>
                </a:lnTo>
                <a:lnTo>
                  <a:pt x="6013" y="0"/>
                </a:lnTo>
                <a:lnTo>
                  <a:pt x="5985" y="8255"/>
                </a:lnTo>
                <a:lnTo>
                  <a:pt x="28" y="8255"/>
                </a:lnTo>
                <a:close/>
              </a:path>
            </a:pathLst>
          </a:custGeom>
          <a:solidFill>
            <a:srgbClr val="E6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5" name="object 895"/>
          <p:cNvSpPr/>
          <p:nvPr/>
        </p:nvSpPr>
        <p:spPr>
          <a:xfrm>
            <a:off x="2026591" y="3077540"/>
            <a:ext cx="6350" cy="8255"/>
          </a:xfrm>
          <a:custGeom>
            <a:avLst/>
            <a:gdLst/>
            <a:ahLst/>
            <a:cxnLst/>
            <a:rect l="l" t="t" r="r" b="b"/>
            <a:pathLst>
              <a:path w="6350" h="8255">
                <a:moveTo>
                  <a:pt x="56" y="8254"/>
                </a:moveTo>
                <a:lnTo>
                  <a:pt x="0" y="0"/>
                </a:lnTo>
                <a:lnTo>
                  <a:pt x="5956" y="0"/>
                </a:lnTo>
                <a:lnTo>
                  <a:pt x="5901" y="8254"/>
                </a:lnTo>
                <a:lnTo>
                  <a:pt x="56" y="8254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6" name="object 896"/>
          <p:cNvSpPr/>
          <p:nvPr/>
        </p:nvSpPr>
        <p:spPr>
          <a:xfrm>
            <a:off x="2026647" y="3085795"/>
            <a:ext cx="6350" cy="8255"/>
          </a:xfrm>
          <a:custGeom>
            <a:avLst/>
            <a:gdLst/>
            <a:ahLst/>
            <a:cxnLst/>
            <a:rect l="l" t="t" r="r" b="b"/>
            <a:pathLst>
              <a:path w="6350" h="8255">
                <a:moveTo>
                  <a:pt x="56" y="8255"/>
                </a:moveTo>
                <a:lnTo>
                  <a:pt x="0" y="0"/>
                </a:lnTo>
                <a:lnTo>
                  <a:pt x="5845" y="0"/>
                </a:lnTo>
                <a:lnTo>
                  <a:pt x="5790" y="8255"/>
                </a:lnTo>
                <a:lnTo>
                  <a:pt x="56" y="8255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7" name="object 897"/>
          <p:cNvSpPr/>
          <p:nvPr/>
        </p:nvSpPr>
        <p:spPr>
          <a:xfrm>
            <a:off x="2026703" y="3094050"/>
            <a:ext cx="6350" cy="10795"/>
          </a:xfrm>
          <a:custGeom>
            <a:avLst/>
            <a:gdLst/>
            <a:ahLst/>
            <a:cxnLst/>
            <a:rect l="l" t="t" r="r" b="b"/>
            <a:pathLst>
              <a:path w="6350" h="10794">
                <a:moveTo>
                  <a:pt x="70" y="10325"/>
                </a:moveTo>
                <a:lnTo>
                  <a:pt x="0" y="0"/>
                </a:lnTo>
                <a:lnTo>
                  <a:pt x="5734" y="0"/>
                </a:lnTo>
                <a:lnTo>
                  <a:pt x="5666" y="10325"/>
                </a:lnTo>
                <a:lnTo>
                  <a:pt x="70" y="10325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8" name="object 898"/>
          <p:cNvSpPr/>
          <p:nvPr/>
        </p:nvSpPr>
        <p:spPr>
          <a:xfrm>
            <a:off x="2026773" y="3104375"/>
            <a:ext cx="5715" cy="10795"/>
          </a:xfrm>
          <a:custGeom>
            <a:avLst/>
            <a:gdLst/>
            <a:ahLst/>
            <a:cxnLst/>
            <a:rect l="l" t="t" r="r" b="b"/>
            <a:pathLst>
              <a:path w="5714" h="10794">
                <a:moveTo>
                  <a:pt x="70" y="10325"/>
                </a:moveTo>
                <a:lnTo>
                  <a:pt x="0" y="0"/>
                </a:lnTo>
                <a:lnTo>
                  <a:pt x="5596" y="0"/>
                </a:lnTo>
                <a:lnTo>
                  <a:pt x="5527" y="10325"/>
                </a:lnTo>
                <a:lnTo>
                  <a:pt x="70" y="10325"/>
                </a:lnTo>
                <a:close/>
              </a:path>
            </a:pathLst>
          </a:custGeom>
          <a:solidFill>
            <a:srgbClr val="DE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9" name="object 899"/>
          <p:cNvSpPr/>
          <p:nvPr/>
        </p:nvSpPr>
        <p:spPr>
          <a:xfrm>
            <a:off x="2026843" y="3114700"/>
            <a:ext cx="5715" cy="10795"/>
          </a:xfrm>
          <a:custGeom>
            <a:avLst/>
            <a:gdLst/>
            <a:ahLst/>
            <a:cxnLst/>
            <a:rect l="l" t="t" r="r" b="b"/>
            <a:pathLst>
              <a:path w="5714" h="10794">
                <a:moveTo>
                  <a:pt x="70" y="10325"/>
                </a:moveTo>
                <a:lnTo>
                  <a:pt x="0" y="0"/>
                </a:lnTo>
                <a:lnTo>
                  <a:pt x="5457" y="0"/>
                </a:lnTo>
                <a:lnTo>
                  <a:pt x="5389" y="10325"/>
                </a:lnTo>
                <a:lnTo>
                  <a:pt x="70" y="10325"/>
                </a:lnTo>
                <a:close/>
              </a:path>
            </a:pathLst>
          </a:custGeom>
          <a:solidFill>
            <a:srgbClr val="DD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0" name="object 900"/>
          <p:cNvSpPr/>
          <p:nvPr/>
        </p:nvSpPr>
        <p:spPr>
          <a:xfrm>
            <a:off x="2026913" y="3125012"/>
            <a:ext cx="5715" cy="12700"/>
          </a:xfrm>
          <a:custGeom>
            <a:avLst/>
            <a:gdLst/>
            <a:ahLst/>
            <a:cxnLst/>
            <a:rect l="l" t="t" r="r" b="b"/>
            <a:pathLst>
              <a:path w="5714" h="12700">
                <a:moveTo>
                  <a:pt x="84" y="12382"/>
                </a:moveTo>
                <a:lnTo>
                  <a:pt x="0" y="0"/>
                </a:lnTo>
                <a:lnTo>
                  <a:pt x="5319" y="0"/>
                </a:lnTo>
                <a:lnTo>
                  <a:pt x="5237" y="12382"/>
                </a:lnTo>
                <a:lnTo>
                  <a:pt x="84" y="12382"/>
                </a:lnTo>
                <a:close/>
              </a:path>
            </a:pathLst>
          </a:custGeom>
          <a:solidFill>
            <a:srgbClr val="DB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1" name="object 901"/>
          <p:cNvSpPr/>
          <p:nvPr/>
        </p:nvSpPr>
        <p:spPr>
          <a:xfrm>
            <a:off x="2026997" y="3137407"/>
            <a:ext cx="5715" cy="14604"/>
          </a:xfrm>
          <a:custGeom>
            <a:avLst/>
            <a:gdLst/>
            <a:ahLst/>
            <a:cxnLst/>
            <a:rect l="l" t="t" r="r" b="b"/>
            <a:pathLst>
              <a:path w="5714" h="14605">
                <a:moveTo>
                  <a:pt x="4996" y="14452"/>
                </a:moveTo>
                <a:lnTo>
                  <a:pt x="161" y="14452"/>
                </a:lnTo>
                <a:lnTo>
                  <a:pt x="30" y="4536"/>
                </a:lnTo>
                <a:lnTo>
                  <a:pt x="0" y="0"/>
                </a:lnTo>
                <a:lnTo>
                  <a:pt x="5153" y="0"/>
                </a:lnTo>
                <a:lnTo>
                  <a:pt x="5123" y="4536"/>
                </a:lnTo>
                <a:lnTo>
                  <a:pt x="4996" y="14452"/>
                </a:lnTo>
                <a:close/>
              </a:path>
            </a:pathLst>
          </a:custGeom>
          <a:solidFill>
            <a:srgbClr val="D9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2" name="object 902"/>
          <p:cNvSpPr/>
          <p:nvPr/>
        </p:nvSpPr>
        <p:spPr>
          <a:xfrm>
            <a:off x="2027158" y="3151860"/>
            <a:ext cx="5080" cy="12700"/>
          </a:xfrm>
          <a:custGeom>
            <a:avLst/>
            <a:gdLst/>
            <a:ahLst/>
            <a:cxnLst/>
            <a:rect l="l" t="t" r="r" b="b"/>
            <a:pathLst>
              <a:path w="5080" h="12700">
                <a:moveTo>
                  <a:pt x="4677" y="12382"/>
                </a:moveTo>
                <a:lnTo>
                  <a:pt x="163" y="12382"/>
                </a:lnTo>
                <a:lnTo>
                  <a:pt x="0" y="0"/>
                </a:lnTo>
                <a:lnTo>
                  <a:pt x="4835" y="0"/>
                </a:lnTo>
                <a:lnTo>
                  <a:pt x="4677" y="12382"/>
                </a:lnTo>
                <a:close/>
              </a:path>
            </a:pathLst>
          </a:custGeom>
          <a:solidFill>
            <a:srgbClr val="D6E1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3" name="object 903"/>
          <p:cNvSpPr/>
          <p:nvPr/>
        </p:nvSpPr>
        <p:spPr>
          <a:xfrm>
            <a:off x="2027321" y="3164243"/>
            <a:ext cx="5080" cy="14604"/>
          </a:xfrm>
          <a:custGeom>
            <a:avLst/>
            <a:gdLst/>
            <a:ahLst/>
            <a:cxnLst/>
            <a:rect l="l" t="t" r="r" b="b"/>
            <a:pathLst>
              <a:path w="5080" h="14605">
                <a:moveTo>
                  <a:pt x="4329" y="14452"/>
                </a:moveTo>
                <a:lnTo>
                  <a:pt x="190" y="14452"/>
                </a:lnTo>
                <a:lnTo>
                  <a:pt x="0" y="0"/>
                </a:lnTo>
                <a:lnTo>
                  <a:pt x="4514" y="0"/>
                </a:lnTo>
                <a:lnTo>
                  <a:pt x="4329" y="14452"/>
                </a:lnTo>
                <a:close/>
              </a:path>
            </a:pathLst>
          </a:custGeom>
          <a:solidFill>
            <a:srgbClr val="D4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4" name="object 904"/>
          <p:cNvSpPr/>
          <p:nvPr/>
        </p:nvSpPr>
        <p:spPr>
          <a:xfrm>
            <a:off x="2027512" y="3178695"/>
            <a:ext cx="4445" cy="10795"/>
          </a:xfrm>
          <a:custGeom>
            <a:avLst/>
            <a:gdLst/>
            <a:ahLst/>
            <a:cxnLst/>
            <a:rect l="l" t="t" r="r" b="b"/>
            <a:pathLst>
              <a:path w="4444" h="10794">
                <a:moveTo>
                  <a:pt x="136" y="10325"/>
                </a:moveTo>
                <a:lnTo>
                  <a:pt x="0" y="0"/>
                </a:lnTo>
                <a:lnTo>
                  <a:pt x="4139" y="0"/>
                </a:lnTo>
                <a:lnTo>
                  <a:pt x="4007" y="10325"/>
                </a:lnTo>
                <a:lnTo>
                  <a:pt x="136" y="10325"/>
                </a:lnTo>
                <a:close/>
              </a:path>
            </a:pathLst>
          </a:custGeom>
          <a:solidFill>
            <a:srgbClr val="D2D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5" name="object 905"/>
          <p:cNvSpPr/>
          <p:nvPr/>
        </p:nvSpPr>
        <p:spPr>
          <a:xfrm>
            <a:off x="2027648" y="3189020"/>
            <a:ext cx="4445" cy="10795"/>
          </a:xfrm>
          <a:custGeom>
            <a:avLst/>
            <a:gdLst/>
            <a:ahLst/>
            <a:cxnLst/>
            <a:rect l="l" t="t" r="r" b="b"/>
            <a:pathLst>
              <a:path w="4444" h="10794">
                <a:moveTo>
                  <a:pt x="3685" y="10325"/>
                </a:moveTo>
                <a:lnTo>
                  <a:pt x="194" y="10325"/>
                </a:lnTo>
                <a:lnTo>
                  <a:pt x="74" y="5650"/>
                </a:lnTo>
                <a:lnTo>
                  <a:pt x="0" y="0"/>
                </a:lnTo>
                <a:lnTo>
                  <a:pt x="3871" y="0"/>
                </a:lnTo>
                <a:lnTo>
                  <a:pt x="3799" y="5650"/>
                </a:lnTo>
                <a:lnTo>
                  <a:pt x="3685" y="10325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6" name="object 906"/>
          <p:cNvSpPr/>
          <p:nvPr/>
        </p:nvSpPr>
        <p:spPr>
          <a:xfrm>
            <a:off x="2027842" y="3199333"/>
            <a:ext cx="3810" cy="42545"/>
          </a:xfrm>
          <a:custGeom>
            <a:avLst/>
            <a:gdLst/>
            <a:ahLst/>
            <a:cxnLst/>
            <a:rect l="l" t="t" r="r" b="b"/>
            <a:pathLst>
              <a:path w="3810" h="42544">
                <a:moveTo>
                  <a:pt x="1795" y="42329"/>
                </a:moveTo>
                <a:lnTo>
                  <a:pt x="767" y="29913"/>
                </a:lnTo>
                <a:lnTo>
                  <a:pt x="0" y="0"/>
                </a:lnTo>
                <a:lnTo>
                  <a:pt x="3491" y="0"/>
                </a:lnTo>
                <a:lnTo>
                  <a:pt x="2759" y="29913"/>
                </a:lnTo>
                <a:lnTo>
                  <a:pt x="1795" y="42329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7" name="object 907"/>
          <p:cNvSpPr/>
          <p:nvPr/>
        </p:nvSpPr>
        <p:spPr>
          <a:xfrm>
            <a:off x="2026411" y="2754464"/>
            <a:ext cx="6350" cy="487680"/>
          </a:xfrm>
          <a:custGeom>
            <a:avLst/>
            <a:gdLst/>
            <a:ahLst/>
            <a:cxnLst/>
            <a:rect l="l" t="t" r="r" b="b"/>
            <a:pathLst>
              <a:path w="6350" h="487680">
                <a:moveTo>
                  <a:pt x="3155" y="-8578"/>
                </a:moveTo>
                <a:lnTo>
                  <a:pt x="3155" y="495776"/>
                </a:lnTo>
              </a:path>
            </a:pathLst>
          </a:custGeom>
          <a:ln w="23469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8" name="object 908"/>
          <p:cNvSpPr/>
          <p:nvPr/>
        </p:nvSpPr>
        <p:spPr>
          <a:xfrm>
            <a:off x="2029637" y="2754464"/>
            <a:ext cx="59055" cy="487680"/>
          </a:xfrm>
          <a:custGeom>
            <a:avLst/>
            <a:gdLst/>
            <a:ahLst/>
            <a:cxnLst/>
            <a:rect l="l" t="t" r="r" b="b"/>
            <a:pathLst>
              <a:path w="59055" h="487680">
                <a:moveTo>
                  <a:pt x="0" y="0"/>
                </a:moveTo>
                <a:lnTo>
                  <a:pt x="55575" y="0"/>
                </a:lnTo>
                <a:lnTo>
                  <a:pt x="56588" y="12427"/>
                </a:lnTo>
                <a:lnTo>
                  <a:pt x="57440" y="47027"/>
                </a:lnTo>
                <a:lnTo>
                  <a:pt x="58094" y="99772"/>
                </a:lnTo>
                <a:lnTo>
                  <a:pt x="58513" y="166638"/>
                </a:lnTo>
                <a:lnTo>
                  <a:pt x="58661" y="243598"/>
                </a:lnTo>
                <a:lnTo>
                  <a:pt x="58513" y="320607"/>
                </a:lnTo>
                <a:lnTo>
                  <a:pt x="58094" y="387479"/>
                </a:lnTo>
                <a:lnTo>
                  <a:pt x="57440" y="440206"/>
                </a:lnTo>
                <a:lnTo>
                  <a:pt x="56588" y="474781"/>
                </a:lnTo>
                <a:lnTo>
                  <a:pt x="55575" y="487197"/>
                </a:lnTo>
                <a:lnTo>
                  <a:pt x="0" y="487197"/>
                </a:lnTo>
              </a:path>
            </a:pathLst>
          </a:custGeom>
          <a:ln w="17157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9" name="object 909"/>
          <p:cNvSpPr/>
          <p:nvPr/>
        </p:nvSpPr>
        <p:spPr>
          <a:xfrm>
            <a:off x="1953171" y="3244748"/>
            <a:ext cx="195986" cy="1981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0" name="object 910"/>
          <p:cNvSpPr/>
          <p:nvPr/>
        </p:nvSpPr>
        <p:spPr>
          <a:xfrm>
            <a:off x="2169795" y="2933026"/>
            <a:ext cx="195986" cy="1981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1" name="object 911"/>
          <p:cNvSpPr/>
          <p:nvPr/>
        </p:nvSpPr>
        <p:spPr>
          <a:xfrm>
            <a:off x="2468930" y="2928899"/>
            <a:ext cx="195986" cy="1981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2" name="object 912"/>
          <p:cNvSpPr/>
          <p:nvPr/>
        </p:nvSpPr>
        <p:spPr>
          <a:xfrm>
            <a:off x="2827896" y="2928899"/>
            <a:ext cx="195986" cy="20025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3" name="object 913"/>
          <p:cNvSpPr/>
          <p:nvPr/>
        </p:nvSpPr>
        <p:spPr>
          <a:xfrm>
            <a:off x="3242564" y="2924771"/>
            <a:ext cx="195986" cy="20025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4" name="object 914"/>
          <p:cNvSpPr/>
          <p:nvPr/>
        </p:nvSpPr>
        <p:spPr>
          <a:xfrm>
            <a:off x="3712921" y="2924771"/>
            <a:ext cx="195986" cy="20025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5" name="object 915"/>
          <p:cNvSpPr/>
          <p:nvPr/>
        </p:nvSpPr>
        <p:spPr>
          <a:xfrm>
            <a:off x="4210113" y="2930969"/>
            <a:ext cx="195986" cy="1981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6" name="object 916"/>
          <p:cNvSpPr/>
          <p:nvPr/>
        </p:nvSpPr>
        <p:spPr>
          <a:xfrm>
            <a:off x="4727930" y="2930969"/>
            <a:ext cx="195986" cy="20025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7" name="object 917"/>
          <p:cNvSpPr/>
          <p:nvPr/>
        </p:nvSpPr>
        <p:spPr>
          <a:xfrm>
            <a:off x="5313819" y="2926842"/>
            <a:ext cx="195986" cy="20025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8" name="object 918"/>
          <p:cNvSpPr/>
          <p:nvPr/>
        </p:nvSpPr>
        <p:spPr>
          <a:xfrm>
            <a:off x="6263455" y="3154571"/>
            <a:ext cx="81229" cy="7920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9" name="object 919"/>
          <p:cNvSpPr/>
          <p:nvPr/>
        </p:nvSpPr>
        <p:spPr>
          <a:xfrm>
            <a:off x="6257258" y="2727242"/>
            <a:ext cx="81241" cy="7715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0" name="object 920"/>
          <p:cNvSpPr/>
          <p:nvPr/>
        </p:nvSpPr>
        <p:spPr>
          <a:xfrm>
            <a:off x="6099835" y="2823616"/>
            <a:ext cx="389915" cy="20850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1" name="object 921"/>
          <p:cNvSpPr/>
          <p:nvPr/>
        </p:nvSpPr>
        <p:spPr>
          <a:xfrm>
            <a:off x="6099835" y="2957804"/>
            <a:ext cx="389915" cy="17753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2" name="object 922"/>
          <p:cNvSpPr/>
          <p:nvPr/>
        </p:nvSpPr>
        <p:spPr>
          <a:xfrm>
            <a:off x="5403570" y="2500541"/>
            <a:ext cx="0" cy="264795"/>
          </a:xfrm>
          <a:custGeom>
            <a:avLst/>
            <a:gdLst/>
            <a:ahLst/>
            <a:cxnLst/>
            <a:rect l="l" t="t" r="r" b="b"/>
            <a:pathLst>
              <a:path w="0" h="264794">
                <a:moveTo>
                  <a:pt x="0" y="0"/>
                </a:moveTo>
                <a:lnTo>
                  <a:pt x="0" y="264248"/>
                </a:lnTo>
              </a:path>
            </a:pathLst>
          </a:custGeom>
          <a:ln w="129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3" name="object 923"/>
          <p:cNvSpPr/>
          <p:nvPr/>
        </p:nvSpPr>
        <p:spPr>
          <a:xfrm>
            <a:off x="8591651" y="3006940"/>
            <a:ext cx="172085" cy="0"/>
          </a:xfrm>
          <a:custGeom>
            <a:avLst/>
            <a:gdLst/>
            <a:ahLst/>
            <a:cxnLst/>
            <a:rect l="l" t="t" r="r" b="b"/>
            <a:pathLst>
              <a:path w="172084" h="0">
                <a:moveTo>
                  <a:pt x="0" y="0"/>
                </a:moveTo>
                <a:lnTo>
                  <a:pt x="171665" y="0"/>
                </a:lnTo>
              </a:path>
            </a:pathLst>
          </a:custGeom>
          <a:ln w="1433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4" name="object 924"/>
          <p:cNvSpPr txBox="1"/>
          <p:nvPr/>
        </p:nvSpPr>
        <p:spPr>
          <a:xfrm>
            <a:off x="8594013" y="3000248"/>
            <a:ext cx="169545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20">
                <a:latin typeface="Times New Roman"/>
                <a:cs typeface="Times New Roman"/>
              </a:rPr>
              <a:t>2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926" name="object 9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925" name="object 925"/>
          <p:cNvSpPr txBox="1"/>
          <p:nvPr/>
        </p:nvSpPr>
        <p:spPr>
          <a:xfrm>
            <a:off x="7698066" y="2774962"/>
            <a:ext cx="1561465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30" i="1">
                <a:latin typeface="Times New Roman"/>
                <a:cs typeface="Times New Roman"/>
              </a:rPr>
              <a:t>NqU </a:t>
            </a:r>
            <a:r>
              <a:rPr dirty="0" sz="2300" spc="-20">
                <a:latin typeface="Symbol"/>
                <a:cs typeface="Symbol"/>
              </a:rPr>
              <a:t></a:t>
            </a:r>
            <a:r>
              <a:rPr dirty="0" sz="2300" spc="-20">
                <a:latin typeface="Times New Roman"/>
                <a:cs typeface="Times New Roman"/>
              </a:rPr>
              <a:t> </a:t>
            </a:r>
            <a:r>
              <a:rPr dirty="0" baseline="35024" sz="3450" spc="-30">
                <a:latin typeface="Times New Roman"/>
                <a:cs typeface="Times New Roman"/>
              </a:rPr>
              <a:t>1</a:t>
            </a:r>
            <a:r>
              <a:rPr dirty="0" baseline="35024" sz="3450" spc="-509">
                <a:latin typeface="Times New Roman"/>
                <a:cs typeface="Times New Roman"/>
              </a:rPr>
              <a:t> </a:t>
            </a:r>
            <a:r>
              <a:rPr dirty="0" sz="2300" spc="45" i="1">
                <a:latin typeface="Times New Roman"/>
                <a:cs typeface="Times New Roman"/>
              </a:rPr>
              <a:t>mv</a:t>
            </a:r>
            <a:r>
              <a:rPr dirty="0" baseline="42735" sz="1950" spc="67">
                <a:latin typeface="Times New Roman"/>
                <a:cs typeface="Times New Roman"/>
              </a:rPr>
              <a:t>2</a:t>
            </a:r>
            <a:endParaRPr baseline="42735"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54480" y="1426463"/>
            <a:ext cx="3913632" cy="29458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54480" y="1426463"/>
            <a:ext cx="3913632" cy="29458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089903" y="1417319"/>
            <a:ext cx="4168140" cy="2962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788667" y="4871339"/>
            <a:ext cx="855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能不能设计一种能实现多次加速，又减少占地空间的加速器呢？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6184" y="3235617"/>
            <a:ext cx="172085" cy="0"/>
          </a:xfrm>
          <a:custGeom>
            <a:avLst/>
            <a:gdLst/>
            <a:ahLst/>
            <a:cxnLst/>
            <a:rect l="l" t="t" r="r" b="b"/>
            <a:pathLst>
              <a:path w="172085" h="0">
                <a:moveTo>
                  <a:pt x="0" y="0"/>
                </a:moveTo>
                <a:lnTo>
                  <a:pt x="172085" y="0"/>
                </a:lnTo>
              </a:path>
            </a:pathLst>
          </a:custGeom>
          <a:ln w="143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238584" y="3230181"/>
            <a:ext cx="172085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>
                <a:latin typeface="Times New Roman"/>
                <a:cs typeface="Times New Roman"/>
              </a:rPr>
              <a:t>2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2160" y="3003943"/>
            <a:ext cx="1374140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10" i="1">
                <a:latin typeface="Times New Roman"/>
                <a:cs typeface="Times New Roman"/>
              </a:rPr>
              <a:t>qU </a:t>
            </a:r>
            <a:r>
              <a:rPr dirty="0" sz="2300">
                <a:latin typeface="Symbol"/>
                <a:cs typeface="Symbol"/>
              </a:rPr>
              <a:t></a:t>
            </a:r>
            <a:r>
              <a:rPr dirty="0" sz="2300">
                <a:latin typeface="Times New Roman"/>
                <a:cs typeface="Times New Roman"/>
              </a:rPr>
              <a:t> </a:t>
            </a:r>
            <a:r>
              <a:rPr dirty="0" baseline="35024" sz="3450">
                <a:latin typeface="Times New Roman"/>
                <a:cs typeface="Times New Roman"/>
              </a:rPr>
              <a:t>1</a:t>
            </a:r>
            <a:r>
              <a:rPr dirty="0" baseline="35024" sz="3450" spc="-652">
                <a:latin typeface="Times New Roman"/>
                <a:cs typeface="Times New Roman"/>
              </a:rPr>
              <a:t> </a:t>
            </a:r>
            <a:r>
              <a:rPr dirty="0" sz="2300" spc="40" i="1">
                <a:latin typeface="Times New Roman"/>
                <a:cs typeface="Times New Roman"/>
              </a:rPr>
              <a:t>mv</a:t>
            </a:r>
            <a:r>
              <a:rPr dirty="0" baseline="44871" sz="1950" spc="60">
                <a:latin typeface="Times New Roman"/>
                <a:cs typeface="Times New Roman"/>
              </a:rPr>
              <a:t>2</a:t>
            </a:r>
            <a:endParaRPr baseline="44871"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66823" y="2416492"/>
            <a:ext cx="1137018" cy="1708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155151" y="2146477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U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5074" y="2851530"/>
            <a:ext cx="476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m ,</a:t>
            </a:r>
            <a:r>
              <a:rPr dirty="0" sz="1800" spc="-9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q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86544" y="2168106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68911" y="3810203"/>
            <a:ext cx="58345" cy="584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168898" y="3550234"/>
            <a:ext cx="58358" cy="584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68898" y="3263353"/>
            <a:ext cx="58358" cy="584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68898" y="3003372"/>
            <a:ext cx="58345" cy="584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168898" y="2707513"/>
            <a:ext cx="58358" cy="5844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168898" y="2447544"/>
            <a:ext cx="58346" cy="584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168898" y="2160663"/>
            <a:ext cx="58346" cy="584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168898" y="1900682"/>
            <a:ext cx="58345" cy="584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168898" y="4312259"/>
            <a:ext cx="58358" cy="584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68898" y="4052277"/>
            <a:ext cx="58346" cy="584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10960" y="3810215"/>
            <a:ext cx="58345" cy="5843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410905" y="3550234"/>
            <a:ext cx="58400" cy="5843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410905" y="3263353"/>
            <a:ext cx="58400" cy="5843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410947" y="3003372"/>
            <a:ext cx="58345" cy="5843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410904" y="2707525"/>
            <a:ext cx="58400" cy="5843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410947" y="2447544"/>
            <a:ext cx="58345" cy="5843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410947" y="2160663"/>
            <a:ext cx="58345" cy="5843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410947" y="1900682"/>
            <a:ext cx="58345" cy="5843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410905" y="4312259"/>
            <a:ext cx="58400" cy="5843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410947" y="4052277"/>
            <a:ext cx="58345" cy="5843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666854" y="2169629"/>
            <a:ext cx="58345" cy="5843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666799" y="1909648"/>
            <a:ext cx="58400" cy="5843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666854" y="4321225"/>
            <a:ext cx="58358" cy="5843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908904" y="2169629"/>
            <a:ext cx="58345" cy="5844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908848" y="1909648"/>
            <a:ext cx="58401" cy="5844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908904" y="4321225"/>
            <a:ext cx="58358" cy="5843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537710" y="3787343"/>
            <a:ext cx="58358" cy="5843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537710" y="3527361"/>
            <a:ext cx="58345" cy="5843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537710" y="3240481"/>
            <a:ext cx="58345" cy="5843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537654" y="2980499"/>
            <a:ext cx="58401" cy="5844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537710" y="2684652"/>
            <a:ext cx="58345" cy="5843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537654" y="2424671"/>
            <a:ext cx="58401" cy="5843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537654" y="2137791"/>
            <a:ext cx="58401" cy="5843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537697" y="1877809"/>
            <a:ext cx="58345" cy="5844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537710" y="4289387"/>
            <a:ext cx="58345" cy="5843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537654" y="4029405"/>
            <a:ext cx="58401" cy="5843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779760" y="3787343"/>
            <a:ext cx="58358" cy="5844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779759" y="3527374"/>
            <a:ext cx="58346" cy="5843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779759" y="3240493"/>
            <a:ext cx="58346" cy="5843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779703" y="2980512"/>
            <a:ext cx="58400" cy="5843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779760" y="2684652"/>
            <a:ext cx="58345" cy="5844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779703" y="2424683"/>
            <a:ext cx="58401" cy="58432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779703" y="2137803"/>
            <a:ext cx="58401" cy="58432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779746" y="1877822"/>
            <a:ext cx="58346" cy="58432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779759" y="4289399"/>
            <a:ext cx="58346" cy="5843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779703" y="4029418"/>
            <a:ext cx="58400" cy="5843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035666" y="3796309"/>
            <a:ext cx="58347" cy="58445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035667" y="3536327"/>
            <a:ext cx="58345" cy="58445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035666" y="3249460"/>
            <a:ext cx="58346" cy="58432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035653" y="2989478"/>
            <a:ext cx="58358" cy="58432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035666" y="2693619"/>
            <a:ext cx="58345" cy="58445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035653" y="2433650"/>
            <a:ext cx="58358" cy="58432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035653" y="2146769"/>
            <a:ext cx="58358" cy="58432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035653" y="1886788"/>
            <a:ext cx="58346" cy="58432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035667" y="4298353"/>
            <a:ext cx="58345" cy="58445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035653" y="4038384"/>
            <a:ext cx="58358" cy="58432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277715" y="3796322"/>
            <a:ext cx="58346" cy="58432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277716" y="3536340"/>
            <a:ext cx="58345" cy="58432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277716" y="3249460"/>
            <a:ext cx="58345" cy="58432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277703" y="2989478"/>
            <a:ext cx="58358" cy="58432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277715" y="2693631"/>
            <a:ext cx="58345" cy="58432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277703" y="2433650"/>
            <a:ext cx="58358" cy="58432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277703" y="2146769"/>
            <a:ext cx="58358" cy="58432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277703" y="1886788"/>
            <a:ext cx="58345" cy="58432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277715" y="4298365"/>
            <a:ext cx="58345" cy="58432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277703" y="4038384"/>
            <a:ext cx="58358" cy="58432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908891" y="4569028"/>
            <a:ext cx="58345" cy="58432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648909" y="4569028"/>
            <a:ext cx="58345" cy="58432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362029" y="4569028"/>
            <a:ext cx="58345" cy="58432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102048" y="4569015"/>
            <a:ext cx="58346" cy="58445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806200" y="4569028"/>
            <a:ext cx="58345" cy="58432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546219" y="4569015"/>
            <a:ext cx="58345" cy="58445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59339" y="4569015"/>
            <a:ext cx="58345" cy="58445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999357" y="4569015"/>
            <a:ext cx="58347" cy="58432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410934" y="4569028"/>
            <a:ext cx="58345" cy="58432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150953" y="4569015"/>
            <a:ext cx="58345" cy="58445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908891" y="4811077"/>
            <a:ext cx="58347" cy="58432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648909" y="4811077"/>
            <a:ext cx="58358" cy="58432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362029" y="4811077"/>
            <a:ext cx="58358" cy="58432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102004" y="4811064"/>
            <a:ext cx="58401" cy="58445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806200" y="4811077"/>
            <a:ext cx="58346" cy="58432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546219" y="4811064"/>
            <a:ext cx="58358" cy="58445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259339" y="4811064"/>
            <a:ext cx="58358" cy="5844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999314" y="4811064"/>
            <a:ext cx="58400" cy="5843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410934" y="4811077"/>
            <a:ext cx="58358" cy="58432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150910" y="4811064"/>
            <a:ext cx="58401" cy="58445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371007" y="4309033"/>
            <a:ext cx="58345" cy="58432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2111026" y="4309021"/>
            <a:ext cx="58345" cy="58445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2437784" y="1839607"/>
            <a:ext cx="58345" cy="58432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2177803" y="1839595"/>
            <a:ext cx="58346" cy="58445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2437784" y="2081657"/>
            <a:ext cx="58358" cy="58432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2177760" y="2081644"/>
            <a:ext cx="58401" cy="58445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2993613" y="1337563"/>
            <a:ext cx="58347" cy="58432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2733631" y="1337563"/>
            <a:ext cx="58358" cy="58432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2446750" y="1337563"/>
            <a:ext cx="58358" cy="58432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2186769" y="1337551"/>
            <a:ext cx="58358" cy="58432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1890922" y="1337563"/>
            <a:ext cx="58347" cy="58432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1630941" y="1337551"/>
            <a:ext cx="58358" cy="58432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1344060" y="1337551"/>
            <a:ext cx="58358" cy="58432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1084078" y="1337551"/>
            <a:ext cx="58358" cy="58432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3495656" y="1337563"/>
            <a:ext cx="58347" cy="58432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3235675" y="1337551"/>
            <a:ext cx="58358" cy="58432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2993569" y="1579613"/>
            <a:ext cx="58401" cy="58432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2733643" y="1579613"/>
            <a:ext cx="58345" cy="58432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2446763" y="1579613"/>
            <a:ext cx="58345" cy="58432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2186782" y="1579600"/>
            <a:ext cx="58345" cy="58445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1890879" y="1579613"/>
            <a:ext cx="58400" cy="58432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1630953" y="1579600"/>
            <a:ext cx="58345" cy="58445"/>
          </a:xfrm>
          <a:prstGeom prst="rect">
            <a:avLst/>
          </a:prstGeom>
          <a:blipFill>
            <a:blip r:embed="rId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1344073" y="1579600"/>
            <a:ext cx="58345" cy="58445"/>
          </a:xfrm>
          <a:prstGeom prst="rect">
            <a:avLst/>
          </a:prstGeom>
          <a:blipFill>
            <a:blip r:embed="rId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1084091" y="1579600"/>
            <a:ext cx="58345" cy="58432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3495669" y="1579613"/>
            <a:ext cx="58345" cy="58432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3235687" y="1579600"/>
            <a:ext cx="58345" cy="58445"/>
          </a:xfrm>
          <a:prstGeom prst="rect">
            <a:avLst/>
          </a:prstGeom>
          <a:blipFill>
            <a:blip r:embed="rId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11628119" y="6294120"/>
            <a:ext cx="347472" cy="347472"/>
          </a:xfrm>
          <a:prstGeom prst="rect">
            <a:avLst/>
          </a:prstGeom>
          <a:blipFill>
            <a:blip r:embed="rId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85096" y="180651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13304" y="15727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12948" y="1796795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97462" y="1116329"/>
            <a:ext cx="1930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回旋加速器</a:t>
            </a:r>
          </a:p>
        </p:txBody>
      </p:sp>
      <p:sp>
        <p:nvSpPr>
          <p:cNvPr id="6" name="object 6"/>
          <p:cNvSpPr/>
          <p:nvPr/>
        </p:nvSpPr>
        <p:spPr>
          <a:xfrm>
            <a:off x="7098792" y="2790444"/>
            <a:ext cx="2811779" cy="25801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996439" y="2796539"/>
            <a:ext cx="4253484" cy="25542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869020" y="5513679"/>
            <a:ext cx="4673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世界上第一台回旋加速器（</a:t>
            </a:r>
            <a:r>
              <a:rPr dirty="0" sz="1800">
                <a:latin typeface="宋体"/>
                <a:cs typeface="宋体"/>
              </a:rPr>
              <a:t>劳伦斯</a:t>
            </a:r>
            <a:r>
              <a:rPr dirty="0" sz="2400" i="1"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85096" y="180651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13304" y="15727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12948" y="1796795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97462" y="1116329"/>
            <a:ext cx="1930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回旋加速器</a:t>
            </a:r>
          </a:p>
        </p:txBody>
      </p:sp>
      <p:sp>
        <p:nvSpPr>
          <p:cNvPr id="6" name="object 6"/>
          <p:cNvSpPr/>
          <p:nvPr/>
        </p:nvSpPr>
        <p:spPr>
          <a:xfrm>
            <a:off x="3541776" y="2249423"/>
            <a:ext cx="4876800" cy="3657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8792" y="2360676"/>
            <a:ext cx="2811779" cy="2580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85096" y="180651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13304" y="15727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12948" y="1796795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997462" y="1116329"/>
            <a:ext cx="1930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回旋加速器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69909" y="2376017"/>
            <a:ext cx="398780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2293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讨论</a:t>
            </a:r>
            <a:r>
              <a:rPr dirty="0" sz="2400" spc="-5">
                <a:latin typeface="Calibri"/>
                <a:cs typeface="Calibri"/>
              </a:rPr>
              <a:t>1</a:t>
            </a:r>
            <a:r>
              <a:rPr dirty="0" sz="2400" spc="-5">
                <a:latin typeface="宋体"/>
                <a:cs typeface="宋体"/>
              </a:rPr>
              <a:t>：</a:t>
            </a:r>
            <a:r>
              <a:rPr dirty="0" sz="2400">
                <a:latin typeface="宋体"/>
                <a:cs typeface="宋体"/>
              </a:rPr>
              <a:t>视频中，为了保 证带电粒子每次到达</a:t>
            </a:r>
            <a:r>
              <a:rPr dirty="0" sz="2400" spc="-5">
                <a:latin typeface="Calibri"/>
                <a:cs typeface="Calibri"/>
              </a:rPr>
              <a:t>D</a:t>
            </a:r>
            <a:r>
              <a:rPr dirty="0" sz="2400">
                <a:latin typeface="宋体"/>
                <a:cs typeface="宋体"/>
              </a:rPr>
              <a:t>形盒缝 隙间都能被加速，那</a:t>
            </a:r>
            <a:r>
              <a:rPr dirty="0" sz="2400" spc="-5">
                <a:latin typeface="Calibri"/>
                <a:cs typeface="Calibri"/>
              </a:rPr>
              <a:t>D</a:t>
            </a:r>
            <a:r>
              <a:rPr dirty="0" sz="2400">
                <a:latin typeface="宋体"/>
                <a:cs typeface="宋体"/>
              </a:rPr>
              <a:t>形盒缝 隙的电场方向应该是恒定的还 是变化的呢？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8792" y="2360676"/>
            <a:ext cx="2811779" cy="2580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46350" y="2467800"/>
            <a:ext cx="1530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华文楷体"/>
                <a:cs typeface="华文楷体"/>
              </a:rPr>
              <a:t>1.</a:t>
            </a:r>
            <a:r>
              <a:rPr dirty="0" sz="2400" spc="-90" i="1">
                <a:latin typeface="华文楷体"/>
                <a:cs typeface="华文楷体"/>
              </a:rPr>
              <a:t> </a:t>
            </a:r>
            <a:r>
              <a:rPr dirty="0" sz="2400" i="1">
                <a:latin typeface="华文楷体"/>
                <a:cs typeface="华文楷体"/>
              </a:rPr>
              <a:t>变化电场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85096" y="180651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13304" y="15727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12948" y="1796795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997462" y="1116329"/>
            <a:ext cx="1930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回旋加速器</a:t>
            </a:r>
          </a:p>
        </p:txBody>
      </p:sp>
      <p:sp>
        <p:nvSpPr>
          <p:cNvPr id="8" name="object 8"/>
          <p:cNvSpPr/>
          <p:nvPr/>
        </p:nvSpPr>
        <p:spPr>
          <a:xfrm>
            <a:off x="2473451" y="3179064"/>
            <a:ext cx="3070860" cy="1656714"/>
          </a:xfrm>
          <a:custGeom>
            <a:avLst/>
            <a:gdLst/>
            <a:ahLst/>
            <a:cxnLst/>
            <a:rect l="l" t="t" r="r" b="b"/>
            <a:pathLst>
              <a:path w="3070860" h="1656714">
                <a:moveTo>
                  <a:pt x="0" y="0"/>
                </a:moveTo>
                <a:lnTo>
                  <a:pt x="3070860" y="0"/>
                </a:lnTo>
                <a:lnTo>
                  <a:pt x="3070860" y="1656588"/>
                </a:lnTo>
                <a:lnTo>
                  <a:pt x="0" y="16565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73451" y="3169831"/>
            <a:ext cx="3070860" cy="2114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04800">
              <a:lnSpc>
                <a:spcPct val="100000"/>
              </a:lnSpc>
              <a:spcBef>
                <a:spcPts val="120"/>
              </a:spcBef>
            </a:pPr>
            <a:r>
              <a:rPr dirty="0" sz="1200">
                <a:latin typeface="宋体"/>
                <a:cs typeface="宋体"/>
              </a:rPr>
              <a:t> 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720073" y="3493808"/>
            <a:ext cx="1193800" cy="1187450"/>
          </a:xfrm>
          <a:custGeom>
            <a:avLst/>
            <a:gdLst/>
            <a:ahLst/>
            <a:cxnLst/>
            <a:rect l="l" t="t" r="r" b="b"/>
            <a:pathLst>
              <a:path w="1193800" h="1187450">
                <a:moveTo>
                  <a:pt x="0" y="0"/>
                </a:moveTo>
                <a:lnTo>
                  <a:pt x="1193545" y="0"/>
                </a:lnTo>
                <a:lnTo>
                  <a:pt x="1193545" y="118719"/>
                </a:lnTo>
                <a:lnTo>
                  <a:pt x="0" y="118719"/>
                </a:lnTo>
                <a:lnTo>
                  <a:pt x="0" y="237426"/>
                </a:lnTo>
                <a:lnTo>
                  <a:pt x="1193545" y="237426"/>
                </a:lnTo>
                <a:lnTo>
                  <a:pt x="1193545" y="356133"/>
                </a:lnTo>
                <a:lnTo>
                  <a:pt x="0" y="356133"/>
                </a:lnTo>
                <a:lnTo>
                  <a:pt x="0" y="474852"/>
                </a:lnTo>
                <a:lnTo>
                  <a:pt x="1193545" y="474852"/>
                </a:lnTo>
                <a:lnTo>
                  <a:pt x="1193545" y="593471"/>
                </a:lnTo>
                <a:lnTo>
                  <a:pt x="0" y="593471"/>
                </a:lnTo>
                <a:lnTo>
                  <a:pt x="0" y="712177"/>
                </a:lnTo>
                <a:lnTo>
                  <a:pt x="1193545" y="712177"/>
                </a:lnTo>
                <a:lnTo>
                  <a:pt x="1193545" y="830884"/>
                </a:lnTo>
                <a:lnTo>
                  <a:pt x="0" y="830884"/>
                </a:lnTo>
                <a:lnTo>
                  <a:pt x="0" y="949604"/>
                </a:lnTo>
                <a:lnTo>
                  <a:pt x="1193545" y="949604"/>
                </a:lnTo>
                <a:lnTo>
                  <a:pt x="1193545" y="1068311"/>
                </a:lnTo>
                <a:lnTo>
                  <a:pt x="0" y="1068311"/>
                </a:lnTo>
                <a:lnTo>
                  <a:pt x="0" y="1186929"/>
                </a:lnTo>
                <a:lnTo>
                  <a:pt x="1193545" y="1186929"/>
                </a:lnTo>
              </a:path>
            </a:pathLst>
          </a:custGeom>
          <a:ln w="9626">
            <a:solidFill>
              <a:srgbClr val="A9A9A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20073" y="3493808"/>
            <a:ext cx="1193800" cy="1187450"/>
          </a:xfrm>
          <a:custGeom>
            <a:avLst/>
            <a:gdLst/>
            <a:ahLst/>
            <a:cxnLst/>
            <a:rect l="l" t="t" r="r" b="b"/>
            <a:pathLst>
              <a:path w="1193800" h="1187450">
                <a:moveTo>
                  <a:pt x="0" y="0"/>
                </a:moveTo>
                <a:lnTo>
                  <a:pt x="0" y="1186929"/>
                </a:lnTo>
                <a:lnTo>
                  <a:pt x="119430" y="1186929"/>
                </a:lnTo>
                <a:lnTo>
                  <a:pt x="119430" y="0"/>
                </a:lnTo>
                <a:lnTo>
                  <a:pt x="238760" y="0"/>
                </a:lnTo>
                <a:lnTo>
                  <a:pt x="238760" y="1186929"/>
                </a:lnTo>
                <a:lnTo>
                  <a:pt x="358101" y="1186929"/>
                </a:lnTo>
                <a:lnTo>
                  <a:pt x="358101" y="0"/>
                </a:lnTo>
                <a:lnTo>
                  <a:pt x="477431" y="0"/>
                </a:lnTo>
                <a:lnTo>
                  <a:pt x="477431" y="1186929"/>
                </a:lnTo>
                <a:lnTo>
                  <a:pt x="596772" y="1186929"/>
                </a:lnTo>
                <a:lnTo>
                  <a:pt x="596772" y="0"/>
                </a:lnTo>
                <a:lnTo>
                  <a:pt x="716203" y="0"/>
                </a:lnTo>
                <a:lnTo>
                  <a:pt x="716203" y="1186929"/>
                </a:lnTo>
                <a:lnTo>
                  <a:pt x="835532" y="1186929"/>
                </a:lnTo>
                <a:lnTo>
                  <a:pt x="835532" y="0"/>
                </a:lnTo>
                <a:lnTo>
                  <a:pt x="954874" y="0"/>
                </a:lnTo>
                <a:lnTo>
                  <a:pt x="954874" y="1186929"/>
                </a:lnTo>
                <a:lnTo>
                  <a:pt x="1074204" y="1186929"/>
                </a:lnTo>
                <a:lnTo>
                  <a:pt x="1074204" y="0"/>
                </a:lnTo>
                <a:lnTo>
                  <a:pt x="1193545" y="0"/>
                </a:lnTo>
                <a:lnTo>
                  <a:pt x="1193545" y="1186929"/>
                </a:lnTo>
              </a:path>
            </a:pathLst>
          </a:custGeom>
          <a:ln w="9626">
            <a:solidFill>
              <a:srgbClr val="A9A9A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910558" y="3493808"/>
            <a:ext cx="1192530" cy="1187450"/>
          </a:xfrm>
          <a:custGeom>
            <a:avLst/>
            <a:gdLst/>
            <a:ahLst/>
            <a:cxnLst/>
            <a:rect l="l" t="t" r="r" b="b"/>
            <a:pathLst>
              <a:path w="1192529" h="1187450">
                <a:moveTo>
                  <a:pt x="0" y="0"/>
                </a:moveTo>
                <a:lnTo>
                  <a:pt x="1192022" y="0"/>
                </a:lnTo>
                <a:lnTo>
                  <a:pt x="1192022" y="118719"/>
                </a:lnTo>
                <a:lnTo>
                  <a:pt x="0" y="118719"/>
                </a:lnTo>
                <a:lnTo>
                  <a:pt x="0" y="237426"/>
                </a:lnTo>
                <a:lnTo>
                  <a:pt x="1192022" y="237426"/>
                </a:lnTo>
                <a:lnTo>
                  <a:pt x="1192022" y="356133"/>
                </a:lnTo>
                <a:lnTo>
                  <a:pt x="0" y="356133"/>
                </a:lnTo>
                <a:lnTo>
                  <a:pt x="0" y="474852"/>
                </a:lnTo>
                <a:lnTo>
                  <a:pt x="1192022" y="474852"/>
                </a:lnTo>
                <a:lnTo>
                  <a:pt x="1192022" y="593471"/>
                </a:lnTo>
                <a:lnTo>
                  <a:pt x="0" y="593471"/>
                </a:lnTo>
                <a:lnTo>
                  <a:pt x="0" y="712177"/>
                </a:lnTo>
                <a:lnTo>
                  <a:pt x="1192022" y="712177"/>
                </a:lnTo>
                <a:lnTo>
                  <a:pt x="1192022" y="830884"/>
                </a:lnTo>
                <a:lnTo>
                  <a:pt x="0" y="830884"/>
                </a:lnTo>
                <a:lnTo>
                  <a:pt x="0" y="949604"/>
                </a:lnTo>
                <a:lnTo>
                  <a:pt x="1192022" y="949604"/>
                </a:lnTo>
                <a:lnTo>
                  <a:pt x="1192022" y="1068311"/>
                </a:lnTo>
                <a:lnTo>
                  <a:pt x="0" y="1068311"/>
                </a:lnTo>
                <a:lnTo>
                  <a:pt x="0" y="1186929"/>
                </a:lnTo>
                <a:lnTo>
                  <a:pt x="1192022" y="1186929"/>
                </a:lnTo>
              </a:path>
            </a:pathLst>
          </a:custGeom>
          <a:ln w="9626">
            <a:solidFill>
              <a:srgbClr val="A9A9A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910558" y="3493808"/>
            <a:ext cx="1192530" cy="1187450"/>
          </a:xfrm>
          <a:custGeom>
            <a:avLst/>
            <a:gdLst/>
            <a:ahLst/>
            <a:cxnLst/>
            <a:rect l="l" t="t" r="r" b="b"/>
            <a:pathLst>
              <a:path w="1192529" h="1187450">
                <a:moveTo>
                  <a:pt x="0" y="0"/>
                </a:moveTo>
                <a:lnTo>
                  <a:pt x="0" y="1186929"/>
                </a:lnTo>
                <a:lnTo>
                  <a:pt x="119240" y="1186929"/>
                </a:lnTo>
                <a:lnTo>
                  <a:pt x="119240" y="0"/>
                </a:lnTo>
                <a:lnTo>
                  <a:pt x="238480" y="0"/>
                </a:lnTo>
                <a:lnTo>
                  <a:pt x="238480" y="1186929"/>
                </a:lnTo>
                <a:lnTo>
                  <a:pt x="357631" y="1186929"/>
                </a:lnTo>
                <a:lnTo>
                  <a:pt x="357631" y="0"/>
                </a:lnTo>
                <a:lnTo>
                  <a:pt x="476872" y="0"/>
                </a:lnTo>
                <a:lnTo>
                  <a:pt x="476872" y="1186929"/>
                </a:lnTo>
                <a:lnTo>
                  <a:pt x="596011" y="1186929"/>
                </a:lnTo>
                <a:lnTo>
                  <a:pt x="596011" y="0"/>
                </a:lnTo>
                <a:lnTo>
                  <a:pt x="715251" y="0"/>
                </a:lnTo>
                <a:lnTo>
                  <a:pt x="715251" y="1186929"/>
                </a:lnTo>
                <a:lnTo>
                  <a:pt x="834491" y="1186929"/>
                </a:lnTo>
                <a:lnTo>
                  <a:pt x="834491" y="0"/>
                </a:lnTo>
                <a:lnTo>
                  <a:pt x="953642" y="0"/>
                </a:lnTo>
                <a:lnTo>
                  <a:pt x="953642" y="1186929"/>
                </a:lnTo>
                <a:lnTo>
                  <a:pt x="1072883" y="1186929"/>
                </a:lnTo>
                <a:lnTo>
                  <a:pt x="1072883" y="0"/>
                </a:lnTo>
                <a:lnTo>
                  <a:pt x="1192022" y="0"/>
                </a:lnTo>
                <a:lnTo>
                  <a:pt x="1192022" y="1186929"/>
                </a:lnTo>
              </a:path>
            </a:pathLst>
          </a:custGeom>
          <a:ln w="9626">
            <a:solidFill>
              <a:srgbClr val="A9A9A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688589" y="3229355"/>
            <a:ext cx="51435" cy="1565910"/>
          </a:xfrm>
          <a:custGeom>
            <a:avLst/>
            <a:gdLst/>
            <a:ahLst/>
            <a:cxnLst/>
            <a:rect l="l" t="t" r="r" b="b"/>
            <a:pathLst>
              <a:path w="51435" h="1565910">
                <a:moveTo>
                  <a:pt x="19075" y="129705"/>
                </a:moveTo>
                <a:lnTo>
                  <a:pt x="0" y="129705"/>
                </a:lnTo>
                <a:lnTo>
                  <a:pt x="25374" y="0"/>
                </a:lnTo>
                <a:lnTo>
                  <a:pt x="48291" y="116674"/>
                </a:lnTo>
                <a:lnTo>
                  <a:pt x="19075" y="116674"/>
                </a:lnTo>
                <a:lnTo>
                  <a:pt x="19075" y="129705"/>
                </a:lnTo>
                <a:close/>
              </a:path>
              <a:path w="51435" h="1565910">
                <a:moveTo>
                  <a:pt x="31762" y="1565808"/>
                </a:moveTo>
                <a:lnTo>
                  <a:pt x="19075" y="1565808"/>
                </a:lnTo>
                <a:lnTo>
                  <a:pt x="19075" y="116674"/>
                </a:lnTo>
                <a:lnTo>
                  <a:pt x="31762" y="116674"/>
                </a:lnTo>
                <a:lnTo>
                  <a:pt x="31762" y="1565808"/>
                </a:lnTo>
                <a:close/>
              </a:path>
              <a:path w="51435" h="1565910">
                <a:moveTo>
                  <a:pt x="50850" y="129705"/>
                </a:moveTo>
                <a:lnTo>
                  <a:pt x="31762" y="129705"/>
                </a:lnTo>
                <a:lnTo>
                  <a:pt x="31762" y="116674"/>
                </a:lnTo>
                <a:lnTo>
                  <a:pt x="48291" y="116674"/>
                </a:lnTo>
                <a:lnTo>
                  <a:pt x="50850" y="129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714009" y="3345262"/>
            <a:ext cx="0" cy="1450975"/>
          </a:xfrm>
          <a:custGeom>
            <a:avLst/>
            <a:gdLst/>
            <a:ahLst/>
            <a:cxnLst/>
            <a:rect l="l" t="t" r="r" b="b"/>
            <a:pathLst>
              <a:path w="0" h="1450975">
                <a:moveTo>
                  <a:pt x="0" y="0"/>
                </a:moveTo>
                <a:lnTo>
                  <a:pt x="0" y="1450670"/>
                </a:lnTo>
              </a:path>
            </a:pathLst>
          </a:custGeom>
          <a:ln w="1422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688589" y="3229355"/>
            <a:ext cx="51435" cy="130175"/>
          </a:xfrm>
          <a:custGeom>
            <a:avLst/>
            <a:gdLst/>
            <a:ahLst/>
            <a:cxnLst/>
            <a:rect l="l" t="t" r="r" b="b"/>
            <a:pathLst>
              <a:path w="51435" h="130175">
                <a:moveTo>
                  <a:pt x="50850" y="129705"/>
                </a:moveTo>
                <a:lnTo>
                  <a:pt x="25374" y="0"/>
                </a:lnTo>
                <a:lnTo>
                  <a:pt x="0" y="129705"/>
                </a:lnTo>
                <a:lnTo>
                  <a:pt x="50850" y="12970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704807" y="4065295"/>
            <a:ext cx="2753995" cy="52069"/>
          </a:xfrm>
          <a:custGeom>
            <a:avLst/>
            <a:gdLst/>
            <a:ahLst/>
            <a:cxnLst/>
            <a:rect l="l" t="t" r="r" b="b"/>
            <a:pathLst>
              <a:path w="2753995" h="52070">
                <a:moveTo>
                  <a:pt x="2626423" y="51828"/>
                </a:moveTo>
                <a:lnTo>
                  <a:pt x="2626423" y="0"/>
                </a:lnTo>
                <a:lnTo>
                  <a:pt x="2722000" y="19443"/>
                </a:lnTo>
                <a:lnTo>
                  <a:pt x="2639110" y="19443"/>
                </a:lnTo>
                <a:lnTo>
                  <a:pt x="2639110" y="32385"/>
                </a:lnTo>
                <a:lnTo>
                  <a:pt x="2721672" y="32385"/>
                </a:lnTo>
                <a:lnTo>
                  <a:pt x="2626423" y="51828"/>
                </a:lnTo>
                <a:close/>
              </a:path>
              <a:path w="2753995" h="52070">
                <a:moveTo>
                  <a:pt x="2626423" y="32385"/>
                </a:moveTo>
                <a:lnTo>
                  <a:pt x="0" y="32385"/>
                </a:lnTo>
                <a:lnTo>
                  <a:pt x="0" y="19443"/>
                </a:lnTo>
                <a:lnTo>
                  <a:pt x="2626423" y="19443"/>
                </a:lnTo>
                <a:lnTo>
                  <a:pt x="2626423" y="32385"/>
                </a:lnTo>
                <a:close/>
              </a:path>
              <a:path w="2753995" h="52070">
                <a:moveTo>
                  <a:pt x="2721672" y="32385"/>
                </a:moveTo>
                <a:lnTo>
                  <a:pt x="2639110" y="32385"/>
                </a:lnTo>
                <a:lnTo>
                  <a:pt x="2639110" y="19443"/>
                </a:lnTo>
                <a:lnTo>
                  <a:pt x="2722000" y="19443"/>
                </a:lnTo>
                <a:lnTo>
                  <a:pt x="2753588" y="25869"/>
                </a:lnTo>
                <a:lnTo>
                  <a:pt x="2721672" y="323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704039" y="4091209"/>
            <a:ext cx="2640965" cy="0"/>
          </a:xfrm>
          <a:custGeom>
            <a:avLst/>
            <a:gdLst/>
            <a:ahLst/>
            <a:cxnLst/>
            <a:rect l="l" t="t" r="r" b="b"/>
            <a:pathLst>
              <a:path w="2640965" h="0">
                <a:moveTo>
                  <a:pt x="0" y="0"/>
                </a:moveTo>
                <a:lnTo>
                  <a:pt x="2640647" y="0"/>
                </a:lnTo>
              </a:path>
            </a:pathLst>
          </a:custGeom>
          <a:ln w="1447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3400" y="3740378"/>
            <a:ext cx="239395" cy="0"/>
          </a:xfrm>
          <a:custGeom>
            <a:avLst/>
            <a:gdLst/>
            <a:ahLst/>
            <a:cxnLst/>
            <a:rect l="l" t="t" r="r" b="b"/>
            <a:pathLst>
              <a:path w="239395" h="0">
                <a:moveTo>
                  <a:pt x="0" y="0"/>
                </a:moveTo>
                <a:lnTo>
                  <a:pt x="239153" y="0"/>
                </a:lnTo>
              </a:path>
            </a:pathLst>
          </a:custGeom>
          <a:ln w="28892">
            <a:solidFill>
              <a:srgbClr val="30C1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33776" y="4441952"/>
            <a:ext cx="239395" cy="0"/>
          </a:xfrm>
          <a:custGeom>
            <a:avLst/>
            <a:gdLst/>
            <a:ahLst/>
            <a:cxnLst/>
            <a:rect l="l" t="t" r="r" b="b"/>
            <a:pathLst>
              <a:path w="239394" h="0">
                <a:moveTo>
                  <a:pt x="0" y="0"/>
                </a:moveTo>
                <a:lnTo>
                  <a:pt x="239153" y="0"/>
                </a:lnTo>
              </a:path>
            </a:pathLst>
          </a:custGeom>
          <a:ln w="28892">
            <a:solidFill>
              <a:srgbClr val="30C1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313023" y="4441952"/>
            <a:ext cx="239395" cy="0"/>
          </a:xfrm>
          <a:custGeom>
            <a:avLst/>
            <a:gdLst/>
            <a:ahLst/>
            <a:cxnLst/>
            <a:rect l="l" t="t" r="r" b="b"/>
            <a:pathLst>
              <a:path w="239395" h="0">
                <a:moveTo>
                  <a:pt x="0" y="0"/>
                </a:moveTo>
                <a:lnTo>
                  <a:pt x="239153" y="0"/>
                </a:lnTo>
              </a:path>
            </a:pathLst>
          </a:custGeom>
          <a:ln w="28892">
            <a:solidFill>
              <a:srgbClr val="30C1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84650" y="4446613"/>
            <a:ext cx="239395" cy="0"/>
          </a:xfrm>
          <a:custGeom>
            <a:avLst/>
            <a:gdLst/>
            <a:ahLst/>
            <a:cxnLst/>
            <a:rect l="l" t="t" r="r" b="b"/>
            <a:pathLst>
              <a:path w="239395" h="0">
                <a:moveTo>
                  <a:pt x="0" y="0"/>
                </a:moveTo>
                <a:lnTo>
                  <a:pt x="239140" y="0"/>
                </a:lnTo>
              </a:path>
            </a:pathLst>
          </a:custGeom>
          <a:ln w="28892">
            <a:solidFill>
              <a:srgbClr val="30C1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269994" y="4446613"/>
            <a:ext cx="239395" cy="0"/>
          </a:xfrm>
          <a:custGeom>
            <a:avLst/>
            <a:gdLst/>
            <a:ahLst/>
            <a:cxnLst/>
            <a:rect l="l" t="t" r="r" b="b"/>
            <a:pathLst>
              <a:path w="239395" h="0">
                <a:moveTo>
                  <a:pt x="0" y="0"/>
                </a:moveTo>
                <a:lnTo>
                  <a:pt x="239153" y="0"/>
                </a:lnTo>
              </a:path>
            </a:pathLst>
          </a:custGeom>
          <a:ln w="28892">
            <a:solidFill>
              <a:srgbClr val="30C1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741621" y="4441952"/>
            <a:ext cx="239395" cy="0"/>
          </a:xfrm>
          <a:custGeom>
            <a:avLst/>
            <a:gdLst/>
            <a:ahLst/>
            <a:cxnLst/>
            <a:rect l="l" t="t" r="r" b="b"/>
            <a:pathLst>
              <a:path w="239395" h="0">
                <a:moveTo>
                  <a:pt x="0" y="0"/>
                </a:moveTo>
                <a:lnTo>
                  <a:pt x="239140" y="0"/>
                </a:lnTo>
              </a:path>
            </a:pathLst>
          </a:custGeom>
          <a:ln w="28892">
            <a:solidFill>
              <a:srgbClr val="30C1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552647" y="3727932"/>
            <a:ext cx="239395" cy="0"/>
          </a:xfrm>
          <a:custGeom>
            <a:avLst/>
            <a:gdLst/>
            <a:ahLst/>
            <a:cxnLst/>
            <a:rect l="l" t="t" r="r" b="b"/>
            <a:pathLst>
              <a:path w="239395" h="0">
                <a:moveTo>
                  <a:pt x="0" y="0"/>
                </a:moveTo>
                <a:lnTo>
                  <a:pt x="239153" y="0"/>
                </a:lnTo>
              </a:path>
            </a:pathLst>
          </a:custGeom>
          <a:ln w="28892">
            <a:solidFill>
              <a:srgbClr val="30C1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024274" y="3734155"/>
            <a:ext cx="239395" cy="0"/>
          </a:xfrm>
          <a:custGeom>
            <a:avLst/>
            <a:gdLst/>
            <a:ahLst/>
            <a:cxnLst/>
            <a:rect l="l" t="t" r="r" b="b"/>
            <a:pathLst>
              <a:path w="239395" h="0">
                <a:moveTo>
                  <a:pt x="0" y="0"/>
                </a:moveTo>
                <a:lnTo>
                  <a:pt x="239140" y="0"/>
                </a:lnTo>
              </a:path>
            </a:pathLst>
          </a:custGeom>
          <a:ln w="28892">
            <a:solidFill>
              <a:srgbClr val="30C1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508093" y="3734155"/>
            <a:ext cx="239395" cy="0"/>
          </a:xfrm>
          <a:custGeom>
            <a:avLst/>
            <a:gdLst/>
            <a:ahLst/>
            <a:cxnLst/>
            <a:rect l="l" t="t" r="r" b="b"/>
            <a:pathLst>
              <a:path w="239395" h="0">
                <a:moveTo>
                  <a:pt x="0" y="0"/>
                </a:moveTo>
                <a:lnTo>
                  <a:pt x="239153" y="0"/>
                </a:lnTo>
              </a:path>
            </a:pathLst>
          </a:custGeom>
          <a:ln w="28892">
            <a:solidFill>
              <a:srgbClr val="30C1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723883" y="3734155"/>
            <a:ext cx="119380" cy="0"/>
          </a:xfrm>
          <a:custGeom>
            <a:avLst/>
            <a:gdLst/>
            <a:ahLst/>
            <a:cxnLst/>
            <a:rect l="l" t="t" r="r" b="b"/>
            <a:pathLst>
              <a:path w="119380" h="0">
                <a:moveTo>
                  <a:pt x="0" y="0"/>
                </a:moveTo>
                <a:lnTo>
                  <a:pt x="119049" y="0"/>
                </a:lnTo>
              </a:path>
            </a:pathLst>
          </a:custGeom>
          <a:ln w="28892">
            <a:solidFill>
              <a:srgbClr val="30C1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837599" y="3719372"/>
            <a:ext cx="0" cy="725805"/>
          </a:xfrm>
          <a:custGeom>
            <a:avLst/>
            <a:gdLst/>
            <a:ahLst/>
            <a:cxnLst/>
            <a:rect l="l" t="t" r="r" b="b"/>
            <a:pathLst>
              <a:path w="0" h="725804">
                <a:moveTo>
                  <a:pt x="0" y="0"/>
                </a:moveTo>
                <a:lnTo>
                  <a:pt x="0" y="725297"/>
                </a:lnTo>
              </a:path>
            </a:pathLst>
          </a:custGeom>
          <a:ln w="9626">
            <a:solidFill>
              <a:srgbClr val="30C1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065005" y="3725595"/>
            <a:ext cx="0" cy="725805"/>
          </a:xfrm>
          <a:custGeom>
            <a:avLst/>
            <a:gdLst/>
            <a:ahLst/>
            <a:cxnLst/>
            <a:rect l="l" t="t" r="r" b="b"/>
            <a:pathLst>
              <a:path w="0" h="725804">
                <a:moveTo>
                  <a:pt x="0" y="0"/>
                </a:moveTo>
                <a:lnTo>
                  <a:pt x="0" y="725297"/>
                </a:lnTo>
              </a:path>
            </a:pathLst>
          </a:custGeom>
          <a:ln w="9626">
            <a:solidFill>
              <a:srgbClr val="30C1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309213" y="3725595"/>
            <a:ext cx="0" cy="725170"/>
          </a:xfrm>
          <a:custGeom>
            <a:avLst/>
            <a:gdLst/>
            <a:ahLst/>
            <a:cxnLst/>
            <a:rect l="l" t="t" r="r" b="b"/>
            <a:pathLst>
              <a:path w="0" h="725170">
                <a:moveTo>
                  <a:pt x="0" y="0"/>
                </a:moveTo>
                <a:lnTo>
                  <a:pt x="0" y="724623"/>
                </a:lnTo>
              </a:path>
            </a:pathLst>
          </a:custGeom>
          <a:ln w="9626">
            <a:solidFill>
              <a:srgbClr val="30C1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542728" y="3725595"/>
            <a:ext cx="0" cy="725805"/>
          </a:xfrm>
          <a:custGeom>
            <a:avLst/>
            <a:gdLst/>
            <a:ahLst/>
            <a:cxnLst/>
            <a:rect l="l" t="t" r="r" b="b"/>
            <a:pathLst>
              <a:path w="0" h="725804">
                <a:moveTo>
                  <a:pt x="0" y="0"/>
                </a:moveTo>
                <a:lnTo>
                  <a:pt x="0" y="725297"/>
                </a:lnTo>
              </a:path>
            </a:pathLst>
          </a:custGeom>
          <a:ln w="9626">
            <a:solidFill>
              <a:srgbClr val="30C1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782352" y="3719372"/>
            <a:ext cx="0" cy="725170"/>
          </a:xfrm>
          <a:custGeom>
            <a:avLst/>
            <a:gdLst/>
            <a:ahLst/>
            <a:cxnLst/>
            <a:rect l="l" t="t" r="r" b="b"/>
            <a:pathLst>
              <a:path w="0" h="725170">
                <a:moveTo>
                  <a:pt x="0" y="0"/>
                </a:moveTo>
                <a:lnTo>
                  <a:pt x="0" y="724623"/>
                </a:lnTo>
              </a:path>
            </a:pathLst>
          </a:custGeom>
          <a:ln w="9626">
            <a:solidFill>
              <a:srgbClr val="30C1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026560" y="3725595"/>
            <a:ext cx="0" cy="725170"/>
          </a:xfrm>
          <a:custGeom>
            <a:avLst/>
            <a:gdLst/>
            <a:ahLst/>
            <a:cxnLst/>
            <a:rect l="l" t="t" r="r" b="b"/>
            <a:pathLst>
              <a:path w="0" h="725170">
                <a:moveTo>
                  <a:pt x="0" y="0"/>
                </a:moveTo>
                <a:lnTo>
                  <a:pt x="0" y="724623"/>
                </a:lnTo>
              </a:path>
            </a:pathLst>
          </a:custGeom>
          <a:ln w="9626">
            <a:solidFill>
              <a:srgbClr val="30C1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266184" y="3725595"/>
            <a:ext cx="0" cy="725170"/>
          </a:xfrm>
          <a:custGeom>
            <a:avLst/>
            <a:gdLst/>
            <a:ahLst/>
            <a:cxnLst/>
            <a:rect l="l" t="t" r="r" b="b"/>
            <a:pathLst>
              <a:path w="0" h="725170">
                <a:moveTo>
                  <a:pt x="0" y="0"/>
                </a:moveTo>
                <a:lnTo>
                  <a:pt x="0" y="724623"/>
                </a:lnTo>
              </a:path>
            </a:pathLst>
          </a:custGeom>
          <a:ln w="9626">
            <a:solidFill>
              <a:srgbClr val="30C1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511916" y="3719372"/>
            <a:ext cx="0" cy="725805"/>
          </a:xfrm>
          <a:custGeom>
            <a:avLst/>
            <a:gdLst/>
            <a:ahLst/>
            <a:cxnLst/>
            <a:rect l="l" t="t" r="r" b="b"/>
            <a:pathLst>
              <a:path w="0" h="725804">
                <a:moveTo>
                  <a:pt x="0" y="0"/>
                </a:moveTo>
                <a:lnTo>
                  <a:pt x="0" y="725297"/>
                </a:lnTo>
              </a:path>
            </a:pathLst>
          </a:custGeom>
          <a:ln w="9626">
            <a:solidFill>
              <a:srgbClr val="30C1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739322" y="3725595"/>
            <a:ext cx="0" cy="725805"/>
          </a:xfrm>
          <a:custGeom>
            <a:avLst/>
            <a:gdLst/>
            <a:ahLst/>
            <a:cxnLst/>
            <a:rect l="l" t="t" r="r" b="b"/>
            <a:pathLst>
              <a:path w="0" h="725804">
                <a:moveTo>
                  <a:pt x="0" y="0"/>
                </a:moveTo>
                <a:lnTo>
                  <a:pt x="0" y="725297"/>
                </a:lnTo>
              </a:path>
            </a:pathLst>
          </a:custGeom>
          <a:ln w="9626">
            <a:solidFill>
              <a:srgbClr val="30C1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491892" y="3657930"/>
            <a:ext cx="219786" cy="2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493416" y="4381284"/>
            <a:ext cx="196888" cy="2348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537675" y="4381284"/>
            <a:ext cx="219786" cy="2348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688780" y="3228581"/>
            <a:ext cx="248780" cy="2348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283441" y="4064527"/>
            <a:ext cx="189255" cy="28253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100870" y="4119943"/>
            <a:ext cx="227418" cy="2364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526701" y="4105935"/>
            <a:ext cx="219786" cy="23489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593858" y="4105935"/>
            <a:ext cx="199948" cy="2348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002900" y="4110609"/>
            <a:ext cx="219786" cy="23489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070057" y="4110609"/>
            <a:ext cx="199936" cy="23489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466894" y="4104385"/>
            <a:ext cx="219786" cy="23489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534039" y="4104385"/>
            <a:ext cx="198424" cy="23489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517838" y="4057713"/>
            <a:ext cx="219786" cy="23489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8792" y="2360676"/>
            <a:ext cx="2811779" cy="2580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85096" y="180651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13304" y="15727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12948" y="1796795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997462" y="1116329"/>
            <a:ext cx="1930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回旋加速器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80882" y="3048000"/>
            <a:ext cx="45974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2293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讨论</a:t>
            </a:r>
            <a:r>
              <a:rPr dirty="0" sz="2400" spc="-5">
                <a:latin typeface="Calibri"/>
                <a:cs typeface="Calibri"/>
              </a:rPr>
              <a:t>2</a:t>
            </a:r>
            <a:r>
              <a:rPr dirty="0" sz="2400" spc="-5">
                <a:latin typeface="宋体"/>
                <a:cs typeface="宋体"/>
              </a:rPr>
              <a:t>：</a:t>
            </a:r>
            <a:r>
              <a:rPr dirty="0" sz="2400">
                <a:latin typeface="宋体"/>
                <a:cs typeface="宋体"/>
              </a:rPr>
              <a:t>你认为这个电场变化 的周期是恒定的吗？你分析的依据 是什么呢？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8792" y="2360676"/>
            <a:ext cx="2811779" cy="2580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85096" y="180651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13304" y="15727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12948" y="1796795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997462" y="1116329"/>
            <a:ext cx="1930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回旋加速器</a:t>
            </a:r>
          </a:p>
        </p:txBody>
      </p:sp>
      <p:sp>
        <p:nvSpPr>
          <p:cNvPr id="7" name="object 7"/>
          <p:cNvSpPr/>
          <p:nvPr/>
        </p:nvSpPr>
        <p:spPr>
          <a:xfrm>
            <a:off x="8493886" y="5496534"/>
            <a:ext cx="574675" cy="0"/>
          </a:xfrm>
          <a:custGeom>
            <a:avLst/>
            <a:gdLst/>
            <a:ahLst/>
            <a:cxnLst/>
            <a:rect l="l" t="t" r="r" b="b"/>
            <a:pathLst>
              <a:path w="574675" h="0">
                <a:moveTo>
                  <a:pt x="0" y="0"/>
                </a:moveTo>
                <a:lnTo>
                  <a:pt x="574522" y="0"/>
                </a:lnTo>
              </a:path>
            </a:pathLst>
          </a:custGeom>
          <a:ln w="145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971611" y="5006569"/>
            <a:ext cx="1092835" cy="86296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baseline="-35024" sz="3450" i="1">
                <a:latin typeface="Times New Roman"/>
                <a:cs typeface="Times New Roman"/>
              </a:rPr>
              <a:t>T  </a:t>
            </a:r>
            <a:r>
              <a:rPr dirty="0" baseline="-35024" sz="3450">
                <a:latin typeface="Symbol"/>
                <a:cs typeface="Symbol"/>
              </a:rPr>
              <a:t></a:t>
            </a:r>
            <a:r>
              <a:rPr dirty="0" baseline="-35024" sz="3450" spc="-352">
                <a:latin typeface="Times New Roman"/>
                <a:cs typeface="Times New Roman"/>
              </a:rPr>
              <a:t> </a:t>
            </a:r>
            <a:r>
              <a:rPr dirty="0" sz="2300" spc="-270">
                <a:latin typeface="Times New Roman"/>
                <a:cs typeface="Times New Roman"/>
              </a:rPr>
              <a:t>2</a:t>
            </a:r>
            <a:r>
              <a:rPr dirty="0" sz="2400" spc="-270" i="1">
                <a:latin typeface="Symbol"/>
                <a:cs typeface="Symbol"/>
              </a:rPr>
              <a:t></a:t>
            </a:r>
            <a:r>
              <a:rPr dirty="0" sz="2300" spc="-270" i="1">
                <a:latin typeface="Times New Roman"/>
                <a:cs typeface="Times New Roman"/>
              </a:rPr>
              <a:t>m</a:t>
            </a:r>
            <a:endParaRPr sz="2300">
              <a:latin typeface="Times New Roman"/>
              <a:cs typeface="Times New Roman"/>
            </a:endParaRPr>
          </a:p>
          <a:p>
            <a:pPr marL="646430">
              <a:lnSpc>
                <a:spcPct val="100000"/>
              </a:lnSpc>
              <a:spcBef>
                <a:spcPts val="455"/>
              </a:spcBef>
            </a:pPr>
            <a:r>
              <a:rPr dirty="0" sz="2300" i="1">
                <a:latin typeface="Times New Roman"/>
                <a:cs typeface="Times New Roman"/>
              </a:rPr>
              <a:t>qB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446350" y="2467800"/>
            <a:ext cx="1530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华文楷体"/>
                <a:cs typeface="华文楷体"/>
              </a:rPr>
              <a:t>1.</a:t>
            </a:r>
            <a:r>
              <a:rPr dirty="0" sz="2400" spc="-90" i="1">
                <a:latin typeface="华文楷体"/>
                <a:cs typeface="华文楷体"/>
              </a:rPr>
              <a:t> </a:t>
            </a:r>
            <a:r>
              <a:rPr dirty="0" sz="2400" i="1">
                <a:latin typeface="华文楷体"/>
                <a:cs typeface="华文楷体"/>
              </a:rPr>
              <a:t>变化电场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8792" y="2360676"/>
            <a:ext cx="2811779" cy="2580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46350" y="2467800"/>
            <a:ext cx="1530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华文楷体"/>
                <a:cs typeface="华文楷体"/>
              </a:rPr>
              <a:t>1.</a:t>
            </a:r>
            <a:r>
              <a:rPr dirty="0" sz="2400" spc="-90" i="1">
                <a:latin typeface="华文楷体"/>
                <a:cs typeface="华文楷体"/>
              </a:rPr>
              <a:t> </a:t>
            </a:r>
            <a:r>
              <a:rPr dirty="0" sz="2400" i="1">
                <a:latin typeface="华文楷体"/>
                <a:cs typeface="华文楷体"/>
              </a:rPr>
              <a:t>变化电场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37193" y="3458959"/>
            <a:ext cx="1149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华文楷体"/>
                <a:cs typeface="华文楷体"/>
              </a:rPr>
              <a:t>2.</a:t>
            </a:r>
            <a:r>
              <a:rPr dirty="0" sz="2400" i="1">
                <a:latin typeface="华文楷体"/>
                <a:cs typeface="华文楷体"/>
              </a:rPr>
              <a:t>条件：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19077" y="3728249"/>
            <a:ext cx="596265" cy="0"/>
          </a:xfrm>
          <a:custGeom>
            <a:avLst/>
            <a:gdLst/>
            <a:ahLst/>
            <a:cxnLst/>
            <a:rect l="l" t="t" r="r" b="b"/>
            <a:pathLst>
              <a:path w="596264" h="0">
                <a:moveTo>
                  <a:pt x="0" y="0"/>
                </a:moveTo>
                <a:lnTo>
                  <a:pt x="596138" y="0"/>
                </a:lnTo>
              </a:path>
            </a:pathLst>
          </a:custGeom>
          <a:ln w="150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235587" y="3725062"/>
            <a:ext cx="36131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15" i="1">
                <a:latin typeface="Times New Roman"/>
                <a:cs typeface="Times New Roman"/>
              </a:rPr>
              <a:t>qB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54612" y="3284943"/>
            <a:ext cx="854710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5460" sz="3525" spc="22">
                <a:latin typeface="Symbol"/>
                <a:cs typeface="Symbol"/>
              </a:rPr>
              <a:t></a:t>
            </a:r>
            <a:r>
              <a:rPr dirty="0" baseline="-35460" sz="3525" spc="254">
                <a:latin typeface="Times New Roman"/>
                <a:cs typeface="Times New Roman"/>
              </a:rPr>
              <a:t> </a:t>
            </a:r>
            <a:r>
              <a:rPr dirty="0" sz="2350" spc="-260">
                <a:latin typeface="Times New Roman"/>
                <a:cs typeface="Times New Roman"/>
              </a:rPr>
              <a:t>2</a:t>
            </a:r>
            <a:r>
              <a:rPr dirty="0" sz="2500" spc="-260" i="1">
                <a:latin typeface="Symbol"/>
                <a:cs typeface="Symbol"/>
              </a:rPr>
              <a:t></a:t>
            </a:r>
            <a:r>
              <a:rPr dirty="0" sz="2350" spc="-260" i="1">
                <a:latin typeface="Times New Roman"/>
                <a:cs typeface="Times New Roman"/>
              </a:rPr>
              <a:t>m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98341" y="3489769"/>
            <a:ext cx="986790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-265" i="1">
                <a:latin typeface="Times New Roman"/>
                <a:cs typeface="Times New Roman"/>
              </a:rPr>
              <a:t>T</a:t>
            </a:r>
            <a:r>
              <a:rPr dirty="0" baseline="-28806" sz="2025" spc="37">
                <a:latin typeface="宋体"/>
                <a:cs typeface="宋体"/>
              </a:rPr>
              <a:t>电</a:t>
            </a:r>
            <a:r>
              <a:rPr dirty="0" baseline="-28806" sz="2025" spc="44">
                <a:latin typeface="宋体"/>
                <a:cs typeface="宋体"/>
              </a:rPr>
              <a:t> </a:t>
            </a:r>
            <a:r>
              <a:rPr dirty="0" sz="2350" spc="15">
                <a:latin typeface="Symbol"/>
                <a:cs typeface="Symbol"/>
              </a:rPr>
              <a:t></a:t>
            </a:r>
            <a:r>
              <a:rPr dirty="0" sz="2350" spc="-165">
                <a:latin typeface="Times New Roman"/>
                <a:cs typeface="Times New Roman"/>
              </a:rPr>
              <a:t> </a:t>
            </a:r>
            <a:r>
              <a:rPr dirty="0" sz="2350" spc="-75" i="1">
                <a:latin typeface="Times New Roman"/>
                <a:cs typeface="Times New Roman"/>
              </a:rPr>
              <a:t>T</a:t>
            </a:r>
            <a:r>
              <a:rPr dirty="0" baseline="-28806" sz="2025" spc="37">
                <a:latin typeface="宋体"/>
                <a:cs typeface="宋体"/>
              </a:rPr>
              <a:t>磁</a:t>
            </a:r>
            <a:endParaRPr baseline="-28806" sz="2025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85096" y="180651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13304" y="15727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12948" y="1796795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997462" y="1116329"/>
            <a:ext cx="1930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回旋加速器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8792" y="2360676"/>
            <a:ext cx="2811779" cy="2580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46350" y="2467800"/>
            <a:ext cx="1530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华文楷体"/>
                <a:cs typeface="华文楷体"/>
              </a:rPr>
              <a:t>1.</a:t>
            </a:r>
            <a:r>
              <a:rPr dirty="0" sz="2400" spc="-90" i="1">
                <a:latin typeface="华文楷体"/>
                <a:cs typeface="华文楷体"/>
              </a:rPr>
              <a:t> </a:t>
            </a:r>
            <a:r>
              <a:rPr dirty="0" sz="2400" i="1">
                <a:latin typeface="华文楷体"/>
                <a:cs typeface="华文楷体"/>
              </a:rPr>
              <a:t>变化电场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37193" y="3458959"/>
            <a:ext cx="1149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华文楷体"/>
                <a:cs typeface="华文楷体"/>
              </a:rPr>
              <a:t>2.</a:t>
            </a:r>
            <a:r>
              <a:rPr dirty="0" sz="2400" i="1">
                <a:latin typeface="华文楷体"/>
                <a:cs typeface="华文楷体"/>
              </a:rPr>
              <a:t>条件：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19077" y="3728249"/>
            <a:ext cx="596265" cy="0"/>
          </a:xfrm>
          <a:custGeom>
            <a:avLst/>
            <a:gdLst/>
            <a:ahLst/>
            <a:cxnLst/>
            <a:rect l="l" t="t" r="r" b="b"/>
            <a:pathLst>
              <a:path w="596264" h="0">
                <a:moveTo>
                  <a:pt x="0" y="0"/>
                </a:moveTo>
                <a:lnTo>
                  <a:pt x="596138" y="0"/>
                </a:lnTo>
              </a:path>
            </a:pathLst>
          </a:custGeom>
          <a:ln w="150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235587" y="3725062"/>
            <a:ext cx="36131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15" i="1">
                <a:latin typeface="Times New Roman"/>
                <a:cs typeface="Times New Roman"/>
              </a:rPr>
              <a:t>qB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54612" y="3284943"/>
            <a:ext cx="854710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5460" sz="3525" spc="22">
                <a:latin typeface="Symbol"/>
                <a:cs typeface="Symbol"/>
              </a:rPr>
              <a:t></a:t>
            </a:r>
            <a:r>
              <a:rPr dirty="0" baseline="-35460" sz="3525" spc="254">
                <a:latin typeface="Times New Roman"/>
                <a:cs typeface="Times New Roman"/>
              </a:rPr>
              <a:t> </a:t>
            </a:r>
            <a:r>
              <a:rPr dirty="0" sz="2350" spc="-260">
                <a:latin typeface="Times New Roman"/>
                <a:cs typeface="Times New Roman"/>
              </a:rPr>
              <a:t>2</a:t>
            </a:r>
            <a:r>
              <a:rPr dirty="0" sz="2500" spc="-260" i="1">
                <a:latin typeface="Symbol"/>
                <a:cs typeface="Symbol"/>
              </a:rPr>
              <a:t></a:t>
            </a:r>
            <a:r>
              <a:rPr dirty="0" sz="2350" spc="-260" i="1">
                <a:latin typeface="Times New Roman"/>
                <a:cs typeface="Times New Roman"/>
              </a:rPr>
              <a:t>m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98341" y="3489769"/>
            <a:ext cx="986790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-265" i="1">
                <a:latin typeface="Times New Roman"/>
                <a:cs typeface="Times New Roman"/>
              </a:rPr>
              <a:t>T</a:t>
            </a:r>
            <a:r>
              <a:rPr dirty="0" baseline="-28806" sz="2025" spc="37">
                <a:latin typeface="宋体"/>
                <a:cs typeface="宋体"/>
              </a:rPr>
              <a:t>电</a:t>
            </a:r>
            <a:r>
              <a:rPr dirty="0" baseline="-28806" sz="2025" spc="44">
                <a:latin typeface="宋体"/>
                <a:cs typeface="宋体"/>
              </a:rPr>
              <a:t> </a:t>
            </a:r>
            <a:r>
              <a:rPr dirty="0" sz="2350" spc="15">
                <a:latin typeface="Symbol"/>
                <a:cs typeface="Symbol"/>
              </a:rPr>
              <a:t></a:t>
            </a:r>
            <a:r>
              <a:rPr dirty="0" sz="2350" spc="-165">
                <a:latin typeface="Times New Roman"/>
                <a:cs typeface="Times New Roman"/>
              </a:rPr>
              <a:t> </a:t>
            </a:r>
            <a:r>
              <a:rPr dirty="0" sz="2350" spc="-75" i="1">
                <a:latin typeface="Times New Roman"/>
                <a:cs typeface="Times New Roman"/>
              </a:rPr>
              <a:t>T</a:t>
            </a:r>
            <a:r>
              <a:rPr dirty="0" baseline="-28806" sz="2025" spc="37">
                <a:latin typeface="宋体"/>
                <a:cs typeface="宋体"/>
              </a:rPr>
              <a:t>磁</a:t>
            </a:r>
            <a:endParaRPr baseline="-28806" sz="2025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85096" y="180651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13304" y="15727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12948" y="1796795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997462" y="1116329"/>
            <a:ext cx="1930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回旋加速器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910194" y="4289602"/>
            <a:ext cx="45974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55372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在我们讨论带电粒子的回旋时 间时，忽略了粒子在缝间的加速时 间，为什么可以做这种忽略呢？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8792" y="2360676"/>
            <a:ext cx="2811779" cy="2580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46350" y="2467800"/>
            <a:ext cx="1530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华文楷体"/>
                <a:cs typeface="华文楷体"/>
              </a:rPr>
              <a:t>1.</a:t>
            </a:r>
            <a:r>
              <a:rPr dirty="0" sz="2400" spc="-90" i="1">
                <a:latin typeface="华文楷体"/>
                <a:cs typeface="华文楷体"/>
              </a:rPr>
              <a:t> </a:t>
            </a:r>
            <a:r>
              <a:rPr dirty="0" sz="2400" i="1">
                <a:latin typeface="华文楷体"/>
                <a:cs typeface="华文楷体"/>
              </a:rPr>
              <a:t>变化电场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37193" y="3458959"/>
            <a:ext cx="1149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华文楷体"/>
                <a:cs typeface="华文楷体"/>
              </a:rPr>
              <a:t>2.</a:t>
            </a:r>
            <a:r>
              <a:rPr dirty="0" sz="2400" i="1">
                <a:latin typeface="华文楷体"/>
                <a:cs typeface="华文楷体"/>
              </a:rPr>
              <a:t>条件：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19077" y="3728249"/>
            <a:ext cx="596265" cy="0"/>
          </a:xfrm>
          <a:custGeom>
            <a:avLst/>
            <a:gdLst/>
            <a:ahLst/>
            <a:cxnLst/>
            <a:rect l="l" t="t" r="r" b="b"/>
            <a:pathLst>
              <a:path w="596264" h="0">
                <a:moveTo>
                  <a:pt x="0" y="0"/>
                </a:moveTo>
                <a:lnTo>
                  <a:pt x="596138" y="0"/>
                </a:lnTo>
              </a:path>
            </a:pathLst>
          </a:custGeom>
          <a:ln w="150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235587" y="3725062"/>
            <a:ext cx="36131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15" i="1">
                <a:latin typeface="Times New Roman"/>
                <a:cs typeface="Times New Roman"/>
              </a:rPr>
              <a:t>qB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54612" y="3284943"/>
            <a:ext cx="854710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5460" sz="3525" spc="22">
                <a:latin typeface="Symbol"/>
                <a:cs typeface="Symbol"/>
              </a:rPr>
              <a:t></a:t>
            </a:r>
            <a:r>
              <a:rPr dirty="0" baseline="-35460" sz="3525" spc="254">
                <a:latin typeface="Times New Roman"/>
                <a:cs typeface="Times New Roman"/>
              </a:rPr>
              <a:t> </a:t>
            </a:r>
            <a:r>
              <a:rPr dirty="0" sz="2350" spc="-260">
                <a:latin typeface="Times New Roman"/>
                <a:cs typeface="Times New Roman"/>
              </a:rPr>
              <a:t>2</a:t>
            </a:r>
            <a:r>
              <a:rPr dirty="0" sz="2500" spc="-260" i="1">
                <a:latin typeface="Symbol"/>
                <a:cs typeface="Symbol"/>
              </a:rPr>
              <a:t></a:t>
            </a:r>
            <a:r>
              <a:rPr dirty="0" sz="2350" spc="-260" i="1">
                <a:latin typeface="Times New Roman"/>
                <a:cs typeface="Times New Roman"/>
              </a:rPr>
              <a:t>m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98341" y="3489769"/>
            <a:ext cx="986790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-265" i="1">
                <a:latin typeface="Times New Roman"/>
                <a:cs typeface="Times New Roman"/>
              </a:rPr>
              <a:t>T</a:t>
            </a:r>
            <a:r>
              <a:rPr dirty="0" baseline="-28806" sz="2025" spc="37">
                <a:latin typeface="宋体"/>
                <a:cs typeface="宋体"/>
              </a:rPr>
              <a:t>电</a:t>
            </a:r>
            <a:r>
              <a:rPr dirty="0" baseline="-28806" sz="2025" spc="44">
                <a:latin typeface="宋体"/>
                <a:cs typeface="宋体"/>
              </a:rPr>
              <a:t> </a:t>
            </a:r>
            <a:r>
              <a:rPr dirty="0" sz="2350" spc="15">
                <a:latin typeface="Symbol"/>
                <a:cs typeface="Symbol"/>
              </a:rPr>
              <a:t></a:t>
            </a:r>
            <a:r>
              <a:rPr dirty="0" sz="2350" spc="-165">
                <a:latin typeface="Times New Roman"/>
                <a:cs typeface="Times New Roman"/>
              </a:rPr>
              <a:t> </a:t>
            </a:r>
            <a:r>
              <a:rPr dirty="0" sz="2350" spc="-75" i="1">
                <a:latin typeface="Times New Roman"/>
                <a:cs typeface="Times New Roman"/>
              </a:rPr>
              <a:t>T</a:t>
            </a:r>
            <a:r>
              <a:rPr dirty="0" baseline="-28806" sz="2025" spc="37">
                <a:latin typeface="宋体"/>
                <a:cs typeface="宋体"/>
              </a:rPr>
              <a:t>磁</a:t>
            </a:r>
            <a:endParaRPr baseline="-28806" sz="2025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85096" y="180651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13304" y="15727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12948" y="1796795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997462" y="1116329"/>
            <a:ext cx="1930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回旋加速器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910194" y="4300423"/>
            <a:ext cx="45974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55372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回旋加速器加速不同比荷的带 电粒子，是否需要调整变化电场的 周期</a:t>
            </a:r>
            <a:r>
              <a:rPr dirty="0" sz="2400"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8792" y="2360676"/>
            <a:ext cx="2811779" cy="2580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85096" y="180651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13304" y="15727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12948" y="1796795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997462" y="1116329"/>
            <a:ext cx="1930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回旋加速器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69909" y="2376017"/>
            <a:ext cx="398780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2293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讨论</a:t>
            </a:r>
            <a:r>
              <a:rPr dirty="0" sz="2400" spc="-5">
                <a:latin typeface="Calibri"/>
                <a:cs typeface="Calibri"/>
              </a:rPr>
              <a:t>3</a:t>
            </a:r>
            <a:r>
              <a:rPr dirty="0" sz="2400" spc="-5">
                <a:latin typeface="宋体"/>
                <a:cs typeface="宋体"/>
              </a:rPr>
              <a:t>：</a:t>
            </a:r>
            <a:r>
              <a:rPr dirty="0" sz="2400">
                <a:latin typeface="宋体"/>
                <a:cs typeface="宋体"/>
              </a:rPr>
              <a:t>某种带电粒子在 回旋加速器中被不停的持续加 速后，带电粒子的能量能无限 增大吗？这个最大能量跟加速 电压有关吗？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8792" y="2360676"/>
            <a:ext cx="2811779" cy="2580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46350" y="2467800"/>
            <a:ext cx="1530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华文楷体"/>
                <a:cs typeface="华文楷体"/>
              </a:rPr>
              <a:t>1.</a:t>
            </a:r>
            <a:r>
              <a:rPr dirty="0" sz="2400" spc="-90" i="1">
                <a:latin typeface="华文楷体"/>
                <a:cs typeface="华文楷体"/>
              </a:rPr>
              <a:t> </a:t>
            </a:r>
            <a:r>
              <a:rPr dirty="0" sz="2400" i="1">
                <a:latin typeface="华文楷体"/>
                <a:cs typeface="华文楷体"/>
              </a:rPr>
              <a:t>变化电场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37193" y="3458959"/>
            <a:ext cx="1149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华文楷体"/>
                <a:cs typeface="华文楷体"/>
              </a:rPr>
              <a:t>2.</a:t>
            </a:r>
            <a:r>
              <a:rPr dirty="0" sz="2400" i="1">
                <a:latin typeface="华文楷体"/>
                <a:cs typeface="华文楷体"/>
              </a:rPr>
              <a:t>条件：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19077" y="3728249"/>
            <a:ext cx="596265" cy="0"/>
          </a:xfrm>
          <a:custGeom>
            <a:avLst/>
            <a:gdLst/>
            <a:ahLst/>
            <a:cxnLst/>
            <a:rect l="l" t="t" r="r" b="b"/>
            <a:pathLst>
              <a:path w="596264" h="0">
                <a:moveTo>
                  <a:pt x="0" y="0"/>
                </a:moveTo>
                <a:lnTo>
                  <a:pt x="596138" y="0"/>
                </a:lnTo>
              </a:path>
            </a:pathLst>
          </a:custGeom>
          <a:ln w="150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235587" y="3725062"/>
            <a:ext cx="36131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15" i="1">
                <a:latin typeface="Times New Roman"/>
                <a:cs typeface="Times New Roman"/>
              </a:rPr>
              <a:t>qB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98341" y="3489769"/>
            <a:ext cx="822960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17195" algn="l"/>
              </a:tabLst>
            </a:pPr>
            <a:r>
              <a:rPr dirty="0" sz="2350" spc="15" i="1">
                <a:latin typeface="Times New Roman"/>
                <a:cs typeface="Times New Roman"/>
              </a:rPr>
              <a:t>T	</a:t>
            </a:r>
            <a:r>
              <a:rPr dirty="0" sz="2350" spc="15">
                <a:latin typeface="Symbol"/>
                <a:cs typeface="Symbol"/>
              </a:rPr>
              <a:t></a:t>
            </a:r>
            <a:r>
              <a:rPr dirty="0" sz="2350" spc="-215">
                <a:latin typeface="Times New Roman"/>
                <a:cs typeface="Times New Roman"/>
              </a:rPr>
              <a:t> </a:t>
            </a:r>
            <a:r>
              <a:rPr dirty="0" sz="2350" spc="15" i="1">
                <a:latin typeface="Times New Roman"/>
                <a:cs typeface="Times New Roman"/>
              </a:rPr>
              <a:t>T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54612" y="3284943"/>
            <a:ext cx="854710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5460" sz="3525" spc="22">
                <a:latin typeface="Symbol"/>
                <a:cs typeface="Symbol"/>
              </a:rPr>
              <a:t></a:t>
            </a:r>
            <a:r>
              <a:rPr dirty="0" baseline="-35460" sz="3525" spc="254">
                <a:latin typeface="Times New Roman"/>
                <a:cs typeface="Times New Roman"/>
              </a:rPr>
              <a:t> </a:t>
            </a:r>
            <a:r>
              <a:rPr dirty="0" sz="2350" spc="-260">
                <a:latin typeface="Times New Roman"/>
                <a:cs typeface="Times New Roman"/>
              </a:rPr>
              <a:t>2</a:t>
            </a:r>
            <a:r>
              <a:rPr dirty="0" sz="2500" spc="-260" i="1">
                <a:latin typeface="Symbol"/>
                <a:cs typeface="Symbol"/>
              </a:rPr>
              <a:t></a:t>
            </a:r>
            <a:r>
              <a:rPr dirty="0" sz="2350" spc="-260" i="1">
                <a:latin typeface="Times New Roman"/>
                <a:cs typeface="Times New Roman"/>
              </a:rPr>
              <a:t>m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1526" y="3704183"/>
            <a:ext cx="20066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25">
                <a:latin typeface="宋体"/>
                <a:cs typeface="宋体"/>
              </a:rPr>
              <a:t>电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84750" y="3704183"/>
            <a:ext cx="20066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25">
                <a:latin typeface="宋体"/>
                <a:cs typeface="宋体"/>
              </a:rPr>
              <a:t>磁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53401" y="5584050"/>
            <a:ext cx="379730" cy="0"/>
          </a:xfrm>
          <a:custGeom>
            <a:avLst/>
            <a:gdLst/>
            <a:ahLst/>
            <a:cxnLst/>
            <a:rect l="l" t="t" r="r" b="b"/>
            <a:pathLst>
              <a:path w="379729" h="0">
                <a:moveTo>
                  <a:pt x="0" y="0"/>
                </a:moveTo>
                <a:lnTo>
                  <a:pt x="379704" y="0"/>
                </a:lnTo>
              </a:path>
            </a:pathLst>
          </a:custGeom>
          <a:ln w="144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207402" y="5113070"/>
            <a:ext cx="817244" cy="842010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baseline="-35024" sz="3450" i="1">
                <a:latin typeface="Times New Roman"/>
                <a:cs typeface="Times New Roman"/>
              </a:rPr>
              <a:t>r </a:t>
            </a:r>
            <a:r>
              <a:rPr dirty="0" baseline="-35024" sz="3450">
                <a:latin typeface="Symbol"/>
                <a:cs typeface="Symbol"/>
              </a:rPr>
              <a:t></a:t>
            </a:r>
            <a:r>
              <a:rPr dirty="0" baseline="-35024" sz="3450" spc="179">
                <a:latin typeface="Times New Roman"/>
                <a:cs typeface="Times New Roman"/>
              </a:rPr>
              <a:t> </a:t>
            </a:r>
            <a:r>
              <a:rPr dirty="0" sz="2300" spc="5" i="1">
                <a:latin typeface="Times New Roman"/>
                <a:cs typeface="Times New Roman"/>
              </a:rPr>
              <a:t>mv</a:t>
            </a:r>
            <a:endParaRPr sz="2300">
              <a:latin typeface="Times New Roman"/>
              <a:cs typeface="Times New Roman"/>
            </a:endParaRPr>
          </a:p>
          <a:p>
            <a:pPr marL="472440">
              <a:lnSpc>
                <a:spcPct val="100000"/>
              </a:lnSpc>
              <a:spcBef>
                <a:spcPts val="450"/>
              </a:spcBef>
            </a:pPr>
            <a:r>
              <a:rPr dirty="0" sz="2300" i="1">
                <a:latin typeface="Times New Roman"/>
                <a:cs typeface="Times New Roman"/>
              </a:rPr>
              <a:t>qB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85096" y="180651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13304" y="15727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12948" y="1796795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997462" y="1116329"/>
            <a:ext cx="1930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回旋加速器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8792" y="2360676"/>
            <a:ext cx="2811779" cy="2580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46350" y="2467800"/>
            <a:ext cx="1530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华文楷体"/>
                <a:cs typeface="华文楷体"/>
              </a:rPr>
              <a:t>1.</a:t>
            </a:r>
            <a:r>
              <a:rPr dirty="0" sz="2400" spc="-90" i="1">
                <a:latin typeface="华文楷体"/>
                <a:cs typeface="华文楷体"/>
              </a:rPr>
              <a:t> </a:t>
            </a:r>
            <a:r>
              <a:rPr dirty="0" sz="2400" i="1">
                <a:latin typeface="华文楷体"/>
                <a:cs typeface="华文楷体"/>
              </a:rPr>
              <a:t>变化电场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37193" y="3458959"/>
            <a:ext cx="1149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华文楷体"/>
                <a:cs typeface="华文楷体"/>
              </a:rPr>
              <a:t>2.</a:t>
            </a:r>
            <a:r>
              <a:rPr dirty="0" sz="2400" i="1">
                <a:latin typeface="华文楷体"/>
                <a:cs typeface="华文楷体"/>
              </a:rPr>
              <a:t>条件：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19077" y="3728249"/>
            <a:ext cx="596265" cy="0"/>
          </a:xfrm>
          <a:custGeom>
            <a:avLst/>
            <a:gdLst/>
            <a:ahLst/>
            <a:cxnLst/>
            <a:rect l="l" t="t" r="r" b="b"/>
            <a:pathLst>
              <a:path w="596264" h="0">
                <a:moveTo>
                  <a:pt x="0" y="0"/>
                </a:moveTo>
                <a:lnTo>
                  <a:pt x="596138" y="0"/>
                </a:lnTo>
              </a:path>
            </a:pathLst>
          </a:custGeom>
          <a:ln w="150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235587" y="3725062"/>
            <a:ext cx="36131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15" i="1">
                <a:latin typeface="Times New Roman"/>
                <a:cs typeface="Times New Roman"/>
              </a:rPr>
              <a:t>qB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54612" y="3284943"/>
            <a:ext cx="854710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5460" sz="3525" spc="22">
                <a:latin typeface="Symbol"/>
                <a:cs typeface="Symbol"/>
              </a:rPr>
              <a:t></a:t>
            </a:r>
            <a:r>
              <a:rPr dirty="0" baseline="-35460" sz="3525" spc="254">
                <a:latin typeface="Times New Roman"/>
                <a:cs typeface="Times New Roman"/>
              </a:rPr>
              <a:t> </a:t>
            </a:r>
            <a:r>
              <a:rPr dirty="0" sz="2350" spc="-260">
                <a:latin typeface="Times New Roman"/>
                <a:cs typeface="Times New Roman"/>
              </a:rPr>
              <a:t>2</a:t>
            </a:r>
            <a:r>
              <a:rPr dirty="0" sz="2500" spc="-260" i="1">
                <a:latin typeface="Symbol"/>
                <a:cs typeface="Symbol"/>
              </a:rPr>
              <a:t></a:t>
            </a:r>
            <a:r>
              <a:rPr dirty="0" sz="2350" spc="-260" i="1">
                <a:latin typeface="Times New Roman"/>
                <a:cs typeface="Times New Roman"/>
              </a:rPr>
              <a:t>m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98341" y="3489769"/>
            <a:ext cx="986790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-265" i="1">
                <a:latin typeface="Times New Roman"/>
                <a:cs typeface="Times New Roman"/>
              </a:rPr>
              <a:t>T</a:t>
            </a:r>
            <a:r>
              <a:rPr dirty="0" baseline="-28806" sz="2025" spc="37">
                <a:latin typeface="宋体"/>
                <a:cs typeface="宋体"/>
              </a:rPr>
              <a:t>电</a:t>
            </a:r>
            <a:r>
              <a:rPr dirty="0" baseline="-28806" sz="2025" spc="44">
                <a:latin typeface="宋体"/>
                <a:cs typeface="宋体"/>
              </a:rPr>
              <a:t> </a:t>
            </a:r>
            <a:r>
              <a:rPr dirty="0" sz="2350" spc="15">
                <a:latin typeface="Symbol"/>
                <a:cs typeface="Symbol"/>
              </a:rPr>
              <a:t></a:t>
            </a:r>
            <a:r>
              <a:rPr dirty="0" sz="2350" spc="-165">
                <a:latin typeface="Times New Roman"/>
                <a:cs typeface="Times New Roman"/>
              </a:rPr>
              <a:t> </a:t>
            </a:r>
            <a:r>
              <a:rPr dirty="0" sz="2350" spc="-75" i="1">
                <a:latin typeface="Times New Roman"/>
                <a:cs typeface="Times New Roman"/>
              </a:rPr>
              <a:t>T</a:t>
            </a:r>
            <a:r>
              <a:rPr dirty="0" baseline="-28806" sz="2025" spc="37">
                <a:latin typeface="宋体"/>
                <a:cs typeface="宋体"/>
              </a:rPr>
              <a:t>磁</a:t>
            </a:r>
            <a:endParaRPr baseline="-28806" sz="2025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53401" y="5584050"/>
            <a:ext cx="379730" cy="0"/>
          </a:xfrm>
          <a:custGeom>
            <a:avLst/>
            <a:gdLst/>
            <a:ahLst/>
            <a:cxnLst/>
            <a:rect l="l" t="t" r="r" b="b"/>
            <a:pathLst>
              <a:path w="379729" h="0">
                <a:moveTo>
                  <a:pt x="0" y="0"/>
                </a:moveTo>
                <a:lnTo>
                  <a:pt x="379704" y="0"/>
                </a:lnTo>
              </a:path>
            </a:pathLst>
          </a:custGeom>
          <a:ln w="144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302752" y="5518403"/>
            <a:ext cx="485140" cy="152400"/>
          </a:xfrm>
          <a:custGeom>
            <a:avLst/>
            <a:gdLst/>
            <a:ahLst/>
            <a:cxnLst/>
            <a:rect l="l" t="t" r="r" b="b"/>
            <a:pathLst>
              <a:path w="485140" h="152400">
                <a:moveTo>
                  <a:pt x="408431" y="152400"/>
                </a:moveTo>
                <a:lnTo>
                  <a:pt x="408431" y="114300"/>
                </a:lnTo>
                <a:lnTo>
                  <a:pt x="0" y="114300"/>
                </a:lnTo>
                <a:lnTo>
                  <a:pt x="0" y="38100"/>
                </a:lnTo>
                <a:lnTo>
                  <a:pt x="408431" y="38100"/>
                </a:lnTo>
                <a:lnTo>
                  <a:pt x="408431" y="0"/>
                </a:lnTo>
                <a:lnTo>
                  <a:pt x="484631" y="76200"/>
                </a:lnTo>
                <a:lnTo>
                  <a:pt x="408431" y="152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296757" y="5502986"/>
            <a:ext cx="499745" cy="183515"/>
          </a:xfrm>
          <a:custGeom>
            <a:avLst/>
            <a:gdLst/>
            <a:ahLst/>
            <a:cxnLst/>
            <a:rect l="l" t="t" r="r" b="b"/>
            <a:pathLst>
              <a:path w="499745" h="183514">
                <a:moveTo>
                  <a:pt x="407898" y="53428"/>
                </a:moveTo>
                <a:lnTo>
                  <a:pt x="407898" y="0"/>
                </a:lnTo>
                <a:lnTo>
                  <a:pt x="423227" y="15328"/>
                </a:lnTo>
                <a:lnTo>
                  <a:pt x="420598" y="15328"/>
                </a:lnTo>
                <a:lnTo>
                  <a:pt x="409765" y="19824"/>
                </a:lnTo>
                <a:lnTo>
                  <a:pt x="420598" y="30657"/>
                </a:lnTo>
                <a:lnTo>
                  <a:pt x="420598" y="47078"/>
                </a:lnTo>
                <a:lnTo>
                  <a:pt x="414248" y="47078"/>
                </a:lnTo>
                <a:lnTo>
                  <a:pt x="407898" y="53428"/>
                </a:lnTo>
                <a:close/>
              </a:path>
              <a:path w="499745" h="183514">
                <a:moveTo>
                  <a:pt x="420598" y="30657"/>
                </a:moveTo>
                <a:lnTo>
                  <a:pt x="409765" y="19824"/>
                </a:lnTo>
                <a:lnTo>
                  <a:pt x="420598" y="15328"/>
                </a:lnTo>
                <a:lnTo>
                  <a:pt x="420598" y="30657"/>
                </a:lnTo>
                <a:close/>
              </a:path>
              <a:path w="499745" h="183514">
                <a:moveTo>
                  <a:pt x="481469" y="91528"/>
                </a:moveTo>
                <a:lnTo>
                  <a:pt x="420598" y="30657"/>
                </a:lnTo>
                <a:lnTo>
                  <a:pt x="420598" y="15328"/>
                </a:lnTo>
                <a:lnTo>
                  <a:pt x="423227" y="15328"/>
                </a:lnTo>
                <a:lnTo>
                  <a:pt x="494931" y="87033"/>
                </a:lnTo>
                <a:lnTo>
                  <a:pt x="485965" y="87033"/>
                </a:lnTo>
                <a:lnTo>
                  <a:pt x="481469" y="91528"/>
                </a:lnTo>
                <a:close/>
              </a:path>
              <a:path w="499745" h="183514">
                <a:moveTo>
                  <a:pt x="407898" y="135978"/>
                </a:moveTo>
                <a:lnTo>
                  <a:pt x="0" y="135978"/>
                </a:lnTo>
                <a:lnTo>
                  <a:pt x="0" y="47078"/>
                </a:lnTo>
                <a:lnTo>
                  <a:pt x="407898" y="47078"/>
                </a:lnTo>
                <a:lnTo>
                  <a:pt x="407898" y="53428"/>
                </a:lnTo>
                <a:lnTo>
                  <a:pt x="12700" y="53428"/>
                </a:lnTo>
                <a:lnTo>
                  <a:pt x="6350" y="59778"/>
                </a:lnTo>
                <a:lnTo>
                  <a:pt x="12700" y="59778"/>
                </a:lnTo>
                <a:lnTo>
                  <a:pt x="12700" y="123278"/>
                </a:lnTo>
                <a:lnTo>
                  <a:pt x="6350" y="123278"/>
                </a:lnTo>
                <a:lnTo>
                  <a:pt x="12700" y="129628"/>
                </a:lnTo>
                <a:lnTo>
                  <a:pt x="407898" y="129628"/>
                </a:lnTo>
                <a:lnTo>
                  <a:pt x="407898" y="135978"/>
                </a:lnTo>
                <a:close/>
              </a:path>
              <a:path w="499745" h="183514">
                <a:moveTo>
                  <a:pt x="420598" y="59778"/>
                </a:moveTo>
                <a:lnTo>
                  <a:pt x="12700" y="59778"/>
                </a:lnTo>
                <a:lnTo>
                  <a:pt x="12700" y="53428"/>
                </a:lnTo>
                <a:lnTo>
                  <a:pt x="407898" y="53428"/>
                </a:lnTo>
                <a:lnTo>
                  <a:pt x="414248" y="47078"/>
                </a:lnTo>
                <a:lnTo>
                  <a:pt x="420598" y="47078"/>
                </a:lnTo>
                <a:lnTo>
                  <a:pt x="420598" y="59778"/>
                </a:lnTo>
                <a:close/>
              </a:path>
              <a:path w="499745" h="183514">
                <a:moveTo>
                  <a:pt x="12700" y="59778"/>
                </a:moveTo>
                <a:lnTo>
                  <a:pt x="6350" y="59778"/>
                </a:lnTo>
                <a:lnTo>
                  <a:pt x="12700" y="53428"/>
                </a:lnTo>
                <a:lnTo>
                  <a:pt x="12700" y="59778"/>
                </a:lnTo>
                <a:close/>
              </a:path>
              <a:path w="499745" h="183514">
                <a:moveTo>
                  <a:pt x="485965" y="96024"/>
                </a:moveTo>
                <a:lnTo>
                  <a:pt x="481469" y="91528"/>
                </a:lnTo>
                <a:lnTo>
                  <a:pt x="485965" y="87033"/>
                </a:lnTo>
                <a:lnTo>
                  <a:pt x="485965" y="96024"/>
                </a:lnTo>
                <a:close/>
              </a:path>
              <a:path w="499745" h="183514">
                <a:moveTo>
                  <a:pt x="494931" y="96024"/>
                </a:moveTo>
                <a:lnTo>
                  <a:pt x="485965" y="96024"/>
                </a:lnTo>
                <a:lnTo>
                  <a:pt x="485965" y="87033"/>
                </a:lnTo>
                <a:lnTo>
                  <a:pt x="494931" y="87033"/>
                </a:lnTo>
                <a:lnTo>
                  <a:pt x="499427" y="91528"/>
                </a:lnTo>
                <a:lnTo>
                  <a:pt x="494931" y="96024"/>
                </a:lnTo>
                <a:close/>
              </a:path>
              <a:path w="499745" h="183514">
                <a:moveTo>
                  <a:pt x="423227" y="167728"/>
                </a:moveTo>
                <a:lnTo>
                  <a:pt x="420598" y="167728"/>
                </a:lnTo>
                <a:lnTo>
                  <a:pt x="420598" y="152400"/>
                </a:lnTo>
                <a:lnTo>
                  <a:pt x="481469" y="91528"/>
                </a:lnTo>
                <a:lnTo>
                  <a:pt x="485965" y="96024"/>
                </a:lnTo>
                <a:lnTo>
                  <a:pt x="494931" y="96024"/>
                </a:lnTo>
                <a:lnTo>
                  <a:pt x="423227" y="167728"/>
                </a:lnTo>
                <a:close/>
              </a:path>
              <a:path w="499745" h="183514">
                <a:moveTo>
                  <a:pt x="12700" y="129628"/>
                </a:moveTo>
                <a:lnTo>
                  <a:pt x="6350" y="123278"/>
                </a:lnTo>
                <a:lnTo>
                  <a:pt x="12700" y="123278"/>
                </a:lnTo>
                <a:lnTo>
                  <a:pt x="12700" y="129628"/>
                </a:lnTo>
                <a:close/>
              </a:path>
              <a:path w="499745" h="183514">
                <a:moveTo>
                  <a:pt x="420598" y="135978"/>
                </a:moveTo>
                <a:lnTo>
                  <a:pt x="414248" y="135978"/>
                </a:lnTo>
                <a:lnTo>
                  <a:pt x="407898" y="129628"/>
                </a:lnTo>
                <a:lnTo>
                  <a:pt x="12700" y="129628"/>
                </a:lnTo>
                <a:lnTo>
                  <a:pt x="12700" y="123278"/>
                </a:lnTo>
                <a:lnTo>
                  <a:pt x="420598" y="123278"/>
                </a:lnTo>
                <a:lnTo>
                  <a:pt x="420598" y="135978"/>
                </a:lnTo>
                <a:close/>
              </a:path>
              <a:path w="499745" h="183514">
                <a:moveTo>
                  <a:pt x="407898" y="183057"/>
                </a:moveTo>
                <a:lnTo>
                  <a:pt x="407898" y="129628"/>
                </a:lnTo>
                <a:lnTo>
                  <a:pt x="414248" y="135978"/>
                </a:lnTo>
                <a:lnTo>
                  <a:pt x="420598" y="135978"/>
                </a:lnTo>
                <a:lnTo>
                  <a:pt x="420598" y="152400"/>
                </a:lnTo>
                <a:lnTo>
                  <a:pt x="409765" y="163233"/>
                </a:lnTo>
                <a:lnTo>
                  <a:pt x="420598" y="167728"/>
                </a:lnTo>
                <a:lnTo>
                  <a:pt x="423227" y="167728"/>
                </a:lnTo>
                <a:lnTo>
                  <a:pt x="407898" y="183057"/>
                </a:lnTo>
                <a:close/>
              </a:path>
              <a:path w="499745" h="183514">
                <a:moveTo>
                  <a:pt x="420598" y="167728"/>
                </a:moveTo>
                <a:lnTo>
                  <a:pt x="409765" y="163233"/>
                </a:lnTo>
                <a:lnTo>
                  <a:pt x="420598" y="152400"/>
                </a:lnTo>
                <a:lnTo>
                  <a:pt x="420598" y="16772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436506" y="5586234"/>
            <a:ext cx="447040" cy="0"/>
          </a:xfrm>
          <a:custGeom>
            <a:avLst/>
            <a:gdLst/>
            <a:ahLst/>
            <a:cxnLst/>
            <a:rect l="l" t="t" r="r" b="b"/>
            <a:pathLst>
              <a:path w="447040" h="0">
                <a:moveTo>
                  <a:pt x="0" y="0"/>
                </a:moveTo>
                <a:lnTo>
                  <a:pt x="446608" y="0"/>
                </a:lnTo>
              </a:path>
            </a:pathLst>
          </a:custGeom>
          <a:ln w="1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85096" y="180651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13304" y="15727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12948" y="1796795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997462" y="1116329"/>
            <a:ext cx="1930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回旋加速器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207402" y="5202082"/>
            <a:ext cx="817244" cy="5327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615"/>
              </a:lnSpc>
            </a:pPr>
            <a:r>
              <a:rPr dirty="0" baseline="-35024" sz="3450" i="1">
                <a:latin typeface="Times New Roman"/>
                <a:cs typeface="Times New Roman"/>
              </a:rPr>
              <a:t>r </a:t>
            </a:r>
            <a:r>
              <a:rPr dirty="0" baseline="-35024" sz="3450">
                <a:latin typeface="Symbol"/>
                <a:cs typeface="Symbol"/>
              </a:rPr>
              <a:t></a:t>
            </a:r>
            <a:r>
              <a:rPr dirty="0" baseline="-35024" sz="3450" spc="195">
                <a:latin typeface="Times New Roman"/>
                <a:cs typeface="Times New Roman"/>
              </a:rPr>
              <a:t> </a:t>
            </a:r>
            <a:r>
              <a:rPr dirty="0" sz="2300" spc="5" i="1">
                <a:latin typeface="Times New Roman"/>
                <a:cs typeface="Times New Roman"/>
              </a:rPr>
              <a:t>mv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09774" y="5228189"/>
            <a:ext cx="866140" cy="5003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baseline="-34883" sz="3225" i="1">
                <a:latin typeface="Times New Roman"/>
                <a:cs typeface="Times New Roman"/>
              </a:rPr>
              <a:t>v </a:t>
            </a:r>
            <a:r>
              <a:rPr dirty="0" baseline="-34883" sz="3225">
                <a:latin typeface="Symbol"/>
                <a:cs typeface="Symbol"/>
              </a:rPr>
              <a:t></a:t>
            </a:r>
            <a:r>
              <a:rPr dirty="0" baseline="-34883" sz="3225" spc="135">
                <a:latin typeface="Times New Roman"/>
                <a:cs typeface="Times New Roman"/>
              </a:rPr>
              <a:t> </a:t>
            </a:r>
            <a:r>
              <a:rPr dirty="0" sz="2150" spc="-5" i="1">
                <a:latin typeface="Times New Roman"/>
                <a:cs typeface="Times New Roman"/>
              </a:rPr>
              <a:t>qBr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67497" y="5610361"/>
            <a:ext cx="351155" cy="349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615"/>
              </a:lnSpc>
            </a:pPr>
            <a:r>
              <a:rPr dirty="0" sz="2300" spc="5" i="1">
                <a:latin typeface="Times New Roman"/>
                <a:cs typeface="Times New Roman"/>
              </a:rPr>
              <a:t>q</a:t>
            </a:r>
            <a:r>
              <a:rPr dirty="0" sz="2300" i="1">
                <a:latin typeface="Times New Roman"/>
                <a:cs typeface="Times New Roman"/>
              </a:rPr>
              <a:t>B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548380" y="5611844"/>
            <a:ext cx="222885" cy="3282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150" i="1">
                <a:latin typeface="Times New Roman"/>
                <a:cs typeface="Times New Roman"/>
              </a:rPr>
              <a:t>m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8792" y="2360676"/>
            <a:ext cx="2811779" cy="2580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46350" y="2467800"/>
            <a:ext cx="1530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华文楷体"/>
                <a:cs typeface="华文楷体"/>
              </a:rPr>
              <a:t>1.</a:t>
            </a:r>
            <a:r>
              <a:rPr dirty="0" sz="2400" spc="-90" i="1">
                <a:latin typeface="华文楷体"/>
                <a:cs typeface="华文楷体"/>
              </a:rPr>
              <a:t> </a:t>
            </a:r>
            <a:r>
              <a:rPr dirty="0" sz="2400" i="1">
                <a:latin typeface="华文楷体"/>
                <a:cs typeface="华文楷体"/>
              </a:rPr>
              <a:t>变化电场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37193" y="3458959"/>
            <a:ext cx="1149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华文楷体"/>
                <a:cs typeface="华文楷体"/>
              </a:rPr>
              <a:t>2.</a:t>
            </a:r>
            <a:r>
              <a:rPr dirty="0" sz="2400" i="1">
                <a:latin typeface="华文楷体"/>
                <a:cs typeface="华文楷体"/>
              </a:rPr>
              <a:t>条件：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19077" y="3728249"/>
            <a:ext cx="596265" cy="0"/>
          </a:xfrm>
          <a:custGeom>
            <a:avLst/>
            <a:gdLst/>
            <a:ahLst/>
            <a:cxnLst/>
            <a:rect l="l" t="t" r="r" b="b"/>
            <a:pathLst>
              <a:path w="596264" h="0">
                <a:moveTo>
                  <a:pt x="0" y="0"/>
                </a:moveTo>
                <a:lnTo>
                  <a:pt x="596138" y="0"/>
                </a:lnTo>
              </a:path>
            </a:pathLst>
          </a:custGeom>
          <a:ln w="150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235587" y="3725062"/>
            <a:ext cx="36131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15" i="1">
                <a:latin typeface="Times New Roman"/>
                <a:cs typeface="Times New Roman"/>
              </a:rPr>
              <a:t>qB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98341" y="3489769"/>
            <a:ext cx="822960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17195" algn="l"/>
              </a:tabLst>
            </a:pPr>
            <a:r>
              <a:rPr dirty="0" sz="2350" spc="15" i="1">
                <a:latin typeface="Times New Roman"/>
                <a:cs typeface="Times New Roman"/>
              </a:rPr>
              <a:t>T	</a:t>
            </a:r>
            <a:r>
              <a:rPr dirty="0" sz="2350" spc="15">
                <a:latin typeface="Symbol"/>
                <a:cs typeface="Symbol"/>
              </a:rPr>
              <a:t></a:t>
            </a:r>
            <a:r>
              <a:rPr dirty="0" sz="2350" spc="-215">
                <a:latin typeface="Times New Roman"/>
                <a:cs typeface="Times New Roman"/>
              </a:rPr>
              <a:t> </a:t>
            </a:r>
            <a:r>
              <a:rPr dirty="0" sz="2350" spc="15" i="1">
                <a:latin typeface="Times New Roman"/>
                <a:cs typeface="Times New Roman"/>
              </a:rPr>
              <a:t>T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54612" y="3284943"/>
            <a:ext cx="854710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5460" sz="3525" spc="22">
                <a:latin typeface="Symbol"/>
                <a:cs typeface="Symbol"/>
              </a:rPr>
              <a:t></a:t>
            </a:r>
            <a:r>
              <a:rPr dirty="0" baseline="-35460" sz="3525" spc="254">
                <a:latin typeface="Times New Roman"/>
                <a:cs typeface="Times New Roman"/>
              </a:rPr>
              <a:t> </a:t>
            </a:r>
            <a:r>
              <a:rPr dirty="0" sz="2350" spc="-260">
                <a:latin typeface="Times New Roman"/>
                <a:cs typeface="Times New Roman"/>
              </a:rPr>
              <a:t>2</a:t>
            </a:r>
            <a:r>
              <a:rPr dirty="0" sz="2500" spc="-260" i="1">
                <a:latin typeface="Symbol"/>
                <a:cs typeface="Symbol"/>
              </a:rPr>
              <a:t></a:t>
            </a:r>
            <a:r>
              <a:rPr dirty="0" sz="2350" spc="-260" i="1">
                <a:latin typeface="Times New Roman"/>
                <a:cs typeface="Times New Roman"/>
              </a:rPr>
              <a:t>m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1526" y="3704183"/>
            <a:ext cx="20066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25">
                <a:latin typeface="宋体"/>
                <a:cs typeface="宋体"/>
              </a:rPr>
              <a:t>电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84750" y="3704183"/>
            <a:ext cx="20066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25">
                <a:latin typeface="宋体"/>
                <a:cs typeface="宋体"/>
              </a:rPr>
              <a:t>磁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67497" y="5578500"/>
            <a:ext cx="35115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5" i="1">
                <a:latin typeface="Times New Roman"/>
                <a:cs typeface="Times New Roman"/>
              </a:rPr>
              <a:t>q</a:t>
            </a:r>
            <a:r>
              <a:rPr dirty="0" sz="2300" i="1">
                <a:latin typeface="Times New Roman"/>
                <a:cs typeface="Times New Roman"/>
              </a:rPr>
              <a:t>B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07402" y="5170220"/>
            <a:ext cx="817244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5024" sz="3450" i="1">
                <a:latin typeface="Times New Roman"/>
                <a:cs typeface="Times New Roman"/>
              </a:rPr>
              <a:t>r </a:t>
            </a:r>
            <a:r>
              <a:rPr dirty="0" baseline="-35024" sz="3450">
                <a:latin typeface="Symbol"/>
                <a:cs typeface="Symbol"/>
              </a:rPr>
              <a:t></a:t>
            </a:r>
            <a:r>
              <a:rPr dirty="0" baseline="-35024" sz="3450" spc="195">
                <a:latin typeface="Times New Roman"/>
                <a:cs typeface="Times New Roman"/>
              </a:rPr>
              <a:t> </a:t>
            </a:r>
            <a:r>
              <a:rPr dirty="0" u="heavy" sz="2300" spc="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mv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02752" y="5518403"/>
            <a:ext cx="485140" cy="152400"/>
          </a:xfrm>
          <a:custGeom>
            <a:avLst/>
            <a:gdLst/>
            <a:ahLst/>
            <a:cxnLst/>
            <a:rect l="l" t="t" r="r" b="b"/>
            <a:pathLst>
              <a:path w="485140" h="152400">
                <a:moveTo>
                  <a:pt x="408431" y="152400"/>
                </a:moveTo>
                <a:lnTo>
                  <a:pt x="408431" y="114300"/>
                </a:lnTo>
                <a:lnTo>
                  <a:pt x="0" y="114300"/>
                </a:lnTo>
                <a:lnTo>
                  <a:pt x="0" y="38100"/>
                </a:lnTo>
                <a:lnTo>
                  <a:pt x="408431" y="38100"/>
                </a:lnTo>
                <a:lnTo>
                  <a:pt x="408431" y="0"/>
                </a:lnTo>
                <a:lnTo>
                  <a:pt x="484631" y="76200"/>
                </a:lnTo>
                <a:lnTo>
                  <a:pt x="408431" y="152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296757" y="5502986"/>
            <a:ext cx="499745" cy="183515"/>
          </a:xfrm>
          <a:custGeom>
            <a:avLst/>
            <a:gdLst/>
            <a:ahLst/>
            <a:cxnLst/>
            <a:rect l="l" t="t" r="r" b="b"/>
            <a:pathLst>
              <a:path w="499745" h="183514">
                <a:moveTo>
                  <a:pt x="407898" y="53428"/>
                </a:moveTo>
                <a:lnTo>
                  <a:pt x="407898" y="0"/>
                </a:lnTo>
                <a:lnTo>
                  <a:pt x="423227" y="15328"/>
                </a:lnTo>
                <a:lnTo>
                  <a:pt x="420598" y="15328"/>
                </a:lnTo>
                <a:lnTo>
                  <a:pt x="409765" y="19824"/>
                </a:lnTo>
                <a:lnTo>
                  <a:pt x="420598" y="30657"/>
                </a:lnTo>
                <a:lnTo>
                  <a:pt x="420598" y="47078"/>
                </a:lnTo>
                <a:lnTo>
                  <a:pt x="414248" y="47078"/>
                </a:lnTo>
                <a:lnTo>
                  <a:pt x="407898" y="53428"/>
                </a:lnTo>
                <a:close/>
              </a:path>
              <a:path w="499745" h="183514">
                <a:moveTo>
                  <a:pt x="420598" y="30657"/>
                </a:moveTo>
                <a:lnTo>
                  <a:pt x="409765" y="19824"/>
                </a:lnTo>
                <a:lnTo>
                  <a:pt x="420598" y="15328"/>
                </a:lnTo>
                <a:lnTo>
                  <a:pt x="420598" y="30657"/>
                </a:lnTo>
                <a:close/>
              </a:path>
              <a:path w="499745" h="183514">
                <a:moveTo>
                  <a:pt x="481469" y="91528"/>
                </a:moveTo>
                <a:lnTo>
                  <a:pt x="420598" y="30657"/>
                </a:lnTo>
                <a:lnTo>
                  <a:pt x="420598" y="15328"/>
                </a:lnTo>
                <a:lnTo>
                  <a:pt x="423227" y="15328"/>
                </a:lnTo>
                <a:lnTo>
                  <a:pt x="494931" y="87033"/>
                </a:lnTo>
                <a:lnTo>
                  <a:pt x="485965" y="87033"/>
                </a:lnTo>
                <a:lnTo>
                  <a:pt x="481469" y="91528"/>
                </a:lnTo>
                <a:close/>
              </a:path>
              <a:path w="499745" h="183514">
                <a:moveTo>
                  <a:pt x="407898" y="135978"/>
                </a:moveTo>
                <a:lnTo>
                  <a:pt x="0" y="135978"/>
                </a:lnTo>
                <a:lnTo>
                  <a:pt x="0" y="47078"/>
                </a:lnTo>
                <a:lnTo>
                  <a:pt x="407898" y="47078"/>
                </a:lnTo>
                <a:lnTo>
                  <a:pt x="407898" y="53428"/>
                </a:lnTo>
                <a:lnTo>
                  <a:pt x="12700" y="53428"/>
                </a:lnTo>
                <a:lnTo>
                  <a:pt x="6350" y="59778"/>
                </a:lnTo>
                <a:lnTo>
                  <a:pt x="12700" y="59778"/>
                </a:lnTo>
                <a:lnTo>
                  <a:pt x="12700" y="123278"/>
                </a:lnTo>
                <a:lnTo>
                  <a:pt x="6350" y="123278"/>
                </a:lnTo>
                <a:lnTo>
                  <a:pt x="12700" y="129628"/>
                </a:lnTo>
                <a:lnTo>
                  <a:pt x="407898" y="129628"/>
                </a:lnTo>
                <a:lnTo>
                  <a:pt x="407898" y="135978"/>
                </a:lnTo>
                <a:close/>
              </a:path>
              <a:path w="499745" h="183514">
                <a:moveTo>
                  <a:pt x="420598" y="59778"/>
                </a:moveTo>
                <a:lnTo>
                  <a:pt x="12700" y="59778"/>
                </a:lnTo>
                <a:lnTo>
                  <a:pt x="12700" y="53428"/>
                </a:lnTo>
                <a:lnTo>
                  <a:pt x="407898" y="53428"/>
                </a:lnTo>
                <a:lnTo>
                  <a:pt x="414248" y="47078"/>
                </a:lnTo>
                <a:lnTo>
                  <a:pt x="420598" y="47078"/>
                </a:lnTo>
                <a:lnTo>
                  <a:pt x="420598" y="59778"/>
                </a:lnTo>
                <a:close/>
              </a:path>
              <a:path w="499745" h="183514">
                <a:moveTo>
                  <a:pt x="12700" y="59778"/>
                </a:moveTo>
                <a:lnTo>
                  <a:pt x="6350" y="59778"/>
                </a:lnTo>
                <a:lnTo>
                  <a:pt x="12700" y="53428"/>
                </a:lnTo>
                <a:lnTo>
                  <a:pt x="12700" y="59778"/>
                </a:lnTo>
                <a:close/>
              </a:path>
              <a:path w="499745" h="183514">
                <a:moveTo>
                  <a:pt x="485965" y="96024"/>
                </a:moveTo>
                <a:lnTo>
                  <a:pt x="481469" y="91528"/>
                </a:lnTo>
                <a:lnTo>
                  <a:pt x="485965" y="87033"/>
                </a:lnTo>
                <a:lnTo>
                  <a:pt x="485965" y="96024"/>
                </a:lnTo>
                <a:close/>
              </a:path>
              <a:path w="499745" h="183514">
                <a:moveTo>
                  <a:pt x="494931" y="96024"/>
                </a:moveTo>
                <a:lnTo>
                  <a:pt x="485965" y="96024"/>
                </a:lnTo>
                <a:lnTo>
                  <a:pt x="485965" y="87033"/>
                </a:lnTo>
                <a:lnTo>
                  <a:pt x="494931" y="87033"/>
                </a:lnTo>
                <a:lnTo>
                  <a:pt x="499427" y="91528"/>
                </a:lnTo>
                <a:lnTo>
                  <a:pt x="494931" y="96024"/>
                </a:lnTo>
                <a:close/>
              </a:path>
              <a:path w="499745" h="183514">
                <a:moveTo>
                  <a:pt x="423227" y="167728"/>
                </a:moveTo>
                <a:lnTo>
                  <a:pt x="420598" y="167728"/>
                </a:lnTo>
                <a:lnTo>
                  <a:pt x="420598" y="152400"/>
                </a:lnTo>
                <a:lnTo>
                  <a:pt x="481469" y="91528"/>
                </a:lnTo>
                <a:lnTo>
                  <a:pt x="485965" y="96024"/>
                </a:lnTo>
                <a:lnTo>
                  <a:pt x="494931" y="96024"/>
                </a:lnTo>
                <a:lnTo>
                  <a:pt x="423227" y="167728"/>
                </a:lnTo>
                <a:close/>
              </a:path>
              <a:path w="499745" h="183514">
                <a:moveTo>
                  <a:pt x="12700" y="129628"/>
                </a:moveTo>
                <a:lnTo>
                  <a:pt x="6350" y="123278"/>
                </a:lnTo>
                <a:lnTo>
                  <a:pt x="12700" y="123278"/>
                </a:lnTo>
                <a:lnTo>
                  <a:pt x="12700" y="129628"/>
                </a:lnTo>
                <a:close/>
              </a:path>
              <a:path w="499745" h="183514">
                <a:moveTo>
                  <a:pt x="420598" y="135978"/>
                </a:moveTo>
                <a:lnTo>
                  <a:pt x="414248" y="135978"/>
                </a:lnTo>
                <a:lnTo>
                  <a:pt x="407898" y="129628"/>
                </a:lnTo>
                <a:lnTo>
                  <a:pt x="12700" y="129628"/>
                </a:lnTo>
                <a:lnTo>
                  <a:pt x="12700" y="123278"/>
                </a:lnTo>
                <a:lnTo>
                  <a:pt x="420598" y="123278"/>
                </a:lnTo>
                <a:lnTo>
                  <a:pt x="420598" y="135978"/>
                </a:lnTo>
                <a:close/>
              </a:path>
              <a:path w="499745" h="183514">
                <a:moveTo>
                  <a:pt x="407898" y="183057"/>
                </a:moveTo>
                <a:lnTo>
                  <a:pt x="407898" y="129628"/>
                </a:lnTo>
                <a:lnTo>
                  <a:pt x="414248" y="135978"/>
                </a:lnTo>
                <a:lnTo>
                  <a:pt x="420598" y="135978"/>
                </a:lnTo>
                <a:lnTo>
                  <a:pt x="420598" y="152400"/>
                </a:lnTo>
                <a:lnTo>
                  <a:pt x="409765" y="163233"/>
                </a:lnTo>
                <a:lnTo>
                  <a:pt x="420598" y="167728"/>
                </a:lnTo>
                <a:lnTo>
                  <a:pt x="423227" y="167728"/>
                </a:lnTo>
                <a:lnTo>
                  <a:pt x="407898" y="183057"/>
                </a:lnTo>
                <a:close/>
              </a:path>
              <a:path w="499745" h="183514">
                <a:moveTo>
                  <a:pt x="420598" y="167728"/>
                </a:moveTo>
                <a:lnTo>
                  <a:pt x="409765" y="163233"/>
                </a:lnTo>
                <a:lnTo>
                  <a:pt x="420598" y="152400"/>
                </a:lnTo>
                <a:lnTo>
                  <a:pt x="420598" y="16772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548380" y="5582107"/>
            <a:ext cx="22288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i="1">
                <a:latin typeface="Times New Roman"/>
                <a:cs typeface="Times New Roman"/>
              </a:rPr>
              <a:t>m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09774" y="5198452"/>
            <a:ext cx="86614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4883" sz="3225" i="1">
                <a:latin typeface="Times New Roman"/>
                <a:cs typeface="Times New Roman"/>
              </a:rPr>
              <a:t>v </a:t>
            </a:r>
            <a:r>
              <a:rPr dirty="0" baseline="-34883" sz="3225">
                <a:latin typeface="Symbol"/>
                <a:cs typeface="Symbol"/>
              </a:rPr>
              <a:t></a:t>
            </a:r>
            <a:r>
              <a:rPr dirty="0" sz="2150" spc="90">
                <a:latin typeface="Times New Roman"/>
                <a:cs typeface="Times New Roman"/>
              </a:rPr>
              <a:t> </a:t>
            </a:r>
            <a:r>
              <a:rPr dirty="0" u="heavy" sz="2150" spc="-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qBr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45626" y="4266882"/>
            <a:ext cx="1530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华文楷体"/>
                <a:cs typeface="华文楷体"/>
              </a:rPr>
              <a:t>3.</a:t>
            </a:r>
            <a:r>
              <a:rPr dirty="0" sz="2400" spc="-90" i="1">
                <a:latin typeface="华文楷体"/>
                <a:cs typeface="华文楷体"/>
              </a:rPr>
              <a:t> </a:t>
            </a:r>
            <a:r>
              <a:rPr dirty="0" sz="2400" i="1">
                <a:latin typeface="华文楷体"/>
                <a:cs typeface="华文楷体"/>
              </a:rPr>
              <a:t>粒子能量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654221" y="5397360"/>
            <a:ext cx="176530" cy="0"/>
          </a:xfrm>
          <a:custGeom>
            <a:avLst/>
            <a:gdLst/>
            <a:ahLst/>
            <a:cxnLst/>
            <a:rect l="l" t="t" r="r" b="b"/>
            <a:pathLst>
              <a:path w="176529" h="0">
                <a:moveTo>
                  <a:pt x="0" y="0"/>
                </a:moveTo>
                <a:lnTo>
                  <a:pt x="176237" y="0"/>
                </a:lnTo>
              </a:path>
            </a:pathLst>
          </a:custGeom>
          <a:ln w="147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665243" y="5397360"/>
            <a:ext cx="840740" cy="0"/>
          </a:xfrm>
          <a:custGeom>
            <a:avLst/>
            <a:gdLst/>
            <a:ahLst/>
            <a:cxnLst/>
            <a:rect l="l" t="t" r="r" b="b"/>
            <a:pathLst>
              <a:path w="840739" h="0">
                <a:moveTo>
                  <a:pt x="0" y="0"/>
                </a:moveTo>
                <a:lnTo>
                  <a:pt x="840206" y="0"/>
                </a:lnTo>
              </a:path>
            </a:pathLst>
          </a:custGeom>
          <a:ln w="147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228198" y="5154460"/>
            <a:ext cx="111760" cy="2317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55440" y="4976164"/>
            <a:ext cx="17462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-5"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71872" y="4842636"/>
            <a:ext cx="80835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-24822" sz="3525" spc="60" i="1">
                <a:latin typeface="Times New Roman"/>
                <a:cs typeface="Times New Roman"/>
              </a:rPr>
              <a:t>q</a:t>
            </a:r>
            <a:r>
              <a:rPr dirty="0" sz="1350" spc="40">
                <a:latin typeface="Times New Roman"/>
                <a:cs typeface="Times New Roman"/>
              </a:rPr>
              <a:t>2</a:t>
            </a:r>
            <a:r>
              <a:rPr dirty="0" sz="1350" spc="-240">
                <a:latin typeface="Times New Roman"/>
                <a:cs typeface="Times New Roman"/>
              </a:rPr>
              <a:t> </a:t>
            </a:r>
            <a:r>
              <a:rPr dirty="0" baseline="-24822" sz="3525" spc="135" i="1">
                <a:latin typeface="Times New Roman"/>
                <a:cs typeface="Times New Roman"/>
              </a:rPr>
              <a:t>B</a:t>
            </a:r>
            <a:r>
              <a:rPr dirty="0" sz="1350" spc="90">
                <a:latin typeface="Times New Roman"/>
                <a:cs typeface="Times New Roman"/>
              </a:rPr>
              <a:t>2</a:t>
            </a:r>
            <a:r>
              <a:rPr dirty="0" baseline="-24822" sz="3525" spc="135" i="1">
                <a:latin typeface="Times New Roman"/>
                <a:cs typeface="Times New Roman"/>
              </a:rPr>
              <a:t>r</a:t>
            </a:r>
            <a:r>
              <a:rPr dirty="0" sz="1350" spc="9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91074" y="5393816"/>
            <a:ext cx="39052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5">
                <a:latin typeface="Times New Roman"/>
                <a:cs typeface="Times New Roman"/>
              </a:rPr>
              <a:t>2</a:t>
            </a:r>
            <a:r>
              <a:rPr dirty="0" sz="2350" spc="-10" i="1">
                <a:latin typeface="Times New Roman"/>
                <a:cs typeface="Times New Roman"/>
              </a:rPr>
              <a:t>m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27807" y="5162473"/>
            <a:ext cx="1574800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398270" algn="l"/>
              </a:tabLst>
            </a:pPr>
            <a:r>
              <a:rPr dirty="0" sz="2350" spc="15" i="1">
                <a:latin typeface="Times New Roman"/>
                <a:cs typeface="Times New Roman"/>
              </a:rPr>
              <a:t>E</a:t>
            </a:r>
            <a:r>
              <a:rPr dirty="0" baseline="-24691" sz="2025" i="1">
                <a:latin typeface="Times New Roman"/>
                <a:cs typeface="Times New Roman"/>
              </a:rPr>
              <a:t>k</a:t>
            </a:r>
            <a:r>
              <a:rPr dirty="0" baseline="-24691" sz="2025" i="1">
                <a:latin typeface="Times New Roman"/>
                <a:cs typeface="Times New Roman"/>
              </a:rPr>
              <a:t>  </a:t>
            </a:r>
            <a:r>
              <a:rPr dirty="0" baseline="-24691" sz="2025" spc="-202" i="1">
                <a:latin typeface="Times New Roman"/>
                <a:cs typeface="Times New Roman"/>
              </a:rPr>
              <a:t> </a:t>
            </a:r>
            <a:r>
              <a:rPr dirty="0" sz="2350" spc="-5">
                <a:latin typeface="Symbol"/>
                <a:cs typeface="Symbol"/>
              </a:rPr>
              <a:t></a:t>
            </a:r>
            <a:r>
              <a:rPr dirty="0" sz="2350" spc="145">
                <a:latin typeface="Times New Roman"/>
                <a:cs typeface="Times New Roman"/>
              </a:rPr>
              <a:t> </a:t>
            </a:r>
            <a:r>
              <a:rPr dirty="0" baseline="-42553" sz="3525" spc="-7">
                <a:latin typeface="Times New Roman"/>
                <a:cs typeface="Times New Roman"/>
              </a:rPr>
              <a:t>2</a:t>
            </a:r>
            <a:r>
              <a:rPr dirty="0" baseline="-42553" sz="3525" spc="-172">
                <a:latin typeface="Times New Roman"/>
                <a:cs typeface="Times New Roman"/>
              </a:rPr>
              <a:t> </a:t>
            </a:r>
            <a:r>
              <a:rPr dirty="0" sz="2350" spc="-5" i="1">
                <a:latin typeface="Times New Roman"/>
                <a:cs typeface="Times New Roman"/>
              </a:rPr>
              <a:t>mv</a:t>
            </a:r>
            <a:r>
              <a:rPr dirty="0" sz="2350" i="1">
                <a:latin typeface="Times New Roman"/>
                <a:cs typeface="Times New Roman"/>
              </a:rPr>
              <a:t>	</a:t>
            </a:r>
            <a:r>
              <a:rPr dirty="0" sz="2350" spc="-5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285096" y="180651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813304" y="15727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012948" y="1796795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4997462" y="1116329"/>
            <a:ext cx="1930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回旋加速器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85096" y="180651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13304" y="15727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12948" y="1796795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89614" y="1152905"/>
            <a:ext cx="2692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科学态度和责任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73147" y="2977045"/>
            <a:ext cx="7510145" cy="2705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91719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这是我国最近自主研发成功的超导 回旋加速器，质子束能量首次达到</a:t>
            </a:r>
            <a:endParaRPr sz="2400">
              <a:latin typeface="宋体"/>
              <a:cs typeface="宋体"/>
            </a:endParaRPr>
          </a:p>
          <a:p>
            <a:pPr marL="12700" marR="2783840">
              <a:lnSpc>
                <a:spcPct val="100000"/>
              </a:lnSpc>
            </a:pPr>
            <a:r>
              <a:rPr dirty="0" sz="2400" spc="-5">
                <a:latin typeface="Calibri"/>
                <a:cs typeface="Calibri"/>
              </a:rPr>
              <a:t>231M</a:t>
            </a:r>
            <a:r>
              <a:rPr dirty="0" sz="2400">
                <a:latin typeface="Calibri"/>
                <a:cs typeface="Calibri"/>
              </a:rPr>
              <a:t>e</a:t>
            </a:r>
            <a:r>
              <a:rPr dirty="0" sz="2400" spc="-5">
                <a:latin typeface="Calibri"/>
                <a:cs typeface="Calibri"/>
              </a:rPr>
              <a:t>V</a:t>
            </a:r>
            <a:r>
              <a:rPr dirty="0" sz="2400">
                <a:latin typeface="宋体"/>
                <a:cs typeface="宋体"/>
              </a:rPr>
              <a:t>。用于恶性肿瘤、心脑血管 等重大疾病的诊断和治疗。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4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2400" i="1">
                <a:latin typeface="华文楷体"/>
                <a:cs typeface="华文楷体"/>
              </a:rPr>
              <a:t>超导回旋加速器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28559" y="2174748"/>
            <a:ext cx="2225040" cy="2987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6252" y="2298192"/>
            <a:ext cx="4076700" cy="26258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85096" y="180651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13304" y="15727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12948" y="1796795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184336" y="2976867"/>
            <a:ext cx="6710680" cy="2548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488054" indent="55372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目前世界上能量最 高的超级粒子同步回旋 加速器，直径达</a:t>
            </a:r>
            <a:r>
              <a:rPr dirty="0" sz="2400" spc="-5">
                <a:latin typeface="Calibri"/>
                <a:cs typeface="Calibri"/>
              </a:rPr>
              <a:t>2</a:t>
            </a:r>
            <a:r>
              <a:rPr dirty="0" sz="2400">
                <a:latin typeface="宋体"/>
                <a:cs typeface="宋体"/>
              </a:rPr>
              <a:t>公里左 右，能量可达</a:t>
            </a:r>
            <a:r>
              <a:rPr dirty="0" sz="2400" spc="-5">
                <a:latin typeface="Calibri"/>
                <a:cs typeface="Calibri"/>
              </a:rPr>
              <a:t>500GeV</a:t>
            </a:r>
            <a:r>
              <a:rPr dirty="0" sz="240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2400" i="1">
                <a:latin typeface="华文楷体"/>
                <a:cs typeface="华文楷体"/>
              </a:rPr>
              <a:t>美国费米实验室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689614" y="1152905"/>
            <a:ext cx="2692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科学态度和责任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85096" y="180651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13304" y="15727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12948" y="1796795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39403" y="2293365"/>
            <a:ext cx="3073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电场对带电粒子的作用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18465" y="2302319"/>
            <a:ext cx="3073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磁场对带电粒子的作用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53867" y="4006596"/>
            <a:ext cx="2401824" cy="16123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02179" y="3038855"/>
            <a:ext cx="3599815" cy="920750"/>
          </a:xfrm>
          <a:custGeom>
            <a:avLst/>
            <a:gdLst/>
            <a:ahLst/>
            <a:cxnLst/>
            <a:rect l="l" t="t" r="r" b="b"/>
            <a:pathLst>
              <a:path w="3599815" h="920750">
                <a:moveTo>
                  <a:pt x="0" y="0"/>
                </a:moveTo>
                <a:lnTo>
                  <a:pt x="3599688" y="0"/>
                </a:lnTo>
                <a:lnTo>
                  <a:pt x="3599688" y="920496"/>
                </a:lnTo>
                <a:lnTo>
                  <a:pt x="0" y="9204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21788" y="3628732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4">
                <a:moveTo>
                  <a:pt x="0" y="0"/>
                </a:moveTo>
                <a:lnTo>
                  <a:pt x="0" y="179565"/>
                </a:lnTo>
              </a:path>
            </a:pathLst>
          </a:custGeom>
          <a:ln w="9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34893" y="3625570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4">
                <a:moveTo>
                  <a:pt x="0" y="0"/>
                </a:moveTo>
                <a:lnTo>
                  <a:pt x="0" y="179552"/>
                </a:lnTo>
              </a:path>
            </a:pathLst>
          </a:custGeom>
          <a:ln w="9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372931" y="3076016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4">
                <a:moveTo>
                  <a:pt x="0" y="0"/>
                </a:moveTo>
                <a:lnTo>
                  <a:pt x="0" y="179654"/>
                </a:lnTo>
              </a:path>
            </a:pathLst>
          </a:custGeom>
          <a:ln w="9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636805" y="3071266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5">
                <a:moveTo>
                  <a:pt x="0" y="0"/>
                </a:moveTo>
                <a:lnTo>
                  <a:pt x="0" y="179552"/>
                </a:lnTo>
              </a:path>
            </a:pathLst>
          </a:custGeom>
          <a:ln w="9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521788" y="3799776"/>
            <a:ext cx="3131820" cy="0"/>
          </a:xfrm>
          <a:custGeom>
            <a:avLst/>
            <a:gdLst/>
            <a:ahLst/>
            <a:cxnLst/>
            <a:rect l="l" t="t" r="r" b="b"/>
            <a:pathLst>
              <a:path w="3131820" h="0">
                <a:moveTo>
                  <a:pt x="0" y="0"/>
                </a:moveTo>
                <a:lnTo>
                  <a:pt x="3131248" y="0"/>
                </a:lnTo>
              </a:path>
            </a:pathLst>
          </a:custGeom>
          <a:ln w="9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09517" y="3625570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4">
                <a:moveTo>
                  <a:pt x="0" y="0"/>
                </a:moveTo>
                <a:lnTo>
                  <a:pt x="0" y="179552"/>
                </a:lnTo>
              </a:path>
            </a:pathLst>
          </a:custGeom>
          <a:ln w="9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07674" y="3625570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4">
                <a:moveTo>
                  <a:pt x="0" y="0"/>
                </a:moveTo>
                <a:lnTo>
                  <a:pt x="0" y="179552"/>
                </a:lnTo>
              </a:path>
            </a:pathLst>
          </a:custGeom>
          <a:ln w="9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372931" y="3071266"/>
            <a:ext cx="3274060" cy="0"/>
          </a:xfrm>
          <a:custGeom>
            <a:avLst/>
            <a:gdLst/>
            <a:ahLst/>
            <a:cxnLst/>
            <a:rect l="l" t="t" r="r" b="b"/>
            <a:pathLst>
              <a:path w="3274060" h="0">
                <a:moveTo>
                  <a:pt x="0" y="0"/>
                </a:moveTo>
                <a:lnTo>
                  <a:pt x="3273767" y="0"/>
                </a:lnTo>
              </a:path>
            </a:pathLst>
          </a:custGeom>
          <a:ln w="9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768841" y="3076016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4">
                <a:moveTo>
                  <a:pt x="0" y="0"/>
                </a:moveTo>
                <a:lnTo>
                  <a:pt x="0" y="179552"/>
                </a:lnTo>
              </a:path>
            </a:pathLst>
          </a:custGeom>
          <a:ln w="9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354781" y="3076016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4">
                <a:moveTo>
                  <a:pt x="0" y="0"/>
                </a:moveTo>
                <a:lnTo>
                  <a:pt x="0" y="179552"/>
                </a:lnTo>
              </a:path>
            </a:pathLst>
          </a:custGeom>
          <a:ln w="9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083253" y="3071266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5">
                <a:moveTo>
                  <a:pt x="0" y="0"/>
                </a:moveTo>
                <a:lnTo>
                  <a:pt x="0" y="179552"/>
                </a:lnTo>
              </a:path>
            </a:pathLst>
          </a:custGeom>
          <a:ln w="9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636805" y="3616071"/>
            <a:ext cx="0" cy="179705"/>
          </a:xfrm>
          <a:custGeom>
            <a:avLst/>
            <a:gdLst/>
            <a:ahLst/>
            <a:cxnLst/>
            <a:rect l="l" t="t" r="r" b="b"/>
            <a:pathLst>
              <a:path w="0" h="179704">
                <a:moveTo>
                  <a:pt x="0" y="0"/>
                </a:moveTo>
                <a:lnTo>
                  <a:pt x="0" y="179552"/>
                </a:lnTo>
              </a:path>
            </a:pathLst>
          </a:custGeom>
          <a:ln w="9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910505" y="3266059"/>
            <a:ext cx="332740" cy="88265"/>
          </a:xfrm>
          <a:custGeom>
            <a:avLst/>
            <a:gdLst/>
            <a:ahLst/>
            <a:cxnLst/>
            <a:rect l="l" t="t" r="r" b="b"/>
            <a:pathLst>
              <a:path w="332739" h="88264">
                <a:moveTo>
                  <a:pt x="332134" y="87896"/>
                </a:moveTo>
                <a:lnTo>
                  <a:pt x="14766" y="87896"/>
                </a:lnTo>
                <a:lnTo>
                  <a:pt x="12547" y="54095"/>
                </a:lnTo>
                <a:lnTo>
                  <a:pt x="6877" y="14520"/>
                </a:lnTo>
                <a:lnTo>
                  <a:pt x="0" y="0"/>
                </a:lnTo>
                <a:lnTo>
                  <a:pt x="317322" y="0"/>
                </a:lnTo>
                <a:lnTo>
                  <a:pt x="324280" y="14520"/>
                </a:lnTo>
                <a:lnTo>
                  <a:pt x="329941" y="54095"/>
                </a:lnTo>
                <a:lnTo>
                  <a:pt x="332134" y="87896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895560" y="3266059"/>
            <a:ext cx="29845" cy="88265"/>
          </a:xfrm>
          <a:custGeom>
            <a:avLst/>
            <a:gdLst/>
            <a:ahLst/>
            <a:cxnLst/>
            <a:rect l="l" t="t" r="r" b="b"/>
            <a:pathLst>
              <a:path w="29845" h="88264">
                <a:moveTo>
                  <a:pt x="29712" y="87896"/>
                </a:moveTo>
                <a:lnTo>
                  <a:pt x="0" y="87896"/>
                </a:lnTo>
                <a:lnTo>
                  <a:pt x="2231" y="54095"/>
                </a:lnTo>
                <a:lnTo>
                  <a:pt x="7957" y="14520"/>
                </a:lnTo>
                <a:lnTo>
                  <a:pt x="14945" y="0"/>
                </a:lnTo>
                <a:lnTo>
                  <a:pt x="21822" y="14520"/>
                </a:lnTo>
                <a:lnTo>
                  <a:pt x="27493" y="54095"/>
                </a:lnTo>
                <a:lnTo>
                  <a:pt x="29712" y="87896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893878" y="3376129"/>
            <a:ext cx="33655" cy="5080"/>
          </a:xfrm>
          <a:custGeom>
            <a:avLst/>
            <a:gdLst/>
            <a:ahLst/>
            <a:cxnLst/>
            <a:rect l="l" t="t" r="r" b="b"/>
            <a:pathLst>
              <a:path w="33654" h="5079">
                <a:moveTo>
                  <a:pt x="33066" y="4749"/>
                </a:moveTo>
                <a:lnTo>
                  <a:pt x="0" y="4749"/>
                </a:lnTo>
                <a:lnTo>
                  <a:pt x="41" y="2678"/>
                </a:lnTo>
                <a:lnTo>
                  <a:pt x="217" y="0"/>
                </a:lnTo>
                <a:lnTo>
                  <a:pt x="32849" y="0"/>
                </a:lnTo>
                <a:lnTo>
                  <a:pt x="33025" y="2678"/>
                </a:lnTo>
                <a:lnTo>
                  <a:pt x="33066" y="4749"/>
                </a:lnTo>
                <a:close/>
              </a:path>
            </a:pathLst>
          </a:custGeom>
          <a:solidFill>
            <a:srgbClr val="DC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893814" y="3517087"/>
            <a:ext cx="33655" cy="6350"/>
          </a:xfrm>
          <a:custGeom>
            <a:avLst/>
            <a:gdLst/>
            <a:ahLst/>
            <a:cxnLst/>
            <a:rect l="l" t="t" r="r" b="b"/>
            <a:pathLst>
              <a:path w="33654" h="6350">
                <a:moveTo>
                  <a:pt x="33022" y="6337"/>
                </a:moveTo>
                <a:lnTo>
                  <a:pt x="172" y="6337"/>
                </a:lnTo>
                <a:lnTo>
                  <a:pt x="105" y="5318"/>
                </a:lnTo>
                <a:lnTo>
                  <a:pt x="0" y="0"/>
                </a:lnTo>
                <a:lnTo>
                  <a:pt x="33194" y="0"/>
                </a:lnTo>
                <a:lnTo>
                  <a:pt x="33089" y="5318"/>
                </a:lnTo>
                <a:lnTo>
                  <a:pt x="33022" y="6337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897541" y="3577259"/>
            <a:ext cx="26034" cy="9525"/>
          </a:xfrm>
          <a:custGeom>
            <a:avLst/>
            <a:gdLst/>
            <a:ahLst/>
            <a:cxnLst/>
            <a:rect l="l" t="t" r="r" b="b"/>
            <a:pathLst>
              <a:path w="26035" h="9525">
                <a:moveTo>
                  <a:pt x="24693" y="9499"/>
                </a:moveTo>
                <a:lnTo>
                  <a:pt x="1077" y="9499"/>
                </a:lnTo>
                <a:lnTo>
                  <a:pt x="250" y="3790"/>
                </a:lnTo>
                <a:lnTo>
                  <a:pt x="0" y="0"/>
                </a:lnTo>
                <a:lnTo>
                  <a:pt x="25761" y="0"/>
                </a:lnTo>
                <a:lnTo>
                  <a:pt x="25512" y="3790"/>
                </a:lnTo>
                <a:lnTo>
                  <a:pt x="24693" y="9499"/>
                </a:lnTo>
                <a:close/>
              </a:path>
            </a:pathLst>
          </a:custGeom>
          <a:solidFill>
            <a:srgbClr val="D4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900914" y="3602609"/>
            <a:ext cx="19050" cy="33020"/>
          </a:xfrm>
          <a:custGeom>
            <a:avLst/>
            <a:gdLst/>
            <a:ahLst/>
            <a:cxnLst/>
            <a:rect l="l" t="t" r="r" b="b"/>
            <a:pathLst>
              <a:path w="19050" h="33020">
                <a:moveTo>
                  <a:pt x="9590" y="32461"/>
                </a:moveTo>
                <a:lnTo>
                  <a:pt x="2603" y="17969"/>
                </a:lnTo>
                <a:lnTo>
                  <a:pt x="0" y="0"/>
                </a:lnTo>
                <a:lnTo>
                  <a:pt x="19046" y="0"/>
                </a:lnTo>
                <a:lnTo>
                  <a:pt x="16468" y="17969"/>
                </a:lnTo>
                <a:lnTo>
                  <a:pt x="9590" y="32461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892497" y="3266059"/>
            <a:ext cx="36195" cy="369570"/>
          </a:xfrm>
          <a:custGeom>
            <a:avLst/>
            <a:gdLst/>
            <a:ahLst/>
            <a:cxnLst/>
            <a:rect l="l" t="t" r="r" b="b"/>
            <a:pathLst>
              <a:path w="36195" h="369570">
                <a:moveTo>
                  <a:pt x="18008" y="0"/>
                </a:moveTo>
                <a:lnTo>
                  <a:pt x="24886" y="14520"/>
                </a:lnTo>
                <a:lnTo>
                  <a:pt x="30556" y="54095"/>
                </a:lnTo>
                <a:lnTo>
                  <a:pt x="34407" y="112749"/>
                </a:lnTo>
                <a:lnTo>
                  <a:pt x="35826" y="184505"/>
                </a:lnTo>
                <a:lnTo>
                  <a:pt x="34407" y="256347"/>
                </a:lnTo>
                <a:lnTo>
                  <a:pt x="30556" y="314991"/>
                </a:lnTo>
                <a:lnTo>
                  <a:pt x="24886" y="354519"/>
                </a:lnTo>
                <a:lnTo>
                  <a:pt x="18008" y="369011"/>
                </a:lnTo>
                <a:lnTo>
                  <a:pt x="11021" y="354519"/>
                </a:lnTo>
                <a:lnTo>
                  <a:pt x="5294" y="314991"/>
                </a:lnTo>
                <a:lnTo>
                  <a:pt x="1422" y="256347"/>
                </a:lnTo>
                <a:lnTo>
                  <a:pt x="0" y="184505"/>
                </a:lnTo>
                <a:lnTo>
                  <a:pt x="1422" y="112749"/>
                </a:lnTo>
                <a:lnTo>
                  <a:pt x="5294" y="54095"/>
                </a:lnTo>
                <a:lnTo>
                  <a:pt x="11021" y="14520"/>
                </a:lnTo>
                <a:lnTo>
                  <a:pt x="18008" y="0"/>
                </a:lnTo>
                <a:close/>
              </a:path>
            </a:pathLst>
          </a:custGeom>
          <a:ln w="13258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910505" y="3266059"/>
            <a:ext cx="335280" cy="369570"/>
          </a:xfrm>
          <a:custGeom>
            <a:avLst/>
            <a:gdLst/>
            <a:ahLst/>
            <a:cxnLst/>
            <a:rect l="l" t="t" r="r" b="b"/>
            <a:pathLst>
              <a:path w="335279" h="369570">
                <a:moveTo>
                  <a:pt x="0" y="0"/>
                </a:moveTo>
                <a:lnTo>
                  <a:pt x="317322" y="0"/>
                </a:lnTo>
                <a:lnTo>
                  <a:pt x="324280" y="14520"/>
                </a:lnTo>
                <a:lnTo>
                  <a:pt x="329941" y="54095"/>
                </a:lnTo>
                <a:lnTo>
                  <a:pt x="333747" y="112749"/>
                </a:lnTo>
                <a:lnTo>
                  <a:pt x="335140" y="184505"/>
                </a:lnTo>
                <a:lnTo>
                  <a:pt x="333747" y="256347"/>
                </a:lnTo>
                <a:lnTo>
                  <a:pt x="329941" y="314991"/>
                </a:lnTo>
                <a:lnTo>
                  <a:pt x="324280" y="354519"/>
                </a:lnTo>
                <a:lnTo>
                  <a:pt x="317322" y="369011"/>
                </a:lnTo>
                <a:lnTo>
                  <a:pt x="0" y="369011"/>
                </a:lnTo>
              </a:path>
            </a:pathLst>
          </a:custGeom>
          <a:ln w="13258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098567" y="3259721"/>
            <a:ext cx="216763" cy="3690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098567" y="3259721"/>
            <a:ext cx="217170" cy="369570"/>
          </a:xfrm>
          <a:custGeom>
            <a:avLst/>
            <a:gdLst/>
            <a:ahLst/>
            <a:cxnLst/>
            <a:rect l="l" t="t" r="r" b="b"/>
            <a:pathLst>
              <a:path w="217170" h="369570">
                <a:moveTo>
                  <a:pt x="192214" y="312000"/>
                </a:moveTo>
                <a:lnTo>
                  <a:pt x="183547" y="299165"/>
                </a:lnTo>
                <a:lnTo>
                  <a:pt x="175733" y="287702"/>
                </a:lnTo>
                <a:lnTo>
                  <a:pt x="172447" y="276310"/>
                </a:lnTo>
                <a:lnTo>
                  <a:pt x="177368" y="263690"/>
                </a:lnTo>
                <a:lnTo>
                  <a:pt x="181317" y="258546"/>
                </a:lnTo>
                <a:lnTo>
                  <a:pt x="187261" y="254990"/>
                </a:lnTo>
                <a:lnTo>
                  <a:pt x="192214" y="250431"/>
                </a:lnTo>
                <a:lnTo>
                  <a:pt x="200245" y="248601"/>
                </a:lnTo>
                <a:lnTo>
                  <a:pt x="207033" y="246176"/>
                </a:lnTo>
                <a:lnTo>
                  <a:pt x="208886" y="241523"/>
                </a:lnTo>
                <a:lnTo>
                  <a:pt x="202107" y="233006"/>
                </a:lnTo>
                <a:lnTo>
                  <a:pt x="198348" y="229641"/>
                </a:lnTo>
                <a:lnTo>
                  <a:pt x="191020" y="231825"/>
                </a:lnTo>
                <a:lnTo>
                  <a:pt x="187261" y="228460"/>
                </a:lnTo>
                <a:lnTo>
                  <a:pt x="180658" y="221255"/>
                </a:lnTo>
                <a:lnTo>
                  <a:pt x="174242" y="212548"/>
                </a:lnTo>
                <a:lnTo>
                  <a:pt x="169386" y="205216"/>
                </a:lnTo>
                <a:lnTo>
                  <a:pt x="167462" y="202133"/>
                </a:lnTo>
                <a:lnTo>
                  <a:pt x="182433" y="197807"/>
                </a:lnTo>
                <a:lnTo>
                  <a:pt x="181941" y="197823"/>
                </a:lnTo>
                <a:lnTo>
                  <a:pt x="181633" y="196727"/>
                </a:lnTo>
                <a:lnTo>
                  <a:pt x="197154" y="189064"/>
                </a:lnTo>
                <a:lnTo>
                  <a:pt x="201714" y="186880"/>
                </a:lnTo>
                <a:lnTo>
                  <a:pt x="208635" y="188264"/>
                </a:lnTo>
                <a:lnTo>
                  <a:pt x="212001" y="184505"/>
                </a:lnTo>
                <a:lnTo>
                  <a:pt x="216166" y="179959"/>
                </a:lnTo>
                <a:lnTo>
                  <a:pt x="215176" y="172834"/>
                </a:lnTo>
                <a:lnTo>
                  <a:pt x="216763" y="167093"/>
                </a:lnTo>
                <a:lnTo>
                  <a:pt x="191414" y="144919"/>
                </a:lnTo>
                <a:lnTo>
                  <a:pt x="194589" y="140360"/>
                </a:lnTo>
                <a:lnTo>
                  <a:pt x="197154" y="136207"/>
                </a:lnTo>
                <a:lnTo>
                  <a:pt x="202640" y="128252"/>
                </a:lnTo>
                <a:lnTo>
                  <a:pt x="209111" y="119629"/>
                </a:lnTo>
                <a:lnTo>
                  <a:pt x="214506" y="112713"/>
                </a:lnTo>
                <a:lnTo>
                  <a:pt x="216763" y="109880"/>
                </a:lnTo>
                <a:lnTo>
                  <a:pt x="212001" y="105524"/>
                </a:lnTo>
                <a:lnTo>
                  <a:pt x="205867" y="101955"/>
                </a:lnTo>
                <a:lnTo>
                  <a:pt x="202107" y="96812"/>
                </a:lnTo>
                <a:lnTo>
                  <a:pt x="197737" y="88076"/>
                </a:lnTo>
                <a:lnTo>
                  <a:pt x="197283" y="79638"/>
                </a:lnTo>
                <a:lnTo>
                  <a:pt x="199241" y="70976"/>
                </a:lnTo>
                <a:lnTo>
                  <a:pt x="202107" y="61569"/>
                </a:lnTo>
                <a:lnTo>
                  <a:pt x="203301" y="57023"/>
                </a:lnTo>
                <a:lnTo>
                  <a:pt x="205270" y="52857"/>
                </a:lnTo>
                <a:lnTo>
                  <a:pt x="207060" y="48501"/>
                </a:lnTo>
                <a:lnTo>
                  <a:pt x="205270" y="41186"/>
                </a:lnTo>
                <a:lnTo>
                  <a:pt x="204088" y="33655"/>
                </a:lnTo>
                <a:lnTo>
                  <a:pt x="202107" y="26530"/>
                </a:lnTo>
                <a:lnTo>
                  <a:pt x="200723" y="21983"/>
                </a:lnTo>
                <a:lnTo>
                  <a:pt x="195580" y="17627"/>
                </a:lnTo>
                <a:lnTo>
                  <a:pt x="197154" y="13271"/>
                </a:lnTo>
                <a:lnTo>
                  <a:pt x="199339" y="7327"/>
                </a:lnTo>
                <a:lnTo>
                  <a:pt x="212001" y="0"/>
                </a:lnTo>
                <a:lnTo>
                  <a:pt x="189734" y="2144"/>
                </a:lnTo>
                <a:lnTo>
                  <a:pt x="167487" y="4233"/>
                </a:lnTo>
                <a:lnTo>
                  <a:pt x="145278" y="6434"/>
                </a:lnTo>
                <a:lnTo>
                  <a:pt x="123126" y="8915"/>
                </a:lnTo>
                <a:lnTo>
                  <a:pt x="116395" y="9702"/>
                </a:lnTo>
                <a:lnTo>
                  <a:pt x="110261" y="12471"/>
                </a:lnTo>
                <a:lnTo>
                  <a:pt x="103530" y="13271"/>
                </a:lnTo>
                <a:lnTo>
                  <a:pt x="87463" y="14505"/>
                </a:lnTo>
                <a:lnTo>
                  <a:pt x="71381" y="15297"/>
                </a:lnTo>
                <a:lnTo>
                  <a:pt x="55340" y="16164"/>
                </a:lnTo>
                <a:lnTo>
                  <a:pt x="39395" y="17627"/>
                </a:lnTo>
                <a:lnTo>
                  <a:pt x="26196" y="20965"/>
                </a:lnTo>
                <a:lnTo>
                  <a:pt x="11010" y="25936"/>
                </a:lnTo>
                <a:lnTo>
                  <a:pt x="169" y="28979"/>
                </a:lnTo>
                <a:lnTo>
                  <a:pt x="0" y="26530"/>
                </a:lnTo>
                <a:lnTo>
                  <a:pt x="14643" y="13271"/>
                </a:lnTo>
                <a:lnTo>
                  <a:pt x="23249" y="10587"/>
                </a:lnTo>
                <a:lnTo>
                  <a:pt x="26919" y="9312"/>
                </a:lnTo>
                <a:lnTo>
                  <a:pt x="29400" y="8928"/>
                </a:lnTo>
                <a:lnTo>
                  <a:pt x="34442" y="8915"/>
                </a:lnTo>
                <a:lnTo>
                  <a:pt x="34442" y="369011"/>
                </a:lnTo>
                <a:lnTo>
                  <a:pt x="207060" y="360299"/>
                </a:lnTo>
                <a:lnTo>
                  <a:pt x="192214" y="312000"/>
                </a:lnTo>
              </a:path>
            </a:pathLst>
          </a:custGeom>
          <a:ln w="13258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846573" y="3223298"/>
            <a:ext cx="412115" cy="429259"/>
          </a:xfrm>
          <a:custGeom>
            <a:avLst/>
            <a:gdLst/>
            <a:ahLst/>
            <a:cxnLst/>
            <a:rect l="l" t="t" r="r" b="b"/>
            <a:pathLst>
              <a:path w="412114" h="429260">
                <a:moveTo>
                  <a:pt x="0" y="0"/>
                </a:moveTo>
                <a:lnTo>
                  <a:pt x="411746" y="0"/>
                </a:lnTo>
                <a:lnTo>
                  <a:pt x="411746" y="429196"/>
                </a:lnTo>
                <a:lnTo>
                  <a:pt x="0" y="4291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190248" y="3231235"/>
            <a:ext cx="70446" cy="4127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455284" y="3256559"/>
            <a:ext cx="150431" cy="3737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455278" y="3256559"/>
            <a:ext cx="15240" cy="374015"/>
          </a:xfrm>
          <a:custGeom>
            <a:avLst/>
            <a:gdLst/>
            <a:ahLst/>
            <a:cxnLst/>
            <a:rect l="l" t="t" r="r" b="b"/>
            <a:pathLst>
              <a:path w="15239" h="374014">
                <a:moveTo>
                  <a:pt x="7619" y="0"/>
                </a:moveTo>
                <a:lnTo>
                  <a:pt x="10605" y="14696"/>
                </a:lnTo>
                <a:lnTo>
                  <a:pt x="13025" y="54763"/>
                </a:lnTo>
                <a:lnTo>
                  <a:pt x="14647" y="114169"/>
                </a:lnTo>
                <a:lnTo>
                  <a:pt x="15239" y="186880"/>
                </a:lnTo>
                <a:lnTo>
                  <a:pt x="14647" y="259634"/>
                </a:lnTo>
                <a:lnTo>
                  <a:pt x="13025" y="319035"/>
                </a:lnTo>
                <a:lnTo>
                  <a:pt x="10605" y="359078"/>
                </a:lnTo>
                <a:lnTo>
                  <a:pt x="7619" y="373760"/>
                </a:lnTo>
                <a:lnTo>
                  <a:pt x="4677" y="359078"/>
                </a:lnTo>
                <a:lnTo>
                  <a:pt x="2252" y="319035"/>
                </a:lnTo>
                <a:lnTo>
                  <a:pt x="606" y="259634"/>
                </a:lnTo>
                <a:lnTo>
                  <a:pt x="0" y="186880"/>
                </a:lnTo>
                <a:lnTo>
                  <a:pt x="606" y="114169"/>
                </a:lnTo>
                <a:lnTo>
                  <a:pt x="2252" y="54763"/>
                </a:lnTo>
                <a:lnTo>
                  <a:pt x="4677" y="14696"/>
                </a:lnTo>
                <a:lnTo>
                  <a:pt x="7619" y="0"/>
                </a:lnTo>
                <a:close/>
              </a:path>
            </a:pathLst>
          </a:custGeom>
          <a:ln w="13169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462898" y="3256559"/>
            <a:ext cx="142875" cy="374015"/>
          </a:xfrm>
          <a:custGeom>
            <a:avLst/>
            <a:gdLst/>
            <a:ahLst/>
            <a:cxnLst/>
            <a:rect l="l" t="t" r="r" b="b"/>
            <a:pathLst>
              <a:path w="142875" h="374014">
                <a:moveTo>
                  <a:pt x="0" y="0"/>
                </a:moveTo>
                <a:lnTo>
                  <a:pt x="135305" y="0"/>
                </a:lnTo>
                <a:lnTo>
                  <a:pt x="138232" y="14696"/>
                </a:lnTo>
                <a:lnTo>
                  <a:pt x="140622" y="54763"/>
                </a:lnTo>
                <a:lnTo>
                  <a:pt x="142233" y="114169"/>
                </a:lnTo>
                <a:lnTo>
                  <a:pt x="142824" y="186880"/>
                </a:lnTo>
                <a:lnTo>
                  <a:pt x="142233" y="259634"/>
                </a:lnTo>
                <a:lnTo>
                  <a:pt x="140622" y="319035"/>
                </a:lnTo>
                <a:lnTo>
                  <a:pt x="138232" y="359078"/>
                </a:lnTo>
                <a:lnTo>
                  <a:pt x="135305" y="373760"/>
                </a:lnTo>
                <a:lnTo>
                  <a:pt x="0" y="373760"/>
                </a:lnTo>
              </a:path>
            </a:pathLst>
          </a:custGeom>
          <a:ln w="13169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651654" y="3258146"/>
            <a:ext cx="212185" cy="3737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651645" y="3258146"/>
            <a:ext cx="21590" cy="374015"/>
          </a:xfrm>
          <a:custGeom>
            <a:avLst/>
            <a:gdLst/>
            <a:ahLst/>
            <a:cxnLst/>
            <a:rect l="l" t="t" r="r" b="b"/>
            <a:pathLst>
              <a:path w="21589" h="374014">
                <a:moveTo>
                  <a:pt x="10794" y="0"/>
                </a:moveTo>
                <a:lnTo>
                  <a:pt x="14965" y="14694"/>
                </a:lnTo>
                <a:lnTo>
                  <a:pt x="18359" y="54759"/>
                </a:lnTo>
                <a:lnTo>
                  <a:pt x="20640" y="114164"/>
                </a:lnTo>
                <a:lnTo>
                  <a:pt x="21475" y="186880"/>
                </a:lnTo>
                <a:lnTo>
                  <a:pt x="20640" y="259634"/>
                </a:lnTo>
                <a:lnTo>
                  <a:pt x="18359" y="319035"/>
                </a:lnTo>
                <a:lnTo>
                  <a:pt x="14965" y="359078"/>
                </a:lnTo>
                <a:lnTo>
                  <a:pt x="10794" y="373760"/>
                </a:lnTo>
                <a:lnTo>
                  <a:pt x="6600" y="359078"/>
                </a:lnTo>
                <a:lnTo>
                  <a:pt x="3168" y="319035"/>
                </a:lnTo>
                <a:lnTo>
                  <a:pt x="850" y="259634"/>
                </a:lnTo>
                <a:lnTo>
                  <a:pt x="0" y="186880"/>
                </a:lnTo>
                <a:lnTo>
                  <a:pt x="850" y="114164"/>
                </a:lnTo>
                <a:lnTo>
                  <a:pt x="3168" y="54759"/>
                </a:lnTo>
                <a:lnTo>
                  <a:pt x="6600" y="14694"/>
                </a:lnTo>
                <a:lnTo>
                  <a:pt x="10794" y="0"/>
                </a:lnTo>
                <a:close/>
              </a:path>
            </a:pathLst>
          </a:custGeom>
          <a:ln w="13169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662440" y="3258146"/>
            <a:ext cx="201930" cy="374015"/>
          </a:xfrm>
          <a:custGeom>
            <a:avLst/>
            <a:gdLst/>
            <a:ahLst/>
            <a:cxnLst/>
            <a:rect l="l" t="t" r="r" b="b"/>
            <a:pathLst>
              <a:path w="201930" h="374014">
                <a:moveTo>
                  <a:pt x="0" y="0"/>
                </a:moveTo>
                <a:lnTo>
                  <a:pt x="190728" y="0"/>
                </a:lnTo>
                <a:lnTo>
                  <a:pt x="194899" y="14694"/>
                </a:lnTo>
                <a:lnTo>
                  <a:pt x="198293" y="54759"/>
                </a:lnTo>
                <a:lnTo>
                  <a:pt x="200574" y="114164"/>
                </a:lnTo>
                <a:lnTo>
                  <a:pt x="201409" y="186880"/>
                </a:lnTo>
                <a:lnTo>
                  <a:pt x="200574" y="259634"/>
                </a:lnTo>
                <a:lnTo>
                  <a:pt x="198293" y="319035"/>
                </a:lnTo>
                <a:lnTo>
                  <a:pt x="194899" y="359078"/>
                </a:lnTo>
                <a:lnTo>
                  <a:pt x="190728" y="373760"/>
                </a:lnTo>
                <a:lnTo>
                  <a:pt x="0" y="373760"/>
                </a:lnTo>
              </a:path>
            </a:pathLst>
          </a:custGeom>
          <a:ln w="13169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905023" y="3258146"/>
            <a:ext cx="259716" cy="3737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905023" y="3258146"/>
            <a:ext cx="26670" cy="374015"/>
          </a:xfrm>
          <a:custGeom>
            <a:avLst/>
            <a:gdLst/>
            <a:ahLst/>
            <a:cxnLst/>
            <a:rect l="l" t="t" r="r" b="b"/>
            <a:pathLst>
              <a:path w="26669" h="374014">
                <a:moveTo>
                  <a:pt x="13169" y="0"/>
                </a:moveTo>
                <a:lnTo>
                  <a:pt x="18276" y="14694"/>
                </a:lnTo>
                <a:lnTo>
                  <a:pt x="22464" y="54759"/>
                </a:lnTo>
                <a:lnTo>
                  <a:pt x="25298" y="114164"/>
                </a:lnTo>
                <a:lnTo>
                  <a:pt x="26339" y="186880"/>
                </a:lnTo>
                <a:lnTo>
                  <a:pt x="25298" y="259634"/>
                </a:lnTo>
                <a:lnTo>
                  <a:pt x="22464" y="319035"/>
                </a:lnTo>
                <a:lnTo>
                  <a:pt x="18276" y="359078"/>
                </a:lnTo>
                <a:lnTo>
                  <a:pt x="13169" y="373760"/>
                </a:lnTo>
                <a:lnTo>
                  <a:pt x="8063" y="359078"/>
                </a:lnTo>
                <a:lnTo>
                  <a:pt x="3875" y="319035"/>
                </a:lnTo>
                <a:lnTo>
                  <a:pt x="1041" y="259634"/>
                </a:lnTo>
                <a:lnTo>
                  <a:pt x="0" y="186880"/>
                </a:lnTo>
                <a:lnTo>
                  <a:pt x="1041" y="114164"/>
                </a:lnTo>
                <a:lnTo>
                  <a:pt x="3875" y="54759"/>
                </a:lnTo>
                <a:lnTo>
                  <a:pt x="8063" y="14694"/>
                </a:lnTo>
                <a:lnTo>
                  <a:pt x="13169" y="0"/>
                </a:lnTo>
                <a:close/>
              </a:path>
            </a:pathLst>
          </a:custGeom>
          <a:ln w="13169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918193" y="3258146"/>
            <a:ext cx="247015" cy="374015"/>
          </a:xfrm>
          <a:custGeom>
            <a:avLst/>
            <a:gdLst/>
            <a:ahLst/>
            <a:cxnLst/>
            <a:rect l="l" t="t" r="r" b="b"/>
            <a:pathLst>
              <a:path w="247014" h="374014">
                <a:moveTo>
                  <a:pt x="0" y="0"/>
                </a:moveTo>
                <a:lnTo>
                  <a:pt x="233489" y="0"/>
                </a:lnTo>
                <a:lnTo>
                  <a:pt x="238580" y="14694"/>
                </a:lnTo>
                <a:lnTo>
                  <a:pt x="242733" y="54759"/>
                </a:lnTo>
                <a:lnTo>
                  <a:pt x="245532" y="114164"/>
                </a:lnTo>
                <a:lnTo>
                  <a:pt x="246557" y="186880"/>
                </a:lnTo>
                <a:lnTo>
                  <a:pt x="245532" y="259634"/>
                </a:lnTo>
                <a:lnTo>
                  <a:pt x="242733" y="319035"/>
                </a:lnTo>
                <a:lnTo>
                  <a:pt x="238580" y="359078"/>
                </a:lnTo>
                <a:lnTo>
                  <a:pt x="233489" y="373760"/>
                </a:lnTo>
                <a:lnTo>
                  <a:pt x="0" y="373760"/>
                </a:lnTo>
              </a:path>
            </a:pathLst>
          </a:custGeom>
          <a:ln w="13169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217900" y="3258146"/>
            <a:ext cx="281940" cy="88265"/>
          </a:xfrm>
          <a:custGeom>
            <a:avLst/>
            <a:gdLst/>
            <a:ahLst/>
            <a:cxnLst/>
            <a:rect l="l" t="t" r="r" b="b"/>
            <a:pathLst>
              <a:path w="281939" h="88264">
                <a:moveTo>
                  <a:pt x="281554" y="87883"/>
                </a:moveTo>
                <a:lnTo>
                  <a:pt x="12524" y="87883"/>
                </a:lnTo>
                <a:lnTo>
                  <a:pt x="10721" y="54759"/>
                </a:lnTo>
                <a:lnTo>
                  <a:pt x="5912" y="14694"/>
                </a:lnTo>
                <a:lnTo>
                  <a:pt x="0" y="0"/>
                </a:lnTo>
                <a:lnTo>
                  <a:pt x="269113" y="0"/>
                </a:lnTo>
                <a:lnTo>
                  <a:pt x="274973" y="14694"/>
                </a:lnTo>
                <a:lnTo>
                  <a:pt x="279757" y="54759"/>
                </a:lnTo>
                <a:lnTo>
                  <a:pt x="281554" y="87883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230426" y="3347624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201" y="0"/>
                </a:lnTo>
              </a:path>
            </a:pathLst>
          </a:custGeom>
          <a:ln w="3175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230598" y="3350786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200" y="0"/>
                </a:lnTo>
              </a:path>
            </a:pathLst>
          </a:custGeom>
          <a:ln w="3175">
            <a:solidFill>
              <a:srgbClr val="B5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230770" y="3353949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200" y="0"/>
                </a:lnTo>
              </a:path>
            </a:pathLst>
          </a:custGeom>
          <a:ln w="3175">
            <a:solidFill>
              <a:srgbClr val="B7CA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230943" y="3357124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199" y="0"/>
                </a:lnTo>
              </a:path>
            </a:pathLst>
          </a:custGeom>
          <a:ln w="3175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231115" y="3359499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113" y="0"/>
                </a:lnTo>
              </a:path>
            </a:pathLst>
          </a:custGeom>
          <a:ln w="3175">
            <a:solidFill>
              <a:srgbClr val="BA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231201" y="3361874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199" y="0"/>
                </a:lnTo>
              </a:path>
            </a:pathLst>
          </a:custGeom>
          <a:ln w="3175">
            <a:solidFill>
              <a:srgbClr val="BC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231373" y="3364248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113" y="0"/>
                </a:lnTo>
              </a:path>
            </a:pathLst>
          </a:custGeom>
          <a:ln w="3175">
            <a:solidFill>
              <a:srgbClr val="BE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231460" y="3366623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198" y="0"/>
                </a:lnTo>
              </a:path>
            </a:pathLst>
          </a:custGeom>
          <a:ln w="3175">
            <a:solidFill>
              <a:srgbClr val="C1D2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231633" y="3369798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197" y="0"/>
                </a:lnTo>
              </a:path>
            </a:pathLst>
          </a:custGeom>
          <a:ln w="3175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231805" y="3372961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112" y="0"/>
                </a:lnTo>
              </a:path>
            </a:pathLst>
          </a:custGeom>
          <a:ln w="3175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231892" y="3376123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6" y="0"/>
                </a:lnTo>
              </a:path>
            </a:pathLst>
          </a:custGeom>
          <a:ln w="3175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231943" y="3378511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51" y="0"/>
                </a:lnTo>
              </a:path>
            </a:pathLst>
          </a:custGeom>
          <a:ln w="3175">
            <a:solidFill>
              <a:srgbClr val="C8D7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231969" y="3380873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6" y="0"/>
                </a:lnTo>
              </a:path>
            </a:pathLst>
          </a:custGeom>
          <a:ln w="3175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232021" y="3384048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6" y="0"/>
                </a:lnTo>
              </a:path>
            </a:pathLst>
          </a:custGeom>
          <a:ln w="3175">
            <a:solidFill>
              <a:srgbClr val="CEDC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232072" y="3387210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6" y="0"/>
                </a:lnTo>
              </a:path>
            </a:pathLst>
          </a:custGeom>
          <a:ln w="3175">
            <a:solidFill>
              <a:srgbClr val="D0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232124" y="3390385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6" y="0"/>
                </a:lnTo>
              </a:path>
            </a:pathLst>
          </a:custGeom>
          <a:ln w="3175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232175" y="3393547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6" y="0"/>
                </a:lnTo>
              </a:path>
            </a:pathLst>
          </a:custGeom>
          <a:ln w="3175">
            <a:solidFill>
              <a:srgbClr val="D3DF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232227" y="3396710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6" y="0"/>
                </a:lnTo>
              </a:path>
            </a:pathLst>
          </a:custGeom>
          <a:ln w="3175">
            <a:solidFill>
              <a:srgbClr val="D6E1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232278" y="3399885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6" y="0"/>
                </a:lnTo>
              </a:path>
            </a:pathLst>
          </a:custGeom>
          <a:ln w="3175">
            <a:solidFill>
              <a:srgbClr val="DA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232330" y="3403047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6" y="0"/>
                </a:lnTo>
              </a:path>
            </a:pathLst>
          </a:custGeom>
          <a:ln w="3175">
            <a:solidFill>
              <a:srgbClr val="DCE6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232381" y="3406222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6" y="0"/>
                </a:lnTo>
              </a:path>
            </a:pathLst>
          </a:custGeom>
          <a:ln w="3175">
            <a:solidFill>
              <a:srgbClr val="DEE8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232433" y="3409384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6" y="0"/>
                </a:lnTo>
              </a:path>
            </a:pathLst>
          </a:custGeom>
          <a:ln w="3175">
            <a:solidFill>
              <a:srgbClr val="DFE9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232485" y="3411772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50" y="0"/>
                </a:lnTo>
              </a:path>
            </a:pathLst>
          </a:custGeom>
          <a:ln w="3175">
            <a:solidFill>
              <a:srgbClr val="E1EB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232510" y="3414134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6" y="0"/>
                </a:lnTo>
              </a:path>
            </a:pathLst>
          </a:custGeom>
          <a:ln w="3175">
            <a:solidFill>
              <a:srgbClr val="E3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232562" y="3416522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50" y="0"/>
                </a:lnTo>
              </a:path>
            </a:pathLst>
          </a:custGeom>
          <a:ln w="3175">
            <a:solidFill>
              <a:srgbClr val="E6EC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232587" y="3418884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6" y="0"/>
                </a:lnTo>
              </a:path>
            </a:pathLst>
          </a:custGeom>
          <a:ln w="3175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232639" y="3422059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5" y="0"/>
                </a:lnTo>
              </a:path>
            </a:pathLst>
          </a:custGeom>
          <a:ln w="3175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232691" y="3425221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5" y="0"/>
                </a:lnTo>
              </a:path>
            </a:pathLst>
          </a:custGeom>
          <a:ln w="3175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232742" y="3427609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50" y="0"/>
                </a:lnTo>
              </a:path>
            </a:pathLst>
          </a:custGeom>
          <a:ln w="3175">
            <a:solidFill>
              <a:srgbClr val="EDF4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232768" y="3429971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5" y="0"/>
                </a:lnTo>
              </a:path>
            </a:pathLst>
          </a:custGeom>
          <a:ln w="3175">
            <a:solidFill>
              <a:srgbClr val="EFF4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232819" y="3433146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5" y="0"/>
                </a:lnTo>
              </a:path>
            </a:pathLst>
          </a:custGeom>
          <a:ln w="3175">
            <a:solidFill>
              <a:srgbClr val="F1F6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232871" y="3435521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50" y="0"/>
                </a:lnTo>
              </a:path>
            </a:pathLst>
          </a:custGeom>
          <a:ln w="3175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232897" y="3437896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5" y="0"/>
                </a:lnTo>
              </a:path>
            </a:pathLst>
          </a:custGeom>
          <a:ln w="3175">
            <a:solidFill>
              <a:srgbClr val="F6F8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232948" y="3441852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101" y="0"/>
                </a:lnTo>
              </a:path>
            </a:pathLst>
          </a:custGeom>
          <a:ln w="4749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232974" y="3446602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5" y="0"/>
                </a:lnTo>
              </a:path>
            </a:pathLst>
          </a:custGeom>
          <a:ln w="4749">
            <a:solidFill>
              <a:srgbClr val="F1F6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232923" y="3450558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5" y="0"/>
                </a:lnTo>
              </a:path>
            </a:pathLst>
          </a:custGeom>
          <a:ln w="3175">
            <a:solidFill>
              <a:srgbClr val="EFF5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232871" y="3453733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5" y="0"/>
                </a:lnTo>
              </a:path>
            </a:pathLst>
          </a:custGeom>
          <a:ln w="3175">
            <a:solidFill>
              <a:srgbClr val="EDF3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3232794" y="3457689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101" y="0"/>
                </a:lnTo>
              </a:path>
            </a:pathLst>
          </a:custGeom>
          <a:ln w="4749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232742" y="3461645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5" y="0"/>
                </a:lnTo>
              </a:path>
            </a:pathLst>
          </a:custGeom>
          <a:ln w="3175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232665" y="3465614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101" y="0"/>
                </a:lnTo>
              </a:path>
            </a:pathLst>
          </a:custGeom>
          <a:ln w="4749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232614" y="3469570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5" y="0"/>
                </a:lnTo>
              </a:path>
            </a:pathLst>
          </a:custGeom>
          <a:ln w="3175">
            <a:solidFill>
              <a:srgbClr val="E6ED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232588" y="3471945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50" y="0"/>
                </a:lnTo>
              </a:path>
            </a:pathLst>
          </a:custGeom>
          <a:ln w="3175">
            <a:solidFill>
              <a:srgbClr val="E4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3232511" y="3475113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101" y="0"/>
                </a:lnTo>
              </a:path>
            </a:pathLst>
          </a:custGeom>
          <a:ln w="4749">
            <a:solidFill>
              <a:srgbClr val="E2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232459" y="3479069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6" y="0"/>
                </a:lnTo>
              </a:path>
            </a:pathLst>
          </a:custGeom>
          <a:ln w="3175">
            <a:solidFill>
              <a:srgbClr val="E0EA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232382" y="3483025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102" y="0"/>
                </a:lnTo>
              </a:path>
            </a:pathLst>
          </a:custGeom>
          <a:ln w="4749">
            <a:solidFill>
              <a:srgbClr val="DFE9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232305" y="3487788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102" y="0"/>
                </a:lnTo>
              </a:path>
            </a:pathLst>
          </a:custGeom>
          <a:ln w="4749">
            <a:solidFill>
              <a:srgbClr val="DDE7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3232253" y="3491744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6" y="0"/>
                </a:lnTo>
              </a:path>
            </a:pathLst>
          </a:custGeom>
          <a:ln w="3175">
            <a:solidFill>
              <a:srgbClr val="DBE4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232202" y="3494906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6" y="0"/>
                </a:lnTo>
              </a:path>
            </a:pathLst>
          </a:custGeom>
          <a:ln w="3175">
            <a:solidFill>
              <a:srgbClr val="D9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232124" y="3498875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102" y="0"/>
                </a:lnTo>
              </a:path>
            </a:pathLst>
          </a:custGeom>
          <a:ln w="4749">
            <a:solidFill>
              <a:srgbClr val="D6E2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3232047" y="3503625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102" y="0"/>
                </a:lnTo>
              </a:path>
            </a:pathLst>
          </a:custGeom>
          <a:ln w="4749">
            <a:solidFill>
              <a:srgbClr val="D4E0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231996" y="3507581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6" y="0"/>
                </a:lnTo>
              </a:path>
            </a:pathLst>
          </a:custGeom>
          <a:ln w="3175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231944" y="3510743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76" y="0"/>
                </a:lnTo>
              </a:path>
            </a:pathLst>
          </a:custGeom>
          <a:ln w="3175">
            <a:solidFill>
              <a:srgbClr val="D1DE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231867" y="3514712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102" y="0"/>
                </a:lnTo>
              </a:path>
            </a:pathLst>
          </a:custGeom>
          <a:ln w="4749">
            <a:solidFill>
              <a:srgbClr val="CF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231864" y="3517265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25" y="0"/>
                </a:lnTo>
              </a:path>
            </a:pathLst>
          </a:custGeom>
          <a:ln w="3175">
            <a:solidFill>
              <a:srgbClr val="CDD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231780" y="3519170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25" y="0"/>
                </a:lnTo>
              </a:path>
            </a:pathLst>
          </a:custGeom>
          <a:ln w="3175">
            <a:solidFill>
              <a:srgbClr val="CDD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231463" y="3522624"/>
            <a:ext cx="269875" cy="0"/>
          </a:xfrm>
          <a:custGeom>
            <a:avLst/>
            <a:gdLst/>
            <a:ahLst/>
            <a:cxnLst/>
            <a:rect l="l" t="t" r="r" b="b"/>
            <a:pathLst>
              <a:path w="269875" h="0">
                <a:moveTo>
                  <a:pt x="0" y="0"/>
                </a:moveTo>
                <a:lnTo>
                  <a:pt x="269284" y="0"/>
                </a:lnTo>
              </a:path>
            </a:pathLst>
          </a:custGeom>
          <a:ln w="4749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231204" y="3527374"/>
            <a:ext cx="269875" cy="0"/>
          </a:xfrm>
          <a:custGeom>
            <a:avLst/>
            <a:gdLst/>
            <a:ahLst/>
            <a:cxnLst/>
            <a:rect l="l" t="t" r="r" b="b"/>
            <a:pathLst>
              <a:path w="269875" h="0">
                <a:moveTo>
                  <a:pt x="0" y="0"/>
                </a:moveTo>
                <a:lnTo>
                  <a:pt x="269285" y="0"/>
                </a:lnTo>
              </a:path>
            </a:pathLst>
          </a:custGeom>
          <a:ln w="4749">
            <a:solidFill>
              <a:srgbClr val="C8D9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3230773" y="3533711"/>
            <a:ext cx="269875" cy="0"/>
          </a:xfrm>
          <a:custGeom>
            <a:avLst/>
            <a:gdLst/>
            <a:ahLst/>
            <a:cxnLst/>
            <a:rect l="l" t="t" r="r" b="b"/>
            <a:pathLst>
              <a:path w="269875" h="0">
                <a:moveTo>
                  <a:pt x="0" y="0"/>
                </a:moveTo>
                <a:lnTo>
                  <a:pt x="269458" y="0"/>
                </a:lnTo>
              </a:path>
            </a:pathLst>
          </a:custGeom>
          <a:ln w="7924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3230428" y="3540842"/>
            <a:ext cx="269875" cy="0"/>
          </a:xfrm>
          <a:custGeom>
            <a:avLst/>
            <a:gdLst/>
            <a:ahLst/>
            <a:cxnLst/>
            <a:rect l="l" t="t" r="r" b="b"/>
            <a:pathLst>
              <a:path w="269875" h="0">
                <a:moveTo>
                  <a:pt x="0" y="0"/>
                </a:moveTo>
                <a:lnTo>
                  <a:pt x="269373" y="0"/>
                </a:lnTo>
              </a:path>
            </a:pathLst>
          </a:custGeom>
          <a:ln w="6337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3230169" y="3546386"/>
            <a:ext cx="269875" cy="0"/>
          </a:xfrm>
          <a:custGeom>
            <a:avLst/>
            <a:gdLst/>
            <a:ahLst/>
            <a:cxnLst/>
            <a:rect l="l" t="t" r="r" b="b"/>
            <a:pathLst>
              <a:path w="269875" h="0">
                <a:moveTo>
                  <a:pt x="0" y="0"/>
                </a:moveTo>
                <a:lnTo>
                  <a:pt x="269288" y="0"/>
                </a:lnTo>
              </a:path>
            </a:pathLst>
          </a:custGeom>
          <a:ln w="4749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3229910" y="3551135"/>
            <a:ext cx="269875" cy="0"/>
          </a:xfrm>
          <a:custGeom>
            <a:avLst/>
            <a:gdLst/>
            <a:ahLst/>
            <a:cxnLst/>
            <a:rect l="l" t="t" r="r" b="b"/>
            <a:pathLst>
              <a:path w="269875" h="0">
                <a:moveTo>
                  <a:pt x="0" y="0"/>
                </a:moveTo>
                <a:lnTo>
                  <a:pt x="269289" y="0"/>
                </a:lnTo>
              </a:path>
            </a:pathLst>
          </a:custGeom>
          <a:ln w="4749">
            <a:solidFill>
              <a:srgbClr val="C1D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3229652" y="3555885"/>
            <a:ext cx="269875" cy="0"/>
          </a:xfrm>
          <a:custGeom>
            <a:avLst/>
            <a:gdLst/>
            <a:ahLst/>
            <a:cxnLst/>
            <a:rect l="l" t="t" r="r" b="b"/>
            <a:pathLst>
              <a:path w="269875" h="0">
                <a:moveTo>
                  <a:pt x="0" y="0"/>
                </a:moveTo>
                <a:lnTo>
                  <a:pt x="269289" y="0"/>
                </a:lnTo>
              </a:path>
            </a:pathLst>
          </a:custGeom>
          <a:ln w="4749">
            <a:solidFill>
              <a:srgbClr val="C0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3229307" y="3561429"/>
            <a:ext cx="269875" cy="0"/>
          </a:xfrm>
          <a:custGeom>
            <a:avLst/>
            <a:gdLst/>
            <a:ahLst/>
            <a:cxnLst/>
            <a:rect l="l" t="t" r="r" b="b"/>
            <a:pathLst>
              <a:path w="269875" h="0">
                <a:moveTo>
                  <a:pt x="0" y="0"/>
                </a:moveTo>
                <a:lnTo>
                  <a:pt x="269377" y="0"/>
                </a:lnTo>
              </a:path>
            </a:pathLst>
          </a:custGeom>
          <a:ln w="6337">
            <a:solidFill>
              <a:srgbClr val="BD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3229049" y="3566972"/>
            <a:ext cx="269875" cy="0"/>
          </a:xfrm>
          <a:custGeom>
            <a:avLst/>
            <a:gdLst/>
            <a:ahLst/>
            <a:cxnLst/>
            <a:rect l="l" t="t" r="r" b="b"/>
            <a:pathLst>
              <a:path w="269875" h="0">
                <a:moveTo>
                  <a:pt x="0" y="0"/>
                </a:moveTo>
                <a:lnTo>
                  <a:pt x="269291" y="0"/>
                </a:lnTo>
              </a:path>
            </a:pathLst>
          </a:custGeom>
          <a:ln w="4749">
            <a:solidFill>
              <a:srgbClr val="BBCF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3228704" y="3572516"/>
            <a:ext cx="269875" cy="0"/>
          </a:xfrm>
          <a:custGeom>
            <a:avLst/>
            <a:gdLst/>
            <a:ahLst/>
            <a:cxnLst/>
            <a:rect l="l" t="t" r="r" b="b"/>
            <a:pathLst>
              <a:path w="269875" h="0">
                <a:moveTo>
                  <a:pt x="0" y="0"/>
                </a:moveTo>
                <a:lnTo>
                  <a:pt x="269378" y="0"/>
                </a:lnTo>
              </a:path>
            </a:pathLst>
          </a:custGeom>
          <a:ln w="6337">
            <a:solidFill>
              <a:srgbClr val="B9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3228669" y="3576320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35" y="0"/>
                </a:lnTo>
              </a:path>
            </a:pathLst>
          </a:custGeom>
          <a:ln w="3175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3228192" y="3580765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 h="0">
                <a:moveTo>
                  <a:pt x="0" y="0"/>
                </a:moveTo>
                <a:lnTo>
                  <a:pt x="269037" y="0"/>
                </a:lnTo>
              </a:path>
            </a:pathLst>
          </a:custGeom>
          <a:ln w="6350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3227281" y="3585971"/>
            <a:ext cx="269875" cy="0"/>
          </a:xfrm>
          <a:custGeom>
            <a:avLst/>
            <a:gdLst/>
            <a:ahLst/>
            <a:cxnLst/>
            <a:rect l="l" t="t" r="r" b="b"/>
            <a:pathLst>
              <a:path w="269875" h="0">
                <a:moveTo>
                  <a:pt x="0" y="0"/>
                </a:moveTo>
                <a:lnTo>
                  <a:pt x="269609" y="0"/>
                </a:lnTo>
              </a:path>
            </a:pathLst>
          </a:custGeom>
          <a:ln w="4749">
            <a:solidFill>
              <a:srgbClr val="B6C9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3226520" y="3591515"/>
            <a:ext cx="269875" cy="0"/>
          </a:xfrm>
          <a:custGeom>
            <a:avLst/>
            <a:gdLst/>
            <a:ahLst/>
            <a:cxnLst/>
            <a:rect l="l" t="t" r="r" b="b"/>
            <a:pathLst>
              <a:path w="269875" h="0">
                <a:moveTo>
                  <a:pt x="0" y="0"/>
                </a:moveTo>
                <a:lnTo>
                  <a:pt x="269803" y="0"/>
                </a:lnTo>
              </a:path>
            </a:pathLst>
          </a:custGeom>
          <a:ln w="6337">
            <a:solidFill>
              <a:srgbClr val="B4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3225759" y="3597852"/>
            <a:ext cx="269875" cy="0"/>
          </a:xfrm>
          <a:custGeom>
            <a:avLst/>
            <a:gdLst/>
            <a:ahLst/>
            <a:cxnLst/>
            <a:rect l="l" t="t" r="r" b="b"/>
            <a:pathLst>
              <a:path w="269875" h="0">
                <a:moveTo>
                  <a:pt x="0" y="0"/>
                </a:moveTo>
                <a:lnTo>
                  <a:pt x="269807" y="0"/>
                </a:lnTo>
              </a:path>
            </a:pathLst>
          </a:custGeom>
          <a:ln w="6337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3217900" y="3601021"/>
            <a:ext cx="277495" cy="31115"/>
          </a:xfrm>
          <a:custGeom>
            <a:avLst/>
            <a:gdLst/>
            <a:ahLst/>
            <a:cxnLst/>
            <a:rect l="l" t="t" r="r" b="b"/>
            <a:pathLst>
              <a:path w="277495" h="31114">
                <a:moveTo>
                  <a:pt x="269113" y="30886"/>
                </a:moveTo>
                <a:lnTo>
                  <a:pt x="0" y="30886"/>
                </a:lnTo>
                <a:lnTo>
                  <a:pt x="5912" y="16204"/>
                </a:lnTo>
                <a:lnTo>
                  <a:pt x="7858" y="0"/>
                </a:lnTo>
                <a:lnTo>
                  <a:pt x="276909" y="0"/>
                </a:lnTo>
                <a:lnTo>
                  <a:pt x="274973" y="16204"/>
                </a:lnTo>
                <a:lnTo>
                  <a:pt x="269113" y="30886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3205301" y="3258146"/>
            <a:ext cx="25400" cy="89535"/>
          </a:xfrm>
          <a:custGeom>
            <a:avLst/>
            <a:gdLst/>
            <a:ahLst/>
            <a:cxnLst/>
            <a:rect l="l" t="t" r="r" b="b"/>
            <a:pathLst>
              <a:path w="25400" h="89535">
                <a:moveTo>
                  <a:pt x="25210" y="89471"/>
                </a:moveTo>
                <a:lnTo>
                  <a:pt x="0" y="89471"/>
                </a:lnTo>
                <a:lnTo>
                  <a:pt x="1904" y="54759"/>
                </a:lnTo>
                <a:lnTo>
                  <a:pt x="6722" y="14694"/>
                </a:lnTo>
                <a:lnTo>
                  <a:pt x="12599" y="0"/>
                </a:lnTo>
                <a:lnTo>
                  <a:pt x="18511" y="14694"/>
                </a:lnTo>
                <a:lnTo>
                  <a:pt x="23321" y="54759"/>
                </a:lnTo>
                <a:lnTo>
                  <a:pt x="25210" y="89471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3205040" y="3347618"/>
            <a:ext cx="26034" cy="5080"/>
          </a:xfrm>
          <a:custGeom>
            <a:avLst/>
            <a:gdLst/>
            <a:ahLst/>
            <a:cxnLst/>
            <a:rect l="l" t="t" r="r" b="b"/>
            <a:pathLst>
              <a:path w="26035" h="5079">
                <a:moveTo>
                  <a:pt x="0" y="4749"/>
                </a:moveTo>
                <a:lnTo>
                  <a:pt x="260" y="0"/>
                </a:lnTo>
                <a:lnTo>
                  <a:pt x="25470" y="0"/>
                </a:lnTo>
                <a:lnTo>
                  <a:pt x="25729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3204780" y="3352368"/>
            <a:ext cx="26670" cy="5080"/>
          </a:xfrm>
          <a:custGeom>
            <a:avLst/>
            <a:gdLst/>
            <a:ahLst/>
            <a:cxnLst/>
            <a:rect l="l" t="t" r="r" b="b"/>
            <a:pathLst>
              <a:path w="26669" h="5079">
                <a:moveTo>
                  <a:pt x="0" y="4749"/>
                </a:moveTo>
                <a:lnTo>
                  <a:pt x="260" y="0"/>
                </a:lnTo>
                <a:lnTo>
                  <a:pt x="25989" y="0"/>
                </a:lnTo>
                <a:lnTo>
                  <a:pt x="26248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3DF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3204606" y="3357130"/>
            <a:ext cx="26670" cy="3175"/>
          </a:xfrm>
          <a:custGeom>
            <a:avLst/>
            <a:gdLst/>
            <a:ahLst/>
            <a:cxnLst/>
            <a:rect l="l" t="t" r="r" b="b"/>
            <a:pathLst>
              <a:path w="26669" h="3175">
                <a:moveTo>
                  <a:pt x="0" y="3162"/>
                </a:moveTo>
                <a:lnTo>
                  <a:pt x="173" y="0"/>
                </a:lnTo>
                <a:lnTo>
                  <a:pt x="26423" y="0"/>
                </a:lnTo>
                <a:lnTo>
                  <a:pt x="26595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D5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3204345" y="3360292"/>
            <a:ext cx="27305" cy="5080"/>
          </a:xfrm>
          <a:custGeom>
            <a:avLst/>
            <a:gdLst/>
            <a:ahLst/>
            <a:cxnLst/>
            <a:rect l="l" t="t" r="r" b="b"/>
            <a:pathLst>
              <a:path w="27305" h="5079">
                <a:moveTo>
                  <a:pt x="0" y="4749"/>
                </a:moveTo>
                <a:lnTo>
                  <a:pt x="260" y="0"/>
                </a:lnTo>
                <a:lnTo>
                  <a:pt x="26856" y="0"/>
                </a:lnTo>
                <a:lnTo>
                  <a:pt x="27114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7E2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3204085" y="3365042"/>
            <a:ext cx="27940" cy="5080"/>
          </a:xfrm>
          <a:custGeom>
            <a:avLst/>
            <a:gdLst/>
            <a:ahLst/>
            <a:cxnLst/>
            <a:rect l="l" t="t" r="r" b="b"/>
            <a:pathLst>
              <a:path w="27939" h="5079">
                <a:moveTo>
                  <a:pt x="0" y="4749"/>
                </a:moveTo>
                <a:lnTo>
                  <a:pt x="260" y="0"/>
                </a:lnTo>
                <a:lnTo>
                  <a:pt x="27375" y="0"/>
                </a:lnTo>
                <a:lnTo>
                  <a:pt x="27633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A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3203910" y="3369792"/>
            <a:ext cx="28575" cy="5080"/>
          </a:xfrm>
          <a:custGeom>
            <a:avLst/>
            <a:gdLst/>
            <a:ahLst/>
            <a:cxnLst/>
            <a:rect l="l" t="t" r="r" b="b"/>
            <a:pathLst>
              <a:path w="28575" h="5079">
                <a:moveTo>
                  <a:pt x="27981" y="4749"/>
                </a:moveTo>
                <a:lnTo>
                  <a:pt x="0" y="4749"/>
                </a:lnTo>
                <a:lnTo>
                  <a:pt x="36" y="2518"/>
                </a:lnTo>
                <a:lnTo>
                  <a:pt x="174" y="0"/>
                </a:lnTo>
                <a:lnTo>
                  <a:pt x="27808" y="0"/>
                </a:lnTo>
                <a:lnTo>
                  <a:pt x="27945" y="2518"/>
                </a:lnTo>
                <a:lnTo>
                  <a:pt x="27981" y="4749"/>
                </a:lnTo>
                <a:close/>
              </a:path>
            </a:pathLst>
          </a:custGeom>
          <a:solidFill>
            <a:srgbClr val="DC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3203832" y="3374542"/>
            <a:ext cx="28575" cy="5080"/>
          </a:xfrm>
          <a:custGeom>
            <a:avLst/>
            <a:gdLst/>
            <a:ahLst/>
            <a:cxnLst/>
            <a:rect l="l" t="t" r="r" b="b"/>
            <a:pathLst>
              <a:path w="28575" h="5079">
                <a:moveTo>
                  <a:pt x="0" y="4749"/>
                </a:moveTo>
                <a:lnTo>
                  <a:pt x="78" y="0"/>
                </a:lnTo>
                <a:lnTo>
                  <a:pt x="28060" y="0"/>
                </a:lnTo>
                <a:lnTo>
                  <a:pt x="28137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EE7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3203780" y="3379292"/>
            <a:ext cx="28575" cy="3175"/>
          </a:xfrm>
          <a:custGeom>
            <a:avLst/>
            <a:gdLst/>
            <a:ahLst/>
            <a:cxnLst/>
            <a:rect l="l" t="t" r="r" b="b"/>
            <a:pathLst>
              <a:path w="28575" h="3175">
                <a:moveTo>
                  <a:pt x="0" y="3162"/>
                </a:moveTo>
                <a:lnTo>
                  <a:pt x="52" y="0"/>
                </a:lnTo>
                <a:lnTo>
                  <a:pt x="28189" y="0"/>
                </a:lnTo>
                <a:lnTo>
                  <a:pt x="28240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3203701" y="3382467"/>
            <a:ext cx="28575" cy="5080"/>
          </a:xfrm>
          <a:custGeom>
            <a:avLst/>
            <a:gdLst/>
            <a:ahLst/>
            <a:cxnLst/>
            <a:rect l="l" t="t" r="r" b="b"/>
            <a:pathLst>
              <a:path w="28575" h="5079">
                <a:moveTo>
                  <a:pt x="0" y="4749"/>
                </a:moveTo>
                <a:lnTo>
                  <a:pt x="78" y="0"/>
                </a:lnTo>
                <a:lnTo>
                  <a:pt x="28319" y="0"/>
                </a:lnTo>
                <a:lnTo>
                  <a:pt x="28396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3203623" y="3387216"/>
            <a:ext cx="28575" cy="5080"/>
          </a:xfrm>
          <a:custGeom>
            <a:avLst/>
            <a:gdLst/>
            <a:ahLst/>
            <a:cxnLst/>
            <a:rect l="l" t="t" r="r" b="b"/>
            <a:pathLst>
              <a:path w="28575" h="5079">
                <a:moveTo>
                  <a:pt x="0" y="4749"/>
                </a:moveTo>
                <a:lnTo>
                  <a:pt x="78" y="0"/>
                </a:lnTo>
                <a:lnTo>
                  <a:pt x="28475" y="0"/>
                </a:lnTo>
                <a:lnTo>
                  <a:pt x="28552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3203545" y="3391966"/>
            <a:ext cx="29209" cy="5080"/>
          </a:xfrm>
          <a:custGeom>
            <a:avLst/>
            <a:gdLst/>
            <a:ahLst/>
            <a:cxnLst/>
            <a:rect l="l" t="t" r="r" b="b"/>
            <a:pathLst>
              <a:path w="29210" h="5079">
                <a:moveTo>
                  <a:pt x="0" y="4749"/>
                </a:moveTo>
                <a:lnTo>
                  <a:pt x="78" y="0"/>
                </a:lnTo>
                <a:lnTo>
                  <a:pt x="28630" y="0"/>
                </a:lnTo>
                <a:lnTo>
                  <a:pt x="28707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6EC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3203493" y="3396716"/>
            <a:ext cx="29209" cy="3175"/>
          </a:xfrm>
          <a:custGeom>
            <a:avLst/>
            <a:gdLst/>
            <a:ahLst/>
            <a:cxnLst/>
            <a:rect l="l" t="t" r="r" b="b"/>
            <a:pathLst>
              <a:path w="29210" h="3175">
                <a:moveTo>
                  <a:pt x="0" y="3162"/>
                </a:moveTo>
                <a:lnTo>
                  <a:pt x="52" y="0"/>
                </a:lnTo>
                <a:lnTo>
                  <a:pt x="28759" y="0"/>
                </a:lnTo>
                <a:lnTo>
                  <a:pt x="28811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3203414" y="3399891"/>
            <a:ext cx="29209" cy="5080"/>
          </a:xfrm>
          <a:custGeom>
            <a:avLst/>
            <a:gdLst/>
            <a:ahLst/>
            <a:cxnLst/>
            <a:rect l="l" t="t" r="r" b="b"/>
            <a:pathLst>
              <a:path w="29210" h="5079">
                <a:moveTo>
                  <a:pt x="0" y="4749"/>
                </a:moveTo>
                <a:lnTo>
                  <a:pt x="78" y="0"/>
                </a:lnTo>
                <a:lnTo>
                  <a:pt x="28890" y="0"/>
                </a:lnTo>
                <a:lnTo>
                  <a:pt x="28967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3203336" y="3404641"/>
            <a:ext cx="29209" cy="5080"/>
          </a:xfrm>
          <a:custGeom>
            <a:avLst/>
            <a:gdLst/>
            <a:ahLst/>
            <a:cxnLst/>
            <a:rect l="l" t="t" r="r" b="b"/>
            <a:pathLst>
              <a:path w="29210" h="5079">
                <a:moveTo>
                  <a:pt x="0" y="4749"/>
                </a:moveTo>
                <a:lnTo>
                  <a:pt x="78" y="0"/>
                </a:lnTo>
                <a:lnTo>
                  <a:pt x="29045" y="0"/>
                </a:lnTo>
                <a:lnTo>
                  <a:pt x="29122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3203258" y="3409391"/>
            <a:ext cx="29845" cy="5080"/>
          </a:xfrm>
          <a:custGeom>
            <a:avLst/>
            <a:gdLst/>
            <a:ahLst/>
            <a:cxnLst/>
            <a:rect l="l" t="t" r="r" b="b"/>
            <a:pathLst>
              <a:path w="29844" h="5079">
                <a:moveTo>
                  <a:pt x="0" y="4749"/>
                </a:moveTo>
                <a:lnTo>
                  <a:pt x="78" y="0"/>
                </a:lnTo>
                <a:lnTo>
                  <a:pt x="29201" y="0"/>
                </a:lnTo>
                <a:lnTo>
                  <a:pt x="29278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D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3203206" y="3414140"/>
            <a:ext cx="29845" cy="3175"/>
          </a:xfrm>
          <a:custGeom>
            <a:avLst/>
            <a:gdLst/>
            <a:ahLst/>
            <a:cxnLst/>
            <a:rect l="l" t="t" r="r" b="b"/>
            <a:pathLst>
              <a:path w="29844" h="3175">
                <a:moveTo>
                  <a:pt x="0" y="3162"/>
                </a:moveTo>
                <a:lnTo>
                  <a:pt x="52" y="0"/>
                </a:lnTo>
                <a:lnTo>
                  <a:pt x="29330" y="0"/>
                </a:lnTo>
                <a:lnTo>
                  <a:pt x="29381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3203127" y="3417303"/>
            <a:ext cx="29845" cy="5080"/>
          </a:xfrm>
          <a:custGeom>
            <a:avLst/>
            <a:gdLst/>
            <a:ahLst/>
            <a:cxnLst/>
            <a:rect l="l" t="t" r="r" b="b"/>
            <a:pathLst>
              <a:path w="29844" h="5079">
                <a:moveTo>
                  <a:pt x="0" y="4749"/>
                </a:moveTo>
                <a:lnTo>
                  <a:pt x="78" y="0"/>
                </a:lnTo>
                <a:lnTo>
                  <a:pt x="29460" y="0"/>
                </a:lnTo>
                <a:lnTo>
                  <a:pt x="29537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3203049" y="3422053"/>
            <a:ext cx="29845" cy="5080"/>
          </a:xfrm>
          <a:custGeom>
            <a:avLst/>
            <a:gdLst/>
            <a:ahLst/>
            <a:cxnLst/>
            <a:rect l="l" t="t" r="r" b="b"/>
            <a:pathLst>
              <a:path w="29844" h="5079">
                <a:moveTo>
                  <a:pt x="0" y="4749"/>
                </a:moveTo>
                <a:lnTo>
                  <a:pt x="78" y="0"/>
                </a:lnTo>
                <a:lnTo>
                  <a:pt x="29615" y="0"/>
                </a:lnTo>
                <a:lnTo>
                  <a:pt x="29692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3202997" y="3426815"/>
            <a:ext cx="29845" cy="3175"/>
          </a:xfrm>
          <a:custGeom>
            <a:avLst/>
            <a:gdLst/>
            <a:ahLst/>
            <a:cxnLst/>
            <a:rect l="l" t="t" r="r" b="b"/>
            <a:pathLst>
              <a:path w="29844" h="3175">
                <a:moveTo>
                  <a:pt x="0" y="3162"/>
                </a:moveTo>
                <a:lnTo>
                  <a:pt x="52" y="0"/>
                </a:lnTo>
                <a:lnTo>
                  <a:pt x="29745" y="0"/>
                </a:lnTo>
                <a:lnTo>
                  <a:pt x="29796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3202919" y="3429977"/>
            <a:ext cx="30480" cy="5080"/>
          </a:xfrm>
          <a:custGeom>
            <a:avLst/>
            <a:gdLst/>
            <a:ahLst/>
            <a:cxnLst/>
            <a:rect l="l" t="t" r="r" b="b"/>
            <a:pathLst>
              <a:path w="30480" h="5079">
                <a:moveTo>
                  <a:pt x="0" y="4749"/>
                </a:moveTo>
                <a:lnTo>
                  <a:pt x="78" y="0"/>
                </a:lnTo>
                <a:lnTo>
                  <a:pt x="29875" y="0"/>
                </a:lnTo>
                <a:lnTo>
                  <a:pt x="29952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3202749" y="3434727"/>
            <a:ext cx="30480" cy="11430"/>
          </a:xfrm>
          <a:custGeom>
            <a:avLst/>
            <a:gdLst/>
            <a:ahLst/>
            <a:cxnLst/>
            <a:rect l="l" t="t" r="r" b="b"/>
            <a:pathLst>
              <a:path w="30480" h="11429">
                <a:moveTo>
                  <a:pt x="30276" y="11087"/>
                </a:moveTo>
                <a:lnTo>
                  <a:pt x="12" y="11087"/>
                </a:lnTo>
                <a:lnTo>
                  <a:pt x="0" y="10299"/>
                </a:lnTo>
                <a:lnTo>
                  <a:pt x="169" y="0"/>
                </a:lnTo>
                <a:lnTo>
                  <a:pt x="30121" y="0"/>
                </a:lnTo>
                <a:lnTo>
                  <a:pt x="30289" y="10299"/>
                </a:lnTo>
                <a:lnTo>
                  <a:pt x="30276" y="11087"/>
                </a:lnTo>
                <a:close/>
              </a:path>
            </a:pathLst>
          </a:custGeom>
          <a:solidFill>
            <a:srgbClr val="F8F9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3202762" y="3445814"/>
            <a:ext cx="30480" cy="6350"/>
          </a:xfrm>
          <a:custGeom>
            <a:avLst/>
            <a:gdLst/>
            <a:ahLst/>
            <a:cxnLst/>
            <a:rect l="l" t="t" r="r" b="b"/>
            <a:pathLst>
              <a:path w="30480" h="6350">
                <a:moveTo>
                  <a:pt x="104" y="6337"/>
                </a:moveTo>
                <a:lnTo>
                  <a:pt x="0" y="0"/>
                </a:lnTo>
                <a:lnTo>
                  <a:pt x="30263" y="0"/>
                </a:lnTo>
                <a:lnTo>
                  <a:pt x="30160" y="6337"/>
                </a:lnTo>
                <a:lnTo>
                  <a:pt x="104" y="6337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3202866" y="3452152"/>
            <a:ext cx="30480" cy="5080"/>
          </a:xfrm>
          <a:custGeom>
            <a:avLst/>
            <a:gdLst/>
            <a:ahLst/>
            <a:cxnLst/>
            <a:rect l="l" t="t" r="r" b="b"/>
            <a:pathLst>
              <a:path w="30480" h="5079">
                <a:moveTo>
                  <a:pt x="78" y="4749"/>
                </a:moveTo>
                <a:lnTo>
                  <a:pt x="0" y="0"/>
                </a:lnTo>
                <a:lnTo>
                  <a:pt x="30056" y="0"/>
                </a:lnTo>
                <a:lnTo>
                  <a:pt x="29979" y="4749"/>
                </a:lnTo>
                <a:lnTo>
                  <a:pt x="78" y="4749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3202944" y="3456901"/>
            <a:ext cx="30480" cy="5080"/>
          </a:xfrm>
          <a:custGeom>
            <a:avLst/>
            <a:gdLst/>
            <a:ahLst/>
            <a:cxnLst/>
            <a:rect l="l" t="t" r="r" b="b"/>
            <a:pathLst>
              <a:path w="30480" h="5079">
                <a:moveTo>
                  <a:pt x="78" y="4749"/>
                </a:moveTo>
                <a:lnTo>
                  <a:pt x="0" y="0"/>
                </a:lnTo>
                <a:lnTo>
                  <a:pt x="29900" y="0"/>
                </a:lnTo>
                <a:lnTo>
                  <a:pt x="29823" y="4749"/>
                </a:lnTo>
                <a:lnTo>
                  <a:pt x="78" y="4749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3203023" y="3461651"/>
            <a:ext cx="29845" cy="6350"/>
          </a:xfrm>
          <a:custGeom>
            <a:avLst/>
            <a:gdLst/>
            <a:ahLst/>
            <a:cxnLst/>
            <a:rect l="l" t="t" r="r" b="b"/>
            <a:pathLst>
              <a:path w="29844" h="6350">
                <a:moveTo>
                  <a:pt x="104" y="6337"/>
                </a:moveTo>
                <a:lnTo>
                  <a:pt x="0" y="0"/>
                </a:lnTo>
                <a:lnTo>
                  <a:pt x="29745" y="0"/>
                </a:lnTo>
                <a:lnTo>
                  <a:pt x="29642" y="6337"/>
                </a:lnTo>
                <a:lnTo>
                  <a:pt x="104" y="6337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3203127" y="3467989"/>
            <a:ext cx="29845" cy="5080"/>
          </a:xfrm>
          <a:custGeom>
            <a:avLst/>
            <a:gdLst/>
            <a:ahLst/>
            <a:cxnLst/>
            <a:rect l="l" t="t" r="r" b="b"/>
            <a:pathLst>
              <a:path w="29844" h="5079">
                <a:moveTo>
                  <a:pt x="78" y="4749"/>
                </a:moveTo>
                <a:lnTo>
                  <a:pt x="0" y="0"/>
                </a:lnTo>
                <a:lnTo>
                  <a:pt x="29538" y="0"/>
                </a:lnTo>
                <a:lnTo>
                  <a:pt x="29460" y="4749"/>
                </a:lnTo>
                <a:lnTo>
                  <a:pt x="78" y="4749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3203205" y="3472738"/>
            <a:ext cx="29845" cy="8255"/>
          </a:xfrm>
          <a:custGeom>
            <a:avLst/>
            <a:gdLst/>
            <a:ahLst/>
            <a:cxnLst/>
            <a:rect l="l" t="t" r="r" b="b"/>
            <a:pathLst>
              <a:path w="29844" h="8254">
                <a:moveTo>
                  <a:pt x="130" y="7924"/>
                </a:moveTo>
                <a:lnTo>
                  <a:pt x="0" y="0"/>
                </a:lnTo>
                <a:lnTo>
                  <a:pt x="29382" y="0"/>
                </a:lnTo>
                <a:lnTo>
                  <a:pt x="29253" y="7924"/>
                </a:lnTo>
                <a:lnTo>
                  <a:pt x="130" y="7924"/>
                </a:lnTo>
                <a:close/>
              </a:path>
            </a:pathLst>
          </a:custGeom>
          <a:solidFill>
            <a:srgbClr val="EDF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3203335" y="3480650"/>
            <a:ext cx="29209" cy="6350"/>
          </a:xfrm>
          <a:custGeom>
            <a:avLst/>
            <a:gdLst/>
            <a:ahLst/>
            <a:cxnLst/>
            <a:rect l="l" t="t" r="r" b="b"/>
            <a:pathLst>
              <a:path w="29210" h="6350">
                <a:moveTo>
                  <a:pt x="104" y="6337"/>
                </a:moveTo>
                <a:lnTo>
                  <a:pt x="0" y="0"/>
                </a:lnTo>
                <a:lnTo>
                  <a:pt x="29123" y="0"/>
                </a:lnTo>
                <a:lnTo>
                  <a:pt x="29020" y="6337"/>
                </a:lnTo>
                <a:lnTo>
                  <a:pt x="104" y="6337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3203440" y="3486988"/>
            <a:ext cx="29209" cy="6350"/>
          </a:xfrm>
          <a:custGeom>
            <a:avLst/>
            <a:gdLst/>
            <a:ahLst/>
            <a:cxnLst/>
            <a:rect l="l" t="t" r="r" b="b"/>
            <a:pathLst>
              <a:path w="29210" h="6350">
                <a:moveTo>
                  <a:pt x="104" y="6337"/>
                </a:moveTo>
                <a:lnTo>
                  <a:pt x="0" y="0"/>
                </a:lnTo>
                <a:lnTo>
                  <a:pt x="28916" y="0"/>
                </a:lnTo>
                <a:lnTo>
                  <a:pt x="28813" y="6337"/>
                </a:lnTo>
                <a:lnTo>
                  <a:pt x="104" y="6337"/>
                </a:lnTo>
                <a:close/>
              </a:path>
            </a:pathLst>
          </a:custGeom>
          <a:solidFill>
            <a:srgbClr val="EAEF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3203544" y="3493325"/>
            <a:ext cx="29209" cy="6350"/>
          </a:xfrm>
          <a:custGeom>
            <a:avLst/>
            <a:gdLst/>
            <a:ahLst/>
            <a:cxnLst/>
            <a:rect l="l" t="t" r="r" b="b"/>
            <a:pathLst>
              <a:path w="29210" h="6350">
                <a:moveTo>
                  <a:pt x="104" y="6337"/>
                </a:moveTo>
                <a:lnTo>
                  <a:pt x="0" y="0"/>
                </a:lnTo>
                <a:lnTo>
                  <a:pt x="28709" y="0"/>
                </a:lnTo>
                <a:lnTo>
                  <a:pt x="28606" y="6337"/>
                </a:lnTo>
                <a:lnTo>
                  <a:pt x="104" y="6337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3203648" y="3499662"/>
            <a:ext cx="28575" cy="6350"/>
          </a:xfrm>
          <a:custGeom>
            <a:avLst/>
            <a:gdLst/>
            <a:ahLst/>
            <a:cxnLst/>
            <a:rect l="l" t="t" r="r" b="b"/>
            <a:pathLst>
              <a:path w="28575" h="6350">
                <a:moveTo>
                  <a:pt x="104" y="6337"/>
                </a:moveTo>
                <a:lnTo>
                  <a:pt x="0" y="0"/>
                </a:lnTo>
                <a:lnTo>
                  <a:pt x="28501" y="0"/>
                </a:lnTo>
                <a:lnTo>
                  <a:pt x="28398" y="6337"/>
                </a:lnTo>
                <a:lnTo>
                  <a:pt x="104" y="6337"/>
                </a:lnTo>
                <a:close/>
              </a:path>
            </a:pathLst>
          </a:custGeom>
          <a:solidFill>
            <a:srgbClr val="E6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3203753" y="3505999"/>
            <a:ext cx="28575" cy="6350"/>
          </a:xfrm>
          <a:custGeom>
            <a:avLst/>
            <a:gdLst/>
            <a:ahLst/>
            <a:cxnLst/>
            <a:rect l="l" t="t" r="r" b="b"/>
            <a:pathLst>
              <a:path w="28575" h="6350">
                <a:moveTo>
                  <a:pt x="104" y="6337"/>
                </a:moveTo>
                <a:lnTo>
                  <a:pt x="0" y="0"/>
                </a:lnTo>
                <a:lnTo>
                  <a:pt x="28294" y="0"/>
                </a:lnTo>
                <a:lnTo>
                  <a:pt x="28191" y="6337"/>
                </a:lnTo>
                <a:lnTo>
                  <a:pt x="104" y="6337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3203857" y="3512337"/>
            <a:ext cx="28575" cy="6350"/>
          </a:xfrm>
          <a:custGeom>
            <a:avLst/>
            <a:gdLst/>
            <a:ahLst/>
            <a:cxnLst/>
            <a:rect l="l" t="t" r="r" b="b"/>
            <a:pathLst>
              <a:path w="28575" h="6350">
                <a:moveTo>
                  <a:pt x="27949" y="6337"/>
                </a:moveTo>
                <a:lnTo>
                  <a:pt x="138" y="6337"/>
                </a:lnTo>
                <a:lnTo>
                  <a:pt x="89" y="5443"/>
                </a:lnTo>
                <a:lnTo>
                  <a:pt x="0" y="0"/>
                </a:lnTo>
                <a:lnTo>
                  <a:pt x="28086" y="0"/>
                </a:lnTo>
                <a:lnTo>
                  <a:pt x="27998" y="5443"/>
                </a:lnTo>
                <a:lnTo>
                  <a:pt x="27949" y="6337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3203995" y="3518661"/>
            <a:ext cx="27940" cy="8255"/>
          </a:xfrm>
          <a:custGeom>
            <a:avLst/>
            <a:gdLst/>
            <a:ahLst/>
            <a:cxnLst/>
            <a:rect l="l" t="t" r="r" b="b"/>
            <a:pathLst>
              <a:path w="27939" h="8254">
                <a:moveTo>
                  <a:pt x="27381" y="7924"/>
                </a:moveTo>
                <a:lnTo>
                  <a:pt x="434" y="7924"/>
                </a:lnTo>
                <a:lnTo>
                  <a:pt x="0" y="0"/>
                </a:lnTo>
                <a:lnTo>
                  <a:pt x="27812" y="0"/>
                </a:lnTo>
                <a:lnTo>
                  <a:pt x="27381" y="7924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3204430" y="3526586"/>
            <a:ext cx="27305" cy="8255"/>
          </a:xfrm>
          <a:custGeom>
            <a:avLst/>
            <a:gdLst/>
            <a:ahLst/>
            <a:cxnLst/>
            <a:rect l="l" t="t" r="r" b="b"/>
            <a:pathLst>
              <a:path w="27305" h="8254">
                <a:moveTo>
                  <a:pt x="26515" y="7924"/>
                </a:moveTo>
                <a:lnTo>
                  <a:pt x="434" y="7924"/>
                </a:lnTo>
                <a:lnTo>
                  <a:pt x="0" y="0"/>
                </a:lnTo>
                <a:lnTo>
                  <a:pt x="26946" y="0"/>
                </a:lnTo>
                <a:lnTo>
                  <a:pt x="26515" y="7924"/>
                </a:lnTo>
                <a:close/>
              </a:path>
            </a:pathLst>
          </a:custGeom>
          <a:solidFill>
            <a:srgbClr val="DE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3204864" y="3534498"/>
            <a:ext cx="26670" cy="8255"/>
          </a:xfrm>
          <a:custGeom>
            <a:avLst/>
            <a:gdLst/>
            <a:ahLst/>
            <a:cxnLst/>
            <a:rect l="l" t="t" r="r" b="b"/>
            <a:pathLst>
              <a:path w="26669" h="8254">
                <a:moveTo>
                  <a:pt x="25650" y="7924"/>
                </a:moveTo>
                <a:lnTo>
                  <a:pt x="434" y="7924"/>
                </a:lnTo>
                <a:lnTo>
                  <a:pt x="0" y="0"/>
                </a:lnTo>
                <a:lnTo>
                  <a:pt x="26081" y="0"/>
                </a:lnTo>
                <a:lnTo>
                  <a:pt x="25650" y="7924"/>
                </a:lnTo>
                <a:close/>
              </a:path>
            </a:pathLst>
          </a:custGeom>
          <a:solidFill>
            <a:srgbClr val="DD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3205298" y="3542423"/>
            <a:ext cx="25400" cy="9525"/>
          </a:xfrm>
          <a:custGeom>
            <a:avLst/>
            <a:gdLst/>
            <a:ahLst/>
            <a:cxnLst/>
            <a:rect l="l" t="t" r="r" b="b"/>
            <a:pathLst>
              <a:path w="25400" h="9525">
                <a:moveTo>
                  <a:pt x="24698" y="9499"/>
                </a:moveTo>
                <a:lnTo>
                  <a:pt x="521" y="9499"/>
                </a:lnTo>
                <a:lnTo>
                  <a:pt x="0" y="0"/>
                </a:lnTo>
                <a:lnTo>
                  <a:pt x="25215" y="0"/>
                </a:lnTo>
                <a:lnTo>
                  <a:pt x="24698" y="9499"/>
                </a:lnTo>
                <a:close/>
              </a:path>
            </a:pathLst>
          </a:custGeom>
          <a:solidFill>
            <a:srgbClr val="DB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3205820" y="3551923"/>
            <a:ext cx="24765" cy="11430"/>
          </a:xfrm>
          <a:custGeom>
            <a:avLst/>
            <a:gdLst/>
            <a:ahLst/>
            <a:cxnLst/>
            <a:rect l="l" t="t" r="r" b="b"/>
            <a:pathLst>
              <a:path w="24764" h="11429">
                <a:moveTo>
                  <a:pt x="23573" y="11087"/>
                </a:moveTo>
                <a:lnTo>
                  <a:pt x="608" y="11087"/>
                </a:lnTo>
                <a:lnTo>
                  <a:pt x="0" y="0"/>
                </a:lnTo>
                <a:lnTo>
                  <a:pt x="24177" y="0"/>
                </a:lnTo>
                <a:lnTo>
                  <a:pt x="23573" y="11087"/>
                </a:lnTo>
                <a:close/>
              </a:path>
            </a:pathLst>
          </a:custGeom>
          <a:solidFill>
            <a:srgbClr val="D9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3206428" y="3563010"/>
            <a:ext cx="23495" cy="9525"/>
          </a:xfrm>
          <a:custGeom>
            <a:avLst/>
            <a:gdLst/>
            <a:ahLst/>
            <a:cxnLst/>
            <a:rect l="l" t="t" r="r" b="b"/>
            <a:pathLst>
              <a:path w="23494" h="9525">
                <a:moveTo>
                  <a:pt x="22448" y="9499"/>
                </a:moveTo>
                <a:lnTo>
                  <a:pt x="521" y="9499"/>
                </a:lnTo>
                <a:lnTo>
                  <a:pt x="0" y="0"/>
                </a:lnTo>
                <a:lnTo>
                  <a:pt x="22965" y="0"/>
                </a:lnTo>
                <a:lnTo>
                  <a:pt x="22448" y="9499"/>
                </a:lnTo>
                <a:close/>
              </a:path>
            </a:pathLst>
          </a:custGeom>
          <a:solidFill>
            <a:srgbClr val="D6E1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3206949" y="3572509"/>
            <a:ext cx="22225" cy="11430"/>
          </a:xfrm>
          <a:custGeom>
            <a:avLst/>
            <a:gdLst/>
            <a:ahLst/>
            <a:cxnLst/>
            <a:rect l="l" t="t" r="r" b="b"/>
            <a:pathLst>
              <a:path w="22225" h="11429">
                <a:moveTo>
                  <a:pt x="20902" y="11087"/>
                </a:moveTo>
                <a:lnTo>
                  <a:pt x="1028" y="11087"/>
                </a:lnTo>
                <a:lnTo>
                  <a:pt x="256" y="4672"/>
                </a:lnTo>
                <a:lnTo>
                  <a:pt x="0" y="0"/>
                </a:lnTo>
                <a:lnTo>
                  <a:pt x="21927" y="0"/>
                </a:lnTo>
                <a:lnTo>
                  <a:pt x="21673" y="4672"/>
                </a:lnTo>
                <a:lnTo>
                  <a:pt x="20902" y="11087"/>
                </a:lnTo>
                <a:close/>
              </a:path>
            </a:pathLst>
          </a:custGeom>
          <a:solidFill>
            <a:srgbClr val="D4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3207977" y="3583597"/>
            <a:ext cx="20320" cy="8255"/>
          </a:xfrm>
          <a:custGeom>
            <a:avLst/>
            <a:gdLst/>
            <a:ahLst/>
            <a:cxnLst/>
            <a:rect l="l" t="t" r="r" b="b"/>
            <a:pathLst>
              <a:path w="20319" h="8254">
                <a:moveTo>
                  <a:pt x="18922" y="7924"/>
                </a:moveTo>
                <a:lnTo>
                  <a:pt x="953" y="7924"/>
                </a:lnTo>
                <a:lnTo>
                  <a:pt x="0" y="0"/>
                </a:lnTo>
                <a:lnTo>
                  <a:pt x="19874" y="0"/>
                </a:lnTo>
                <a:lnTo>
                  <a:pt x="18922" y="7924"/>
                </a:lnTo>
                <a:close/>
              </a:path>
            </a:pathLst>
          </a:custGeom>
          <a:solidFill>
            <a:srgbClr val="D2D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3208931" y="3591521"/>
            <a:ext cx="18415" cy="8255"/>
          </a:xfrm>
          <a:custGeom>
            <a:avLst/>
            <a:gdLst/>
            <a:ahLst/>
            <a:cxnLst/>
            <a:rect l="l" t="t" r="r" b="b"/>
            <a:pathLst>
              <a:path w="18414" h="8254">
                <a:moveTo>
                  <a:pt x="17017" y="7924"/>
                </a:moveTo>
                <a:lnTo>
                  <a:pt x="953" y="7924"/>
                </a:lnTo>
                <a:lnTo>
                  <a:pt x="0" y="0"/>
                </a:lnTo>
                <a:lnTo>
                  <a:pt x="17969" y="0"/>
                </a:lnTo>
                <a:lnTo>
                  <a:pt x="17017" y="7924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3209883" y="3599434"/>
            <a:ext cx="16510" cy="33020"/>
          </a:xfrm>
          <a:custGeom>
            <a:avLst/>
            <a:gdLst/>
            <a:ahLst/>
            <a:cxnLst/>
            <a:rect l="l" t="t" r="r" b="b"/>
            <a:pathLst>
              <a:path w="16510" h="33020">
                <a:moveTo>
                  <a:pt x="8017" y="32473"/>
                </a:moveTo>
                <a:lnTo>
                  <a:pt x="2140" y="17791"/>
                </a:lnTo>
                <a:lnTo>
                  <a:pt x="0" y="0"/>
                </a:lnTo>
                <a:lnTo>
                  <a:pt x="16066" y="0"/>
                </a:lnTo>
                <a:lnTo>
                  <a:pt x="13929" y="17791"/>
                </a:lnTo>
                <a:lnTo>
                  <a:pt x="8017" y="32473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3202749" y="3258146"/>
            <a:ext cx="30480" cy="374015"/>
          </a:xfrm>
          <a:custGeom>
            <a:avLst/>
            <a:gdLst/>
            <a:ahLst/>
            <a:cxnLst/>
            <a:rect l="l" t="t" r="r" b="b"/>
            <a:pathLst>
              <a:path w="30480" h="374014">
                <a:moveTo>
                  <a:pt x="15151" y="0"/>
                </a:moveTo>
                <a:lnTo>
                  <a:pt x="21063" y="14694"/>
                </a:lnTo>
                <a:lnTo>
                  <a:pt x="25873" y="54759"/>
                </a:lnTo>
                <a:lnTo>
                  <a:pt x="29106" y="114164"/>
                </a:lnTo>
                <a:lnTo>
                  <a:pt x="30289" y="186880"/>
                </a:lnTo>
                <a:lnTo>
                  <a:pt x="29106" y="259634"/>
                </a:lnTo>
                <a:lnTo>
                  <a:pt x="25873" y="319035"/>
                </a:lnTo>
                <a:lnTo>
                  <a:pt x="21063" y="359078"/>
                </a:lnTo>
                <a:lnTo>
                  <a:pt x="15151" y="373760"/>
                </a:lnTo>
                <a:lnTo>
                  <a:pt x="9274" y="359078"/>
                </a:lnTo>
                <a:lnTo>
                  <a:pt x="4456" y="319035"/>
                </a:lnTo>
                <a:lnTo>
                  <a:pt x="1197" y="259634"/>
                </a:lnTo>
                <a:lnTo>
                  <a:pt x="0" y="186880"/>
                </a:lnTo>
                <a:lnTo>
                  <a:pt x="1197" y="114164"/>
                </a:lnTo>
                <a:lnTo>
                  <a:pt x="4456" y="54759"/>
                </a:lnTo>
                <a:lnTo>
                  <a:pt x="9274" y="14694"/>
                </a:lnTo>
                <a:lnTo>
                  <a:pt x="15151" y="0"/>
                </a:lnTo>
                <a:close/>
              </a:path>
            </a:pathLst>
          </a:custGeom>
          <a:ln w="13169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3217900" y="3258146"/>
            <a:ext cx="284480" cy="374015"/>
          </a:xfrm>
          <a:custGeom>
            <a:avLst/>
            <a:gdLst/>
            <a:ahLst/>
            <a:cxnLst/>
            <a:rect l="l" t="t" r="r" b="b"/>
            <a:pathLst>
              <a:path w="284479" h="374014">
                <a:moveTo>
                  <a:pt x="0" y="0"/>
                </a:moveTo>
                <a:lnTo>
                  <a:pt x="269113" y="0"/>
                </a:lnTo>
                <a:lnTo>
                  <a:pt x="274973" y="14694"/>
                </a:lnTo>
                <a:lnTo>
                  <a:pt x="279757" y="54759"/>
                </a:lnTo>
                <a:lnTo>
                  <a:pt x="282980" y="114164"/>
                </a:lnTo>
                <a:lnTo>
                  <a:pt x="284162" y="186880"/>
                </a:lnTo>
                <a:lnTo>
                  <a:pt x="282980" y="259634"/>
                </a:lnTo>
                <a:lnTo>
                  <a:pt x="279757" y="319035"/>
                </a:lnTo>
                <a:lnTo>
                  <a:pt x="274973" y="359078"/>
                </a:lnTo>
                <a:lnTo>
                  <a:pt x="269113" y="373760"/>
                </a:lnTo>
                <a:lnTo>
                  <a:pt x="0" y="373760"/>
                </a:lnTo>
              </a:path>
            </a:pathLst>
          </a:custGeom>
          <a:ln w="13169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3552342" y="3256559"/>
            <a:ext cx="316230" cy="88265"/>
          </a:xfrm>
          <a:custGeom>
            <a:avLst/>
            <a:gdLst/>
            <a:ahLst/>
            <a:cxnLst/>
            <a:rect l="l" t="t" r="r" b="b"/>
            <a:pathLst>
              <a:path w="316229" h="88264">
                <a:moveTo>
                  <a:pt x="315786" y="87896"/>
                </a:moveTo>
                <a:lnTo>
                  <a:pt x="14005" y="87896"/>
                </a:lnTo>
                <a:lnTo>
                  <a:pt x="11988" y="54763"/>
                </a:lnTo>
                <a:lnTo>
                  <a:pt x="6609" y="14696"/>
                </a:lnTo>
                <a:lnTo>
                  <a:pt x="0" y="0"/>
                </a:lnTo>
                <a:lnTo>
                  <a:pt x="301777" y="0"/>
                </a:lnTo>
                <a:lnTo>
                  <a:pt x="308392" y="14696"/>
                </a:lnTo>
                <a:lnTo>
                  <a:pt x="313770" y="54763"/>
                </a:lnTo>
                <a:lnTo>
                  <a:pt x="315786" y="87896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3566348" y="3346037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972" y="0"/>
                </a:lnTo>
              </a:path>
            </a:pathLst>
          </a:custGeom>
          <a:ln w="3175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3566540" y="3349199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972" y="0"/>
                </a:lnTo>
              </a:path>
            </a:pathLst>
          </a:custGeom>
          <a:ln w="3175">
            <a:solidFill>
              <a:srgbClr val="B5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3566734" y="3352374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972" y="0"/>
                </a:lnTo>
              </a:path>
            </a:pathLst>
          </a:custGeom>
          <a:ln w="3175">
            <a:solidFill>
              <a:srgbClr val="B7CA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3566926" y="3355537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972" y="0"/>
                </a:lnTo>
              </a:path>
            </a:pathLst>
          </a:custGeom>
          <a:ln w="3175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3567119" y="3357924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76" y="0"/>
                </a:lnTo>
              </a:path>
            </a:pathLst>
          </a:custGeom>
          <a:ln w="3175">
            <a:solidFill>
              <a:srgbClr val="BA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3567215" y="3360286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972" y="0"/>
                </a:lnTo>
              </a:path>
            </a:pathLst>
          </a:custGeom>
          <a:ln w="3175">
            <a:solidFill>
              <a:srgbClr val="BC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3567409" y="3362674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76" y="0"/>
                </a:lnTo>
              </a:path>
            </a:pathLst>
          </a:custGeom>
          <a:ln w="3175">
            <a:solidFill>
              <a:srgbClr val="BE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3567505" y="3365036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971" y="0"/>
                </a:lnTo>
              </a:path>
            </a:pathLst>
          </a:custGeom>
          <a:ln w="3175">
            <a:solidFill>
              <a:srgbClr val="C1D2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3567698" y="3368211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971" y="0"/>
                </a:lnTo>
              </a:path>
            </a:pathLst>
          </a:custGeom>
          <a:ln w="3175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3567890" y="3371373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76" y="0"/>
                </a:lnTo>
              </a:path>
            </a:pathLst>
          </a:custGeom>
          <a:ln w="3175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3567988" y="3374548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6" y="0"/>
                </a:lnTo>
              </a:path>
            </a:pathLst>
          </a:custGeom>
          <a:ln w="3175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3568046" y="3376923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07" y="0"/>
                </a:lnTo>
              </a:path>
            </a:pathLst>
          </a:custGeom>
          <a:ln w="3175">
            <a:solidFill>
              <a:srgbClr val="C8D7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3568075" y="3379298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6" y="0"/>
                </a:lnTo>
              </a:path>
            </a:pathLst>
          </a:custGeom>
          <a:ln w="3175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3568132" y="3382460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6" y="0"/>
                </a:lnTo>
              </a:path>
            </a:pathLst>
          </a:custGeom>
          <a:ln w="3175">
            <a:solidFill>
              <a:srgbClr val="CEDC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3568190" y="3385635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6" y="0"/>
                </a:lnTo>
              </a:path>
            </a:pathLst>
          </a:custGeom>
          <a:ln w="3175">
            <a:solidFill>
              <a:srgbClr val="D0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3568248" y="3388798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6" y="0"/>
                </a:lnTo>
              </a:path>
            </a:pathLst>
          </a:custGeom>
          <a:ln w="3175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3568305" y="3391960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6" y="0"/>
                </a:lnTo>
              </a:path>
            </a:pathLst>
          </a:custGeom>
          <a:ln w="3175">
            <a:solidFill>
              <a:srgbClr val="D3DF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3568363" y="3395135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6" y="0"/>
                </a:lnTo>
              </a:path>
            </a:pathLst>
          </a:custGeom>
          <a:ln w="3175">
            <a:solidFill>
              <a:srgbClr val="D6E1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3568420" y="3398297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6" y="0"/>
                </a:lnTo>
              </a:path>
            </a:pathLst>
          </a:custGeom>
          <a:ln w="3175">
            <a:solidFill>
              <a:srgbClr val="DA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3568478" y="3401472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5" y="0"/>
                </a:lnTo>
              </a:path>
            </a:pathLst>
          </a:custGeom>
          <a:ln w="3175">
            <a:solidFill>
              <a:srgbClr val="DCE6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3568536" y="3404635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5" y="0"/>
                </a:lnTo>
              </a:path>
            </a:pathLst>
          </a:custGeom>
          <a:ln w="3175">
            <a:solidFill>
              <a:srgbClr val="DEE8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3568593" y="3407797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5" y="0"/>
                </a:lnTo>
              </a:path>
            </a:pathLst>
          </a:custGeom>
          <a:ln w="3175">
            <a:solidFill>
              <a:srgbClr val="DFE9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3568651" y="3410184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07" y="0"/>
                </a:lnTo>
              </a:path>
            </a:pathLst>
          </a:custGeom>
          <a:ln w="3175">
            <a:solidFill>
              <a:srgbClr val="E1EB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3568680" y="3412559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5" y="0"/>
                </a:lnTo>
              </a:path>
            </a:pathLst>
          </a:custGeom>
          <a:ln w="3175">
            <a:solidFill>
              <a:srgbClr val="E3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3568737" y="3414934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06" y="0"/>
                </a:lnTo>
              </a:path>
            </a:pathLst>
          </a:custGeom>
          <a:ln w="3175">
            <a:solidFill>
              <a:srgbClr val="E6EC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3568767" y="3417309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5" y="0"/>
                </a:lnTo>
              </a:path>
            </a:pathLst>
          </a:custGeom>
          <a:ln w="3175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3568824" y="3420471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5" y="0"/>
                </a:lnTo>
              </a:path>
            </a:pathLst>
          </a:custGeom>
          <a:ln w="3175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3568882" y="3423634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5" y="0"/>
                </a:lnTo>
              </a:path>
            </a:pathLst>
          </a:custGeom>
          <a:ln w="3175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3568939" y="3426021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06" y="0"/>
                </a:lnTo>
              </a:path>
            </a:pathLst>
          </a:custGeom>
          <a:ln w="3175">
            <a:solidFill>
              <a:srgbClr val="EDF4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3568968" y="3428396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5" y="0"/>
                </a:lnTo>
              </a:path>
            </a:pathLst>
          </a:custGeom>
          <a:ln w="3175">
            <a:solidFill>
              <a:srgbClr val="EFF4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3569026" y="3431559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5" y="0"/>
                </a:lnTo>
              </a:path>
            </a:pathLst>
          </a:custGeom>
          <a:ln w="3175">
            <a:solidFill>
              <a:srgbClr val="F1F6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3569084" y="3433933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06" y="0"/>
                </a:lnTo>
              </a:path>
            </a:pathLst>
          </a:custGeom>
          <a:ln w="3175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3569112" y="3436308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5" y="0"/>
                </a:lnTo>
              </a:path>
            </a:pathLst>
          </a:custGeom>
          <a:ln w="3175">
            <a:solidFill>
              <a:srgbClr val="F6F8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3569170" y="3440277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63" y="0"/>
                </a:lnTo>
              </a:path>
            </a:pathLst>
          </a:custGeom>
          <a:ln w="4749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3569199" y="3445027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5" y="0"/>
                </a:lnTo>
              </a:path>
            </a:pathLst>
          </a:custGeom>
          <a:ln w="4749">
            <a:solidFill>
              <a:srgbClr val="F1F6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3569141" y="3448983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5" y="0"/>
                </a:lnTo>
              </a:path>
            </a:pathLst>
          </a:custGeom>
          <a:ln w="3175">
            <a:solidFill>
              <a:srgbClr val="EFF5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3569084" y="3452145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5" y="0"/>
                </a:lnTo>
              </a:path>
            </a:pathLst>
          </a:custGeom>
          <a:ln w="3175">
            <a:solidFill>
              <a:srgbClr val="EDF3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3568997" y="3456114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64" y="0"/>
                </a:lnTo>
              </a:path>
            </a:pathLst>
          </a:custGeom>
          <a:ln w="4749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3568940" y="3460070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5" y="0"/>
                </a:lnTo>
              </a:path>
            </a:pathLst>
          </a:custGeom>
          <a:ln w="3175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3568853" y="3464026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64" y="0"/>
                </a:lnTo>
              </a:path>
            </a:pathLst>
          </a:custGeom>
          <a:ln w="4749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3568796" y="3467982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5" y="0"/>
                </a:lnTo>
              </a:path>
            </a:pathLst>
          </a:custGeom>
          <a:ln w="3175">
            <a:solidFill>
              <a:srgbClr val="E6ED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3568767" y="3470370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06" y="0"/>
                </a:lnTo>
              </a:path>
            </a:pathLst>
          </a:custGeom>
          <a:ln w="3175">
            <a:solidFill>
              <a:srgbClr val="E4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3568681" y="3473526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64" y="0"/>
                </a:lnTo>
              </a:path>
            </a:pathLst>
          </a:custGeom>
          <a:ln w="4749">
            <a:solidFill>
              <a:srgbClr val="E2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3568623" y="3477482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5" y="0"/>
                </a:lnTo>
              </a:path>
            </a:pathLst>
          </a:custGeom>
          <a:ln w="3175">
            <a:solidFill>
              <a:srgbClr val="E0EA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3568536" y="3481451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64" y="0"/>
                </a:lnTo>
              </a:path>
            </a:pathLst>
          </a:custGeom>
          <a:ln w="4749">
            <a:solidFill>
              <a:srgbClr val="DFE9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3568450" y="3486200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64" y="0"/>
                </a:lnTo>
              </a:path>
            </a:pathLst>
          </a:custGeom>
          <a:ln w="4749">
            <a:solidFill>
              <a:srgbClr val="DDE7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3568392" y="3490156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6" y="0"/>
                </a:lnTo>
              </a:path>
            </a:pathLst>
          </a:custGeom>
          <a:ln w="3175">
            <a:solidFill>
              <a:srgbClr val="DBE4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3568335" y="3493319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6" y="0"/>
                </a:lnTo>
              </a:path>
            </a:pathLst>
          </a:custGeom>
          <a:ln w="3175">
            <a:solidFill>
              <a:srgbClr val="D9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3568248" y="3497288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65" y="0"/>
                </a:lnTo>
              </a:path>
            </a:pathLst>
          </a:custGeom>
          <a:ln w="4749">
            <a:solidFill>
              <a:srgbClr val="D6E2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3568162" y="3502037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65" y="0"/>
                </a:lnTo>
              </a:path>
            </a:pathLst>
          </a:custGeom>
          <a:ln w="4749">
            <a:solidFill>
              <a:srgbClr val="D4E0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3568104" y="3505993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6" y="0"/>
                </a:lnTo>
              </a:path>
            </a:pathLst>
          </a:custGeom>
          <a:ln w="3175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3568047" y="3509155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36" y="0"/>
                </a:lnTo>
              </a:path>
            </a:pathLst>
          </a:custGeom>
          <a:ln w="3175">
            <a:solidFill>
              <a:srgbClr val="D1DE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3567960" y="3513124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865" y="0"/>
                </a:lnTo>
              </a:path>
            </a:pathLst>
          </a:custGeom>
          <a:ln w="4749">
            <a:solidFill>
              <a:srgbClr val="CF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3567951" y="3515995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779" y="0"/>
                </a:lnTo>
              </a:path>
            </a:pathLst>
          </a:custGeom>
          <a:ln w="3175">
            <a:solidFill>
              <a:srgbClr val="CDD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3567843" y="3517900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779" y="0"/>
                </a:lnTo>
              </a:path>
            </a:pathLst>
          </a:custGeom>
          <a:ln w="3175">
            <a:solidFill>
              <a:srgbClr val="CDD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3567508" y="3521037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2068" y="0"/>
                </a:lnTo>
              </a:path>
            </a:pathLst>
          </a:custGeom>
          <a:ln w="4749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3567219" y="3525786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2068" y="0"/>
                </a:lnTo>
              </a:path>
            </a:pathLst>
          </a:custGeom>
          <a:ln w="4749">
            <a:solidFill>
              <a:srgbClr val="C8D9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3566735" y="3532136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2262" y="0"/>
                </a:lnTo>
              </a:path>
            </a:pathLst>
          </a:custGeom>
          <a:ln w="7924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3566350" y="3539254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2166" y="0"/>
                </a:lnTo>
              </a:path>
            </a:pathLst>
          </a:custGeom>
          <a:ln w="6337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3566061" y="3544798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2069" y="0"/>
                </a:lnTo>
              </a:path>
            </a:pathLst>
          </a:custGeom>
          <a:ln w="4749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3565772" y="3549548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2069" y="0"/>
                </a:lnTo>
              </a:path>
            </a:pathLst>
          </a:custGeom>
          <a:ln w="4749">
            <a:solidFill>
              <a:srgbClr val="C1D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3565483" y="3554298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2070" y="0"/>
                </a:lnTo>
              </a:path>
            </a:pathLst>
          </a:custGeom>
          <a:ln w="4749">
            <a:solidFill>
              <a:srgbClr val="C0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3565097" y="3559841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2167" y="0"/>
                </a:lnTo>
              </a:path>
            </a:pathLst>
          </a:custGeom>
          <a:ln w="6337">
            <a:solidFill>
              <a:srgbClr val="BD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3564808" y="3565385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2070" y="0"/>
                </a:lnTo>
              </a:path>
            </a:pathLst>
          </a:custGeom>
          <a:ln w="4749">
            <a:solidFill>
              <a:srgbClr val="BBCF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3564422" y="3570928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2167" y="0"/>
                </a:lnTo>
              </a:path>
            </a:pathLst>
          </a:custGeom>
          <a:ln w="6337">
            <a:solidFill>
              <a:srgbClr val="B9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3564402" y="3574415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782" y="0"/>
                </a:lnTo>
              </a:path>
            </a:pathLst>
          </a:custGeom>
          <a:ln w="3175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3563977" y="3578225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 h="0">
                <a:moveTo>
                  <a:pt x="0" y="0"/>
                </a:moveTo>
                <a:lnTo>
                  <a:pt x="301782" y="0"/>
                </a:lnTo>
              </a:path>
            </a:pathLst>
          </a:custGeom>
          <a:ln w="6350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3562829" y="3584397"/>
            <a:ext cx="302895" cy="0"/>
          </a:xfrm>
          <a:custGeom>
            <a:avLst/>
            <a:gdLst/>
            <a:ahLst/>
            <a:cxnLst/>
            <a:rect l="l" t="t" r="r" b="b"/>
            <a:pathLst>
              <a:path w="302895" h="0">
                <a:moveTo>
                  <a:pt x="0" y="0"/>
                </a:moveTo>
                <a:lnTo>
                  <a:pt x="302420" y="0"/>
                </a:lnTo>
              </a:path>
            </a:pathLst>
          </a:custGeom>
          <a:ln w="4749">
            <a:solidFill>
              <a:srgbClr val="B6C9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3561978" y="3589940"/>
            <a:ext cx="302895" cy="0"/>
          </a:xfrm>
          <a:custGeom>
            <a:avLst/>
            <a:gdLst/>
            <a:ahLst/>
            <a:cxnLst/>
            <a:rect l="l" t="t" r="r" b="b"/>
            <a:pathLst>
              <a:path w="302895" h="0">
                <a:moveTo>
                  <a:pt x="0" y="0"/>
                </a:moveTo>
                <a:lnTo>
                  <a:pt x="302633" y="0"/>
                </a:lnTo>
              </a:path>
            </a:pathLst>
          </a:custGeom>
          <a:ln w="6337">
            <a:solidFill>
              <a:srgbClr val="B4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3561129" y="3596265"/>
            <a:ext cx="302895" cy="0"/>
          </a:xfrm>
          <a:custGeom>
            <a:avLst/>
            <a:gdLst/>
            <a:ahLst/>
            <a:cxnLst/>
            <a:rect l="l" t="t" r="r" b="b"/>
            <a:pathLst>
              <a:path w="302895" h="0">
                <a:moveTo>
                  <a:pt x="0" y="0"/>
                </a:moveTo>
                <a:lnTo>
                  <a:pt x="302633" y="0"/>
                </a:lnTo>
              </a:path>
            </a:pathLst>
          </a:custGeom>
          <a:ln w="6337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3552342" y="3614877"/>
            <a:ext cx="311150" cy="0"/>
          </a:xfrm>
          <a:custGeom>
            <a:avLst/>
            <a:gdLst/>
            <a:ahLst/>
            <a:cxnLst/>
            <a:rect l="l" t="t" r="r" b="b"/>
            <a:pathLst>
              <a:path w="311150" h="0">
                <a:moveTo>
                  <a:pt x="0" y="0"/>
                </a:moveTo>
                <a:lnTo>
                  <a:pt x="310569" y="0"/>
                </a:lnTo>
              </a:path>
            </a:pathLst>
          </a:custGeom>
          <a:ln w="30886">
            <a:solidFill>
              <a:srgbClr val="AFC5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3538165" y="3256559"/>
            <a:ext cx="28575" cy="89535"/>
          </a:xfrm>
          <a:custGeom>
            <a:avLst/>
            <a:gdLst/>
            <a:ahLst/>
            <a:cxnLst/>
            <a:rect l="l" t="t" r="r" b="b"/>
            <a:pathLst>
              <a:path w="28575" h="89535">
                <a:moveTo>
                  <a:pt x="28279" y="89484"/>
                </a:moveTo>
                <a:lnTo>
                  <a:pt x="0" y="89484"/>
                </a:lnTo>
                <a:lnTo>
                  <a:pt x="2132" y="54763"/>
                </a:lnTo>
                <a:lnTo>
                  <a:pt x="7545" y="14696"/>
                </a:lnTo>
                <a:lnTo>
                  <a:pt x="14176" y="0"/>
                </a:lnTo>
                <a:lnTo>
                  <a:pt x="20786" y="14696"/>
                </a:lnTo>
                <a:lnTo>
                  <a:pt x="26165" y="54763"/>
                </a:lnTo>
                <a:lnTo>
                  <a:pt x="28279" y="89484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3537873" y="3346043"/>
            <a:ext cx="29209" cy="5080"/>
          </a:xfrm>
          <a:custGeom>
            <a:avLst/>
            <a:gdLst/>
            <a:ahLst/>
            <a:cxnLst/>
            <a:rect l="l" t="t" r="r" b="b"/>
            <a:pathLst>
              <a:path w="29210" h="5079">
                <a:moveTo>
                  <a:pt x="0" y="4749"/>
                </a:moveTo>
                <a:lnTo>
                  <a:pt x="291" y="0"/>
                </a:lnTo>
                <a:lnTo>
                  <a:pt x="28571" y="0"/>
                </a:lnTo>
                <a:lnTo>
                  <a:pt x="28860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3537582" y="3350793"/>
            <a:ext cx="29845" cy="5080"/>
          </a:xfrm>
          <a:custGeom>
            <a:avLst/>
            <a:gdLst/>
            <a:ahLst/>
            <a:cxnLst/>
            <a:rect l="l" t="t" r="r" b="b"/>
            <a:pathLst>
              <a:path w="29845" h="5079">
                <a:moveTo>
                  <a:pt x="0" y="4749"/>
                </a:moveTo>
                <a:lnTo>
                  <a:pt x="291" y="0"/>
                </a:lnTo>
                <a:lnTo>
                  <a:pt x="29152" y="0"/>
                </a:lnTo>
                <a:lnTo>
                  <a:pt x="29441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3DF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3537387" y="3355543"/>
            <a:ext cx="29845" cy="3175"/>
          </a:xfrm>
          <a:custGeom>
            <a:avLst/>
            <a:gdLst/>
            <a:ahLst/>
            <a:cxnLst/>
            <a:rect l="l" t="t" r="r" b="b"/>
            <a:pathLst>
              <a:path w="29845" h="3175">
                <a:moveTo>
                  <a:pt x="0" y="3162"/>
                </a:moveTo>
                <a:lnTo>
                  <a:pt x="194" y="0"/>
                </a:lnTo>
                <a:lnTo>
                  <a:pt x="29635" y="0"/>
                </a:lnTo>
                <a:lnTo>
                  <a:pt x="29828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D5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3537096" y="3358705"/>
            <a:ext cx="30480" cy="5080"/>
          </a:xfrm>
          <a:custGeom>
            <a:avLst/>
            <a:gdLst/>
            <a:ahLst/>
            <a:cxnLst/>
            <a:rect l="l" t="t" r="r" b="b"/>
            <a:pathLst>
              <a:path w="30479" h="5079">
                <a:moveTo>
                  <a:pt x="0" y="4749"/>
                </a:moveTo>
                <a:lnTo>
                  <a:pt x="291" y="0"/>
                </a:lnTo>
                <a:lnTo>
                  <a:pt x="30119" y="0"/>
                </a:lnTo>
                <a:lnTo>
                  <a:pt x="30408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7E2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3536804" y="3363455"/>
            <a:ext cx="31115" cy="5080"/>
          </a:xfrm>
          <a:custGeom>
            <a:avLst/>
            <a:gdLst/>
            <a:ahLst/>
            <a:cxnLst/>
            <a:rect l="l" t="t" r="r" b="b"/>
            <a:pathLst>
              <a:path w="31114" h="5079">
                <a:moveTo>
                  <a:pt x="0" y="4749"/>
                </a:moveTo>
                <a:lnTo>
                  <a:pt x="291" y="0"/>
                </a:lnTo>
                <a:lnTo>
                  <a:pt x="30700" y="0"/>
                </a:lnTo>
                <a:lnTo>
                  <a:pt x="30989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A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3536608" y="3368217"/>
            <a:ext cx="31750" cy="5080"/>
          </a:xfrm>
          <a:custGeom>
            <a:avLst/>
            <a:gdLst/>
            <a:ahLst/>
            <a:cxnLst/>
            <a:rect l="l" t="t" r="r" b="b"/>
            <a:pathLst>
              <a:path w="31750" h="5079">
                <a:moveTo>
                  <a:pt x="31380" y="4749"/>
                </a:moveTo>
                <a:lnTo>
                  <a:pt x="0" y="4749"/>
                </a:lnTo>
                <a:lnTo>
                  <a:pt x="41" y="2511"/>
                </a:lnTo>
                <a:lnTo>
                  <a:pt x="195" y="0"/>
                </a:lnTo>
                <a:lnTo>
                  <a:pt x="31186" y="0"/>
                </a:lnTo>
                <a:lnTo>
                  <a:pt x="31339" y="2511"/>
                </a:lnTo>
                <a:lnTo>
                  <a:pt x="31380" y="4749"/>
                </a:lnTo>
                <a:close/>
              </a:path>
            </a:pathLst>
          </a:custGeom>
          <a:solidFill>
            <a:srgbClr val="DC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3536520" y="3372967"/>
            <a:ext cx="31750" cy="5080"/>
          </a:xfrm>
          <a:custGeom>
            <a:avLst/>
            <a:gdLst/>
            <a:ahLst/>
            <a:cxnLst/>
            <a:rect l="l" t="t" r="r" b="b"/>
            <a:pathLst>
              <a:path w="31750" h="5079">
                <a:moveTo>
                  <a:pt x="0" y="4749"/>
                </a:moveTo>
                <a:lnTo>
                  <a:pt x="87" y="0"/>
                </a:lnTo>
                <a:lnTo>
                  <a:pt x="31467" y="0"/>
                </a:lnTo>
                <a:lnTo>
                  <a:pt x="31554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EE7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3536462" y="3377717"/>
            <a:ext cx="31750" cy="3175"/>
          </a:xfrm>
          <a:custGeom>
            <a:avLst/>
            <a:gdLst/>
            <a:ahLst/>
            <a:cxnLst/>
            <a:rect l="l" t="t" r="r" b="b"/>
            <a:pathLst>
              <a:path w="31750" h="3175">
                <a:moveTo>
                  <a:pt x="0" y="3162"/>
                </a:moveTo>
                <a:lnTo>
                  <a:pt x="58" y="0"/>
                </a:lnTo>
                <a:lnTo>
                  <a:pt x="31612" y="0"/>
                </a:lnTo>
                <a:lnTo>
                  <a:pt x="31670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3536375" y="3380879"/>
            <a:ext cx="32384" cy="5080"/>
          </a:xfrm>
          <a:custGeom>
            <a:avLst/>
            <a:gdLst/>
            <a:ahLst/>
            <a:cxnLst/>
            <a:rect l="l" t="t" r="r" b="b"/>
            <a:pathLst>
              <a:path w="32385" h="5079">
                <a:moveTo>
                  <a:pt x="0" y="4749"/>
                </a:moveTo>
                <a:lnTo>
                  <a:pt x="87" y="0"/>
                </a:lnTo>
                <a:lnTo>
                  <a:pt x="31757" y="0"/>
                </a:lnTo>
                <a:lnTo>
                  <a:pt x="31843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3536288" y="3385629"/>
            <a:ext cx="32384" cy="5080"/>
          </a:xfrm>
          <a:custGeom>
            <a:avLst/>
            <a:gdLst/>
            <a:ahLst/>
            <a:cxnLst/>
            <a:rect l="l" t="t" r="r" b="b"/>
            <a:pathLst>
              <a:path w="32385" h="5079">
                <a:moveTo>
                  <a:pt x="0" y="4749"/>
                </a:moveTo>
                <a:lnTo>
                  <a:pt x="87" y="0"/>
                </a:lnTo>
                <a:lnTo>
                  <a:pt x="31931" y="0"/>
                </a:lnTo>
                <a:lnTo>
                  <a:pt x="32017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3536200" y="3390379"/>
            <a:ext cx="32384" cy="5080"/>
          </a:xfrm>
          <a:custGeom>
            <a:avLst/>
            <a:gdLst/>
            <a:ahLst/>
            <a:cxnLst/>
            <a:rect l="l" t="t" r="r" b="b"/>
            <a:pathLst>
              <a:path w="32385" h="5079">
                <a:moveTo>
                  <a:pt x="0" y="4749"/>
                </a:moveTo>
                <a:lnTo>
                  <a:pt x="87" y="0"/>
                </a:lnTo>
                <a:lnTo>
                  <a:pt x="32105" y="0"/>
                </a:lnTo>
                <a:lnTo>
                  <a:pt x="32191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6EC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3536142" y="3395129"/>
            <a:ext cx="32384" cy="3175"/>
          </a:xfrm>
          <a:custGeom>
            <a:avLst/>
            <a:gdLst/>
            <a:ahLst/>
            <a:cxnLst/>
            <a:rect l="l" t="t" r="r" b="b"/>
            <a:pathLst>
              <a:path w="32385" h="3175">
                <a:moveTo>
                  <a:pt x="0" y="3162"/>
                </a:moveTo>
                <a:lnTo>
                  <a:pt x="58" y="0"/>
                </a:lnTo>
                <a:lnTo>
                  <a:pt x="32249" y="0"/>
                </a:lnTo>
                <a:lnTo>
                  <a:pt x="32307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3536054" y="3398304"/>
            <a:ext cx="33020" cy="5080"/>
          </a:xfrm>
          <a:custGeom>
            <a:avLst/>
            <a:gdLst/>
            <a:ahLst/>
            <a:cxnLst/>
            <a:rect l="l" t="t" r="r" b="b"/>
            <a:pathLst>
              <a:path w="33020" h="5079">
                <a:moveTo>
                  <a:pt x="0" y="4749"/>
                </a:moveTo>
                <a:lnTo>
                  <a:pt x="87" y="0"/>
                </a:lnTo>
                <a:lnTo>
                  <a:pt x="32395" y="0"/>
                </a:lnTo>
                <a:lnTo>
                  <a:pt x="32481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3535967" y="3403053"/>
            <a:ext cx="33020" cy="5080"/>
          </a:xfrm>
          <a:custGeom>
            <a:avLst/>
            <a:gdLst/>
            <a:ahLst/>
            <a:cxnLst/>
            <a:rect l="l" t="t" r="r" b="b"/>
            <a:pathLst>
              <a:path w="33020" h="5079">
                <a:moveTo>
                  <a:pt x="0" y="4749"/>
                </a:moveTo>
                <a:lnTo>
                  <a:pt x="87" y="0"/>
                </a:lnTo>
                <a:lnTo>
                  <a:pt x="32569" y="0"/>
                </a:lnTo>
                <a:lnTo>
                  <a:pt x="32655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3535879" y="3407803"/>
            <a:ext cx="33020" cy="5080"/>
          </a:xfrm>
          <a:custGeom>
            <a:avLst/>
            <a:gdLst/>
            <a:ahLst/>
            <a:cxnLst/>
            <a:rect l="l" t="t" r="r" b="b"/>
            <a:pathLst>
              <a:path w="33020" h="5079">
                <a:moveTo>
                  <a:pt x="0" y="4749"/>
                </a:moveTo>
                <a:lnTo>
                  <a:pt x="87" y="0"/>
                </a:lnTo>
                <a:lnTo>
                  <a:pt x="32742" y="0"/>
                </a:lnTo>
                <a:lnTo>
                  <a:pt x="32829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D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3535821" y="3412553"/>
            <a:ext cx="33020" cy="3175"/>
          </a:xfrm>
          <a:custGeom>
            <a:avLst/>
            <a:gdLst/>
            <a:ahLst/>
            <a:cxnLst/>
            <a:rect l="l" t="t" r="r" b="b"/>
            <a:pathLst>
              <a:path w="33020" h="3175">
                <a:moveTo>
                  <a:pt x="0" y="3162"/>
                </a:moveTo>
                <a:lnTo>
                  <a:pt x="58" y="0"/>
                </a:lnTo>
                <a:lnTo>
                  <a:pt x="32887" y="0"/>
                </a:lnTo>
                <a:lnTo>
                  <a:pt x="32945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3535734" y="3415728"/>
            <a:ext cx="33655" cy="5080"/>
          </a:xfrm>
          <a:custGeom>
            <a:avLst/>
            <a:gdLst/>
            <a:ahLst/>
            <a:cxnLst/>
            <a:rect l="l" t="t" r="r" b="b"/>
            <a:pathLst>
              <a:path w="33654" h="5079">
                <a:moveTo>
                  <a:pt x="0" y="4749"/>
                </a:moveTo>
                <a:lnTo>
                  <a:pt x="87" y="0"/>
                </a:lnTo>
                <a:lnTo>
                  <a:pt x="33032" y="0"/>
                </a:lnTo>
                <a:lnTo>
                  <a:pt x="33119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3535646" y="3420478"/>
            <a:ext cx="33655" cy="5080"/>
          </a:xfrm>
          <a:custGeom>
            <a:avLst/>
            <a:gdLst/>
            <a:ahLst/>
            <a:cxnLst/>
            <a:rect l="l" t="t" r="r" b="b"/>
            <a:pathLst>
              <a:path w="33654" h="5079">
                <a:moveTo>
                  <a:pt x="0" y="4749"/>
                </a:moveTo>
                <a:lnTo>
                  <a:pt x="87" y="0"/>
                </a:lnTo>
                <a:lnTo>
                  <a:pt x="33206" y="0"/>
                </a:lnTo>
                <a:lnTo>
                  <a:pt x="33293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3535588" y="3425228"/>
            <a:ext cx="33655" cy="3175"/>
          </a:xfrm>
          <a:custGeom>
            <a:avLst/>
            <a:gdLst/>
            <a:ahLst/>
            <a:cxnLst/>
            <a:rect l="l" t="t" r="r" b="b"/>
            <a:pathLst>
              <a:path w="33654" h="3175">
                <a:moveTo>
                  <a:pt x="0" y="3162"/>
                </a:moveTo>
                <a:lnTo>
                  <a:pt x="58" y="0"/>
                </a:lnTo>
                <a:lnTo>
                  <a:pt x="33351" y="0"/>
                </a:lnTo>
                <a:lnTo>
                  <a:pt x="33408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3535501" y="3428390"/>
            <a:ext cx="33655" cy="5080"/>
          </a:xfrm>
          <a:custGeom>
            <a:avLst/>
            <a:gdLst/>
            <a:ahLst/>
            <a:cxnLst/>
            <a:rect l="l" t="t" r="r" b="b"/>
            <a:pathLst>
              <a:path w="33654" h="5079">
                <a:moveTo>
                  <a:pt x="0" y="4749"/>
                </a:moveTo>
                <a:lnTo>
                  <a:pt x="87" y="0"/>
                </a:lnTo>
                <a:lnTo>
                  <a:pt x="33496" y="0"/>
                </a:lnTo>
                <a:lnTo>
                  <a:pt x="33582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3535311" y="3433140"/>
            <a:ext cx="34290" cy="11430"/>
          </a:xfrm>
          <a:custGeom>
            <a:avLst/>
            <a:gdLst/>
            <a:ahLst/>
            <a:cxnLst/>
            <a:rect l="l" t="t" r="r" b="b"/>
            <a:pathLst>
              <a:path w="34289" h="11429">
                <a:moveTo>
                  <a:pt x="33945" y="11087"/>
                </a:moveTo>
                <a:lnTo>
                  <a:pt x="14" y="11087"/>
                </a:lnTo>
                <a:lnTo>
                  <a:pt x="0" y="10299"/>
                </a:lnTo>
                <a:lnTo>
                  <a:pt x="189" y="0"/>
                </a:lnTo>
                <a:lnTo>
                  <a:pt x="33772" y="0"/>
                </a:lnTo>
                <a:lnTo>
                  <a:pt x="33959" y="10299"/>
                </a:lnTo>
                <a:lnTo>
                  <a:pt x="33945" y="11087"/>
                </a:lnTo>
                <a:close/>
              </a:path>
            </a:pathLst>
          </a:custGeom>
          <a:solidFill>
            <a:srgbClr val="F8F9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/>
          <p:nvPr/>
        </p:nvSpPr>
        <p:spPr>
          <a:xfrm>
            <a:off x="3535326" y="3444227"/>
            <a:ext cx="34290" cy="6350"/>
          </a:xfrm>
          <a:custGeom>
            <a:avLst/>
            <a:gdLst/>
            <a:ahLst/>
            <a:cxnLst/>
            <a:rect l="l" t="t" r="r" b="b"/>
            <a:pathLst>
              <a:path w="34289" h="6350">
                <a:moveTo>
                  <a:pt x="116" y="6337"/>
                </a:moveTo>
                <a:lnTo>
                  <a:pt x="0" y="0"/>
                </a:lnTo>
                <a:lnTo>
                  <a:pt x="33930" y="0"/>
                </a:lnTo>
                <a:lnTo>
                  <a:pt x="33815" y="6337"/>
                </a:lnTo>
                <a:lnTo>
                  <a:pt x="116" y="6337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3535442" y="3450564"/>
            <a:ext cx="34290" cy="5080"/>
          </a:xfrm>
          <a:custGeom>
            <a:avLst/>
            <a:gdLst/>
            <a:ahLst/>
            <a:cxnLst/>
            <a:rect l="l" t="t" r="r" b="b"/>
            <a:pathLst>
              <a:path w="34289" h="5079">
                <a:moveTo>
                  <a:pt x="87" y="4749"/>
                </a:moveTo>
                <a:lnTo>
                  <a:pt x="0" y="0"/>
                </a:lnTo>
                <a:lnTo>
                  <a:pt x="33699" y="0"/>
                </a:lnTo>
                <a:lnTo>
                  <a:pt x="33612" y="4749"/>
                </a:lnTo>
                <a:lnTo>
                  <a:pt x="87" y="4749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6" name="object 256"/>
          <p:cNvSpPr/>
          <p:nvPr/>
        </p:nvSpPr>
        <p:spPr>
          <a:xfrm>
            <a:off x="3535529" y="3455314"/>
            <a:ext cx="33655" cy="5080"/>
          </a:xfrm>
          <a:custGeom>
            <a:avLst/>
            <a:gdLst/>
            <a:ahLst/>
            <a:cxnLst/>
            <a:rect l="l" t="t" r="r" b="b"/>
            <a:pathLst>
              <a:path w="33654" h="5079">
                <a:moveTo>
                  <a:pt x="87" y="4749"/>
                </a:moveTo>
                <a:lnTo>
                  <a:pt x="0" y="0"/>
                </a:lnTo>
                <a:lnTo>
                  <a:pt x="33525" y="0"/>
                </a:lnTo>
                <a:lnTo>
                  <a:pt x="33439" y="4749"/>
                </a:lnTo>
                <a:lnTo>
                  <a:pt x="87" y="4749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/>
          <p:nvPr/>
        </p:nvSpPr>
        <p:spPr>
          <a:xfrm>
            <a:off x="3535617" y="3460064"/>
            <a:ext cx="33655" cy="6350"/>
          </a:xfrm>
          <a:custGeom>
            <a:avLst/>
            <a:gdLst/>
            <a:ahLst/>
            <a:cxnLst/>
            <a:rect l="l" t="t" r="r" b="b"/>
            <a:pathLst>
              <a:path w="33654" h="6350">
                <a:moveTo>
                  <a:pt x="116" y="6337"/>
                </a:moveTo>
                <a:lnTo>
                  <a:pt x="0" y="0"/>
                </a:lnTo>
                <a:lnTo>
                  <a:pt x="33351" y="0"/>
                </a:lnTo>
                <a:lnTo>
                  <a:pt x="33236" y="6337"/>
                </a:lnTo>
                <a:lnTo>
                  <a:pt x="116" y="6337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/>
          <p:nvPr/>
        </p:nvSpPr>
        <p:spPr>
          <a:xfrm>
            <a:off x="3535733" y="3466401"/>
            <a:ext cx="33655" cy="5080"/>
          </a:xfrm>
          <a:custGeom>
            <a:avLst/>
            <a:gdLst/>
            <a:ahLst/>
            <a:cxnLst/>
            <a:rect l="l" t="t" r="r" b="b"/>
            <a:pathLst>
              <a:path w="33654" h="5079">
                <a:moveTo>
                  <a:pt x="87" y="4749"/>
                </a:moveTo>
                <a:lnTo>
                  <a:pt x="0" y="0"/>
                </a:lnTo>
                <a:lnTo>
                  <a:pt x="33119" y="0"/>
                </a:lnTo>
                <a:lnTo>
                  <a:pt x="33033" y="4749"/>
                </a:lnTo>
                <a:lnTo>
                  <a:pt x="87" y="4749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/>
          <p:nvPr/>
        </p:nvSpPr>
        <p:spPr>
          <a:xfrm>
            <a:off x="3535821" y="3471151"/>
            <a:ext cx="33020" cy="8255"/>
          </a:xfrm>
          <a:custGeom>
            <a:avLst/>
            <a:gdLst/>
            <a:ahLst/>
            <a:cxnLst/>
            <a:rect l="l" t="t" r="r" b="b"/>
            <a:pathLst>
              <a:path w="33020" h="8254">
                <a:moveTo>
                  <a:pt x="145" y="7924"/>
                </a:moveTo>
                <a:lnTo>
                  <a:pt x="0" y="0"/>
                </a:lnTo>
                <a:lnTo>
                  <a:pt x="32946" y="0"/>
                </a:lnTo>
                <a:lnTo>
                  <a:pt x="32801" y="7924"/>
                </a:lnTo>
                <a:lnTo>
                  <a:pt x="145" y="7924"/>
                </a:lnTo>
                <a:close/>
              </a:path>
            </a:pathLst>
          </a:custGeom>
          <a:solidFill>
            <a:srgbClr val="EDF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/>
          <p:nvPr/>
        </p:nvSpPr>
        <p:spPr>
          <a:xfrm>
            <a:off x="3535966" y="3479076"/>
            <a:ext cx="33020" cy="6350"/>
          </a:xfrm>
          <a:custGeom>
            <a:avLst/>
            <a:gdLst/>
            <a:ahLst/>
            <a:cxnLst/>
            <a:rect l="l" t="t" r="r" b="b"/>
            <a:pathLst>
              <a:path w="33020" h="6350">
                <a:moveTo>
                  <a:pt x="116" y="6337"/>
                </a:moveTo>
                <a:lnTo>
                  <a:pt x="0" y="0"/>
                </a:lnTo>
                <a:lnTo>
                  <a:pt x="32656" y="0"/>
                </a:lnTo>
                <a:lnTo>
                  <a:pt x="32540" y="6337"/>
                </a:lnTo>
                <a:lnTo>
                  <a:pt x="116" y="6337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/>
          <p:nvPr/>
        </p:nvSpPr>
        <p:spPr>
          <a:xfrm>
            <a:off x="3536083" y="3485413"/>
            <a:ext cx="33020" cy="6350"/>
          </a:xfrm>
          <a:custGeom>
            <a:avLst/>
            <a:gdLst/>
            <a:ahLst/>
            <a:cxnLst/>
            <a:rect l="l" t="t" r="r" b="b"/>
            <a:pathLst>
              <a:path w="33020" h="6350">
                <a:moveTo>
                  <a:pt x="116" y="6337"/>
                </a:moveTo>
                <a:lnTo>
                  <a:pt x="0" y="0"/>
                </a:lnTo>
                <a:lnTo>
                  <a:pt x="32424" y="0"/>
                </a:lnTo>
                <a:lnTo>
                  <a:pt x="32309" y="6337"/>
                </a:lnTo>
                <a:lnTo>
                  <a:pt x="116" y="6337"/>
                </a:lnTo>
                <a:close/>
              </a:path>
            </a:pathLst>
          </a:custGeom>
          <a:solidFill>
            <a:srgbClr val="EAEF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3536199" y="3491738"/>
            <a:ext cx="32384" cy="6350"/>
          </a:xfrm>
          <a:custGeom>
            <a:avLst/>
            <a:gdLst/>
            <a:ahLst/>
            <a:cxnLst/>
            <a:rect l="l" t="t" r="r" b="b"/>
            <a:pathLst>
              <a:path w="32385" h="6350">
                <a:moveTo>
                  <a:pt x="116" y="6337"/>
                </a:moveTo>
                <a:lnTo>
                  <a:pt x="0" y="0"/>
                </a:lnTo>
                <a:lnTo>
                  <a:pt x="32193" y="0"/>
                </a:lnTo>
                <a:lnTo>
                  <a:pt x="32077" y="6337"/>
                </a:lnTo>
                <a:lnTo>
                  <a:pt x="116" y="6337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3536316" y="3498075"/>
            <a:ext cx="32384" cy="6350"/>
          </a:xfrm>
          <a:custGeom>
            <a:avLst/>
            <a:gdLst/>
            <a:ahLst/>
            <a:cxnLst/>
            <a:rect l="l" t="t" r="r" b="b"/>
            <a:pathLst>
              <a:path w="32385" h="6350">
                <a:moveTo>
                  <a:pt x="116" y="6337"/>
                </a:moveTo>
                <a:lnTo>
                  <a:pt x="0" y="0"/>
                </a:lnTo>
                <a:lnTo>
                  <a:pt x="31961" y="0"/>
                </a:lnTo>
                <a:lnTo>
                  <a:pt x="31846" y="6337"/>
                </a:lnTo>
                <a:lnTo>
                  <a:pt x="116" y="6337"/>
                </a:lnTo>
                <a:close/>
              </a:path>
            </a:pathLst>
          </a:custGeom>
          <a:solidFill>
            <a:srgbClr val="E6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3536432" y="3504412"/>
            <a:ext cx="31750" cy="6350"/>
          </a:xfrm>
          <a:custGeom>
            <a:avLst/>
            <a:gdLst/>
            <a:ahLst/>
            <a:cxnLst/>
            <a:rect l="l" t="t" r="r" b="b"/>
            <a:pathLst>
              <a:path w="31750" h="6350">
                <a:moveTo>
                  <a:pt x="116" y="6337"/>
                </a:moveTo>
                <a:lnTo>
                  <a:pt x="0" y="0"/>
                </a:lnTo>
                <a:lnTo>
                  <a:pt x="31729" y="0"/>
                </a:lnTo>
                <a:lnTo>
                  <a:pt x="31614" y="6337"/>
                </a:lnTo>
                <a:lnTo>
                  <a:pt x="116" y="6337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3536549" y="3510750"/>
            <a:ext cx="31750" cy="6350"/>
          </a:xfrm>
          <a:custGeom>
            <a:avLst/>
            <a:gdLst/>
            <a:ahLst/>
            <a:cxnLst/>
            <a:rect l="l" t="t" r="r" b="b"/>
            <a:pathLst>
              <a:path w="31750" h="6350">
                <a:moveTo>
                  <a:pt x="31344" y="6337"/>
                </a:moveTo>
                <a:lnTo>
                  <a:pt x="154" y="6337"/>
                </a:lnTo>
                <a:lnTo>
                  <a:pt x="100" y="5443"/>
                </a:lnTo>
                <a:lnTo>
                  <a:pt x="0" y="0"/>
                </a:lnTo>
                <a:lnTo>
                  <a:pt x="31497" y="0"/>
                </a:lnTo>
                <a:lnTo>
                  <a:pt x="31398" y="5443"/>
                </a:lnTo>
                <a:lnTo>
                  <a:pt x="31344" y="6337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3536704" y="3517087"/>
            <a:ext cx="31750" cy="8255"/>
          </a:xfrm>
          <a:custGeom>
            <a:avLst/>
            <a:gdLst/>
            <a:ahLst/>
            <a:cxnLst/>
            <a:rect l="l" t="t" r="r" b="b"/>
            <a:pathLst>
              <a:path w="31750" h="8254">
                <a:moveTo>
                  <a:pt x="30706" y="7924"/>
                </a:moveTo>
                <a:lnTo>
                  <a:pt x="486" y="7924"/>
                </a:lnTo>
                <a:lnTo>
                  <a:pt x="0" y="0"/>
                </a:lnTo>
                <a:lnTo>
                  <a:pt x="31189" y="0"/>
                </a:lnTo>
                <a:lnTo>
                  <a:pt x="30706" y="7924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7" name="object 267"/>
          <p:cNvSpPr/>
          <p:nvPr/>
        </p:nvSpPr>
        <p:spPr>
          <a:xfrm>
            <a:off x="3537190" y="3524999"/>
            <a:ext cx="30480" cy="8255"/>
          </a:xfrm>
          <a:custGeom>
            <a:avLst/>
            <a:gdLst/>
            <a:ahLst/>
            <a:cxnLst/>
            <a:rect l="l" t="t" r="r" b="b"/>
            <a:pathLst>
              <a:path w="30479" h="8254">
                <a:moveTo>
                  <a:pt x="29739" y="7924"/>
                </a:moveTo>
                <a:lnTo>
                  <a:pt x="486" y="7924"/>
                </a:lnTo>
                <a:lnTo>
                  <a:pt x="0" y="0"/>
                </a:lnTo>
                <a:lnTo>
                  <a:pt x="30221" y="0"/>
                </a:lnTo>
                <a:lnTo>
                  <a:pt x="29739" y="7924"/>
                </a:lnTo>
                <a:close/>
              </a:path>
            </a:pathLst>
          </a:custGeom>
          <a:solidFill>
            <a:srgbClr val="DE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8" name="object 268"/>
          <p:cNvSpPr/>
          <p:nvPr/>
        </p:nvSpPr>
        <p:spPr>
          <a:xfrm>
            <a:off x="3537677" y="3532924"/>
            <a:ext cx="29845" cy="8255"/>
          </a:xfrm>
          <a:custGeom>
            <a:avLst/>
            <a:gdLst/>
            <a:ahLst/>
            <a:cxnLst/>
            <a:rect l="l" t="t" r="r" b="b"/>
            <a:pathLst>
              <a:path w="29845" h="8254">
                <a:moveTo>
                  <a:pt x="28769" y="7924"/>
                </a:moveTo>
                <a:lnTo>
                  <a:pt x="486" y="7924"/>
                </a:lnTo>
                <a:lnTo>
                  <a:pt x="0" y="0"/>
                </a:lnTo>
                <a:lnTo>
                  <a:pt x="29252" y="0"/>
                </a:lnTo>
                <a:lnTo>
                  <a:pt x="28769" y="7924"/>
                </a:lnTo>
                <a:close/>
              </a:path>
            </a:pathLst>
          </a:custGeom>
          <a:solidFill>
            <a:srgbClr val="DD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/>
          <p:nvPr/>
        </p:nvSpPr>
        <p:spPr>
          <a:xfrm>
            <a:off x="3538163" y="3540836"/>
            <a:ext cx="28575" cy="9525"/>
          </a:xfrm>
          <a:custGeom>
            <a:avLst/>
            <a:gdLst/>
            <a:ahLst/>
            <a:cxnLst/>
            <a:rect l="l" t="t" r="r" b="b"/>
            <a:pathLst>
              <a:path w="28575" h="9525">
                <a:moveTo>
                  <a:pt x="27706" y="9499"/>
                </a:moveTo>
                <a:lnTo>
                  <a:pt x="583" y="9499"/>
                </a:lnTo>
                <a:lnTo>
                  <a:pt x="0" y="0"/>
                </a:lnTo>
                <a:lnTo>
                  <a:pt x="28284" y="0"/>
                </a:lnTo>
                <a:lnTo>
                  <a:pt x="27706" y="9499"/>
                </a:lnTo>
                <a:close/>
              </a:path>
            </a:pathLst>
          </a:custGeom>
          <a:solidFill>
            <a:srgbClr val="DB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0" name="object 270"/>
          <p:cNvSpPr/>
          <p:nvPr/>
        </p:nvSpPr>
        <p:spPr>
          <a:xfrm>
            <a:off x="3538746" y="3550335"/>
            <a:ext cx="27305" cy="11430"/>
          </a:xfrm>
          <a:custGeom>
            <a:avLst/>
            <a:gdLst/>
            <a:ahLst/>
            <a:cxnLst/>
            <a:rect l="l" t="t" r="r" b="b"/>
            <a:pathLst>
              <a:path w="27304" h="11429">
                <a:moveTo>
                  <a:pt x="26447" y="11087"/>
                </a:moveTo>
                <a:lnTo>
                  <a:pt x="681" y="11087"/>
                </a:lnTo>
                <a:lnTo>
                  <a:pt x="0" y="0"/>
                </a:lnTo>
                <a:lnTo>
                  <a:pt x="27122" y="0"/>
                </a:lnTo>
                <a:lnTo>
                  <a:pt x="26447" y="11087"/>
                </a:lnTo>
                <a:close/>
              </a:path>
            </a:pathLst>
          </a:custGeom>
          <a:solidFill>
            <a:srgbClr val="D9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/>
          <p:nvPr/>
        </p:nvSpPr>
        <p:spPr>
          <a:xfrm>
            <a:off x="3539427" y="3561422"/>
            <a:ext cx="26034" cy="9525"/>
          </a:xfrm>
          <a:custGeom>
            <a:avLst/>
            <a:gdLst/>
            <a:ahLst/>
            <a:cxnLst/>
            <a:rect l="l" t="t" r="r" b="b"/>
            <a:pathLst>
              <a:path w="26035" h="9525">
                <a:moveTo>
                  <a:pt x="25188" y="9499"/>
                </a:moveTo>
                <a:lnTo>
                  <a:pt x="583" y="9499"/>
                </a:lnTo>
                <a:lnTo>
                  <a:pt x="0" y="0"/>
                </a:lnTo>
                <a:lnTo>
                  <a:pt x="25766" y="0"/>
                </a:lnTo>
                <a:lnTo>
                  <a:pt x="25188" y="9499"/>
                </a:lnTo>
                <a:close/>
              </a:path>
            </a:pathLst>
          </a:custGeom>
          <a:solidFill>
            <a:srgbClr val="D6E1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2" name="object 272"/>
          <p:cNvSpPr/>
          <p:nvPr/>
        </p:nvSpPr>
        <p:spPr>
          <a:xfrm>
            <a:off x="3540011" y="3570935"/>
            <a:ext cx="24765" cy="11430"/>
          </a:xfrm>
          <a:custGeom>
            <a:avLst/>
            <a:gdLst/>
            <a:ahLst/>
            <a:cxnLst/>
            <a:rect l="l" t="t" r="r" b="b"/>
            <a:pathLst>
              <a:path w="24764" h="11429">
                <a:moveTo>
                  <a:pt x="23455" y="11087"/>
                </a:moveTo>
                <a:lnTo>
                  <a:pt x="1155" y="11087"/>
                </a:lnTo>
                <a:lnTo>
                  <a:pt x="286" y="4659"/>
                </a:lnTo>
                <a:lnTo>
                  <a:pt x="0" y="0"/>
                </a:lnTo>
                <a:lnTo>
                  <a:pt x="24603" y="0"/>
                </a:lnTo>
                <a:lnTo>
                  <a:pt x="24319" y="4659"/>
                </a:lnTo>
                <a:lnTo>
                  <a:pt x="23455" y="11087"/>
                </a:lnTo>
                <a:close/>
              </a:path>
            </a:pathLst>
          </a:custGeom>
          <a:solidFill>
            <a:srgbClr val="D4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3" name="object 273"/>
          <p:cNvSpPr/>
          <p:nvPr/>
        </p:nvSpPr>
        <p:spPr>
          <a:xfrm>
            <a:off x="3541166" y="3582022"/>
            <a:ext cx="22860" cy="8255"/>
          </a:xfrm>
          <a:custGeom>
            <a:avLst/>
            <a:gdLst/>
            <a:ahLst/>
            <a:cxnLst/>
            <a:rect l="l" t="t" r="r" b="b"/>
            <a:pathLst>
              <a:path w="22860" h="8254">
                <a:moveTo>
                  <a:pt x="21236" y="7924"/>
                </a:moveTo>
                <a:lnTo>
                  <a:pt x="1071" y="7924"/>
                </a:lnTo>
                <a:lnTo>
                  <a:pt x="0" y="0"/>
                </a:lnTo>
                <a:lnTo>
                  <a:pt x="22300" y="0"/>
                </a:lnTo>
                <a:lnTo>
                  <a:pt x="21236" y="7924"/>
                </a:lnTo>
                <a:close/>
              </a:path>
            </a:pathLst>
          </a:custGeom>
          <a:solidFill>
            <a:srgbClr val="D2D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4" name="object 274"/>
          <p:cNvSpPr/>
          <p:nvPr/>
        </p:nvSpPr>
        <p:spPr>
          <a:xfrm>
            <a:off x="3542236" y="3589934"/>
            <a:ext cx="20320" cy="8255"/>
          </a:xfrm>
          <a:custGeom>
            <a:avLst/>
            <a:gdLst/>
            <a:ahLst/>
            <a:cxnLst/>
            <a:rect l="l" t="t" r="r" b="b"/>
            <a:pathLst>
              <a:path w="20320" h="8254">
                <a:moveTo>
                  <a:pt x="19103" y="7924"/>
                </a:moveTo>
                <a:lnTo>
                  <a:pt x="1071" y="7924"/>
                </a:lnTo>
                <a:lnTo>
                  <a:pt x="0" y="0"/>
                </a:lnTo>
                <a:lnTo>
                  <a:pt x="20168" y="0"/>
                </a:lnTo>
                <a:lnTo>
                  <a:pt x="19103" y="7924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3543307" y="3597859"/>
            <a:ext cx="18415" cy="33020"/>
          </a:xfrm>
          <a:custGeom>
            <a:avLst/>
            <a:gdLst/>
            <a:ahLst/>
            <a:cxnLst/>
            <a:rect l="l" t="t" r="r" b="b"/>
            <a:pathLst>
              <a:path w="18414" h="33020">
                <a:moveTo>
                  <a:pt x="9034" y="32461"/>
                </a:moveTo>
                <a:lnTo>
                  <a:pt x="2403" y="17779"/>
                </a:lnTo>
                <a:lnTo>
                  <a:pt x="0" y="0"/>
                </a:lnTo>
                <a:lnTo>
                  <a:pt x="18032" y="0"/>
                </a:lnTo>
                <a:lnTo>
                  <a:pt x="15644" y="17779"/>
                </a:lnTo>
                <a:lnTo>
                  <a:pt x="9034" y="32461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3535311" y="3256559"/>
            <a:ext cx="34290" cy="374015"/>
          </a:xfrm>
          <a:custGeom>
            <a:avLst/>
            <a:gdLst/>
            <a:ahLst/>
            <a:cxnLst/>
            <a:rect l="l" t="t" r="r" b="b"/>
            <a:pathLst>
              <a:path w="34289" h="374014">
                <a:moveTo>
                  <a:pt x="17030" y="0"/>
                </a:moveTo>
                <a:lnTo>
                  <a:pt x="23640" y="14696"/>
                </a:lnTo>
                <a:lnTo>
                  <a:pt x="29019" y="54763"/>
                </a:lnTo>
                <a:lnTo>
                  <a:pt x="32636" y="114169"/>
                </a:lnTo>
                <a:lnTo>
                  <a:pt x="33959" y="186880"/>
                </a:lnTo>
                <a:lnTo>
                  <a:pt x="32636" y="259634"/>
                </a:lnTo>
                <a:lnTo>
                  <a:pt x="29019" y="319035"/>
                </a:lnTo>
                <a:lnTo>
                  <a:pt x="23640" y="359078"/>
                </a:lnTo>
                <a:lnTo>
                  <a:pt x="17030" y="373760"/>
                </a:lnTo>
                <a:lnTo>
                  <a:pt x="10399" y="359078"/>
                </a:lnTo>
                <a:lnTo>
                  <a:pt x="4986" y="319035"/>
                </a:lnTo>
                <a:lnTo>
                  <a:pt x="1337" y="259634"/>
                </a:lnTo>
                <a:lnTo>
                  <a:pt x="0" y="186880"/>
                </a:lnTo>
                <a:lnTo>
                  <a:pt x="1337" y="114169"/>
                </a:lnTo>
                <a:lnTo>
                  <a:pt x="4986" y="54763"/>
                </a:lnTo>
                <a:lnTo>
                  <a:pt x="10399" y="14696"/>
                </a:lnTo>
                <a:lnTo>
                  <a:pt x="17030" y="0"/>
                </a:lnTo>
                <a:close/>
              </a:path>
            </a:pathLst>
          </a:custGeom>
          <a:ln w="13169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/>
          <p:nvPr/>
        </p:nvSpPr>
        <p:spPr>
          <a:xfrm>
            <a:off x="3552342" y="3256559"/>
            <a:ext cx="318770" cy="374015"/>
          </a:xfrm>
          <a:custGeom>
            <a:avLst/>
            <a:gdLst/>
            <a:ahLst/>
            <a:cxnLst/>
            <a:rect l="l" t="t" r="r" b="b"/>
            <a:pathLst>
              <a:path w="318770" h="374014">
                <a:moveTo>
                  <a:pt x="0" y="0"/>
                </a:moveTo>
                <a:lnTo>
                  <a:pt x="301777" y="0"/>
                </a:lnTo>
                <a:lnTo>
                  <a:pt x="308392" y="14696"/>
                </a:lnTo>
                <a:lnTo>
                  <a:pt x="313770" y="54763"/>
                </a:lnTo>
                <a:lnTo>
                  <a:pt x="317384" y="114169"/>
                </a:lnTo>
                <a:lnTo>
                  <a:pt x="318706" y="186880"/>
                </a:lnTo>
                <a:lnTo>
                  <a:pt x="317384" y="259634"/>
                </a:lnTo>
                <a:lnTo>
                  <a:pt x="313770" y="319035"/>
                </a:lnTo>
                <a:lnTo>
                  <a:pt x="308392" y="359078"/>
                </a:lnTo>
                <a:lnTo>
                  <a:pt x="301777" y="373760"/>
                </a:lnTo>
                <a:lnTo>
                  <a:pt x="0" y="373760"/>
                </a:lnTo>
              </a:path>
            </a:pathLst>
          </a:custGeom>
          <a:ln w="13169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8" name="object 278"/>
          <p:cNvSpPr/>
          <p:nvPr/>
        </p:nvSpPr>
        <p:spPr>
          <a:xfrm>
            <a:off x="3916578" y="3256559"/>
            <a:ext cx="346075" cy="88265"/>
          </a:xfrm>
          <a:custGeom>
            <a:avLst/>
            <a:gdLst/>
            <a:ahLst/>
            <a:cxnLst/>
            <a:rect l="l" t="t" r="r" b="b"/>
            <a:pathLst>
              <a:path w="346075" h="88264">
                <a:moveTo>
                  <a:pt x="345579" y="87896"/>
                </a:moveTo>
                <a:lnTo>
                  <a:pt x="15382" y="87896"/>
                </a:lnTo>
                <a:lnTo>
                  <a:pt x="13160" y="54763"/>
                </a:lnTo>
                <a:lnTo>
                  <a:pt x="7246" y="14696"/>
                </a:lnTo>
                <a:lnTo>
                  <a:pt x="0" y="0"/>
                </a:lnTo>
                <a:lnTo>
                  <a:pt x="330288" y="0"/>
                </a:lnTo>
                <a:lnTo>
                  <a:pt x="337482" y="14696"/>
                </a:lnTo>
                <a:lnTo>
                  <a:pt x="343365" y="54763"/>
                </a:lnTo>
                <a:lnTo>
                  <a:pt x="345579" y="87896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9" name="object 279"/>
          <p:cNvSpPr/>
          <p:nvPr/>
        </p:nvSpPr>
        <p:spPr>
          <a:xfrm>
            <a:off x="3931961" y="3346037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408" y="0"/>
                </a:lnTo>
              </a:path>
            </a:pathLst>
          </a:custGeom>
          <a:ln w="3175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0" name="object 280"/>
          <p:cNvSpPr/>
          <p:nvPr/>
        </p:nvSpPr>
        <p:spPr>
          <a:xfrm>
            <a:off x="3932173" y="3349199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407" y="0"/>
                </a:lnTo>
              </a:path>
            </a:pathLst>
          </a:custGeom>
          <a:ln w="3175">
            <a:solidFill>
              <a:srgbClr val="B5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/>
          <p:nvPr/>
        </p:nvSpPr>
        <p:spPr>
          <a:xfrm>
            <a:off x="3932386" y="3352374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406" y="0"/>
                </a:lnTo>
              </a:path>
            </a:pathLst>
          </a:custGeom>
          <a:ln w="3175">
            <a:solidFill>
              <a:srgbClr val="B7CA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2" name="object 282"/>
          <p:cNvSpPr/>
          <p:nvPr/>
        </p:nvSpPr>
        <p:spPr>
          <a:xfrm>
            <a:off x="3932598" y="3355537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406" y="0"/>
                </a:lnTo>
              </a:path>
            </a:pathLst>
          </a:custGeom>
          <a:ln w="3175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/>
          <p:nvPr/>
        </p:nvSpPr>
        <p:spPr>
          <a:xfrm>
            <a:off x="3932811" y="3357924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300" y="0"/>
                </a:lnTo>
              </a:path>
            </a:pathLst>
          </a:custGeom>
          <a:ln w="3175">
            <a:solidFill>
              <a:srgbClr val="BA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4" name="object 284"/>
          <p:cNvSpPr/>
          <p:nvPr/>
        </p:nvSpPr>
        <p:spPr>
          <a:xfrm>
            <a:off x="3932916" y="3360286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404" y="0"/>
                </a:lnTo>
              </a:path>
            </a:pathLst>
          </a:custGeom>
          <a:ln w="3175">
            <a:solidFill>
              <a:srgbClr val="BC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5" name="object 285"/>
          <p:cNvSpPr/>
          <p:nvPr/>
        </p:nvSpPr>
        <p:spPr>
          <a:xfrm>
            <a:off x="3933129" y="3362674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98" y="0"/>
                </a:lnTo>
              </a:path>
            </a:pathLst>
          </a:custGeom>
          <a:ln w="3175">
            <a:solidFill>
              <a:srgbClr val="BE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6" name="object 286"/>
          <p:cNvSpPr/>
          <p:nvPr/>
        </p:nvSpPr>
        <p:spPr>
          <a:xfrm>
            <a:off x="3933235" y="3365036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403" y="0"/>
                </a:lnTo>
              </a:path>
            </a:pathLst>
          </a:custGeom>
          <a:ln w="3175">
            <a:solidFill>
              <a:srgbClr val="C1D2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7" name="object 287"/>
          <p:cNvSpPr/>
          <p:nvPr/>
        </p:nvSpPr>
        <p:spPr>
          <a:xfrm>
            <a:off x="3933448" y="3368211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403" y="0"/>
                </a:lnTo>
              </a:path>
            </a:pathLst>
          </a:custGeom>
          <a:ln w="3175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8" name="object 288"/>
          <p:cNvSpPr/>
          <p:nvPr/>
        </p:nvSpPr>
        <p:spPr>
          <a:xfrm>
            <a:off x="3933660" y="3371373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98" y="0"/>
                </a:lnTo>
              </a:path>
            </a:pathLst>
          </a:custGeom>
          <a:ln w="3175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9" name="object 289"/>
          <p:cNvSpPr/>
          <p:nvPr/>
        </p:nvSpPr>
        <p:spPr>
          <a:xfrm>
            <a:off x="3933768" y="3374548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3" y="0"/>
                </a:lnTo>
              </a:path>
            </a:pathLst>
          </a:custGeom>
          <a:ln w="3175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0" name="object 290"/>
          <p:cNvSpPr/>
          <p:nvPr/>
        </p:nvSpPr>
        <p:spPr>
          <a:xfrm>
            <a:off x="3933831" y="3376923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22" y="0"/>
                </a:lnTo>
              </a:path>
            </a:pathLst>
          </a:custGeom>
          <a:ln w="3175">
            <a:solidFill>
              <a:srgbClr val="C8D7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1" name="object 291"/>
          <p:cNvSpPr/>
          <p:nvPr/>
        </p:nvSpPr>
        <p:spPr>
          <a:xfrm>
            <a:off x="3933863" y="3379298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3" y="0"/>
                </a:lnTo>
              </a:path>
            </a:pathLst>
          </a:custGeom>
          <a:ln w="3175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2" name="object 292"/>
          <p:cNvSpPr/>
          <p:nvPr/>
        </p:nvSpPr>
        <p:spPr>
          <a:xfrm>
            <a:off x="3933927" y="3382460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3" y="0"/>
                </a:lnTo>
              </a:path>
            </a:pathLst>
          </a:custGeom>
          <a:ln w="3175">
            <a:solidFill>
              <a:srgbClr val="CEDC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3" name="object 293"/>
          <p:cNvSpPr/>
          <p:nvPr/>
        </p:nvSpPr>
        <p:spPr>
          <a:xfrm>
            <a:off x="3933990" y="3385635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3" y="0"/>
                </a:lnTo>
              </a:path>
            </a:pathLst>
          </a:custGeom>
          <a:ln w="3175">
            <a:solidFill>
              <a:srgbClr val="D0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4" name="object 294"/>
          <p:cNvSpPr/>
          <p:nvPr/>
        </p:nvSpPr>
        <p:spPr>
          <a:xfrm>
            <a:off x="3934054" y="3388798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3" y="0"/>
                </a:lnTo>
              </a:path>
            </a:pathLst>
          </a:custGeom>
          <a:ln w="3175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5" name="object 295"/>
          <p:cNvSpPr/>
          <p:nvPr/>
        </p:nvSpPr>
        <p:spPr>
          <a:xfrm>
            <a:off x="3934118" y="3391960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3" y="0"/>
                </a:lnTo>
              </a:path>
            </a:pathLst>
          </a:custGeom>
          <a:ln w="3175">
            <a:solidFill>
              <a:srgbClr val="D3DF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6" name="object 296"/>
          <p:cNvSpPr/>
          <p:nvPr/>
        </p:nvSpPr>
        <p:spPr>
          <a:xfrm>
            <a:off x="3934181" y="3395135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2" y="0"/>
                </a:lnTo>
              </a:path>
            </a:pathLst>
          </a:custGeom>
          <a:ln w="3175">
            <a:solidFill>
              <a:srgbClr val="D6E1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7" name="object 297"/>
          <p:cNvSpPr/>
          <p:nvPr/>
        </p:nvSpPr>
        <p:spPr>
          <a:xfrm>
            <a:off x="3934245" y="3398297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2" y="0"/>
                </a:lnTo>
              </a:path>
            </a:pathLst>
          </a:custGeom>
          <a:ln w="3175">
            <a:solidFill>
              <a:srgbClr val="DA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8" name="object 298"/>
          <p:cNvSpPr/>
          <p:nvPr/>
        </p:nvSpPr>
        <p:spPr>
          <a:xfrm>
            <a:off x="3934309" y="3401472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2" y="0"/>
                </a:lnTo>
              </a:path>
            </a:pathLst>
          </a:custGeom>
          <a:ln w="3175">
            <a:solidFill>
              <a:srgbClr val="DCE6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/>
          <p:nvPr/>
        </p:nvSpPr>
        <p:spPr>
          <a:xfrm>
            <a:off x="3934372" y="3404635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2" y="0"/>
                </a:lnTo>
              </a:path>
            </a:pathLst>
          </a:custGeom>
          <a:ln w="3175">
            <a:solidFill>
              <a:srgbClr val="DEE8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0" name="object 300"/>
          <p:cNvSpPr/>
          <p:nvPr/>
        </p:nvSpPr>
        <p:spPr>
          <a:xfrm>
            <a:off x="3934436" y="3407797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2" y="0"/>
                </a:lnTo>
              </a:path>
            </a:pathLst>
          </a:custGeom>
          <a:ln w="3175">
            <a:solidFill>
              <a:srgbClr val="DFE9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1" name="object 301"/>
          <p:cNvSpPr/>
          <p:nvPr/>
        </p:nvSpPr>
        <p:spPr>
          <a:xfrm>
            <a:off x="3934500" y="3410184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20" y="0"/>
                </a:lnTo>
              </a:path>
            </a:pathLst>
          </a:custGeom>
          <a:ln w="3175">
            <a:solidFill>
              <a:srgbClr val="E1EB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2" name="object 302"/>
          <p:cNvSpPr/>
          <p:nvPr/>
        </p:nvSpPr>
        <p:spPr>
          <a:xfrm>
            <a:off x="3934531" y="3412559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2" y="0"/>
                </a:lnTo>
              </a:path>
            </a:pathLst>
          </a:custGeom>
          <a:ln w="3175">
            <a:solidFill>
              <a:srgbClr val="E3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3" name="object 303"/>
          <p:cNvSpPr/>
          <p:nvPr/>
        </p:nvSpPr>
        <p:spPr>
          <a:xfrm>
            <a:off x="3934595" y="3414934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20" y="0"/>
                </a:lnTo>
              </a:path>
            </a:pathLst>
          </a:custGeom>
          <a:ln w="3175">
            <a:solidFill>
              <a:srgbClr val="E6EC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4" name="object 304"/>
          <p:cNvSpPr/>
          <p:nvPr/>
        </p:nvSpPr>
        <p:spPr>
          <a:xfrm>
            <a:off x="3934627" y="3417309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1" y="0"/>
                </a:lnTo>
              </a:path>
            </a:pathLst>
          </a:custGeom>
          <a:ln w="3175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5" name="object 305"/>
          <p:cNvSpPr/>
          <p:nvPr/>
        </p:nvSpPr>
        <p:spPr>
          <a:xfrm>
            <a:off x="3934690" y="3420471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1" y="0"/>
                </a:lnTo>
              </a:path>
            </a:pathLst>
          </a:custGeom>
          <a:ln w="3175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6" name="object 306"/>
          <p:cNvSpPr/>
          <p:nvPr/>
        </p:nvSpPr>
        <p:spPr>
          <a:xfrm>
            <a:off x="3934754" y="3423634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1" y="0"/>
                </a:lnTo>
              </a:path>
            </a:pathLst>
          </a:custGeom>
          <a:ln w="3175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7" name="object 307"/>
          <p:cNvSpPr/>
          <p:nvPr/>
        </p:nvSpPr>
        <p:spPr>
          <a:xfrm>
            <a:off x="3934817" y="3426021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19" y="0"/>
                </a:lnTo>
              </a:path>
            </a:pathLst>
          </a:custGeom>
          <a:ln w="3175">
            <a:solidFill>
              <a:srgbClr val="EDF4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8" name="object 308"/>
          <p:cNvSpPr/>
          <p:nvPr/>
        </p:nvSpPr>
        <p:spPr>
          <a:xfrm>
            <a:off x="3934850" y="3428396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1" y="0"/>
                </a:lnTo>
              </a:path>
            </a:pathLst>
          </a:custGeom>
          <a:ln w="3175">
            <a:solidFill>
              <a:srgbClr val="EFF4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9" name="object 309"/>
          <p:cNvSpPr/>
          <p:nvPr/>
        </p:nvSpPr>
        <p:spPr>
          <a:xfrm>
            <a:off x="3934913" y="3431559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1" y="0"/>
                </a:lnTo>
              </a:path>
            </a:pathLst>
          </a:custGeom>
          <a:ln w="3175">
            <a:solidFill>
              <a:srgbClr val="F1F6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0" name="object 310"/>
          <p:cNvSpPr/>
          <p:nvPr/>
        </p:nvSpPr>
        <p:spPr>
          <a:xfrm>
            <a:off x="3934976" y="3433933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19" y="0"/>
                </a:lnTo>
              </a:path>
            </a:pathLst>
          </a:custGeom>
          <a:ln w="3175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1" name="object 311"/>
          <p:cNvSpPr/>
          <p:nvPr/>
        </p:nvSpPr>
        <p:spPr>
          <a:xfrm>
            <a:off x="3935009" y="3436308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1" y="0"/>
                </a:lnTo>
              </a:path>
            </a:pathLst>
          </a:custGeom>
          <a:ln w="3175">
            <a:solidFill>
              <a:srgbClr val="F6F8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2" name="object 312"/>
          <p:cNvSpPr/>
          <p:nvPr/>
        </p:nvSpPr>
        <p:spPr>
          <a:xfrm>
            <a:off x="3935072" y="3440277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82" y="0"/>
                </a:lnTo>
              </a:path>
            </a:pathLst>
          </a:custGeom>
          <a:ln w="4749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3" name="object 313"/>
          <p:cNvSpPr/>
          <p:nvPr/>
        </p:nvSpPr>
        <p:spPr>
          <a:xfrm>
            <a:off x="3935104" y="3445027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1" y="0"/>
                </a:lnTo>
              </a:path>
            </a:pathLst>
          </a:custGeom>
          <a:ln w="4749">
            <a:solidFill>
              <a:srgbClr val="F1F6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4" name="object 314"/>
          <p:cNvSpPr/>
          <p:nvPr/>
        </p:nvSpPr>
        <p:spPr>
          <a:xfrm>
            <a:off x="3935040" y="3448983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0" y="0"/>
                </a:lnTo>
              </a:path>
            </a:pathLst>
          </a:custGeom>
          <a:ln w="3175">
            <a:solidFill>
              <a:srgbClr val="EFF5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5" name="object 315"/>
          <p:cNvSpPr/>
          <p:nvPr/>
        </p:nvSpPr>
        <p:spPr>
          <a:xfrm>
            <a:off x="3934977" y="3452145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1" y="0"/>
                </a:lnTo>
              </a:path>
            </a:pathLst>
          </a:custGeom>
          <a:ln w="3175">
            <a:solidFill>
              <a:srgbClr val="EDF3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6" name="object 316"/>
          <p:cNvSpPr/>
          <p:nvPr/>
        </p:nvSpPr>
        <p:spPr>
          <a:xfrm>
            <a:off x="3934881" y="3456114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83" y="0"/>
                </a:lnTo>
              </a:path>
            </a:pathLst>
          </a:custGeom>
          <a:ln w="4749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7" name="object 317"/>
          <p:cNvSpPr/>
          <p:nvPr/>
        </p:nvSpPr>
        <p:spPr>
          <a:xfrm>
            <a:off x="3934818" y="3460070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1" y="0"/>
                </a:lnTo>
              </a:path>
            </a:pathLst>
          </a:custGeom>
          <a:ln w="3175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8" name="object 318"/>
          <p:cNvSpPr/>
          <p:nvPr/>
        </p:nvSpPr>
        <p:spPr>
          <a:xfrm>
            <a:off x="3934723" y="3464026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83" y="0"/>
                </a:lnTo>
              </a:path>
            </a:pathLst>
          </a:custGeom>
          <a:ln w="4749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9" name="object 319"/>
          <p:cNvSpPr/>
          <p:nvPr/>
        </p:nvSpPr>
        <p:spPr>
          <a:xfrm>
            <a:off x="3934659" y="3467982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1" y="0"/>
                </a:lnTo>
              </a:path>
            </a:pathLst>
          </a:custGeom>
          <a:ln w="3175">
            <a:solidFill>
              <a:srgbClr val="E6ED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0" name="object 320"/>
          <p:cNvSpPr/>
          <p:nvPr/>
        </p:nvSpPr>
        <p:spPr>
          <a:xfrm>
            <a:off x="3934627" y="3470370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20" y="0"/>
                </a:lnTo>
              </a:path>
            </a:pathLst>
          </a:custGeom>
          <a:ln w="3175">
            <a:solidFill>
              <a:srgbClr val="E4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1" name="object 321"/>
          <p:cNvSpPr/>
          <p:nvPr/>
        </p:nvSpPr>
        <p:spPr>
          <a:xfrm>
            <a:off x="3934532" y="3473526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83" y="0"/>
                </a:lnTo>
              </a:path>
            </a:pathLst>
          </a:custGeom>
          <a:ln w="4749">
            <a:solidFill>
              <a:srgbClr val="E2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2" name="object 322"/>
          <p:cNvSpPr/>
          <p:nvPr/>
        </p:nvSpPr>
        <p:spPr>
          <a:xfrm>
            <a:off x="3934468" y="3477482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2" y="0"/>
                </a:lnTo>
              </a:path>
            </a:pathLst>
          </a:custGeom>
          <a:ln w="3175">
            <a:solidFill>
              <a:srgbClr val="E0EA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3" name="object 323"/>
          <p:cNvSpPr/>
          <p:nvPr/>
        </p:nvSpPr>
        <p:spPr>
          <a:xfrm>
            <a:off x="3934373" y="3481451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84" y="0"/>
                </a:lnTo>
              </a:path>
            </a:pathLst>
          </a:custGeom>
          <a:ln w="4749">
            <a:solidFill>
              <a:srgbClr val="DFE9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4" name="object 324"/>
          <p:cNvSpPr/>
          <p:nvPr/>
        </p:nvSpPr>
        <p:spPr>
          <a:xfrm>
            <a:off x="3934277" y="3486200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84" y="0"/>
                </a:lnTo>
              </a:path>
            </a:pathLst>
          </a:custGeom>
          <a:ln w="4749">
            <a:solidFill>
              <a:srgbClr val="DDE7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5" name="object 325"/>
          <p:cNvSpPr/>
          <p:nvPr/>
        </p:nvSpPr>
        <p:spPr>
          <a:xfrm>
            <a:off x="3934214" y="3490156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2" y="0"/>
                </a:lnTo>
              </a:path>
            </a:pathLst>
          </a:custGeom>
          <a:ln w="3175">
            <a:solidFill>
              <a:srgbClr val="DBE4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6" name="object 326"/>
          <p:cNvSpPr/>
          <p:nvPr/>
        </p:nvSpPr>
        <p:spPr>
          <a:xfrm>
            <a:off x="3934150" y="3493319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3" y="0"/>
                </a:lnTo>
              </a:path>
            </a:pathLst>
          </a:custGeom>
          <a:ln w="3175">
            <a:solidFill>
              <a:srgbClr val="D9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7" name="object 327"/>
          <p:cNvSpPr/>
          <p:nvPr/>
        </p:nvSpPr>
        <p:spPr>
          <a:xfrm>
            <a:off x="3934055" y="3497288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85" y="0"/>
                </a:lnTo>
              </a:path>
            </a:pathLst>
          </a:custGeom>
          <a:ln w="4749">
            <a:solidFill>
              <a:srgbClr val="D6E2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8" name="object 328"/>
          <p:cNvSpPr/>
          <p:nvPr/>
        </p:nvSpPr>
        <p:spPr>
          <a:xfrm>
            <a:off x="3933959" y="3502037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85" y="0"/>
                </a:lnTo>
              </a:path>
            </a:pathLst>
          </a:custGeom>
          <a:ln w="4749">
            <a:solidFill>
              <a:srgbClr val="D4E0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9" name="object 329"/>
          <p:cNvSpPr/>
          <p:nvPr/>
        </p:nvSpPr>
        <p:spPr>
          <a:xfrm>
            <a:off x="3933896" y="3505993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3" y="0"/>
                </a:lnTo>
              </a:path>
            </a:pathLst>
          </a:custGeom>
          <a:ln w="3175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0" name="object 330"/>
          <p:cNvSpPr/>
          <p:nvPr/>
        </p:nvSpPr>
        <p:spPr>
          <a:xfrm>
            <a:off x="3933832" y="3509155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53" y="0"/>
                </a:lnTo>
              </a:path>
            </a:pathLst>
          </a:custGeom>
          <a:ln w="3175">
            <a:solidFill>
              <a:srgbClr val="D1DE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1" name="object 331"/>
          <p:cNvSpPr/>
          <p:nvPr/>
        </p:nvSpPr>
        <p:spPr>
          <a:xfrm>
            <a:off x="3933737" y="3513124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85" y="0"/>
                </a:lnTo>
              </a:path>
            </a:pathLst>
          </a:custGeom>
          <a:ln w="4749">
            <a:solidFill>
              <a:srgbClr val="CF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2" name="object 332"/>
          <p:cNvSpPr/>
          <p:nvPr/>
        </p:nvSpPr>
        <p:spPr>
          <a:xfrm>
            <a:off x="3933727" y="3515995"/>
            <a:ext cx="330200" cy="0"/>
          </a:xfrm>
          <a:custGeom>
            <a:avLst/>
            <a:gdLst/>
            <a:ahLst/>
            <a:cxnLst/>
            <a:rect l="l" t="t" r="r" b="b"/>
            <a:pathLst>
              <a:path w="330200" h="0">
                <a:moveTo>
                  <a:pt x="0" y="0"/>
                </a:moveTo>
                <a:lnTo>
                  <a:pt x="330190" y="0"/>
                </a:lnTo>
              </a:path>
            </a:pathLst>
          </a:custGeom>
          <a:ln w="3175">
            <a:solidFill>
              <a:srgbClr val="CDD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3" name="object 333"/>
          <p:cNvSpPr/>
          <p:nvPr/>
        </p:nvSpPr>
        <p:spPr>
          <a:xfrm>
            <a:off x="3933609" y="3517900"/>
            <a:ext cx="330200" cy="0"/>
          </a:xfrm>
          <a:custGeom>
            <a:avLst/>
            <a:gdLst/>
            <a:ahLst/>
            <a:cxnLst/>
            <a:rect l="l" t="t" r="r" b="b"/>
            <a:pathLst>
              <a:path w="330200" h="0">
                <a:moveTo>
                  <a:pt x="0" y="0"/>
                </a:moveTo>
                <a:lnTo>
                  <a:pt x="330191" y="0"/>
                </a:lnTo>
              </a:path>
            </a:pathLst>
          </a:custGeom>
          <a:ln w="3175">
            <a:solidFill>
              <a:srgbClr val="CDD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4" name="object 334"/>
          <p:cNvSpPr/>
          <p:nvPr/>
        </p:nvSpPr>
        <p:spPr>
          <a:xfrm>
            <a:off x="3933239" y="3521037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509" y="0"/>
                </a:lnTo>
              </a:path>
            </a:pathLst>
          </a:custGeom>
          <a:ln w="4749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5" name="object 335"/>
          <p:cNvSpPr/>
          <p:nvPr/>
        </p:nvSpPr>
        <p:spPr>
          <a:xfrm>
            <a:off x="3932920" y="3525786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511" y="0"/>
                </a:lnTo>
              </a:path>
            </a:pathLst>
          </a:custGeom>
          <a:ln w="4749">
            <a:solidFill>
              <a:srgbClr val="C8D9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6" name="object 336"/>
          <p:cNvSpPr/>
          <p:nvPr/>
        </p:nvSpPr>
        <p:spPr>
          <a:xfrm>
            <a:off x="3932388" y="3532136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725" y="0"/>
                </a:lnTo>
              </a:path>
            </a:pathLst>
          </a:custGeom>
          <a:ln w="7924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7" name="object 337"/>
          <p:cNvSpPr/>
          <p:nvPr/>
        </p:nvSpPr>
        <p:spPr>
          <a:xfrm>
            <a:off x="3931963" y="3539254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620" y="0"/>
                </a:lnTo>
              </a:path>
            </a:pathLst>
          </a:custGeom>
          <a:ln w="6337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8" name="object 338"/>
          <p:cNvSpPr/>
          <p:nvPr/>
        </p:nvSpPr>
        <p:spPr>
          <a:xfrm>
            <a:off x="3931645" y="3544798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515" y="0"/>
                </a:lnTo>
              </a:path>
            </a:pathLst>
          </a:custGeom>
          <a:ln w="4749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9" name="object 339"/>
          <p:cNvSpPr/>
          <p:nvPr/>
        </p:nvSpPr>
        <p:spPr>
          <a:xfrm>
            <a:off x="3931326" y="3549548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516" y="0"/>
                </a:lnTo>
              </a:path>
            </a:pathLst>
          </a:custGeom>
          <a:ln w="4749">
            <a:solidFill>
              <a:srgbClr val="C1D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0" name="object 340"/>
          <p:cNvSpPr/>
          <p:nvPr/>
        </p:nvSpPr>
        <p:spPr>
          <a:xfrm>
            <a:off x="3931008" y="3554298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517" y="0"/>
                </a:lnTo>
              </a:path>
            </a:pathLst>
          </a:custGeom>
          <a:ln w="4749">
            <a:solidFill>
              <a:srgbClr val="C0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1" name="object 341"/>
          <p:cNvSpPr/>
          <p:nvPr/>
        </p:nvSpPr>
        <p:spPr>
          <a:xfrm>
            <a:off x="3930582" y="3559841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625" y="0"/>
                </a:lnTo>
              </a:path>
            </a:pathLst>
          </a:custGeom>
          <a:ln w="6337">
            <a:solidFill>
              <a:srgbClr val="BD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2" name="object 342"/>
          <p:cNvSpPr/>
          <p:nvPr/>
        </p:nvSpPr>
        <p:spPr>
          <a:xfrm>
            <a:off x="3930264" y="3565385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520" y="0"/>
                </a:lnTo>
              </a:path>
            </a:pathLst>
          </a:custGeom>
          <a:ln w="4749">
            <a:solidFill>
              <a:srgbClr val="BBCF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3" name="object 343"/>
          <p:cNvSpPr/>
          <p:nvPr/>
        </p:nvSpPr>
        <p:spPr>
          <a:xfrm>
            <a:off x="3929839" y="3570928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628" y="0"/>
                </a:lnTo>
              </a:path>
            </a:pathLst>
          </a:custGeom>
          <a:ln w="6337">
            <a:solidFill>
              <a:srgbClr val="B9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4" name="object 344"/>
          <p:cNvSpPr/>
          <p:nvPr/>
        </p:nvSpPr>
        <p:spPr>
          <a:xfrm>
            <a:off x="3929817" y="3574415"/>
            <a:ext cx="330200" cy="0"/>
          </a:xfrm>
          <a:custGeom>
            <a:avLst/>
            <a:gdLst/>
            <a:ahLst/>
            <a:cxnLst/>
            <a:rect l="l" t="t" r="r" b="b"/>
            <a:pathLst>
              <a:path w="330200" h="0">
                <a:moveTo>
                  <a:pt x="0" y="0"/>
                </a:moveTo>
                <a:lnTo>
                  <a:pt x="330204" y="0"/>
                </a:lnTo>
              </a:path>
            </a:pathLst>
          </a:custGeom>
          <a:ln w="3175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5" name="object 345"/>
          <p:cNvSpPr/>
          <p:nvPr/>
        </p:nvSpPr>
        <p:spPr>
          <a:xfrm>
            <a:off x="3929350" y="3578225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206" y="0"/>
                </a:lnTo>
              </a:path>
            </a:pathLst>
          </a:custGeom>
          <a:ln w="6350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6" name="object 346"/>
          <p:cNvSpPr/>
          <p:nvPr/>
        </p:nvSpPr>
        <p:spPr>
          <a:xfrm>
            <a:off x="3928088" y="3584397"/>
            <a:ext cx="331470" cy="0"/>
          </a:xfrm>
          <a:custGeom>
            <a:avLst/>
            <a:gdLst/>
            <a:ahLst/>
            <a:cxnLst/>
            <a:rect l="l" t="t" r="r" b="b"/>
            <a:pathLst>
              <a:path w="331470" h="0">
                <a:moveTo>
                  <a:pt x="0" y="0"/>
                </a:moveTo>
                <a:lnTo>
                  <a:pt x="330911" y="0"/>
                </a:lnTo>
              </a:path>
            </a:pathLst>
          </a:custGeom>
          <a:ln w="4749">
            <a:solidFill>
              <a:srgbClr val="B6C9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7" name="object 347"/>
          <p:cNvSpPr/>
          <p:nvPr/>
        </p:nvSpPr>
        <p:spPr>
          <a:xfrm>
            <a:off x="3927152" y="3589940"/>
            <a:ext cx="331470" cy="0"/>
          </a:xfrm>
          <a:custGeom>
            <a:avLst/>
            <a:gdLst/>
            <a:ahLst/>
            <a:cxnLst/>
            <a:rect l="l" t="t" r="r" b="b"/>
            <a:pathLst>
              <a:path w="331470" h="0">
                <a:moveTo>
                  <a:pt x="0" y="0"/>
                </a:moveTo>
                <a:lnTo>
                  <a:pt x="331149" y="0"/>
                </a:lnTo>
              </a:path>
            </a:pathLst>
          </a:custGeom>
          <a:ln w="6337">
            <a:solidFill>
              <a:srgbClr val="B4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8" name="object 348"/>
          <p:cNvSpPr/>
          <p:nvPr/>
        </p:nvSpPr>
        <p:spPr>
          <a:xfrm>
            <a:off x="3926218" y="3596265"/>
            <a:ext cx="331470" cy="0"/>
          </a:xfrm>
          <a:custGeom>
            <a:avLst/>
            <a:gdLst/>
            <a:ahLst/>
            <a:cxnLst/>
            <a:rect l="l" t="t" r="r" b="b"/>
            <a:pathLst>
              <a:path w="331470" h="0">
                <a:moveTo>
                  <a:pt x="0" y="0"/>
                </a:moveTo>
                <a:lnTo>
                  <a:pt x="331154" y="0"/>
                </a:lnTo>
              </a:path>
            </a:pathLst>
          </a:custGeom>
          <a:ln w="6337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9" name="object 349"/>
          <p:cNvSpPr/>
          <p:nvPr/>
        </p:nvSpPr>
        <p:spPr>
          <a:xfrm>
            <a:off x="3916578" y="3614877"/>
            <a:ext cx="340360" cy="0"/>
          </a:xfrm>
          <a:custGeom>
            <a:avLst/>
            <a:gdLst/>
            <a:ahLst/>
            <a:cxnLst/>
            <a:rect l="l" t="t" r="r" b="b"/>
            <a:pathLst>
              <a:path w="340360" h="0">
                <a:moveTo>
                  <a:pt x="0" y="0"/>
                </a:moveTo>
                <a:lnTo>
                  <a:pt x="339862" y="0"/>
                </a:lnTo>
              </a:path>
            </a:pathLst>
          </a:custGeom>
          <a:ln w="30886">
            <a:solidFill>
              <a:srgbClr val="AFC5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0" name="object 350"/>
          <p:cNvSpPr/>
          <p:nvPr/>
        </p:nvSpPr>
        <p:spPr>
          <a:xfrm>
            <a:off x="3901086" y="3256559"/>
            <a:ext cx="31115" cy="89535"/>
          </a:xfrm>
          <a:custGeom>
            <a:avLst/>
            <a:gdLst/>
            <a:ahLst/>
            <a:cxnLst/>
            <a:rect l="l" t="t" r="r" b="b"/>
            <a:pathLst>
              <a:path w="31114" h="89535">
                <a:moveTo>
                  <a:pt x="30981" y="89484"/>
                </a:moveTo>
                <a:lnTo>
                  <a:pt x="0" y="89484"/>
                </a:lnTo>
                <a:lnTo>
                  <a:pt x="2327" y="54763"/>
                </a:lnTo>
                <a:lnTo>
                  <a:pt x="8239" y="14696"/>
                </a:lnTo>
                <a:lnTo>
                  <a:pt x="15492" y="0"/>
                </a:lnTo>
                <a:lnTo>
                  <a:pt x="22739" y="14696"/>
                </a:lnTo>
                <a:lnTo>
                  <a:pt x="28652" y="54763"/>
                </a:lnTo>
                <a:lnTo>
                  <a:pt x="30981" y="89484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1" name="object 351"/>
          <p:cNvSpPr/>
          <p:nvPr/>
        </p:nvSpPr>
        <p:spPr>
          <a:xfrm>
            <a:off x="3900767" y="3346043"/>
            <a:ext cx="31750" cy="5080"/>
          </a:xfrm>
          <a:custGeom>
            <a:avLst/>
            <a:gdLst/>
            <a:ahLst/>
            <a:cxnLst/>
            <a:rect l="l" t="t" r="r" b="b"/>
            <a:pathLst>
              <a:path w="31750" h="5079">
                <a:moveTo>
                  <a:pt x="0" y="4749"/>
                </a:moveTo>
                <a:lnTo>
                  <a:pt x="318" y="0"/>
                </a:lnTo>
                <a:lnTo>
                  <a:pt x="31299" y="0"/>
                </a:lnTo>
                <a:lnTo>
                  <a:pt x="31618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2" name="object 352"/>
          <p:cNvSpPr/>
          <p:nvPr/>
        </p:nvSpPr>
        <p:spPr>
          <a:xfrm>
            <a:off x="3900449" y="3350793"/>
            <a:ext cx="32384" cy="5080"/>
          </a:xfrm>
          <a:custGeom>
            <a:avLst/>
            <a:gdLst/>
            <a:ahLst/>
            <a:cxnLst/>
            <a:rect l="l" t="t" r="r" b="b"/>
            <a:pathLst>
              <a:path w="32385" h="5079">
                <a:moveTo>
                  <a:pt x="0" y="4749"/>
                </a:moveTo>
                <a:lnTo>
                  <a:pt x="318" y="0"/>
                </a:lnTo>
                <a:lnTo>
                  <a:pt x="31936" y="0"/>
                </a:lnTo>
                <a:lnTo>
                  <a:pt x="32255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3DF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3" name="object 353"/>
          <p:cNvSpPr/>
          <p:nvPr/>
        </p:nvSpPr>
        <p:spPr>
          <a:xfrm>
            <a:off x="3900237" y="3355543"/>
            <a:ext cx="33020" cy="3175"/>
          </a:xfrm>
          <a:custGeom>
            <a:avLst/>
            <a:gdLst/>
            <a:ahLst/>
            <a:cxnLst/>
            <a:rect l="l" t="t" r="r" b="b"/>
            <a:pathLst>
              <a:path w="33020" h="3175">
                <a:moveTo>
                  <a:pt x="0" y="3162"/>
                </a:moveTo>
                <a:lnTo>
                  <a:pt x="211" y="0"/>
                </a:lnTo>
                <a:lnTo>
                  <a:pt x="32467" y="0"/>
                </a:lnTo>
                <a:lnTo>
                  <a:pt x="32679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D5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4" name="object 354"/>
          <p:cNvSpPr/>
          <p:nvPr/>
        </p:nvSpPr>
        <p:spPr>
          <a:xfrm>
            <a:off x="3899919" y="3358705"/>
            <a:ext cx="33655" cy="5080"/>
          </a:xfrm>
          <a:custGeom>
            <a:avLst/>
            <a:gdLst/>
            <a:ahLst/>
            <a:cxnLst/>
            <a:rect l="l" t="t" r="r" b="b"/>
            <a:pathLst>
              <a:path w="33654" h="5079">
                <a:moveTo>
                  <a:pt x="0" y="4749"/>
                </a:moveTo>
                <a:lnTo>
                  <a:pt x="318" y="0"/>
                </a:lnTo>
                <a:lnTo>
                  <a:pt x="32997" y="0"/>
                </a:lnTo>
                <a:lnTo>
                  <a:pt x="33316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7E2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5" name="object 355"/>
          <p:cNvSpPr/>
          <p:nvPr/>
        </p:nvSpPr>
        <p:spPr>
          <a:xfrm>
            <a:off x="3899600" y="3363455"/>
            <a:ext cx="34290" cy="5080"/>
          </a:xfrm>
          <a:custGeom>
            <a:avLst/>
            <a:gdLst/>
            <a:ahLst/>
            <a:cxnLst/>
            <a:rect l="l" t="t" r="r" b="b"/>
            <a:pathLst>
              <a:path w="34289" h="5079">
                <a:moveTo>
                  <a:pt x="0" y="4749"/>
                </a:moveTo>
                <a:lnTo>
                  <a:pt x="318" y="0"/>
                </a:lnTo>
                <a:lnTo>
                  <a:pt x="33634" y="0"/>
                </a:lnTo>
                <a:lnTo>
                  <a:pt x="33953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A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6" name="object 356"/>
          <p:cNvSpPr/>
          <p:nvPr/>
        </p:nvSpPr>
        <p:spPr>
          <a:xfrm>
            <a:off x="3899386" y="3368217"/>
            <a:ext cx="34925" cy="5080"/>
          </a:xfrm>
          <a:custGeom>
            <a:avLst/>
            <a:gdLst/>
            <a:ahLst/>
            <a:cxnLst/>
            <a:rect l="l" t="t" r="r" b="b"/>
            <a:pathLst>
              <a:path w="34925" h="5079">
                <a:moveTo>
                  <a:pt x="34381" y="4749"/>
                </a:moveTo>
                <a:lnTo>
                  <a:pt x="0" y="4749"/>
                </a:lnTo>
                <a:lnTo>
                  <a:pt x="44" y="2511"/>
                </a:lnTo>
                <a:lnTo>
                  <a:pt x="213" y="0"/>
                </a:lnTo>
                <a:lnTo>
                  <a:pt x="34168" y="0"/>
                </a:lnTo>
                <a:lnTo>
                  <a:pt x="34336" y="2511"/>
                </a:lnTo>
                <a:lnTo>
                  <a:pt x="34381" y="4749"/>
                </a:lnTo>
                <a:close/>
              </a:path>
            </a:pathLst>
          </a:custGeom>
          <a:solidFill>
            <a:srgbClr val="DC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7" name="object 357"/>
          <p:cNvSpPr/>
          <p:nvPr/>
        </p:nvSpPr>
        <p:spPr>
          <a:xfrm>
            <a:off x="3899291" y="3372967"/>
            <a:ext cx="34925" cy="5080"/>
          </a:xfrm>
          <a:custGeom>
            <a:avLst/>
            <a:gdLst/>
            <a:ahLst/>
            <a:cxnLst/>
            <a:rect l="l" t="t" r="r" b="b"/>
            <a:pathLst>
              <a:path w="34925" h="5079">
                <a:moveTo>
                  <a:pt x="0" y="4749"/>
                </a:moveTo>
                <a:lnTo>
                  <a:pt x="95" y="0"/>
                </a:lnTo>
                <a:lnTo>
                  <a:pt x="34476" y="0"/>
                </a:lnTo>
                <a:lnTo>
                  <a:pt x="34572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EE7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8" name="object 358"/>
          <p:cNvSpPr/>
          <p:nvPr/>
        </p:nvSpPr>
        <p:spPr>
          <a:xfrm>
            <a:off x="3899227" y="3377717"/>
            <a:ext cx="34925" cy="3175"/>
          </a:xfrm>
          <a:custGeom>
            <a:avLst/>
            <a:gdLst/>
            <a:ahLst/>
            <a:cxnLst/>
            <a:rect l="l" t="t" r="r" b="b"/>
            <a:pathLst>
              <a:path w="34925" h="3175">
                <a:moveTo>
                  <a:pt x="0" y="3162"/>
                </a:moveTo>
                <a:lnTo>
                  <a:pt x="63" y="0"/>
                </a:lnTo>
                <a:lnTo>
                  <a:pt x="34635" y="0"/>
                </a:lnTo>
                <a:lnTo>
                  <a:pt x="34699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9" name="object 359"/>
          <p:cNvSpPr/>
          <p:nvPr/>
        </p:nvSpPr>
        <p:spPr>
          <a:xfrm>
            <a:off x="3899132" y="3380879"/>
            <a:ext cx="34925" cy="5080"/>
          </a:xfrm>
          <a:custGeom>
            <a:avLst/>
            <a:gdLst/>
            <a:ahLst/>
            <a:cxnLst/>
            <a:rect l="l" t="t" r="r" b="b"/>
            <a:pathLst>
              <a:path w="34925" h="5079">
                <a:moveTo>
                  <a:pt x="0" y="4749"/>
                </a:moveTo>
                <a:lnTo>
                  <a:pt x="95" y="0"/>
                </a:lnTo>
                <a:lnTo>
                  <a:pt x="34794" y="0"/>
                </a:lnTo>
                <a:lnTo>
                  <a:pt x="34890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0" name="object 360"/>
          <p:cNvSpPr/>
          <p:nvPr/>
        </p:nvSpPr>
        <p:spPr>
          <a:xfrm>
            <a:off x="3899037" y="3385629"/>
            <a:ext cx="35560" cy="5080"/>
          </a:xfrm>
          <a:custGeom>
            <a:avLst/>
            <a:gdLst/>
            <a:ahLst/>
            <a:cxnLst/>
            <a:rect l="l" t="t" r="r" b="b"/>
            <a:pathLst>
              <a:path w="35560" h="5079">
                <a:moveTo>
                  <a:pt x="0" y="4749"/>
                </a:moveTo>
                <a:lnTo>
                  <a:pt x="95" y="0"/>
                </a:lnTo>
                <a:lnTo>
                  <a:pt x="34985" y="0"/>
                </a:lnTo>
                <a:lnTo>
                  <a:pt x="35080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1" name="object 361"/>
          <p:cNvSpPr/>
          <p:nvPr/>
        </p:nvSpPr>
        <p:spPr>
          <a:xfrm>
            <a:off x="3898942" y="3390379"/>
            <a:ext cx="35560" cy="5080"/>
          </a:xfrm>
          <a:custGeom>
            <a:avLst/>
            <a:gdLst/>
            <a:ahLst/>
            <a:cxnLst/>
            <a:rect l="l" t="t" r="r" b="b"/>
            <a:pathLst>
              <a:path w="35560" h="5079">
                <a:moveTo>
                  <a:pt x="0" y="4749"/>
                </a:moveTo>
                <a:lnTo>
                  <a:pt x="95" y="0"/>
                </a:lnTo>
                <a:lnTo>
                  <a:pt x="35175" y="0"/>
                </a:lnTo>
                <a:lnTo>
                  <a:pt x="35271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6EC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2" name="object 362"/>
          <p:cNvSpPr/>
          <p:nvPr/>
        </p:nvSpPr>
        <p:spPr>
          <a:xfrm>
            <a:off x="3898878" y="3395129"/>
            <a:ext cx="35560" cy="3175"/>
          </a:xfrm>
          <a:custGeom>
            <a:avLst/>
            <a:gdLst/>
            <a:ahLst/>
            <a:cxnLst/>
            <a:rect l="l" t="t" r="r" b="b"/>
            <a:pathLst>
              <a:path w="35560" h="3175">
                <a:moveTo>
                  <a:pt x="0" y="3162"/>
                </a:moveTo>
                <a:lnTo>
                  <a:pt x="63" y="0"/>
                </a:lnTo>
                <a:lnTo>
                  <a:pt x="35334" y="0"/>
                </a:lnTo>
                <a:lnTo>
                  <a:pt x="35398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3" name="object 363"/>
          <p:cNvSpPr/>
          <p:nvPr/>
        </p:nvSpPr>
        <p:spPr>
          <a:xfrm>
            <a:off x="3898782" y="3398304"/>
            <a:ext cx="36195" cy="5080"/>
          </a:xfrm>
          <a:custGeom>
            <a:avLst/>
            <a:gdLst/>
            <a:ahLst/>
            <a:cxnLst/>
            <a:rect l="l" t="t" r="r" b="b"/>
            <a:pathLst>
              <a:path w="36195" h="5079">
                <a:moveTo>
                  <a:pt x="0" y="4749"/>
                </a:moveTo>
                <a:lnTo>
                  <a:pt x="95" y="0"/>
                </a:lnTo>
                <a:lnTo>
                  <a:pt x="35494" y="0"/>
                </a:lnTo>
                <a:lnTo>
                  <a:pt x="35589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4" name="object 364"/>
          <p:cNvSpPr/>
          <p:nvPr/>
        </p:nvSpPr>
        <p:spPr>
          <a:xfrm>
            <a:off x="3898687" y="3403053"/>
            <a:ext cx="36195" cy="5080"/>
          </a:xfrm>
          <a:custGeom>
            <a:avLst/>
            <a:gdLst/>
            <a:ahLst/>
            <a:cxnLst/>
            <a:rect l="l" t="t" r="r" b="b"/>
            <a:pathLst>
              <a:path w="36195" h="5079">
                <a:moveTo>
                  <a:pt x="0" y="4749"/>
                </a:moveTo>
                <a:lnTo>
                  <a:pt x="95" y="0"/>
                </a:lnTo>
                <a:lnTo>
                  <a:pt x="35684" y="0"/>
                </a:lnTo>
                <a:lnTo>
                  <a:pt x="35780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5" name="object 365"/>
          <p:cNvSpPr/>
          <p:nvPr/>
        </p:nvSpPr>
        <p:spPr>
          <a:xfrm>
            <a:off x="3898592" y="3407803"/>
            <a:ext cx="36195" cy="5080"/>
          </a:xfrm>
          <a:custGeom>
            <a:avLst/>
            <a:gdLst/>
            <a:ahLst/>
            <a:cxnLst/>
            <a:rect l="l" t="t" r="r" b="b"/>
            <a:pathLst>
              <a:path w="36195" h="5079">
                <a:moveTo>
                  <a:pt x="0" y="4749"/>
                </a:moveTo>
                <a:lnTo>
                  <a:pt x="95" y="0"/>
                </a:lnTo>
                <a:lnTo>
                  <a:pt x="35875" y="0"/>
                </a:lnTo>
                <a:lnTo>
                  <a:pt x="35970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D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6" name="object 366"/>
          <p:cNvSpPr/>
          <p:nvPr/>
        </p:nvSpPr>
        <p:spPr>
          <a:xfrm>
            <a:off x="3898529" y="3412553"/>
            <a:ext cx="36195" cy="3175"/>
          </a:xfrm>
          <a:custGeom>
            <a:avLst/>
            <a:gdLst/>
            <a:ahLst/>
            <a:cxnLst/>
            <a:rect l="l" t="t" r="r" b="b"/>
            <a:pathLst>
              <a:path w="36195" h="3175">
                <a:moveTo>
                  <a:pt x="0" y="3162"/>
                </a:moveTo>
                <a:lnTo>
                  <a:pt x="63" y="0"/>
                </a:lnTo>
                <a:lnTo>
                  <a:pt x="36034" y="0"/>
                </a:lnTo>
                <a:lnTo>
                  <a:pt x="36097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7" name="object 367"/>
          <p:cNvSpPr/>
          <p:nvPr/>
        </p:nvSpPr>
        <p:spPr>
          <a:xfrm>
            <a:off x="3898433" y="3415728"/>
            <a:ext cx="36830" cy="5080"/>
          </a:xfrm>
          <a:custGeom>
            <a:avLst/>
            <a:gdLst/>
            <a:ahLst/>
            <a:cxnLst/>
            <a:rect l="l" t="t" r="r" b="b"/>
            <a:pathLst>
              <a:path w="36829" h="5079">
                <a:moveTo>
                  <a:pt x="0" y="4749"/>
                </a:moveTo>
                <a:lnTo>
                  <a:pt x="95" y="0"/>
                </a:lnTo>
                <a:lnTo>
                  <a:pt x="36193" y="0"/>
                </a:lnTo>
                <a:lnTo>
                  <a:pt x="36289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8" name="object 368"/>
          <p:cNvSpPr/>
          <p:nvPr/>
        </p:nvSpPr>
        <p:spPr>
          <a:xfrm>
            <a:off x="3898338" y="3420478"/>
            <a:ext cx="36830" cy="5080"/>
          </a:xfrm>
          <a:custGeom>
            <a:avLst/>
            <a:gdLst/>
            <a:ahLst/>
            <a:cxnLst/>
            <a:rect l="l" t="t" r="r" b="b"/>
            <a:pathLst>
              <a:path w="36829" h="5079">
                <a:moveTo>
                  <a:pt x="0" y="4749"/>
                </a:moveTo>
                <a:lnTo>
                  <a:pt x="95" y="0"/>
                </a:lnTo>
                <a:lnTo>
                  <a:pt x="36384" y="0"/>
                </a:lnTo>
                <a:lnTo>
                  <a:pt x="36479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9" name="object 369"/>
          <p:cNvSpPr/>
          <p:nvPr/>
        </p:nvSpPr>
        <p:spPr>
          <a:xfrm>
            <a:off x="3898274" y="3425228"/>
            <a:ext cx="36830" cy="3175"/>
          </a:xfrm>
          <a:custGeom>
            <a:avLst/>
            <a:gdLst/>
            <a:ahLst/>
            <a:cxnLst/>
            <a:rect l="l" t="t" r="r" b="b"/>
            <a:pathLst>
              <a:path w="36829" h="3175">
                <a:moveTo>
                  <a:pt x="0" y="3162"/>
                </a:moveTo>
                <a:lnTo>
                  <a:pt x="63" y="0"/>
                </a:lnTo>
                <a:lnTo>
                  <a:pt x="36543" y="0"/>
                </a:lnTo>
                <a:lnTo>
                  <a:pt x="36606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0" name="object 370"/>
          <p:cNvSpPr/>
          <p:nvPr/>
        </p:nvSpPr>
        <p:spPr>
          <a:xfrm>
            <a:off x="3898179" y="3428390"/>
            <a:ext cx="36830" cy="5080"/>
          </a:xfrm>
          <a:custGeom>
            <a:avLst/>
            <a:gdLst/>
            <a:ahLst/>
            <a:cxnLst/>
            <a:rect l="l" t="t" r="r" b="b"/>
            <a:pathLst>
              <a:path w="36829" h="5079">
                <a:moveTo>
                  <a:pt x="0" y="4749"/>
                </a:moveTo>
                <a:lnTo>
                  <a:pt x="95" y="0"/>
                </a:lnTo>
                <a:lnTo>
                  <a:pt x="36702" y="0"/>
                </a:lnTo>
                <a:lnTo>
                  <a:pt x="36797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1" name="object 371"/>
          <p:cNvSpPr/>
          <p:nvPr/>
        </p:nvSpPr>
        <p:spPr>
          <a:xfrm>
            <a:off x="3897972" y="3433140"/>
            <a:ext cx="37465" cy="11430"/>
          </a:xfrm>
          <a:custGeom>
            <a:avLst/>
            <a:gdLst/>
            <a:ahLst/>
            <a:cxnLst/>
            <a:rect l="l" t="t" r="r" b="b"/>
            <a:pathLst>
              <a:path w="37464" h="11429">
                <a:moveTo>
                  <a:pt x="37195" y="11087"/>
                </a:moveTo>
                <a:lnTo>
                  <a:pt x="15" y="11087"/>
                </a:lnTo>
                <a:lnTo>
                  <a:pt x="0" y="10299"/>
                </a:lnTo>
                <a:lnTo>
                  <a:pt x="206" y="0"/>
                </a:lnTo>
                <a:lnTo>
                  <a:pt x="37004" y="0"/>
                </a:lnTo>
                <a:lnTo>
                  <a:pt x="37211" y="10299"/>
                </a:lnTo>
                <a:lnTo>
                  <a:pt x="37195" y="11087"/>
                </a:lnTo>
                <a:close/>
              </a:path>
            </a:pathLst>
          </a:custGeom>
          <a:solidFill>
            <a:srgbClr val="F8F9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2" name="object 372"/>
          <p:cNvSpPr/>
          <p:nvPr/>
        </p:nvSpPr>
        <p:spPr>
          <a:xfrm>
            <a:off x="3897988" y="3444227"/>
            <a:ext cx="37465" cy="6350"/>
          </a:xfrm>
          <a:custGeom>
            <a:avLst/>
            <a:gdLst/>
            <a:ahLst/>
            <a:cxnLst/>
            <a:rect l="l" t="t" r="r" b="b"/>
            <a:pathLst>
              <a:path w="37464" h="6350">
                <a:moveTo>
                  <a:pt x="127" y="6337"/>
                </a:moveTo>
                <a:lnTo>
                  <a:pt x="0" y="0"/>
                </a:lnTo>
                <a:lnTo>
                  <a:pt x="37179" y="0"/>
                </a:lnTo>
                <a:lnTo>
                  <a:pt x="37052" y="6337"/>
                </a:lnTo>
                <a:lnTo>
                  <a:pt x="127" y="6337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3" name="object 373"/>
          <p:cNvSpPr/>
          <p:nvPr/>
        </p:nvSpPr>
        <p:spPr>
          <a:xfrm>
            <a:off x="3898115" y="3450564"/>
            <a:ext cx="37465" cy="5080"/>
          </a:xfrm>
          <a:custGeom>
            <a:avLst/>
            <a:gdLst/>
            <a:ahLst/>
            <a:cxnLst/>
            <a:rect l="l" t="t" r="r" b="b"/>
            <a:pathLst>
              <a:path w="37464" h="5079">
                <a:moveTo>
                  <a:pt x="95" y="4749"/>
                </a:moveTo>
                <a:lnTo>
                  <a:pt x="0" y="0"/>
                </a:lnTo>
                <a:lnTo>
                  <a:pt x="36925" y="0"/>
                </a:lnTo>
                <a:lnTo>
                  <a:pt x="36829" y="4749"/>
                </a:lnTo>
                <a:lnTo>
                  <a:pt x="95" y="4749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4" name="object 374"/>
          <p:cNvSpPr/>
          <p:nvPr/>
        </p:nvSpPr>
        <p:spPr>
          <a:xfrm>
            <a:off x="3898210" y="3455314"/>
            <a:ext cx="36830" cy="5080"/>
          </a:xfrm>
          <a:custGeom>
            <a:avLst/>
            <a:gdLst/>
            <a:ahLst/>
            <a:cxnLst/>
            <a:rect l="l" t="t" r="r" b="b"/>
            <a:pathLst>
              <a:path w="36829" h="5079">
                <a:moveTo>
                  <a:pt x="95" y="4749"/>
                </a:moveTo>
                <a:lnTo>
                  <a:pt x="0" y="0"/>
                </a:lnTo>
                <a:lnTo>
                  <a:pt x="36734" y="0"/>
                </a:lnTo>
                <a:lnTo>
                  <a:pt x="36639" y="4749"/>
                </a:lnTo>
                <a:lnTo>
                  <a:pt x="95" y="4749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5" name="object 375"/>
          <p:cNvSpPr/>
          <p:nvPr/>
        </p:nvSpPr>
        <p:spPr>
          <a:xfrm>
            <a:off x="3898306" y="3460064"/>
            <a:ext cx="36830" cy="6350"/>
          </a:xfrm>
          <a:custGeom>
            <a:avLst/>
            <a:gdLst/>
            <a:ahLst/>
            <a:cxnLst/>
            <a:rect l="l" t="t" r="r" b="b"/>
            <a:pathLst>
              <a:path w="36829" h="6350">
                <a:moveTo>
                  <a:pt x="127" y="6337"/>
                </a:moveTo>
                <a:lnTo>
                  <a:pt x="0" y="0"/>
                </a:lnTo>
                <a:lnTo>
                  <a:pt x="36543" y="0"/>
                </a:lnTo>
                <a:lnTo>
                  <a:pt x="36416" y="6337"/>
                </a:lnTo>
                <a:lnTo>
                  <a:pt x="127" y="6337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6" name="object 376"/>
          <p:cNvSpPr/>
          <p:nvPr/>
        </p:nvSpPr>
        <p:spPr>
          <a:xfrm>
            <a:off x="3898433" y="3466401"/>
            <a:ext cx="36830" cy="5080"/>
          </a:xfrm>
          <a:custGeom>
            <a:avLst/>
            <a:gdLst/>
            <a:ahLst/>
            <a:cxnLst/>
            <a:rect l="l" t="t" r="r" b="b"/>
            <a:pathLst>
              <a:path w="36829" h="5079">
                <a:moveTo>
                  <a:pt x="95" y="4749"/>
                </a:moveTo>
                <a:lnTo>
                  <a:pt x="0" y="0"/>
                </a:lnTo>
                <a:lnTo>
                  <a:pt x="36289" y="0"/>
                </a:lnTo>
                <a:lnTo>
                  <a:pt x="36194" y="4749"/>
                </a:lnTo>
                <a:lnTo>
                  <a:pt x="95" y="4749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7" name="object 377"/>
          <p:cNvSpPr/>
          <p:nvPr/>
        </p:nvSpPr>
        <p:spPr>
          <a:xfrm>
            <a:off x="3898528" y="3471151"/>
            <a:ext cx="36195" cy="8255"/>
          </a:xfrm>
          <a:custGeom>
            <a:avLst/>
            <a:gdLst/>
            <a:ahLst/>
            <a:cxnLst/>
            <a:rect l="l" t="t" r="r" b="b"/>
            <a:pathLst>
              <a:path w="36195" h="8254">
                <a:moveTo>
                  <a:pt x="158" y="7924"/>
                </a:moveTo>
                <a:lnTo>
                  <a:pt x="0" y="0"/>
                </a:lnTo>
                <a:lnTo>
                  <a:pt x="36099" y="0"/>
                </a:lnTo>
                <a:lnTo>
                  <a:pt x="35940" y="7924"/>
                </a:lnTo>
                <a:lnTo>
                  <a:pt x="158" y="7924"/>
                </a:lnTo>
                <a:close/>
              </a:path>
            </a:pathLst>
          </a:custGeom>
          <a:solidFill>
            <a:srgbClr val="EDF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8" name="object 378"/>
          <p:cNvSpPr/>
          <p:nvPr/>
        </p:nvSpPr>
        <p:spPr>
          <a:xfrm>
            <a:off x="3898687" y="3479076"/>
            <a:ext cx="36195" cy="6350"/>
          </a:xfrm>
          <a:custGeom>
            <a:avLst/>
            <a:gdLst/>
            <a:ahLst/>
            <a:cxnLst/>
            <a:rect l="l" t="t" r="r" b="b"/>
            <a:pathLst>
              <a:path w="36195" h="6350">
                <a:moveTo>
                  <a:pt x="127" y="6337"/>
                </a:moveTo>
                <a:lnTo>
                  <a:pt x="0" y="0"/>
                </a:lnTo>
                <a:lnTo>
                  <a:pt x="35781" y="0"/>
                </a:lnTo>
                <a:lnTo>
                  <a:pt x="35653" y="6337"/>
                </a:lnTo>
                <a:lnTo>
                  <a:pt x="127" y="6337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9" name="object 379"/>
          <p:cNvSpPr/>
          <p:nvPr/>
        </p:nvSpPr>
        <p:spPr>
          <a:xfrm>
            <a:off x="3898814" y="3485413"/>
            <a:ext cx="35560" cy="6350"/>
          </a:xfrm>
          <a:custGeom>
            <a:avLst/>
            <a:gdLst/>
            <a:ahLst/>
            <a:cxnLst/>
            <a:rect l="l" t="t" r="r" b="b"/>
            <a:pathLst>
              <a:path w="35560" h="6350">
                <a:moveTo>
                  <a:pt x="127" y="6337"/>
                </a:moveTo>
                <a:lnTo>
                  <a:pt x="0" y="0"/>
                </a:lnTo>
                <a:lnTo>
                  <a:pt x="35526" y="0"/>
                </a:lnTo>
                <a:lnTo>
                  <a:pt x="35399" y="6337"/>
                </a:lnTo>
                <a:lnTo>
                  <a:pt x="127" y="6337"/>
                </a:lnTo>
                <a:close/>
              </a:path>
            </a:pathLst>
          </a:custGeom>
          <a:solidFill>
            <a:srgbClr val="EAEF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0" name="object 380"/>
          <p:cNvSpPr/>
          <p:nvPr/>
        </p:nvSpPr>
        <p:spPr>
          <a:xfrm>
            <a:off x="3898941" y="3491738"/>
            <a:ext cx="35560" cy="6350"/>
          </a:xfrm>
          <a:custGeom>
            <a:avLst/>
            <a:gdLst/>
            <a:ahLst/>
            <a:cxnLst/>
            <a:rect l="l" t="t" r="r" b="b"/>
            <a:pathLst>
              <a:path w="35560" h="6350">
                <a:moveTo>
                  <a:pt x="127" y="6337"/>
                </a:moveTo>
                <a:lnTo>
                  <a:pt x="0" y="0"/>
                </a:lnTo>
                <a:lnTo>
                  <a:pt x="35273" y="0"/>
                </a:lnTo>
                <a:lnTo>
                  <a:pt x="35145" y="6337"/>
                </a:lnTo>
                <a:lnTo>
                  <a:pt x="127" y="6337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1" name="object 381"/>
          <p:cNvSpPr/>
          <p:nvPr/>
        </p:nvSpPr>
        <p:spPr>
          <a:xfrm>
            <a:off x="3899068" y="3498075"/>
            <a:ext cx="35560" cy="6350"/>
          </a:xfrm>
          <a:custGeom>
            <a:avLst/>
            <a:gdLst/>
            <a:ahLst/>
            <a:cxnLst/>
            <a:rect l="l" t="t" r="r" b="b"/>
            <a:pathLst>
              <a:path w="35560" h="6350">
                <a:moveTo>
                  <a:pt x="127" y="6337"/>
                </a:moveTo>
                <a:lnTo>
                  <a:pt x="0" y="0"/>
                </a:lnTo>
                <a:lnTo>
                  <a:pt x="35018" y="0"/>
                </a:lnTo>
                <a:lnTo>
                  <a:pt x="34891" y="6337"/>
                </a:lnTo>
                <a:lnTo>
                  <a:pt x="127" y="6337"/>
                </a:lnTo>
                <a:close/>
              </a:path>
            </a:pathLst>
          </a:custGeom>
          <a:solidFill>
            <a:srgbClr val="E6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2" name="object 382"/>
          <p:cNvSpPr/>
          <p:nvPr/>
        </p:nvSpPr>
        <p:spPr>
          <a:xfrm>
            <a:off x="3899195" y="3504412"/>
            <a:ext cx="34925" cy="6350"/>
          </a:xfrm>
          <a:custGeom>
            <a:avLst/>
            <a:gdLst/>
            <a:ahLst/>
            <a:cxnLst/>
            <a:rect l="l" t="t" r="r" b="b"/>
            <a:pathLst>
              <a:path w="34925" h="6350">
                <a:moveTo>
                  <a:pt x="127" y="6337"/>
                </a:moveTo>
                <a:lnTo>
                  <a:pt x="0" y="0"/>
                </a:lnTo>
                <a:lnTo>
                  <a:pt x="34764" y="0"/>
                </a:lnTo>
                <a:lnTo>
                  <a:pt x="34637" y="6337"/>
                </a:lnTo>
                <a:lnTo>
                  <a:pt x="127" y="6337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3" name="object 383"/>
          <p:cNvSpPr/>
          <p:nvPr/>
        </p:nvSpPr>
        <p:spPr>
          <a:xfrm>
            <a:off x="3899322" y="3510750"/>
            <a:ext cx="34925" cy="6350"/>
          </a:xfrm>
          <a:custGeom>
            <a:avLst/>
            <a:gdLst/>
            <a:ahLst/>
            <a:cxnLst/>
            <a:rect l="l" t="t" r="r" b="b"/>
            <a:pathLst>
              <a:path w="34925" h="6350">
                <a:moveTo>
                  <a:pt x="34340" y="6337"/>
                </a:moveTo>
                <a:lnTo>
                  <a:pt x="169" y="6337"/>
                </a:lnTo>
                <a:lnTo>
                  <a:pt x="109" y="5443"/>
                </a:lnTo>
                <a:lnTo>
                  <a:pt x="0" y="0"/>
                </a:lnTo>
                <a:lnTo>
                  <a:pt x="34510" y="0"/>
                </a:lnTo>
                <a:lnTo>
                  <a:pt x="34400" y="5443"/>
                </a:lnTo>
                <a:lnTo>
                  <a:pt x="34340" y="6337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4" name="object 384"/>
          <p:cNvSpPr/>
          <p:nvPr/>
        </p:nvSpPr>
        <p:spPr>
          <a:xfrm>
            <a:off x="3899491" y="3517087"/>
            <a:ext cx="34290" cy="8255"/>
          </a:xfrm>
          <a:custGeom>
            <a:avLst/>
            <a:gdLst/>
            <a:ahLst/>
            <a:cxnLst/>
            <a:rect l="l" t="t" r="r" b="b"/>
            <a:pathLst>
              <a:path w="34289" h="8254">
                <a:moveTo>
                  <a:pt x="33640" y="7924"/>
                </a:moveTo>
                <a:lnTo>
                  <a:pt x="531" y="7924"/>
                </a:lnTo>
                <a:lnTo>
                  <a:pt x="0" y="0"/>
                </a:lnTo>
                <a:lnTo>
                  <a:pt x="34171" y="0"/>
                </a:lnTo>
                <a:lnTo>
                  <a:pt x="33640" y="7924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5" name="object 385"/>
          <p:cNvSpPr/>
          <p:nvPr/>
        </p:nvSpPr>
        <p:spPr>
          <a:xfrm>
            <a:off x="3900022" y="3524999"/>
            <a:ext cx="33655" cy="8255"/>
          </a:xfrm>
          <a:custGeom>
            <a:avLst/>
            <a:gdLst/>
            <a:ahLst/>
            <a:cxnLst/>
            <a:rect l="l" t="t" r="r" b="b"/>
            <a:pathLst>
              <a:path w="33654" h="8254">
                <a:moveTo>
                  <a:pt x="32579" y="7924"/>
                </a:moveTo>
                <a:lnTo>
                  <a:pt x="531" y="7924"/>
                </a:lnTo>
                <a:lnTo>
                  <a:pt x="0" y="0"/>
                </a:lnTo>
                <a:lnTo>
                  <a:pt x="33110" y="0"/>
                </a:lnTo>
                <a:lnTo>
                  <a:pt x="32579" y="7924"/>
                </a:lnTo>
                <a:close/>
              </a:path>
            </a:pathLst>
          </a:custGeom>
          <a:solidFill>
            <a:srgbClr val="DE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6" name="object 386"/>
          <p:cNvSpPr/>
          <p:nvPr/>
        </p:nvSpPr>
        <p:spPr>
          <a:xfrm>
            <a:off x="3900552" y="3532924"/>
            <a:ext cx="32384" cy="8255"/>
          </a:xfrm>
          <a:custGeom>
            <a:avLst/>
            <a:gdLst/>
            <a:ahLst/>
            <a:cxnLst/>
            <a:rect l="l" t="t" r="r" b="b"/>
            <a:pathLst>
              <a:path w="32385" h="8254">
                <a:moveTo>
                  <a:pt x="31516" y="7924"/>
                </a:moveTo>
                <a:lnTo>
                  <a:pt x="531" y="7924"/>
                </a:lnTo>
                <a:lnTo>
                  <a:pt x="0" y="0"/>
                </a:lnTo>
                <a:lnTo>
                  <a:pt x="32048" y="0"/>
                </a:lnTo>
                <a:lnTo>
                  <a:pt x="31516" y="7924"/>
                </a:lnTo>
                <a:close/>
              </a:path>
            </a:pathLst>
          </a:custGeom>
          <a:solidFill>
            <a:srgbClr val="DD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7" name="object 387"/>
          <p:cNvSpPr/>
          <p:nvPr/>
        </p:nvSpPr>
        <p:spPr>
          <a:xfrm>
            <a:off x="3901083" y="3540836"/>
            <a:ext cx="31115" cy="9525"/>
          </a:xfrm>
          <a:custGeom>
            <a:avLst/>
            <a:gdLst/>
            <a:ahLst/>
            <a:cxnLst/>
            <a:rect l="l" t="t" r="r" b="b"/>
            <a:pathLst>
              <a:path w="31114" h="9525">
                <a:moveTo>
                  <a:pt x="30349" y="9499"/>
                </a:moveTo>
                <a:lnTo>
                  <a:pt x="636" y="9499"/>
                </a:lnTo>
                <a:lnTo>
                  <a:pt x="0" y="0"/>
                </a:lnTo>
                <a:lnTo>
                  <a:pt x="30986" y="0"/>
                </a:lnTo>
                <a:lnTo>
                  <a:pt x="30349" y="9499"/>
                </a:lnTo>
                <a:close/>
              </a:path>
            </a:pathLst>
          </a:custGeom>
          <a:solidFill>
            <a:srgbClr val="DB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8" name="object 388"/>
          <p:cNvSpPr/>
          <p:nvPr/>
        </p:nvSpPr>
        <p:spPr>
          <a:xfrm>
            <a:off x="3901719" y="3550335"/>
            <a:ext cx="29845" cy="11430"/>
          </a:xfrm>
          <a:custGeom>
            <a:avLst/>
            <a:gdLst/>
            <a:ahLst/>
            <a:cxnLst/>
            <a:rect l="l" t="t" r="r" b="b"/>
            <a:pathLst>
              <a:path w="29845" h="11429">
                <a:moveTo>
                  <a:pt x="28969" y="11087"/>
                </a:moveTo>
                <a:lnTo>
                  <a:pt x="743" y="11087"/>
                </a:lnTo>
                <a:lnTo>
                  <a:pt x="0" y="0"/>
                </a:lnTo>
                <a:lnTo>
                  <a:pt x="29712" y="0"/>
                </a:lnTo>
                <a:lnTo>
                  <a:pt x="28969" y="11087"/>
                </a:lnTo>
                <a:close/>
              </a:path>
            </a:pathLst>
          </a:custGeom>
          <a:solidFill>
            <a:srgbClr val="D9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9" name="object 389"/>
          <p:cNvSpPr/>
          <p:nvPr/>
        </p:nvSpPr>
        <p:spPr>
          <a:xfrm>
            <a:off x="3902463" y="3561422"/>
            <a:ext cx="28575" cy="9525"/>
          </a:xfrm>
          <a:custGeom>
            <a:avLst/>
            <a:gdLst/>
            <a:ahLst/>
            <a:cxnLst/>
            <a:rect l="l" t="t" r="r" b="b"/>
            <a:pathLst>
              <a:path w="28575" h="9525">
                <a:moveTo>
                  <a:pt x="27588" y="9499"/>
                </a:moveTo>
                <a:lnTo>
                  <a:pt x="636" y="9499"/>
                </a:lnTo>
                <a:lnTo>
                  <a:pt x="0" y="0"/>
                </a:lnTo>
                <a:lnTo>
                  <a:pt x="28226" y="0"/>
                </a:lnTo>
                <a:lnTo>
                  <a:pt x="27588" y="9499"/>
                </a:lnTo>
                <a:close/>
              </a:path>
            </a:pathLst>
          </a:custGeom>
          <a:solidFill>
            <a:srgbClr val="D6E1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0" name="object 390"/>
          <p:cNvSpPr/>
          <p:nvPr/>
        </p:nvSpPr>
        <p:spPr>
          <a:xfrm>
            <a:off x="3903100" y="3570935"/>
            <a:ext cx="27305" cy="11430"/>
          </a:xfrm>
          <a:custGeom>
            <a:avLst/>
            <a:gdLst/>
            <a:ahLst/>
            <a:cxnLst/>
            <a:rect l="l" t="t" r="r" b="b"/>
            <a:pathLst>
              <a:path w="27304" h="11429">
                <a:moveTo>
                  <a:pt x="25688" y="11087"/>
                </a:moveTo>
                <a:lnTo>
                  <a:pt x="1261" y="11087"/>
                </a:lnTo>
                <a:lnTo>
                  <a:pt x="312" y="4659"/>
                </a:lnTo>
                <a:lnTo>
                  <a:pt x="0" y="0"/>
                </a:lnTo>
                <a:lnTo>
                  <a:pt x="26950" y="0"/>
                </a:lnTo>
                <a:lnTo>
                  <a:pt x="26637" y="4659"/>
                </a:lnTo>
                <a:lnTo>
                  <a:pt x="25688" y="11087"/>
                </a:lnTo>
                <a:close/>
              </a:path>
            </a:pathLst>
          </a:custGeom>
          <a:solidFill>
            <a:srgbClr val="D4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1" name="object 391"/>
          <p:cNvSpPr/>
          <p:nvPr/>
        </p:nvSpPr>
        <p:spPr>
          <a:xfrm>
            <a:off x="3904362" y="3582022"/>
            <a:ext cx="24765" cy="8255"/>
          </a:xfrm>
          <a:custGeom>
            <a:avLst/>
            <a:gdLst/>
            <a:ahLst/>
            <a:cxnLst/>
            <a:rect l="l" t="t" r="r" b="b"/>
            <a:pathLst>
              <a:path w="24764" h="8254">
                <a:moveTo>
                  <a:pt x="23256" y="7924"/>
                </a:moveTo>
                <a:lnTo>
                  <a:pt x="1170" y="7924"/>
                </a:lnTo>
                <a:lnTo>
                  <a:pt x="0" y="0"/>
                </a:lnTo>
                <a:lnTo>
                  <a:pt x="24427" y="0"/>
                </a:lnTo>
                <a:lnTo>
                  <a:pt x="23256" y="7924"/>
                </a:lnTo>
                <a:close/>
              </a:path>
            </a:pathLst>
          </a:custGeom>
          <a:solidFill>
            <a:srgbClr val="D2D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2" name="object 392"/>
          <p:cNvSpPr/>
          <p:nvPr/>
        </p:nvSpPr>
        <p:spPr>
          <a:xfrm>
            <a:off x="3905530" y="3589934"/>
            <a:ext cx="22225" cy="8255"/>
          </a:xfrm>
          <a:custGeom>
            <a:avLst/>
            <a:gdLst/>
            <a:ahLst/>
            <a:cxnLst/>
            <a:rect l="l" t="t" r="r" b="b"/>
            <a:pathLst>
              <a:path w="22225" h="8254">
                <a:moveTo>
                  <a:pt x="20920" y="7924"/>
                </a:moveTo>
                <a:lnTo>
                  <a:pt x="1170" y="7924"/>
                </a:lnTo>
                <a:lnTo>
                  <a:pt x="0" y="0"/>
                </a:lnTo>
                <a:lnTo>
                  <a:pt x="22090" y="0"/>
                </a:lnTo>
                <a:lnTo>
                  <a:pt x="20920" y="7924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3" name="object 393"/>
          <p:cNvSpPr/>
          <p:nvPr/>
        </p:nvSpPr>
        <p:spPr>
          <a:xfrm>
            <a:off x="3906700" y="3597859"/>
            <a:ext cx="20320" cy="33020"/>
          </a:xfrm>
          <a:custGeom>
            <a:avLst/>
            <a:gdLst/>
            <a:ahLst/>
            <a:cxnLst/>
            <a:rect l="l" t="t" r="r" b="b"/>
            <a:pathLst>
              <a:path w="20320" h="33020">
                <a:moveTo>
                  <a:pt x="9877" y="32461"/>
                </a:moveTo>
                <a:lnTo>
                  <a:pt x="2625" y="17779"/>
                </a:lnTo>
                <a:lnTo>
                  <a:pt x="0" y="0"/>
                </a:lnTo>
                <a:lnTo>
                  <a:pt x="19749" y="0"/>
                </a:lnTo>
                <a:lnTo>
                  <a:pt x="17124" y="17779"/>
                </a:lnTo>
                <a:lnTo>
                  <a:pt x="9877" y="32461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4" name="object 394"/>
          <p:cNvSpPr/>
          <p:nvPr/>
        </p:nvSpPr>
        <p:spPr>
          <a:xfrm>
            <a:off x="3897972" y="3256559"/>
            <a:ext cx="37465" cy="374015"/>
          </a:xfrm>
          <a:custGeom>
            <a:avLst/>
            <a:gdLst/>
            <a:ahLst/>
            <a:cxnLst/>
            <a:rect l="l" t="t" r="r" b="b"/>
            <a:pathLst>
              <a:path w="37464" h="374014">
                <a:moveTo>
                  <a:pt x="18605" y="0"/>
                </a:moveTo>
                <a:lnTo>
                  <a:pt x="25852" y="14696"/>
                </a:lnTo>
                <a:lnTo>
                  <a:pt x="31765" y="54763"/>
                </a:lnTo>
                <a:lnTo>
                  <a:pt x="35750" y="114169"/>
                </a:lnTo>
                <a:lnTo>
                  <a:pt x="37211" y="186880"/>
                </a:lnTo>
                <a:lnTo>
                  <a:pt x="35750" y="259634"/>
                </a:lnTo>
                <a:lnTo>
                  <a:pt x="31765" y="319035"/>
                </a:lnTo>
                <a:lnTo>
                  <a:pt x="25852" y="359078"/>
                </a:lnTo>
                <a:lnTo>
                  <a:pt x="18605" y="373760"/>
                </a:lnTo>
                <a:lnTo>
                  <a:pt x="11353" y="359078"/>
                </a:lnTo>
                <a:lnTo>
                  <a:pt x="5440" y="319035"/>
                </a:lnTo>
                <a:lnTo>
                  <a:pt x="1458" y="259634"/>
                </a:lnTo>
                <a:lnTo>
                  <a:pt x="0" y="186880"/>
                </a:lnTo>
                <a:lnTo>
                  <a:pt x="1458" y="114169"/>
                </a:lnTo>
                <a:lnTo>
                  <a:pt x="5440" y="54763"/>
                </a:lnTo>
                <a:lnTo>
                  <a:pt x="11353" y="14696"/>
                </a:lnTo>
                <a:lnTo>
                  <a:pt x="18605" y="0"/>
                </a:lnTo>
                <a:close/>
              </a:path>
            </a:pathLst>
          </a:custGeom>
          <a:ln w="13169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5" name="object 395"/>
          <p:cNvSpPr/>
          <p:nvPr/>
        </p:nvSpPr>
        <p:spPr>
          <a:xfrm>
            <a:off x="3916578" y="3256559"/>
            <a:ext cx="349250" cy="374015"/>
          </a:xfrm>
          <a:custGeom>
            <a:avLst/>
            <a:gdLst/>
            <a:ahLst/>
            <a:cxnLst/>
            <a:rect l="l" t="t" r="r" b="b"/>
            <a:pathLst>
              <a:path w="349250" h="374014">
                <a:moveTo>
                  <a:pt x="0" y="0"/>
                </a:moveTo>
                <a:lnTo>
                  <a:pt x="330288" y="0"/>
                </a:lnTo>
                <a:lnTo>
                  <a:pt x="337482" y="14696"/>
                </a:lnTo>
                <a:lnTo>
                  <a:pt x="343365" y="54763"/>
                </a:lnTo>
                <a:lnTo>
                  <a:pt x="347335" y="114169"/>
                </a:lnTo>
                <a:lnTo>
                  <a:pt x="348792" y="186880"/>
                </a:lnTo>
                <a:lnTo>
                  <a:pt x="347335" y="259634"/>
                </a:lnTo>
                <a:lnTo>
                  <a:pt x="343365" y="319035"/>
                </a:lnTo>
                <a:lnTo>
                  <a:pt x="337482" y="359078"/>
                </a:lnTo>
                <a:lnTo>
                  <a:pt x="330288" y="373760"/>
                </a:lnTo>
                <a:lnTo>
                  <a:pt x="0" y="373760"/>
                </a:lnTo>
              </a:path>
            </a:pathLst>
          </a:custGeom>
          <a:ln w="13169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6" name="object 396"/>
          <p:cNvSpPr/>
          <p:nvPr/>
        </p:nvSpPr>
        <p:spPr>
          <a:xfrm>
            <a:off x="4314469" y="3254971"/>
            <a:ext cx="375285" cy="88265"/>
          </a:xfrm>
          <a:custGeom>
            <a:avLst/>
            <a:gdLst/>
            <a:ahLst/>
            <a:cxnLst/>
            <a:rect l="l" t="t" r="r" b="b"/>
            <a:pathLst>
              <a:path w="375285" h="88264">
                <a:moveTo>
                  <a:pt x="375249" y="87896"/>
                </a:moveTo>
                <a:lnTo>
                  <a:pt x="15572" y="87896"/>
                </a:lnTo>
                <a:lnTo>
                  <a:pt x="13338" y="54763"/>
                </a:lnTo>
                <a:lnTo>
                  <a:pt x="7364" y="14696"/>
                </a:lnTo>
                <a:lnTo>
                  <a:pt x="0" y="0"/>
                </a:lnTo>
                <a:lnTo>
                  <a:pt x="359676" y="0"/>
                </a:lnTo>
                <a:lnTo>
                  <a:pt x="367041" y="14696"/>
                </a:lnTo>
                <a:lnTo>
                  <a:pt x="373014" y="54763"/>
                </a:lnTo>
                <a:lnTo>
                  <a:pt x="375249" y="87896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7" name="object 397"/>
          <p:cNvSpPr/>
          <p:nvPr/>
        </p:nvSpPr>
        <p:spPr>
          <a:xfrm>
            <a:off x="4330042" y="3344449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889" y="0"/>
                </a:lnTo>
              </a:path>
            </a:pathLst>
          </a:custGeom>
          <a:ln w="3175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8" name="object 398"/>
          <p:cNvSpPr/>
          <p:nvPr/>
        </p:nvSpPr>
        <p:spPr>
          <a:xfrm>
            <a:off x="4330256" y="3347624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889" y="0"/>
                </a:lnTo>
              </a:path>
            </a:pathLst>
          </a:custGeom>
          <a:ln w="3175">
            <a:solidFill>
              <a:srgbClr val="B5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9" name="object 399"/>
          <p:cNvSpPr/>
          <p:nvPr/>
        </p:nvSpPr>
        <p:spPr>
          <a:xfrm>
            <a:off x="4330469" y="3350786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889" y="0"/>
                </a:lnTo>
              </a:path>
            </a:pathLst>
          </a:custGeom>
          <a:ln w="3175">
            <a:solidFill>
              <a:srgbClr val="B7CA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0" name="object 400"/>
          <p:cNvSpPr/>
          <p:nvPr/>
        </p:nvSpPr>
        <p:spPr>
          <a:xfrm>
            <a:off x="4330682" y="3353949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889" y="0"/>
                </a:lnTo>
              </a:path>
            </a:pathLst>
          </a:custGeom>
          <a:ln w="3175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1" name="object 401"/>
          <p:cNvSpPr/>
          <p:nvPr/>
        </p:nvSpPr>
        <p:spPr>
          <a:xfrm>
            <a:off x="4330897" y="3356336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83" y="0"/>
                </a:lnTo>
              </a:path>
            </a:pathLst>
          </a:custGeom>
          <a:ln w="3175">
            <a:solidFill>
              <a:srgbClr val="BA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2" name="object 402"/>
          <p:cNvSpPr/>
          <p:nvPr/>
        </p:nvSpPr>
        <p:spPr>
          <a:xfrm>
            <a:off x="4331004" y="3358712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889" y="0"/>
                </a:lnTo>
              </a:path>
            </a:pathLst>
          </a:custGeom>
          <a:ln w="3175">
            <a:solidFill>
              <a:srgbClr val="BC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3" name="object 403"/>
          <p:cNvSpPr/>
          <p:nvPr/>
        </p:nvSpPr>
        <p:spPr>
          <a:xfrm>
            <a:off x="4331217" y="3361086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83" y="0"/>
                </a:lnTo>
              </a:path>
            </a:pathLst>
          </a:custGeom>
          <a:ln w="3175">
            <a:solidFill>
              <a:srgbClr val="BE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4" name="object 404"/>
          <p:cNvSpPr/>
          <p:nvPr/>
        </p:nvSpPr>
        <p:spPr>
          <a:xfrm>
            <a:off x="4331324" y="3363461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889" y="0"/>
                </a:lnTo>
              </a:path>
            </a:pathLst>
          </a:custGeom>
          <a:ln w="3175">
            <a:solidFill>
              <a:srgbClr val="C1D2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5" name="object 405"/>
          <p:cNvSpPr/>
          <p:nvPr/>
        </p:nvSpPr>
        <p:spPr>
          <a:xfrm>
            <a:off x="4331537" y="3366623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889" y="0"/>
                </a:lnTo>
              </a:path>
            </a:pathLst>
          </a:custGeom>
          <a:ln w="3175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6" name="object 406"/>
          <p:cNvSpPr/>
          <p:nvPr/>
        </p:nvSpPr>
        <p:spPr>
          <a:xfrm>
            <a:off x="4331752" y="3369798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84" y="0"/>
                </a:lnTo>
              </a:path>
            </a:pathLst>
          </a:custGeom>
          <a:ln w="3175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7" name="object 407"/>
          <p:cNvSpPr/>
          <p:nvPr/>
        </p:nvSpPr>
        <p:spPr>
          <a:xfrm>
            <a:off x="4331859" y="3372961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8" name="object 408"/>
          <p:cNvSpPr/>
          <p:nvPr/>
        </p:nvSpPr>
        <p:spPr>
          <a:xfrm>
            <a:off x="4331923" y="3375336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08" y="0"/>
                </a:lnTo>
              </a:path>
            </a:pathLst>
          </a:custGeom>
          <a:ln w="3175">
            <a:solidFill>
              <a:srgbClr val="C8D7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9" name="object 409"/>
          <p:cNvSpPr/>
          <p:nvPr/>
        </p:nvSpPr>
        <p:spPr>
          <a:xfrm>
            <a:off x="4331954" y="3377710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0" name="object 410"/>
          <p:cNvSpPr/>
          <p:nvPr/>
        </p:nvSpPr>
        <p:spPr>
          <a:xfrm>
            <a:off x="4332018" y="3380873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CEDC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1" name="object 411"/>
          <p:cNvSpPr/>
          <p:nvPr/>
        </p:nvSpPr>
        <p:spPr>
          <a:xfrm>
            <a:off x="4332082" y="3384048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D0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2" name="object 412"/>
          <p:cNvSpPr/>
          <p:nvPr/>
        </p:nvSpPr>
        <p:spPr>
          <a:xfrm>
            <a:off x="4332146" y="3387210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3" name="object 413"/>
          <p:cNvSpPr/>
          <p:nvPr/>
        </p:nvSpPr>
        <p:spPr>
          <a:xfrm>
            <a:off x="4332210" y="3390385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D3DF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4" name="object 414"/>
          <p:cNvSpPr/>
          <p:nvPr/>
        </p:nvSpPr>
        <p:spPr>
          <a:xfrm>
            <a:off x="4332273" y="3393547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D6E1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5" name="object 415"/>
          <p:cNvSpPr/>
          <p:nvPr/>
        </p:nvSpPr>
        <p:spPr>
          <a:xfrm>
            <a:off x="4332337" y="3396710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DA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6" name="object 416"/>
          <p:cNvSpPr/>
          <p:nvPr/>
        </p:nvSpPr>
        <p:spPr>
          <a:xfrm>
            <a:off x="4332401" y="3399885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DCE6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7" name="object 417"/>
          <p:cNvSpPr/>
          <p:nvPr/>
        </p:nvSpPr>
        <p:spPr>
          <a:xfrm>
            <a:off x="4332465" y="3403047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DEE8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8" name="object 418"/>
          <p:cNvSpPr/>
          <p:nvPr/>
        </p:nvSpPr>
        <p:spPr>
          <a:xfrm>
            <a:off x="4332528" y="3406222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DFE9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9" name="object 419"/>
          <p:cNvSpPr/>
          <p:nvPr/>
        </p:nvSpPr>
        <p:spPr>
          <a:xfrm>
            <a:off x="4332592" y="3408597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08" y="0"/>
                </a:lnTo>
              </a:path>
            </a:pathLst>
          </a:custGeom>
          <a:ln w="3175">
            <a:solidFill>
              <a:srgbClr val="E1EB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0" name="object 420"/>
          <p:cNvSpPr/>
          <p:nvPr/>
        </p:nvSpPr>
        <p:spPr>
          <a:xfrm>
            <a:off x="4332624" y="3410972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E3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1" name="object 421"/>
          <p:cNvSpPr/>
          <p:nvPr/>
        </p:nvSpPr>
        <p:spPr>
          <a:xfrm>
            <a:off x="4332688" y="3413347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08" y="0"/>
                </a:lnTo>
              </a:path>
            </a:pathLst>
          </a:custGeom>
          <a:ln w="3175">
            <a:solidFill>
              <a:srgbClr val="E6EC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2" name="object 422"/>
          <p:cNvSpPr/>
          <p:nvPr/>
        </p:nvSpPr>
        <p:spPr>
          <a:xfrm>
            <a:off x="4332720" y="3415722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3" name="object 423"/>
          <p:cNvSpPr/>
          <p:nvPr/>
        </p:nvSpPr>
        <p:spPr>
          <a:xfrm>
            <a:off x="4332783" y="3418884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4" name="object 424"/>
          <p:cNvSpPr/>
          <p:nvPr/>
        </p:nvSpPr>
        <p:spPr>
          <a:xfrm>
            <a:off x="4332847" y="3422059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5" name="object 425"/>
          <p:cNvSpPr/>
          <p:nvPr/>
        </p:nvSpPr>
        <p:spPr>
          <a:xfrm>
            <a:off x="4332911" y="3424434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08" y="0"/>
                </a:lnTo>
              </a:path>
            </a:pathLst>
          </a:custGeom>
          <a:ln w="3175">
            <a:solidFill>
              <a:srgbClr val="EDF4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6" name="object 426"/>
          <p:cNvSpPr/>
          <p:nvPr/>
        </p:nvSpPr>
        <p:spPr>
          <a:xfrm>
            <a:off x="4332943" y="3426809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EFF4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7" name="object 427"/>
          <p:cNvSpPr/>
          <p:nvPr/>
        </p:nvSpPr>
        <p:spPr>
          <a:xfrm>
            <a:off x="4333007" y="3429971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F1F6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8" name="object 428"/>
          <p:cNvSpPr/>
          <p:nvPr/>
        </p:nvSpPr>
        <p:spPr>
          <a:xfrm>
            <a:off x="4333071" y="3432359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08" y="0"/>
                </a:lnTo>
              </a:path>
            </a:pathLst>
          </a:custGeom>
          <a:ln w="3175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9" name="object 429"/>
          <p:cNvSpPr/>
          <p:nvPr/>
        </p:nvSpPr>
        <p:spPr>
          <a:xfrm>
            <a:off x="4333102" y="3434721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F6F8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0" name="object 430"/>
          <p:cNvSpPr/>
          <p:nvPr/>
        </p:nvSpPr>
        <p:spPr>
          <a:xfrm>
            <a:off x="4333166" y="3438690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72" y="0"/>
                </a:lnTo>
              </a:path>
            </a:pathLst>
          </a:custGeom>
          <a:ln w="4749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1" name="object 431"/>
          <p:cNvSpPr/>
          <p:nvPr/>
        </p:nvSpPr>
        <p:spPr>
          <a:xfrm>
            <a:off x="4333198" y="3443439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4749">
            <a:solidFill>
              <a:srgbClr val="F1F6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2" name="object 432"/>
          <p:cNvSpPr/>
          <p:nvPr/>
        </p:nvSpPr>
        <p:spPr>
          <a:xfrm>
            <a:off x="4333134" y="3447395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EFF5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3" name="object 433"/>
          <p:cNvSpPr/>
          <p:nvPr/>
        </p:nvSpPr>
        <p:spPr>
          <a:xfrm>
            <a:off x="4333071" y="3450558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EDF3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4" name="object 434"/>
          <p:cNvSpPr/>
          <p:nvPr/>
        </p:nvSpPr>
        <p:spPr>
          <a:xfrm>
            <a:off x="4332975" y="3454527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72" y="0"/>
                </a:lnTo>
              </a:path>
            </a:pathLst>
          </a:custGeom>
          <a:ln w="4749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5" name="object 435"/>
          <p:cNvSpPr/>
          <p:nvPr/>
        </p:nvSpPr>
        <p:spPr>
          <a:xfrm>
            <a:off x="4332911" y="3458483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6" name="object 436"/>
          <p:cNvSpPr/>
          <p:nvPr/>
        </p:nvSpPr>
        <p:spPr>
          <a:xfrm>
            <a:off x="4332816" y="3462439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72" y="0"/>
                </a:lnTo>
              </a:path>
            </a:pathLst>
          </a:custGeom>
          <a:ln w="4749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7" name="object 437"/>
          <p:cNvSpPr/>
          <p:nvPr/>
        </p:nvSpPr>
        <p:spPr>
          <a:xfrm>
            <a:off x="4332752" y="3466395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E6ED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8" name="object 438"/>
          <p:cNvSpPr/>
          <p:nvPr/>
        </p:nvSpPr>
        <p:spPr>
          <a:xfrm>
            <a:off x="4332720" y="3468782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08" y="0"/>
                </a:lnTo>
              </a:path>
            </a:pathLst>
          </a:custGeom>
          <a:ln w="3175">
            <a:solidFill>
              <a:srgbClr val="E4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9" name="object 439"/>
          <p:cNvSpPr/>
          <p:nvPr/>
        </p:nvSpPr>
        <p:spPr>
          <a:xfrm>
            <a:off x="4332625" y="3471951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72" y="0"/>
                </a:lnTo>
              </a:path>
            </a:pathLst>
          </a:custGeom>
          <a:ln w="4749">
            <a:solidFill>
              <a:srgbClr val="E2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0" name="object 440"/>
          <p:cNvSpPr/>
          <p:nvPr/>
        </p:nvSpPr>
        <p:spPr>
          <a:xfrm>
            <a:off x="4332561" y="3475907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E0EA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1" name="object 441"/>
          <p:cNvSpPr/>
          <p:nvPr/>
        </p:nvSpPr>
        <p:spPr>
          <a:xfrm>
            <a:off x="4332466" y="3479863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72" y="0"/>
                </a:lnTo>
              </a:path>
            </a:pathLst>
          </a:custGeom>
          <a:ln w="4749">
            <a:solidFill>
              <a:srgbClr val="DFE9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2" name="object 442"/>
          <p:cNvSpPr/>
          <p:nvPr/>
        </p:nvSpPr>
        <p:spPr>
          <a:xfrm>
            <a:off x="4332370" y="3484613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72" y="0"/>
                </a:lnTo>
              </a:path>
            </a:pathLst>
          </a:custGeom>
          <a:ln w="4749">
            <a:solidFill>
              <a:srgbClr val="DDE7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3" name="object 443"/>
          <p:cNvSpPr/>
          <p:nvPr/>
        </p:nvSpPr>
        <p:spPr>
          <a:xfrm>
            <a:off x="4332306" y="3488569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DBE4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4" name="object 444"/>
          <p:cNvSpPr/>
          <p:nvPr/>
        </p:nvSpPr>
        <p:spPr>
          <a:xfrm>
            <a:off x="4332243" y="3491744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D9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5" name="object 445"/>
          <p:cNvSpPr/>
          <p:nvPr/>
        </p:nvSpPr>
        <p:spPr>
          <a:xfrm>
            <a:off x="4332147" y="3495700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72" y="0"/>
                </a:lnTo>
              </a:path>
            </a:pathLst>
          </a:custGeom>
          <a:ln w="4749">
            <a:solidFill>
              <a:srgbClr val="D6E2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6" name="object 446"/>
          <p:cNvSpPr/>
          <p:nvPr/>
        </p:nvSpPr>
        <p:spPr>
          <a:xfrm>
            <a:off x="4332052" y="3500450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72" y="0"/>
                </a:lnTo>
              </a:path>
            </a:pathLst>
          </a:custGeom>
          <a:ln w="4749">
            <a:solidFill>
              <a:srgbClr val="D4E0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7" name="object 447"/>
          <p:cNvSpPr/>
          <p:nvPr/>
        </p:nvSpPr>
        <p:spPr>
          <a:xfrm>
            <a:off x="4331988" y="3504406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8" name="object 448"/>
          <p:cNvSpPr/>
          <p:nvPr/>
        </p:nvSpPr>
        <p:spPr>
          <a:xfrm>
            <a:off x="4331924" y="3507581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40" y="0"/>
                </a:lnTo>
              </a:path>
            </a:pathLst>
          </a:custGeom>
          <a:ln w="3175">
            <a:solidFill>
              <a:srgbClr val="D1DE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9" name="object 449"/>
          <p:cNvSpPr/>
          <p:nvPr/>
        </p:nvSpPr>
        <p:spPr>
          <a:xfrm>
            <a:off x="4331829" y="3511537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772" y="0"/>
                </a:lnTo>
              </a:path>
            </a:pathLst>
          </a:custGeom>
          <a:ln w="4749">
            <a:solidFill>
              <a:srgbClr val="CF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0" name="object 450"/>
          <p:cNvSpPr/>
          <p:nvPr/>
        </p:nvSpPr>
        <p:spPr>
          <a:xfrm>
            <a:off x="4331650" y="3515493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855" y="0"/>
                </a:lnTo>
              </a:path>
            </a:pathLst>
          </a:custGeom>
          <a:ln w="3175">
            <a:solidFill>
              <a:srgbClr val="CDD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1" name="object 451"/>
          <p:cNvSpPr/>
          <p:nvPr/>
        </p:nvSpPr>
        <p:spPr>
          <a:xfrm>
            <a:off x="4331329" y="3519461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997" y="0"/>
                </a:lnTo>
              </a:path>
            </a:pathLst>
          </a:custGeom>
          <a:ln w="4749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2" name="object 452"/>
          <p:cNvSpPr/>
          <p:nvPr/>
        </p:nvSpPr>
        <p:spPr>
          <a:xfrm>
            <a:off x="4331009" y="3524212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997" y="0"/>
                </a:lnTo>
              </a:path>
            </a:pathLst>
          </a:custGeom>
          <a:ln w="4749">
            <a:solidFill>
              <a:srgbClr val="C8D9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3" name="object 453"/>
          <p:cNvSpPr/>
          <p:nvPr/>
        </p:nvSpPr>
        <p:spPr>
          <a:xfrm>
            <a:off x="4330474" y="3530549"/>
            <a:ext cx="360680" cy="0"/>
          </a:xfrm>
          <a:custGeom>
            <a:avLst/>
            <a:gdLst/>
            <a:ahLst/>
            <a:cxnLst/>
            <a:rect l="l" t="t" r="r" b="b"/>
            <a:pathLst>
              <a:path w="360679" h="0">
                <a:moveTo>
                  <a:pt x="0" y="0"/>
                </a:moveTo>
                <a:lnTo>
                  <a:pt x="360211" y="0"/>
                </a:lnTo>
              </a:path>
            </a:pathLst>
          </a:custGeom>
          <a:ln w="7924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4" name="object 454"/>
          <p:cNvSpPr/>
          <p:nvPr/>
        </p:nvSpPr>
        <p:spPr>
          <a:xfrm>
            <a:off x="4330047" y="3537667"/>
            <a:ext cx="360680" cy="0"/>
          </a:xfrm>
          <a:custGeom>
            <a:avLst/>
            <a:gdLst/>
            <a:ahLst/>
            <a:cxnLst/>
            <a:rect l="l" t="t" r="r" b="b"/>
            <a:pathLst>
              <a:path w="360679" h="0">
                <a:moveTo>
                  <a:pt x="0" y="0"/>
                </a:moveTo>
                <a:lnTo>
                  <a:pt x="360104" y="0"/>
                </a:lnTo>
              </a:path>
            </a:pathLst>
          </a:custGeom>
          <a:ln w="6337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5" name="object 455"/>
          <p:cNvSpPr/>
          <p:nvPr/>
        </p:nvSpPr>
        <p:spPr>
          <a:xfrm>
            <a:off x="4329727" y="3543211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997" y="0"/>
                </a:lnTo>
              </a:path>
            </a:pathLst>
          </a:custGeom>
          <a:ln w="4749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6" name="object 456"/>
          <p:cNvSpPr/>
          <p:nvPr/>
        </p:nvSpPr>
        <p:spPr>
          <a:xfrm>
            <a:off x="4329407" y="3547960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997" y="0"/>
                </a:lnTo>
              </a:path>
            </a:pathLst>
          </a:custGeom>
          <a:ln w="4749">
            <a:solidFill>
              <a:srgbClr val="C1D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7" name="object 457"/>
          <p:cNvSpPr/>
          <p:nvPr/>
        </p:nvSpPr>
        <p:spPr>
          <a:xfrm>
            <a:off x="4329086" y="3552710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997" y="0"/>
                </a:lnTo>
              </a:path>
            </a:pathLst>
          </a:custGeom>
          <a:ln w="4749">
            <a:solidFill>
              <a:srgbClr val="C0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8" name="object 458"/>
          <p:cNvSpPr/>
          <p:nvPr/>
        </p:nvSpPr>
        <p:spPr>
          <a:xfrm>
            <a:off x="4328658" y="3558266"/>
            <a:ext cx="360680" cy="0"/>
          </a:xfrm>
          <a:custGeom>
            <a:avLst/>
            <a:gdLst/>
            <a:ahLst/>
            <a:cxnLst/>
            <a:rect l="l" t="t" r="r" b="b"/>
            <a:pathLst>
              <a:path w="360679" h="0">
                <a:moveTo>
                  <a:pt x="0" y="0"/>
                </a:moveTo>
                <a:lnTo>
                  <a:pt x="360104" y="0"/>
                </a:lnTo>
              </a:path>
            </a:pathLst>
          </a:custGeom>
          <a:ln w="6337">
            <a:solidFill>
              <a:srgbClr val="BD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9" name="object 459"/>
          <p:cNvSpPr/>
          <p:nvPr/>
        </p:nvSpPr>
        <p:spPr>
          <a:xfrm>
            <a:off x="4328338" y="3563797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997" y="0"/>
                </a:lnTo>
              </a:path>
            </a:pathLst>
          </a:custGeom>
          <a:ln w="4749">
            <a:solidFill>
              <a:srgbClr val="BBCF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0" name="object 460"/>
          <p:cNvSpPr/>
          <p:nvPr/>
        </p:nvSpPr>
        <p:spPr>
          <a:xfrm>
            <a:off x="4327911" y="3569341"/>
            <a:ext cx="360680" cy="0"/>
          </a:xfrm>
          <a:custGeom>
            <a:avLst/>
            <a:gdLst/>
            <a:ahLst/>
            <a:cxnLst/>
            <a:rect l="l" t="t" r="r" b="b"/>
            <a:pathLst>
              <a:path w="360679" h="0">
                <a:moveTo>
                  <a:pt x="0" y="0"/>
                </a:moveTo>
                <a:lnTo>
                  <a:pt x="360104" y="0"/>
                </a:lnTo>
              </a:path>
            </a:pathLst>
          </a:custGeom>
          <a:ln w="6337">
            <a:solidFill>
              <a:srgbClr val="B9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1" name="object 461"/>
          <p:cNvSpPr/>
          <p:nvPr/>
        </p:nvSpPr>
        <p:spPr>
          <a:xfrm>
            <a:off x="4327868" y="3573145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676" y="0"/>
                </a:lnTo>
              </a:path>
            </a:pathLst>
          </a:custGeom>
          <a:ln w="3175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2" name="object 462"/>
          <p:cNvSpPr/>
          <p:nvPr/>
        </p:nvSpPr>
        <p:spPr>
          <a:xfrm>
            <a:off x="4327373" y="3576954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 h="0">
                <a:moveTo>
                  <a:pt x="0" y="0"/>
                </a:moveTo>
                <a:lnTo>
                  <a:pt x="359676" y="0"/>
                </a:lnTo>
              </a:path>
            </a:pathLst>
          </a:custGeom>
          <a:ln w="6350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3" name="object 463"/>
          <p:cNvSpPr/>
          <p:nvPr/>
        </p:nvSpPr>
        <p:spPr>
          <a:xfrm>
            <a:off x="4326144" y="3582809"/>
            <a:ext cx="360680" cy="0"/>
          </a:xfrm>
          <a:custGeom>
            <a:avLst/>
            <a:gdLst/>
            <a:ahLst/>
            <a:cxnLst/>
            <a:rect l="l" t="t" r="r" b="b"/>
            <a:pathLst>
              <a:path w="360679" h="0">
                <a:moveTo>
                  <a:pt x="0" y="0"/>
                </a:moveTo>
                <a:lnTo>
                  <a:pt x="360385" y="0"/>
                </a:lnTo>
              </a:path>
            </a:pathLst>
          </a:custGeom>
          <a:ln w="4749">
            <a:solidFill>
              <a:srgbClr val="B6C9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4" name="object 464"/>
          <p:cNvSpPr/>
          <p:nvPr/>
        </p:nvSpPr>
        <p:spPr>
          <a:xfrm>
            <a:off x="4325198" y="3588353"/>
            <a:ext cx="360680" cy="0"/>
          </a:xfrm>
          <a:custGeom>
            <a:avLst/>
            <a:gdLst/>
            <a:ahLst/>
            <a:cxnLst/>
            <a:rect l="l" t="t" r="r" b="b"/>
            <a:pathLst>
              <a:path w="360679" h="0">
                <a:moveTo>
                  <a:pt x="0" y="0"/>
                </a:moveTo>
                <a:lnTo>
                  <a:pt x="360622" y="0"/>
                </a:lnTo>
              </a:path>
            </a:pathLst>
          </a:custGeom>
          <a:ln w="6337">
            <a:solidFill>
              <a:srgbClr val="B4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5" name="object 465"/>
          <p:cNvSpPr/>
          <p:nvPr/>
        </p:nvSpPr>
        <p:spPr>
          <a:xfrm>
            <a:off x="4324252" y="3594690"/>
            <a:ext cx="360680" cy="0"/>
          </a:xfrm>
          <a:custGeom>
            <a:avLst/>
            <a:gdLst/>
            <a:ahLst/>
            <a:cxnLst/>
            <a:rect l="l" t="t" r="r" b="b"/>
            <a:pathLst>
              <a:path w="360679" h="0">
                <a:moveTo>
                  <a:pt x="0" y="0"/>
                </a:moveTo>
                <a:lnTo>
                  <a:pt x="360622" y="0"/>
                </a:lnTo>
              </a:path>
            </a:pathLst>
          </a:custGeom>
          <a:ln w="6337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6" name="object 466"/>
          <p:cNvSpPr/>
          <p:nvPr/>
        </p:nvSpPr>
        <p:spPr>
          <a:xfrm>
            <a:off x="4314469" y="3613296"/>
            <a:ext cx="369570" cy="0"/>
          </a:xfrm>
          <a:custGeom>
            <a:avLst/>
            <a:gdLst/>
            <a:ahLst/>
            <a:cxnLst/>
            <a:rect l="l" t="t" r="r" b="b"/>
            <a:pathLst>
              <a:path w="369570" h="0">
                <a:moveTo>
                  <a:pt x="0" y="0"/>
                </a:moveTo>
                <a:lnTo>
                  <a:pt x="369460" y="0"/>
                </a:lnTo>
              </a:path>
            </a:pathLst>
          </a:custGeom>
          <a:ln w="30873">
            <a:solidFill>
              <a:srgbClr val="AFC5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7" name="object 467"/>
          <p:cNvSpPr/>
          <p:nvPr/>
        </p:nvSpPr>
        <p:spPr>
          <a:xfrm>
            <a:off x="4298640" y="3254971"/>
            <a:ext cx="31750" cy="89535"/>
          </a:xfrm>
          <a:custGeom>
            <a:avLst/>
            <a:gdLst/>
            <a:ahLst/>
            <a:cxnLst/>
            <a:rect l="l" t="t" r="r" b="b"/>
            <a:pathLst>
              <a:path w="31750" h="89535">
                <a:moveTo>
                  <a:pt x="31478" y="89484"/>
                </a:moveTo>
                <a:lnTo>
                  <a:pt x="0" y="89484"/>
                </a:lnTo>
                <a:lnTo>
                  <a:pt x="2376" y="54763"/>
                </a:lnTo>
                <a:lnTo>
                  <a:pt x="8389" y="14696"/>
                </a:lnTo>
                <a:lnTo>
                  <a:pt x="15727" y="0"/>
                </a:lnTo>
                <a:lnTo>
                  <a:pt x="23107" y="14696"/>
                </a:lnTo>
                <a:lnTo>
                  <a:pt x="29116" y="54763"/>
                </a:lnTo>
                <a:lnTo>
                  <a:pt x="31478" y="89484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8" name="object 468"/>
          <p:cNvSpPr/>
          <p:nvPr/>
        </p:nvSpPr>
        <p:spPr>
          <a:xfrm>
            <a:off x="4298315" y="3344455"/>
            <a:ext cx="32384" cy="5080"/>
          </a:xfrm>
          <a:custGeom>
            <a:avLst/>
            <a:gdLst/>
            <a:ahLst/>
            <a:cxnLst/>
            <a:rect l="l" t="t" r="r" b="b"/>
            <a:pathLst>
              <a:path w="32385" h="5079">
                <a:moveTo>
                  <a:pt x="0" y="4749"/>
                </a:moveTo>
                <a:lnTo>
                  <a:pt x="325" y="0"/>
                </a:lnTo>
                <a:lnTo>
                  <a:pt x="31803" y="0"/>
                </a:lnTo>
                <a:lnTo>
                  <a:pt x="32126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9" name="object 469"/>
          <p:cNvSpPr/>
          <p:nvPr/>
        </p:nvSpPr>
        <p:spPr>
          <a:xfrm>
            <a:off x="4297990" y="3349206"/>
            <a:ext cx="33020" cy="5080"/>
          </a:xfrm>
          <a:custGeom>
            <a:avLst/>
            <a:gdLst/>
            <a:ahLst/>
            <a:cxnLst/>
            <a:rect l="l" t="t" r="r" b="b"/>
            <a:pathLst>
              <a:path w="33020" h="5079">
                <a:moveTo>
                  <a:pt x="0" y="4749"/>
                </a:moveTo>
                <a:lnTo>
                  <a:pt x="325" y="0"/>
                </a:lnTo>
                <a:lnTo>
                  <a:pt x="32451" y="0"/>
                </a:lnTo>
                <a:lnTo>
                  <a:pt x="32774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3DF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0" name="object 470"/>
          <p:cNvSpPr/>
          <p:nvPr/>
        </p:nvSpPr>
        <p:spPr>
          <a:xfrm>
            <a:off x="4297774" y="3353955"/>
            <a:ext cx="33655" cy="3175"/>
          </a:xfrm>
          <a:custGeom>
            <a:avLst/>
            <a:gdLst/>
            <a:ahLst/>
            <a:cxnLst/>
            <a:rect l="l" t="t" r="r" b="b"/>
            <a:pathLst>
              <a:path w="33654" h="3175">
                <a:moveTo>
                  <a:pt x="0" y="3162"/>
                </a:moveTo>
                <a:lnTo>
                  <a:pt x="216" y="0"/>
                </a:lnTo>
                <a:lnTo>
                  <a:pt x="32991" y="0"/>
                </a:lnTo>
                <a:lnTo>
                  <a:pt x="33206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D5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1" name="object 471"/>
          <p:cNvSpPr/>
          <p:nvPr/>
        </p:nvSpPr>
        <p:spPr>
          <a:xfrm>
            <a:off x="4297448" y="3357130"/>
            <a:ext cx="34290" cy="5080"/>
          </a:xfrm>
          <a:custGeom>
            <a:avLst/>
            <a:gdLst/>
            <a:ahLst/>
            <a:cxnLst/>
            <a:rect l="l" t="t" r="r" b="b"/>
            <a:pathLst>
              <a:path w="34289" h="5079">
                <a:moveTo>
                  <a:pt x="0" y="4749"/>
                </a:moveTo>
                <a:lnTo>
                  <a:pt x="325" y="0"/>
                </a:lnTo>
                <a:lnTo>
                  <a:pt x="33533" y="0"/>
                </a:lnTo>
                <a:lnTo>
                  <a:pt x="33856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7E2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2" name="object 472"/>
          <p:cNvSpPr/>
          <p:nvPr/>
        </p:nvSpPr>
        <p:spPr>
          <a:xfrm>
            <a:off x="4297123" y="3361880"/>
            <a:ext cx="34925" cy="5080"/>
          </a:xfrm>
          <a:custGeom>
            <a:avLst/>
            <a:gdLst/>
            <a:ahLst/>
            <a:cxnLst/>
            <a:rect l="l" t="t" r="r" b="b"/>
            <a:pathLst>
              <a:path w="34925" h="5079">
                <a:moveTo>
                  <a:pt x="0" y="4749"/>
                </a:moveTo>
                <a:lnTo>
                  <a:pt x="325" y="0"/>
                </a:lnTo>
                <a:lnTo>
                  <a:pt x="34181" y="0"/>
                </a:lnTo>
                <a:lnTo>
                  <a:pt x="34504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A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3" name="object 473"/>
          <p:cNvSpPr/>
          <p:nvPr/>
        </p:nvSpPr>
        <p:spPr>
          <a:xfrm>
            <a:off x="4296905" y="3366630"/>
            <a:ext cx="35560" cy="5080"/>
          </a:xfrm>
          <a:custGeom>
            <a:avLst/>
            <a:gdLst/>
            <a:ahLst/>
            <a:cxnLst/>
            <a:rect l="l" t="t" r="r" b="b"/>
            <a:pathLst>
              <a:path w="35560" h="5079">
                <a:moveTo>
                  <a:pt x="34938" y="4749"/>
                </a:moveTo>
                <a:lnTo>
                  <a:pt x="0" y="4749"/>
                </a:lnTo>
                <a:lnTo>
                  <a:pt x="45" y="2511"/>
                </a:lnTo>
                <a:lnTo>
                  <a:pt x="217" y="0"/>
                </a:lnTo>
                <a:lnTo>
                  <a:pt x="34722" y="0"/>
                </a:lnTo>
                <a:lnTo>
                  <a:pt x="34893" y="2511"/>
                </a:lnTo>
                <a:lnTo>
                  <a:pt x="34938" y="4749"/>
                </a:lnTo>
                <a:close/>
              </a:path>
            </a:pathLst>
          </a:custGeom>
          <a:solidFill>
            <a:srgbClr val="DC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4" name="object 474"/>
          <p:cNvSpPr/>
          <p:nvPr/>
        </p:nvSpPr>
        <p:spPr>
          <a:xfrm>
            <a:off x="4296807" y="3371380"/>
            <a:ext cx="35560" cy="5080"/>
          </a:xfrm>
          <a:custGeom>
            <a:avLst/>
            <a:gdLst/>
            <a:ahLst/>
            <a:cxnLst/>
            <a:rect l="l" t="t" r="r" b="b"/>
            <a:pathLst>
              <a:path w="35560" h="5079">
                <a:moveTo>
                  <a:pt x="0" y="4749"/>
                </a:moveTo>
                <a:lnTo>
                  <a:pt x="97" y="0"/>
                </a:lnTo>
                <a:lnTo>
                  <a:pt x="35036" y="0"/>
                </a:lnTo>
                <a:lnTo>
                  <a:pt x="35132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EE7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5" name="object 475"/>
          <p:cNvSpPr/>
          <p:nvPr/>
        </p:nvSpPr>
        <p:spPr>
          <a:xfrm>
            <a:off x="4296742" y="3376129"/>
            <a:ext cx="35560" cy="3175"/>
          </a:xfrm>
          <a:custGeom>
            <a:avLst/>
            <a:gdLst/>
            <a:ahLst/>
            <a:cxnLst/>
            <a:rect l="l" t="t" r="r" b="b"/>
            <a:pathLst>
              <a:path w="35560" h="3175">
                <a:moveTo>
                  <a:pt x="0" y="3162"/>
                </a:moveTo>
                <a:lnTo>
                  <a:pt x="64" y="0"/>
                </a:lnTo>
                <a:lnTo>
                  <a:pt x="35197" y="0"/>
                </a:lnTo>
                <a:lnTo>
                  <a:pt x="35262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6" name="object 476"/>
          <p:cNvSpPr/>
          <p:nvPr/>
        </p:nvSpPr>
        <p:spPr>
          <a:xfrm>
            <a:off x="4296645" y="3379292"/>
            <a:ext cx="35560" cy="5080"/>
          </a:xfrm>
          <a:custGeom>
            <a:avLst/>
            <a:gdLst/>
            <a:ahLst/>
            <a:cxnLst/>
            <a:rect l="l" t="t" r="r" b="b"/>
            <a:pathLst>
              <a:path w="35560" h="5079">
                <a:moveTo>
                  <a:pt x="0" y="4749"/>
                </a:moveTo>
                <a:lnTo>
                  <a:pt x="97" y="0"/>
                </a:lnTo>
                <a:lnTo>
                  <a:pt x="35359" y="0"/>
                </a:lnTo>
                <a:lnTo>
                  <a:pt x="35456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7" name="object 477"/>
          <p:cNvSpPr/>
          <p:nvPr/>
        </p:nvSpPr>
        <p:spPr>
          <a:xfrm>
            <a:off x="4296547" y="3384054"/>
            <a:ext cx="36195" cy="5080"/>
          </a:xfrm>
          <a:custGeom>
            <a:avLst/>
            <a:gdLst/>
            <a:ahLst/>
            <a:cxnLst/>
            <a:rect l="l" t="t" r="r" b="b"/>
            <a:pathLst>
              <a:path w="36195" h="5079">
                <a:moveTo>
                  <a:pt x="0" y="4749"/>
                </a:moveTo>
                <a:lnTo>
                  <a:pt x="97" y="0"/>
                </a:lnTo>
                <a:lnTo>
                  <a:pt x="35554" y="0"/>
                </a:lnTo>
                <a:lnTo>
                  <a:pt x="35651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8" name="object 478"/>
          <p:cNvSpPr/>
          <p:nvPr/>
        </p:nvSpPr>
        <p:spPr>
          <a:xfrm>
            <a:off x="4296449" y="3388804"/>
            <a:ext cx="36195" cy="5080"/>
          </a:xfrm>
          <a:custGeom>
            <a:avLst/>
            <a:gdLst/>
            <a:ahLst/>
            <a:cxnLst/>
            <a:rect l="l" t="t" r="r" b="b"/>
            <a:pathLst>
              <a:path w="36195" h="5079">
                <a:moveTo>
                  <a:pt x="0" y="4749"/>
                </a:moveTo>
                <a:lnTo>
                  <a:pt x="97" y="0"/>
                </a:lnTo>
                <a:lnTo>
                  <a:pt x="35748" y="0"/>
                </a:lnTo>
                <a:lnTo>
                  <a:pt x="35845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6EC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9" name="object 479"/>
          <p:cNvSpPr/>
          <p:nvPr/>
        </p:nvSpPr>
        <p:spPr>
          <a:xfrm>
            <a:off x="4296384" y="3393554"/>
            <a:ext cx="36195" cy="3175"/>
          </a:xfrm>
          <a:custGeom>
            <a:avLst/>
            <a:gdLst/>
            <a:ahLst/>
            <a:cxnLst/>
            <a:rect l="l" t="t" r="r" b="b"/>
            <a:pathLst>
              <a:path w="36195" h="3175">
                <a:moveTo>
                  <a:pt x="0" y="3162"/>
                </a:moveTo>
                <a:lnTo>
                  <a:pt x="64" y="0"/>
                </a:lnTo>
                <a:lnTo>
                  <a:pt x="35910" y="0"/>
                </a:lnTo>
                <a:lnTo>
                  <a:pt x="35974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0" name="object 480"/>
          <p:cNvSpPr/>
          <p:nvPr/>
        </p:nvSpPr>
        <p:spPr>
          <a:xfrm>
            <a:off x="4296287" y="3396716"/>
            <a:ext cx="36195" cy="5080"/>
          </a:xfrm>
          <a:custGeom>
            <a:avLst/>
            <a:gdLst/>
            <a:ahLst/>
            <a:cxnLst/>
            <a:rect l="l" t="t" r="r" b="b"/>
            <a:pathLst>
              <a:path w="36195" h="5079">
                <a:moveTo>
                  <a:pt x="0" y="4749"/>
                </a:moveTo>
                <a:lnTo>
                  <a:pt x="97" y="0"/>
                </a:lnTo>
                <a:lnTo>
                  <a:pt x="36072" y="0"/>
                </a:lnTo>
                <a:lnTo>
                  <a:pt x="36169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1" name="object 481"/>
          <p:cNvSpPr/>
          <p:nvPr/>
        </p:nvSpPr>
        <p:spPr>
          <a:xfrm>
            <a:off x="4296189" y="3401466"/>
            <a:ext cx="36830" cy="5080"/>
          </a:xfrm>
          <a:custGeom>
            <a:avLst/>
            <a:gdLst/>
            <a:ahLst/>
            <a:cxnLst/>
            <a:rect l="l" t="t" r="r" b="b"/>
            <a:pathLst>
              <a:path w="36829" h="5079">
                <a:moveTo>
                  <a:pt x="0" y="4749"/>
                </a:moveTo>
                <a:lnTo>
                  <a:pt x="97" y="0"/>
                </a:lnTo>
                <a:lnTo>
                  <a:pt x="36266" y="0"/>
                </a:lnTo>
                <a:lnTo>
                  <a:pt x="36363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2" name="object 482"/>
          <p:cNvSpPr/>
          <p:nvPr/>
        </p:nvSpPr>
        <p:spPr>
          <a:xfrm>
            <a:off x="4296092" y="3406216"/>
            <a:ext cx="36830" cy="5080"/>
          </a:xfrm>
          <a:custGeom>
            <a:avLst/>
            <a:gdLst/>
            <a:ahLst/>
            <a:cxnLst/>
            <a:rect l="l" t="t" r="r" b="b"/>
            <a:pathLst>
              <a:path w="36829" h="5079">
                <a:moveTo>
                  <a:pt x="0" y="4749"/>
                </a:moveTo>
                <a:lnTo>
                  <a:pt x="97" y="0"/>
                </a:lnTo>
                <a:lnTo>
                  <a:pt x="36460" y="0"/>
                </a:lnTo>
                <a:lnTo>
                  <a:pt x="36557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D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3" name="object 483"/>
          <p:cNvSpPr/>
          <p:nvPr/>
        </p:nvSpPr>
        <p:spPr>
          <a:xfrm>
            <a:off x="4296026" y="3410978"/>
            <a:ext cx="36830" cy="3175"/>
          </a:xfrm>
          <a:custGeom>
            <a:avLst/>
            <a:gdLst/>
            <a:ahLst/>
            <a:cxnLst/>
            <a:rect l="l" t="t" r="r" b="b"/>
            <a:pathLst>
              <a:path w="36829" h="3175">
                <a:moveTo>
                  <a:pt x="0" y="3162"/>
                </a:moveTo>
                <a:lnTo>
                  <a:pt x="64" y="0"/>
                </a:lnTo>
                <a:lnTo>
                  <a:pt x="36623" y="0"/>
                </a:lnTo>
                <a:lnTo>
                  <a:pt x="36687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4" name="object 484"/>
          <p:cNvSpPr/>
          <p:nvPr/>
        </p:nvSpPr>
        <p:spPr>
          <a:xfrm>
            <a:off x="4295929" y="3414140"/>
            <a:ext cx="37465" cy="5080"/>
          </a:xfrm>
          <a:custGeom>
            <a:avLst/>
            <a:gdLst/>
            <a:ahLst/>
            <a:cxnLst/>
            <a:rect l="l" t="t" r="r" b="b"/>
            <a:pathLst>
              <a:path w="37464" h="5079">
                <a:moveTo>
                  <a:pt x="0" y="4749"/>
                </a:moveTo>
                <a:lnTo>
                  <a:pt x="97" y="0"/>
                </a:lnTo>
                <a:lnTo>
                  <a:pt x="36784" y="0"/>
                </a:lnTo>
                <a:lnTo>
                  <a:pt x="36881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5" name="object 485"/>
          <p:cNvSpPr/>
          <p:nvPr/>
        </p:nvSpPr>
        <p:spPr>
          <a:xfrm>
            <a:off x="4295831" y="3418890"/>
            <a:ext cx="37465" cy="5080"/>
          </a:xfrm>
          <a:custGeom>
            <a:avLst/>
            <a:gdLst/>
            <a:ahLst/>
            <a:cxnLst/>
            <a:rect l="l" t="t" r="r" b="b"/>
            <a:pathLst>
              <a:path w="37464" h="5079">
                <a:moveTo>
                  <a:pt x="0" y="4749"/>
                </a:moveTo>
                <a:lnTo>
                  <a:pt x="97" y="0"/>
                </a:lnTo>
                <a:lnTo>
                  <a:pt x="36979" y="0"/>
                </a:lnTo>
                <a:lnTo>
                  <a:pt x="37075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6" name="object 486"/>
          <p:cNvSpPr/>
          <p:nvPr/>
        </p:nvSpPr>
        <p:spPr>
          <a:xfrm>
            <a:off x="4295766" y="3423640"/>
            <a:ext cx="37465" cy="3175"/>
          </a:xfrm>
          <a:custGeom>
            <a:avLst/>
            <a:gdLst/>
            <a:ahLst/>
            <a:cxnLst/>
            <a:rect l="l" t="t" r="r" b="b"/>
            <a:pathLst>
              <a:path w="37464" h="3175">
                <a:moveTo>
                  <a:pt x="0" y="3162"/>
                </a:moveTo>
                <a:lnTo>
                  <a:pt x="64" y="0"/>
                </a:lnTo>
                <a:lnTo>
                  <a:pt x="37140" y="0"/>
                </a:lnTo>
                <a:lnTo>
                  <a:pt x="37205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7" name="object 487"/>
          <p:cNvSpPr/>
          <p:nvPr/>
        </p:nvSpPr>
        <p:spPr>
          <a:xfrm>
            <a:off x="4295668" y="3426815"/>
            <a:ext cx="37465" cy="5080"/>
          </a:xfrm>
          <a:custGeom>
            <a:avLst/>
            <a:gdLst/>
            <a:ahLst/>
            <a:cxnLst/>
            <a:rect l="l" t="t" r="r" b="b"/>
            <a:pathLst>
              <a:path w="37464" h="5079">
                <a:moveTo>
                  <a:pt x="0" y="4749"/>
                </a:moveTo>
                <a:lnTo>
                  <a:pt x="97" y="0"/>
                </a:lnTo>
                <a:lnTo>
                  <a:pt x="37303" y="0"/>
                </a:lnTo>
                <a:lnTo>
                  <a:pt x="37399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8" name="object 488"/>
          <p:cNvSpPr/>
          <p:nvPr/>
        </p:nvSpPr>
        <p:spPr>
          <a:xfrm>
            <a:off x="4295457" y="3431565"/>
            <a:ext cx="38100" cy="11430"/>
          </a:xfrm>
          <a:custGeom>
            <a:avLst/>
            <a:gdLst/>
            <a:ahLst/>
            <a:cxnLst/>
            <a:rect l="l" t="t" r="r" b="b"/>
            <a:pathLst>
              <a:path w="38100" h="11429">
                <a:moveTo>
                  <a:pt x="37804" y="11087"/>
                </a:moveTo>
                <a:lnTo>
                  <a:pt x="16" y="11087"/>
                </a:lnTo>
                <a:lnTo>
                  <a:pt x="0" y="10287"/>
                </a:lnTo>
                <a:lnTo>
                  <a:pt x="211" y="0"/>
                </a:lnTo>
                <a:lnTo>
                  <a:pt x="37611" y="0"/>
                </a:lnTo>
                <a:lnTo>
                  <a:pt x="37820" y="10287"/>
                </a:lnTo>
                <a:lnTo>
                  <a:pt x="37804" y="11087"/>
                </a:lnTo>
                <a:close/>
              </a:path>
            </a:pathLst>
          </a:custGeom>
          <a:solidFill>
            <a:srgbClr val="F8F9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9" name="object 489"/>
          <p:cNvSpPr/>
          <p:nvPr/>
        </p:nvSpPr>
        <p:spPr>
          <a:xfrm>
            <a:off x="4295473" y="3442652"/>
            <a:ext cx="38100" cy="6350"/>
          </a:xfrm>
          <a:custGeom>
            <a:avLst/>
            <a:gdLst/>
            <a:ahLst/>
            <a:cxnLst/>
            <a:rect l="l" t="t" r="r" b="b"/>
            <a:pathLst>
              <a:path w="38100" h="6350">
                <a:moveTo>
                  <a:pt x="130" y="6337"/>
                </a:moveTo>
                <a:lnTo>
                  <a:pt x="0" y="0"/>
                </a:lnTo>
                <a:lnTo>
                  <a:pt x="37787" y="0"/>
                </a:lnTo>
                <a:lnTo>
                  <a:pt x="37659" y="6337"/>
                </a:lnTo>
                <a:lnTo>
                  <a:pt x="130" y="6337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0" name="object 490"/>
          <p:cNvSpPr/>
          <p:nvPr/>
        </p:nvSpPr>
        <p:spPr>
          <a:xfrm>
            <a:off x="4295603" y="3448977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79">
                <a:moveTo>
                  <a:pt x="97" y="4749"/>
                </a:moveTo>
                <a:lnTo>
                  <a:pt x="0" y="0"/>
                </a:lnTo>
                <a:lnTo>
                  <a:pt x="37529" y="0"/>
                </a:lnTo>
                <a:lnTo>
                  <a:pt x="37432" y="4749"/>
                </a:lnTo>
                <a:lnTo>
                  <a:pt x="97" y="4749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1" name="object 491"/>
          <p:cNvSpPr/>
          <p:nvPr/>
        </p:nvSpPr>
        <p:spPr>
          <a:xfrm>
            <a:off x="4295701" y="3453739"/>
            <a:ext cx="37465" cy="5080"/>
          </a:xfrm>
          <a:custGeom>
            <a:avLst/>
            <a:gdLst/>
            <a:ahLst/>
            <a:cxnLst/>
            <a:rect l="l" t="t" r="r" b="b"/>
            <a:pathLst>
              <a:path w="37464" h="5079">
                <a:moveTo>
                  <a:pt x="97" y="4749"/>
                </a:moveTo>
                <a:lnTo>
                  <a:pt x="0" y="0"/>
                </a:lnTo>
                <a:lnTo>
                  <a:pt x="37334" y="0"/>
                </a:lnTo>
                <a:lnTo>
                  <a:pt x="37238" y="4749"/>
                </a:lnTo>
                <a:lnTo>
                  <a:pt x="97" y="4749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2" name="object 492"/>
          <p:cNvSpPr/>
          <p:nvPr/>
        </p:nvSpPr>
        <p:spPr>
          <a:xfrm>
            <a:off x="4295799" y="3458489"/>
            <a:ext cx="37465" cy="6350"/>
          </a:xfrm>
          <a:custGeom>
            <a:avLst/>
            <a:gdLst/>
            <a:ahLst/>
            <a:cxnLst/>
            <a:rect l="l" t="t" r="r" b="b"/>
            <a:pathLst>
              <a:path w="37464" h="6350">
                <a:moveTo>
                  <a:pt x="130" y="6337"/>
                </a:moveTo>
                <a:lnTo>
                  <a:pt x="0" y="0"/>
                </a:lnTo>
                <a:lnTo>
                  <a:pt x="37140" y="0"/>
                </a:lnTo>
                <a:lnTo>
                  <a:pt x="37011" y="6337"/>
                </a:lnTo>
                <a:lnTo>
                  <a:pt x="130" y="6337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3" name="object 493"/>
          <p:cNvSpPr/>
          <p:nvPr/>
        </p:nvSpPr>
        <p:spPr>
          <a:xfrm>
            <a:off x="4295928" y="3464814"/>
            <a:ext cx="37465" cy="5080"/>
          </a:xfrm>
          <a:custGeom>
            <a:avLst/>
            <a:gdLst/>
            <a:ahLst/>
            <a:cxnLst/>
            <a:rect l="l" t="t" r="r" b="b"/>
            <a:pathLst>
              <a:path w="37464" h="5079">
                <a:moveTo>
                  <a:pt x="97" y="4749"/>
                </a:moveTo>
                <a:lnTo>
                  <a:pt x="0" y="0"/>
                </a:lnTo>
                <a:lnTo>
                  <a:pt x="36882" y="0"/>
                </a:lnTo>
                <a:lnTo>
                  <a:pt x="36785" y="4749"/>
                </a:lnTo>
                <a:lnTo>
                  <a:pt x="97" y="4749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4" name="object 494"/>
          <p:cNvSpPr/>
          <p:nvPr/>
        </p:nvSpPr>
        <p:spPr>
          <a:xfrm>
            <a:off x="4296026" y="3469576"/>
            <a:ext cx="36830" cy="8255"/>
          </a:xfrm>
          <a:custGeom>
            <a:avLst/>
            <a:gdLst/>
            <a:ahLst/>
            <a:cxnLst/>
            <a:rect l="l" t="t" r="r" b="b"/>
            <a:pathLst>
              <a:path w="36829" h="8254">
                <a:moveTo>
                  <a:pt x="162" y="7924"/>
                </a:moveTo>
                <a:lnTo>
                  <a:pt x="0" y="0"/>
                </a:lnTo>
                <a:lnTo>
                  <a:pt x="36687" y="0"/>
                </a:lnTo>
                <a:lnTo>
                  <a:pt x="36526" y="7924"/>
                </a:lnTo>
                <a:lnTo>
                  <a:pt x="162" y="7924"/>
                </a:lnTo>
                <a:close/>
              </a:path>
            </a:pathLst>
          </a:custGeom>
          <a:solidFill>
            <a:srgbClr val="EDF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5" name="object 495"/>
          <p:cNvSpPr/>
          <p:nvPr/>
        </p:nvSpPr>
        <p:spPr>
          <a:xfrm>
            <a:off x="4296189" y="3477488"/>
            <a:ext cx="36830" cy="6350"/>
          </a:xfrm>
          <a:custGeom>
            <a:avLst/>
            <a:gdLst/>
            <a:ahLst/>
            <a:cxnLst/>
            <a:rect l="l" t="t" r="r" b="b"/>
            <a:pathLst>
              <a:path w="36829" h="6350">
                <a:moveTo>
                  <a:pt x="130" y="6337"/>
                </a:moveTo>
                <a:lnTo>
                  <a:pt x="0" y="0"/>
                </a:lnTo>
                <a:lnTo>
                  <a:pt x="36364" y="0"/>
                </a:lnTo>
                <a:lnTo>
                  <a:pt x="36235" y="6337"/>
                </a:lnTo>
                <a:lnTo>
                  <a:pt x="130" y="6337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6" name="object 496"/>
          <p:cNvSpPr/>
          <p:nvPr/>
        </p:nvSpPr>
        <p:spPr>
          <a:xfrm>
            <a:off x="4296319" y="3483825"/>
            <a:ext cx="36195" cy="6350"/>
          </a:xfrm>
          <a:custGeom>
            <a:avLst/>
            <a:gdLst/>
            <a:ahLst/>
            <a:cxnLst/>
            <a:rect l="l" t="t" r="r" b="b"/>
            <a:pathLst>
              <a:path w="36195" h="6350">
                <a:moveTo>
                  <a:pt x="130" y="6337"/>
                </a:moveTo>
                <a:lnTo>
                  <a:pt x="0" y="0"/>
                </a:lnTo>
                <a:lnTo>
                  <a:pt x="36105" y="0"/>
                </a:lnTo>
                <a:lnTo>
                  <a:pt x="35976" y="6337"/>
                </a:lnTo>
                <a:lnTo>
                  <a:pt x="130" y="6337"/>
                </a:lnTo>
                <a:close/>
              </a:path>
            </a:pathLst>
          </a:custGeom>
          <a:solidFill>
            <a:srgbClr val="EAEF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7" name="object 497"/>
          <p:cNvSpPr/>
          <p:nvPr/>
        </p:nvSpPr>
        <p:spPr>
          <a:xfrm>
            <a:off x="4296449" y="3490163"/>
            <a:ext cx="36195" cy="6350"/>
          </a:xfrm>
          <a:custGeom>
            <a:avLst/>
            <a:gdLst/>
            <a:ahLst/>
            <a:cxnLst/>
            <a:rect l="l" t="t" r="r" b="b"/>
            <a:pathLst>
              <a:path w="36195" h="6350">
                <a:moveTo>
                  <a:pt x="130" y="6337"/>
                </a:moveTo>
                <a:lnTo>
                  <a:pt x="0" y="0"/>
                </a:lnTo>
                <a:lnTo>
                  <a:pt x="35846" y="0"/>
                </a:lnTo>
                <a:lnTo>
                  <a:pt x="35717" y="6337"/>
                </a:lnTo>
                <a:lnTo>
                  <a:pt x="130" y="6337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8" name="object 498"/>
          <p:cNvSpPr/>
          <p:nvPr/>
        </p:nvSpPr>
        <p:spPr>
          <a:xfrm>
            <a:off x="4296579" y="3496500"/>
            <a:ext cx="36195" cy="6350"/>
          </a:xfrm>
          <a:custGeom>
            <a:avLst/>
            <a:gdLst/>
            <a:ahLst/>
            <a:cxnLst/>
            <a:rect l="l" t="t" r="r" b="b"/>
            <a:pathLst>
              <a:path w="36195" h="6350">
                <a:moveTo>
                  <a:pt x="130" y="6337"/>
                </a:moveTo>
                <a:lnTo>
                  <a:pt x="0" y="0"/>
                </a:lnTo>
                <a:lnTo>
                  <a:pt x="35587" y="0"/>
                </a:lnTo>
                <a:lnTo>
                  <a:pt x="35458" y="6337"/>
                </a:lnTo>
                <a:lnTo>
                  <a:pt x="130" y="6337"/>
                </a:lnTo>
                <a:close/>
              </a:path>
            </a:pathLst>
          </a:custGeom>
          <a:solidFill>
            <a:srgbClr val="E6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9" name="object 499"/>
          <p:cNvSpPr/>
          <p:nvPr/>
        </p:nvSpPr>
        <p:spPr>
          <a:xfrm>
            <a:off x="4296709" y="3502824"/>
            <a:ext cx="35560" cy="6350"/>
          </a:xfrm>
          <a:custGeom>
            <a:avLst/>
            <a:gdLst/>
            <a:ahLst/>
            <a:cxnLst/>
            <a:rect l="l" t="t" r="r" b="b"/>
            <a:pathLst>
              <a:path w="35560" h="6350">
                <a:moveTo>
                  <a:pt x="130" y="6337"/>
                </a:moveTo>
                <a:lnTo>
                  <a:pt x="0" y="0"/>
                </a:lnTo>
                <a:lnTo>
                  <a:pt x="35328" y="0"/>
                </a:lnTo>
                <a:lnTo>
                  <a:pt x="35199" y="6337"/>
                </a:lnTo>
                <a:lnTo>
                  <a:pt x="130" y="6337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0" name="object 500"/>
          <p:cNvSpPr/>
          <p:nvPr/>
        </p:nvSpPr>
        <p:spPr>
          <a:xfrm>
            <a:off x="4296839" y="3509162"/>
            <a:ext cx="35560" cy="6350"/>
          </a:xfrm>
          <a:custGeom>
            <a:avLst/>
            <a:gdLst/>
            <a:ahLst/>
            <a:cxnLst/>
            <a:rect l="l" t="t" r="r" b="b"/>
            <a:pathLst>
              <a:path w="35560" h="6350">
                <a:moveTo>
                  <a:pt x="34898" y="6337"/>
                </a:moveTo>
                <a:lnTo>
                  <a:pt x="172" y="6337"/>
                </a:lnTo>
                <a:lnTo>
                  <a:pt x="111" y="5443"/>
                </a:lnTo>
                <a:lnTo>
                  <a:pt x="0" y="0"/>
                </a:lnTo>
                <a:lnTo>
                  <a:pt x="35069" y="0"/>
                </a:lnTo>
                <a:lnTo>
                  <a:pt x="34958" y="5443"/>
                </a:lnTo>
                <a:lnTo>
                  <a:pt x="34898" y="6337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1" name="object 501"/>
          <p:cNvSpPr/>
          <p:nvPr/>
        </p:nvSpPr>
        <p:spPr>
          <a:xfrm>
            <a:off x="4297012" y="3515499"/>
            <a:ext cx="34925" cy="8255"/>
          </a:xfrm>
          <a:custGeom>
            <a:avLst/>
            <a:gdLst/>
            <a:ahLst/>
            <a:cxnLst/>
            <a:rect l="l" t="t" r="r" b="b"/>
            <a:pathLst>
              <a:path w="34925" h="8254">
                <a:moveTo>
                  <a:pt x="34186" y="7924"/>
                </a:moveTo>
                <a:lnTo>
                  <a:pt x="542" y="7924"/>
                </a:lnTo>
                <a:lnTo>
                  <a:pt x="0" y="0"/>
                </a:lnTo>
                <a:lnTo>
                  <a:pt x="34725" y="0"/>
                </a:lnTo>
                <a:lnTo>
                  <a:pt x="34186" y="7924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2" name="object 502"/>
          <p:cNvSpPr/>
          <p:nvPr/>
        </p:nvSpPr>
        <p:spPr>
          <a:xfrm>
            <a:off x="4297553" y="3523411"/>
            <a:ext cx="33655" cy="8255"/>
          </a:xfrm>
          <a:custGeom>
            <a:avLst/>
            <a:gdLst/>
            <a:ahLst/>
            <a:cxnLst/>
            <a:rect l="l" t="t" r="r" b="b"/>
            <a:pathLst>
              <a:path w="33654" h="8254">
                <a:moveTo>
                  <a:pt x="33106" y="7924"/>
                </a:moveTo>
                <a:lnTo>
                  <a:pt x="542" y="7924"/>
                </a:lnTo>
                <a:lnTo>
                  <a:pt x="0" y="0"/>
                </a:lnTo>
                <a:lnTo>
                  <a:pt x="33645" y="0"/>
                </a:lnTo>
                <a:lnTo>
                  <a:pt x="33106" y="7924"/>
                </a:lnTo>
                <a:close/>
              </a:path>
            </a:pathLst>
          </a:custGeom>
          <a:solidFill>
            <a:srgbClr val="DE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3" name="object 503"/>
          <p:cNvSpPr/>
          <p:nvPr/>
        </p:nvSpPr>
        <p:spPr>
          <a:xfrm>
            <a:off x="4298096" y="3531336"/>
            <a:ext cx="33020" cy="8255"/>
          </a:xfrm>
          <a:custGeom>
            <a:avLst/>
            <a:gdLst/>
            <a:ahLst/>
            <a:cxnLst/>
            <a:rect l="l" t="t" r="r" b="b"/>
            <a:pathLst>
              <a:path w="33020" h="8254">
                <a:moveTo>
                  <a:pt x="32024" y="7924"/>
                </a:moveTo>
                <a:lnTo>
                  <a:pt x="542" y="7924"/>
                </a:lnTo>
                <a:lnTo>
                  <a:pt x="0" y="0"/>
                </a:lnTo>
                <a:lnTo>
                  <a:pt x="32563" y="0"/>
                </a:lnTo>
                <a:lnTo>
                  <a:pt x="32024" y="7924"/>
                </a:lnTo>
                <a:close/>
              </a:path>
            </a:pathLst>
          </a:custGeom>
          <a:solidFill>
            <a:srgbClr val="DD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4" name="object 504"/>
          <p:cNvSpPr/>
          <p:nvPr/>
        </p:nvSpPr>
        <p:spPr>
          <a:xfrm>
            <a:off x="4298638" y="3539261"/>
            <a:ext cx="31750" cy="9525"/>
          </a:xfrm>
          <a:custGeom>
            <a:avLst/>
            <a:gdLst/>
            <a:ahLst/>
            <a:cxnLst/>
            <a:rect l="l" t="t" r="r" b="b"/>
            <a:pathLst>
              <a:path w="31750" h="9525">
                <a:moveTo>
                  <a:pt x="30835" y="9499"/>
                </a:moveTo>
                <a:lnTo>
                  <a:pt x="650" y="9499"/>
                </a:lnTo>
                <a:lnTo>
                  <a:pt x="0" y="0"/>
                </a:lnTo>
                <a:lnTo>
                  <a:pt x="31482" y="0"/>
                </a:lnTo>
                <a:lnTo>
                  <a:pt x="30835" y="9499"/>
                </a:lnTo>
                <a:close/>
              </a:path>
            </a:pathLst>
          </a:custGeom>
          <a:solidFill>
            <a:srgbClr val="DB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5" name="object 505"/>
          <p:cNvSpPr/>
          <p:nvPr/>
        </p:nvSpPr>
        <p:spPr>
          <a:xfrm>
            <a:off x="4299289" y="3548760"/>
            <a:ext cx="30480" cy="11430"/>
          </a:xfrm>
          <a:custGeom>
            <a:avLst/>
            <a:gdLst/>
            <a:ahLst/>
            <a:cxnLst/>
            <a:rect l="l" t="t" r="r" b="b"/>
            <a:pathLst>
              <a:path w="30479" h="11429">
                <a:moveTo>
                  <a:pt x="29431" y="11087"/>
                </a:moveTo>
                <a:lnTo>
                  <a:pt x="758" y="11087"/>
                </a:lnTo>
                <a:lnTo>
                  <a:pt x="0" y="0"/>
                </a:lnTo>
                <a:lnTo>
                  <a:pt x="30185" y="0"/>
                </a:lnTo>
                <a:lnTo>
                  <a:pt x="29431" y="11087"/>
                </a:lnTo>
                <a:close/>
              </a:path>
            </a:pathLst>
          </a:custGeom>
          <a:solidFill>
            <a:srgbClr val="D9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6" name="object 506"/>
          <p:cNvSpPr/>
          <p:nvPr/>
        </p:nvSpPr>
        <p:spPr>
          <a:xfrm>
            <a:off x="4300047" y="3559848"/>
            <a:ext cx="29209" cy="9525"/>
          </a:xfrm>
          <a:custGeom>
            <a:avLst/>
            <a:gdLst/>
            <a:ahLst/>
            <a:cxnLst/>
            <a:rect l="l" t="t" r="r" b="b"/>
            <a:pathLst>
              <a:path w="29210" h="9525">
                <a:moveTo>
                  <a:pt x="28025" y="9499"/>
                </a:moveTo>
                <a:lnTo>
                  <a:pt x="650" y="9499"/>
                </a:lnTo>
                <a:lnTo>
                  <a:pt x="0" y="0"/>
                </a:lnTo>
                <a:lnTo>
                  <a:pt x="28672" y="0"/>
                </a:lnTo>
                <a:lnTo>
                  <a:pt x="28025" y="9499"/>
                </a:lnTo>
                <a:close/>
              </a:path>
            </a:pathLst>
          </a:custGeom>
          <a:solidFill>
            <a:srgbClr val="D6E1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7" name="object 507"/>
          <p:cNvSpPr/>
          <p:nvPr/>
        </p:nvSpPr>
        <p:spPr>
          <a:xfrm>
            <a:off x="4300697" y="3569347"/>
            <a:ext cx="27940" cy="11430"/>
          </a:xfrm>
          <a:custGeom>
            <a:avLst/>
            <a:gdLst/>
            <a:ahLst/>
            <a:cxnLst/>
            <a:rect l="l" t="t" r="r" b="b"/>
            <a:pathLst>
              <a:path w="27939" h="11429">
                <a:moveTo>
                  <a:pt x="26094" y="11087"/>
                </a:moveTo>
                <a:lnTo>
                  <a:pt x="1284" y="11087"/>
                </a:lnTo>
                <a:lnTo>
                  <a:pt x="318" y="4659"/>
                </a:lnTo>
                <a:lnTo>
                  <a:pt x="0" y="0"/>
                </a:lnTo>
                <a:lnTo>
                  <a:pt x="27375" y="0"/>
                </a:lnTo>
                <a:lnTo>
                  <a:pt x="27058" y="4659"/>
                </a:lnTo>
                <a:lnTo>
                  <a:pt x="26094" y="11087"/>
                </a:lnTo>
                <a:close/>
              </a:path>
            </a:pathLst>
          </a:custGeom>
          <a:solidFill>
            <a:srgbClr val="D4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8" name="object 508"/>
          <p:cNvSpPr/>
          <p:nvPr/>
        </p:nvSpPr>
        <p:spPr>
          <a:xfrm>
            <a:off x="4301982" y="3580434"/>
            <a:ext cx="25400" cy="8255"/>
          </a:xfrm>
          <a:custGeom>
            <a:avLst/>
            <a:gdLst/>
            <a:ahLst/>
            <a:cxnLst/>
            <a:rect l="l" t="t" r="r" b="b"/>
            <a:pathLst>
              <a:path w="25400" h="8254">
                <a:moveTo>
                  <a:pt x="23620" y="7924"/>
                </a:moveTo>
                <a:lnTo>
                  <a:pt x="1190" y="7924"/>
                </a:lnTo>
                <a:lnTo>
                  <a:pt x="0" y="0"/>
                </a:lnTo>
                <a:lnTo>
                  <a:pt x="24810" y="0"/>
                </a:lnTo>
                <a:lnTo>
                  <a:pt x="23620" y="7924"/>
                </a:lnTo>
                <a:close/>
              </a:path>
            </a:pathLst>
          </a:custGeom>
          <a:solidFill>
            <a:srgbClr val="D2D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9" name="object 509"/>
          <p:cNvSpPr/>
          <p:nvPr/>
        </p:nvSpPr>
        <p:spPr>
          <a:xfrm>
            <a:off x="4303170" y="3588346"/>
            <a:ext cx="22860" cy="8255"/>
          </a:xfrm>
          <a:custGeom>
            <a:avLst/>
            <a:gdLst/>
            <a:ahLst/>
            <a:cxnLst/>
            <a:rect l="l" t="t" r="r" b="b"/>
            <a:pathLst>
              <a:path w="22860" h="8254">
                <a:moveTo>
                  <a:pt x="21245" y="7924"/>
                </a:moveTo>
                <a:lnTo>
                  <a:pt x="1190" y="7924"/>
                </a:lnTo>
                <a:lnTo>
                  <a:pt x="0" y="0"/>
                </a:lnTo>
                <a:lnTo>
                  <a:pt x="22434" y="0"/>
                </a:lnTo>
                <a:lnTo>
                  <a:pt x="21245" y="7924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0" name="object 510"/>
          <p:cNvSpPr/>
          <p:nvPr/>
        </p:nvSpPr>
        <p:spPr>
          <a:xfrm>
            <a:off x="4304360" y="3596271"/>
            <a:ext cx="20320" cy="33020"/>
          </a:xfrm>
          <a:custGeom>
            <a:avLst/>
            <a:gdLst/>
            <a:ahLst/>
            <a:cxnLst/>
            <a:rect l="l" t="t" r="r" b="b"/>
            <a:pathLst>
              <a:path w="20320" h="33020">
                <a:moveTo>
                  <a:pt x="10007" y="32461"/>
                </a:moveTo>
                <a:lnTo>
                  <a:pt x="2669" y="17779"/>
                </a:lnTo>
                <a:lnTo>
                  <a:pt x="0" y="0"/>
                </a:lnTo>
                <a:lnTo>
                  <a:pt x="20055" y="0"/>
                </a:lnTo>
                <a:lnTo>
                  <a:pt x="17387" y="17779"/>
                </a:lnTo>
                <a:lnTo>
                  <a:pt x="10007" y="32461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1" name="object 511"/>
          <p:cNvSpPr/>
          <p:nvPr/>
        </p:nvSpPr>
        <p:spPr>
          <a:xfrm>
            <a:off x="4295457" y="3254971"/>
            <a:ext cx="38100" cy="374015"/>
          </a:xfrm>
          <a:custGeom>
            <a:avLst/>
            <a:gdLst/>
            <a:ahLst/>
            <a:cxnLst/>
            <a:rect l="l" t="t" r="r" b="b"/>
            <a:pathLst>
              <a:path w="38100" h="374014">
                <a:moveTo>
                  <a:pt x="19011" y="0"/>
                </a:moveTo>
                <a:lnTo>
                  <a:pt x="26376" y="14696"/>
                </a:lnTo>
                <a:lnTo>
                  <a:pt x="32350" y="54763"/>
                </a:lnTo>
                <a:lnTo>
                  <a:pt x="36356" y="114169"/>
                </a:lnTo>
                <a:lnTo>
                  <a:pt x="37820" y="186880"/>
                </a:lnTo>
                <a:lnTo>
                  <a:pt x="36356" y="259677"/>
                </a:lnTo>
                <a:lnTo>
                  <a:pt x="32350" y="319073"/>
                </a:lnTo>
                <a:lnTo>
                  <a:pt x="26376" y="359093"/>
                </a:lnTo>
                <a:lnTo>
                  <a:pt x="19011" y="373760"/>
                </a:lnTo>
                <a:lnTo>
                  <a:pt x="11615" y="359093"/>
                </a:lnTo>
                <a:lnTo>
                  <a:pt x="5572" y="319073"/>
                </a:lnTo>
                <a:lnTo>
                  <a:pt x="1495" y="259677"/>
                </a:lnTo>
                <a:lnTo>
                  <a:pt x="0" y="186880"/>
                </a:lnTo>
                <a:lnTo>
                  <a:pt x="1495" y="114169"/>
                </a:lnTo>
                <a:lnTo>
                  <a:pt x="5572" y="54763"/>
                </a:lnTo>
                <a:lnTo>
                  <a:pt x="11615" y="14696"/>
                </a:lnTo>
                <a:lnTo>
                  <a:pt x="19011" y="0"/>
                </a:lnTo>
                <a:close/>
              </a:path>
            </a:pathLst>
          </a:custGeom>
          <a:ln w="13258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2" name="object 512"/>
          <p:cNvSpPr/>
          <p:nvPr/>
        </p:nvSpPr>
        <p:spPr>
          <a:xfrm>
            <a:off x="4314469" y="3254971"/>
            <a:ext cx="379095" cy="374015"/>
          </a:xfrm>
          <a:custGeom>
            <a:avLst/>
            <a:gdLst/>
            <a:ahLst/>
            <a:cxnLst/>
            <a:rect l="l" t="t" r="r" b="b"/>
            <a:pathLst>
              <a:path w="379095" h="374014">
                <a:moveTo>
                  <a:pt x="0" y="0"/>
                </a:moveTo>
                <a:lnTo>
                  <a:pt x="359676" y="0"/>
                </a:lnTo>
                <a:lnTo>
                  <a:pt x="367041" y="14696"/>
                </a:lnTo>
                <a:lnTo>
                  <a:pt x="373014" y="54763"/>
                </a:lnTo>
                <a:lnTo>
                  <a:pt x="377021" y="114169"/>
                </a:lnTo>
                <a:lnTo>
                  <a:pt x="378485" y="186880"/>
                </a:lnTo>
                <a:lnTo>
                  <a:pt x="377021" y="259677"/>
                </a:lnTo>
                <a:lnTo>
                  <a:pt x="373014" y="319073"/>
                </a:lnTo>
                <a:lnTo>
                  <a:pt x="367041" y="359093"/>
                </a:lnTo>
                <a:lnTo>
                  <a:pt x="359676" y="373760"/>
                </a:lnTo>
                <a:lnTo>
                  <a:pt x="0" y="373760"/>
                </a:lnTo>
              </a:path>
            </a:pathLst>
          </a:custGeom>
          <a:ln w="13258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3" name="object 513"/>
          <p:cNvSpPr/>
          <p:nvPr/>
        </p:nvSpPr>
        <p:spPr>
          <a:xfrm>
            <a:off x="4743627" y="3256559"/>
            <a:ext cx="402590" cy="88265"/>
          </a:xfrm>
          <a:custGeom>
            <a:avLst/>
            <a:gdLst/>
            <a:ahLst/>
            <a:cxnLst/>
            <a:rect l="l" t="t" r="r" b="b"/>
            <a:pathLst>
              <a:path w="402589" h="88264">
                <a:moveTo>
                  <a:pt x="402177" y="87896"/>
                </a:moveTo>
                <a:lnTo>
                  <a:pt x="15572" y="87896"/>
                </a:lnTo>
                <a:lnTo>
                  <a:pt x="13338" y="54763"/>
                </a:lnTo>
                <a:lnTo>
                  <a:pt x="7364" y="14696"/>
                </a:lnTo>
                <a:lnTo>
                  <a:pt x="0" y="0"/>
                </a:lnTo>
                <a:lnTo>
                  <a:pt x="386613" y="0"/>
                </a:lnTo>
                <a:lnTo>
                  <a:pt x="393975" y="14696"/>
                </a:lnTo>
                <a:lnTo>
                  <a:pt x="399945" y="54763"/>
                </a:lnTo>
                <a:lnTo>
                  <a:pt x="402177" y="87896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4" name="object 514"/>
          <p:cNvSpPr/>
          <p:nvPr/>
        </p:nvSpPr>
        <p:spPr>
          <a:xfrm>
            <a:off x="4759200" y="3346037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6817" y="0"/>
                </a:lnTo>
              </a:path>
            </a:pathLst>
          </a:custGeom>
          <a:ln w="3175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5" name="object 515"/>
          <p:cNvSpPr/>
          <p:nvPr/>
        </p:nvSpPr>
        <p:spPr>
          <a:xfrm>
            <a:off x="4759414" y="3349199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6817" y="0"/>
                </a:lnTo>
              </a:path>
            </a:pathLst>
          </a:custGeom>
          <a:ln w="3175">
            <a:solidFill>
              <a:srgbClr val="B5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6" name="object 516"/>
          <p:cNvSpPr/>
          <p:nvPr/>
        </p:nvSpPr>
        <p:spPr>
          <a:xfrm>
            <a:off x="4759628" y="3352374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6817" y="0"/>
                </a:lnTo>
              </a:path>
            </a:pathLst>
          </a:custGeom>
          <a:ln w="3175">
            <a:solidFill>
              <a:srgbClr val="B7CA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7" name="object 517"/>
          <p:cNvSpPr/>
          <p:nvPr/>
        </p:nvSpPr>
        <p:spPr>
          <a:xfrm>
            <a:off x="4759841" y="3355537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6816" y="0"/>
                </a:lnTo>
              </a:path>
            </a:pathLst>
          </a:custGeom>
          <a:ln w="3175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8" name="object 518"/>
          <p:cNvSpPr/>
          <p:nvPr/>
        </p:nvSpPr>
        <p:spPr>
          <a:xfrm>
            <a:off x="4760055" y="3357924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710" y="0"/>
                </a:lnTo>
              </a:path>
            </a:pathLst>
          </a:custGeom>
          <a:ln w="3175">
            <a:solidFill>
              <a:srgbClr val="BA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9" name="object 519"/>
          <p:cNvSpPr/>
          <p:nvPr/>
        </p:nvSpPr>
        <p:spPr>
          <a:xfrm>
            <a:off x="4760161" y="3360286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6816" y="0"/>
                </a:lnTo>
              </a:path>
            </a:pathLst>
          </a:custGeom>
          <a:ln w="3175">
            <a:solidFill>
              <a:srgbClr val="BC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0" name="object 520"/>
          <p:cNvSpPr/>
          <p:nvPr/>
        </p:nvSpPr>
        <p:spPr>
          <a:xfrm>
            <a:off x="4760376" y="3362674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710" y="0"/>
                </a:lnTo>
              </a:path>
            </a:pathLst>
          </a:custGeom>
          <a:ln w="3175">
            <a:solidFill>
              <a:srgbClr val="BE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1" name="object 521"/>
          <p:cNvSpPr/>
          <p:nvPr/>
        </p:nvSpPr>
        <p:spPr>
          <a:xfrm>
            <a:off x="4760482" y="3365036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6816" y="0"/>
                </a:lnTo>
              </a:path>
            </a:pathLst>
          </a:custGeom>
          <a:ln w="3175">
            <a:solidFill>
              <a:srgbClr val="C1D2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2" name="object 522"/>
          <p:cNvSpPr/>
          <p:nvPr/>
        </p:nvSpPr>
        <p:spPr>
          <a:xfrm>
            <a:off x="4760696" y="3368211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6816" y="0"/>
                </a:lnTo>
              </a:path>
            </a:pathLst>
          </a:custGeom>
          <a:ln w="3175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3" name="object 523"/>
          <p:cNvSpPr/>
          <p:nvPr/>
        </p:nvSpPr>
        <p:spPr>
          <a:xfrm>
            <a:off x="4760909" y="3371373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710" y="0"/>
                </a:lnTo>
              </a:path>
            </a:pathLst>
          </a:custGeom>
          <a:ln w="3175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4" name="object 524"/>
          <p:cNvSpPr/>
          <p:nvPr/>
        </p:nvSpPr>
        <p:spPr>
          <a:xfrm>
            <a:off x="4761017" y="3374548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6" y="0"/>
                </a:lnTo>
              </a:path>
            </a:pathLst>
          </a:custGeom>
          <a:ln w="3175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5" name="object 525"/>
          <p:cNvSpPr/>
          <p:nvPr/>
        </p:nvSpPr>
        <p:spPr>
          <a:xfrm>
            <a:off x="4761081" y="3376923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34" y="0"/>
                </a:lnTo>
              </a:path>
            </a:pathLst>
          </a:custGeom>
          <a:ln w="3175">
            <a:solidFill>
              <a:srgbClr val="C8D7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6" name="object 526"/>
          <p:cNvSpPr/>
          <p:nvPr/>
        </p:nvSpPr>
        <p:spPr>
          <a:xfrm>
            <a:off x="4761113" y="3379298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6" y="0"/>
                </a:lnTo>
              </a:path>
            </a:pathLst>
          </a:custGeom>
          <a:ln w="3175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7" name="object 527"/>
          <p:cNvSpPr/>
          <p:nvPr/>
        </p:nvSpPr>
        <p:spPr>
          <a:xfrm>
            <a:off x="4761177" y="3382460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5" y="0"/>
                </a:lnTo>
              </a:path>
            </a:pathLst>
          </a:custGeom>
          <a:ln w="3175">
            <a:solidFill>
              <a:srgbClr val="CEDC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8" name="object 528"/>
          <p:cNvSpPr/>
          <p:nvPr/>
        </p:nvSpPr>
        <p:spPr>
          <a:xfrm>
            <a:off x="4761241" y="3385635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5" y="0"/>
                </a:lnTo>
              </a:path>
            </a:pathLst>
          </a:custGeom>
          <a:ln w="3175">
            <a:solidFill>
              <a:srgbClr val="D0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9" name="object 529"/>
          <p:cNvSpPr/>
          <p:nvPr/>
        </p:nvSpPr>
        <p:spPr>
          <a:xfrm>
            <a:off x="4761304" y="3388798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5" y="0"/>
                </a:lnTo>
              </a:path>
            </a:pathLst>
          </a:custGeom>
          <a:ln w="3175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0" name="object 530"/>
          <p:cNvSpPr/>
          <p:nvPr/>
        </p:nvSpPr>
        <p:spPr>
          <a:xfrm>
            <a:off x="4761368" y="3391960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5" y="0"/>
                </a:lnTo>
              </a:path>
            </a:pathLst>
          </a:custGeom>
          <a:ln w="3175">
            <a:solidFill>
              <a:srgbClr val="D3DF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1" name="object 531"/>
          <p:cNvSpPr/>
          <p:nvPr/>
        </p:nvSpPr>
        <p:spPr>
          <a:xfrm>
            <a:off x="4761432" y="3395135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5" y="0"/>
                </a:lnTo>
              </a:path>
            </a:pathLst>
          </a:custGeom>
          <a:ln w="3175">
            <a:solidFill>
              <a:srgbClr val="D6E1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2" name="object 532"/>
          <p:cNvSpPr/>
          <p:nvPr/>
        </p:nvSpPr>
        <p:spPr>
          <a:xfrm>
            <a:off x="4761495" y="3398297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5" y="0"/>
                </a:lnTo>
              </a:path>
            </a:pathLst>
          </a:custGeom>
          <a:ln w="3175">
            <a:solidFill>
              <a:srgbClr val="DA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3" name="object 533"/>
          <p:cNvSpPr/>
          <p:nvPr/>
        </p:nvSpPr>
        <p:spPr>
          <a:xfrm>
            <a:off x="4761559" y="3401472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5" y="0"/>
                </a:lnTo>
              </a:path>
            </a:pathLst>
          </a:custGeom>
          <a:ln w="3175">
            <a:solidFill>
              <a:srgbClr val="DCE6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4" name="object 534"/>
          <p:cNvSpPr/>
          <p:nvPr/>
        </p:nvSpPr>
        <p:spPr>
          <a:xfrm>
            <a:off x="4761623" y="3404635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5" y="0"/>
                </a:lnTo>
              </a:path>
            </a:pathLst>
          </a:custGeom>
          <a:ln w="3175">
            <a:solidFill>
              <a:srgbClr val="DEE8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5" name="object 535"/>
          <p:cNvSpPr/>
          <p:nvPr/>
        </p:nvSpPr>
        <p:spPr>
          <a:xfrm>
            <a:off x="4761687" y="3407797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5" y="0"/>
                </a:lnTo>
              </a:path>
            </a:pathLst>
          </a:custGeom>
          <a:ln w="3175">
            <a:solidFill>
              <a:srgbClr val="DFE9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6" name="object 536"/>
          <p:cNvSpPr/>
          <p:nvPr/>
        </p:nvSpPr>
        <p:spPr>
          <a:xfrm>
            <a:off x="4761751" y="3410184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33" y="0"/>
                </a:lnTo>
              </a:path>
            </a:pathLst>
          </a:custGeom>
          <a:ln w="3175">
            <a:solidFill>
              <a:srgbClr val="E1EB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7" name="object 537"/>
          <p:cNvSpPr/>
          <p:nvPr/>
        </p:nvSpPr>
        <p:spPr>
          <a:xfrm>
            <a:off x="4761782" y="3412559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5" y="0"/>
                </a:lnTo>
              </a:path>
            </a:pathLst>
          </a:custGeom>
          <a:ln w="3175">
            <a:solidFill>
              <a:srgbClr val="E3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8" name="object 538"/>
          <p:cNvSpPr/>
          <p:nvPr/>
        </p:nvSpPr>
        <p:spPr>
          <a:xfrm>
            <a:off x="4761846" y="3414934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33" y="0"/>
                </a:lnTo>
              </a:path>
            </a:pathLst>
          </a:custGeom>
          <a:ln w="3175">
            <a:solidFill>
              <a:srgbClr val="E6EC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9" name="object 539"/>
          <p:cNvSpPr/>
          <p:nvPr/>
        </p:nvSpPr>
        <p:spPr>
          <a:xfrm>
            <a:off x="4761878" y="3417309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5" y="0"/>
                </a:lnTo>
              </a:path>
            </a:pathLst>
          </a:custGeom>
          <a:ln w="3175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0" name="object 540"/>
          <p:cNvSpPr/>
          <p:nvPr/>
        </p:nvSpPr>
        <p:spPr>
          <a:xfrm>
            <a:off x="4761942" y="3420471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4" y="0"/>
                </a:lnTo>
              </a:path>
            </a:pathLst>
          </a:custGeom>
          <a:ln w="3175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1" name="object 541"/>
          <p:cNvSpPr/>
          <p:nvPr/>
        </p:nvSpPr>
        <p:spPr>
          <a:xfrm>
            <a:off x="4762005" y="3423634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4" y="0"/>
                </a:lnTo>
              </a:path>
            </a:pathLst>
          </a:custGeom>
          <a:ln w="3175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2" name="object 542"/>
          <p:cNvSpPr/>
          <p:nvPr/>
        </p:nvSpPr>
        <p:spPr>
          <a:xfrm>
            <a:off x="4762069" y="3426021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33" y="0"/>
                </a:lnTo>
              </a:path>
            </a:pathLst>
          </a:custGeom>
          <a:ln w="3175">
            <a:solidFill>
              <a:srgbClr val="EDF4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3" name="object 543"/>
          <p:cNvSpPr/>
          <p:nvPr/>
        </p:nvSpPr>
        <p:spPr>
          <a:xfrm>
            <a:off x="4762101" y="3428396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4" y="0"/>
                </a:lnTo>
              </a:path>
            </a:pathLst>
          </a:custGeom>
          <a:ln w="3175">
            <a:solidFill>
              <a:srgbClr val="EFF4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4" name="object 544"/>
          <p:cNvSpPr/>
          <p:nvPr/>
        </p:nvSpPr>
        <p:spPr>
          <a:xfrm>
            <a:off x="4762165" y="3431559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4" y="0"/>
                </a:lnTo>
              </a:path>
            </a:pathLst>
          </a:custGeom>
          <a:ln w="3175">
            <a:solidFill>
              <a:srgbClr val="F1F6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5" name="object 545"/>
          <p:cNvSpPr/>
          <p:nvPr/>
        </p:nvSpPr>
        <p:spPr>
          <a:xfrm>
            <a:off x="4762229" y="3433933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32" y="0"/>
                </a:lnTo>
              </a:path>
            </a:pathLst>
          </a:custGeom>
          <a:ln w="3175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6" name="object 546"/>
          <p:cNvSpPr/>
          <p:nvPr/>
        </p:nvSpPr>
        <p:spPr>
          <a:xfrm>
            <a:off x="4762261" y="3436308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4" y="0"/>
                </a:lnTo>
              </a:path>
            </a:pathLst>
          </a:custGeom>
          <a:ln w="3175">
            <a:solidFill>
              <a:srgbClr val="F6F8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7" name="object 547"/>
          <p:cNvSpPr/>
          <p:nvPr/>
        </p:nvSpPr>
        <p:spPr>
          <a:xfrm>
            <a:off x="4762325" y="3440277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96" y="0"/>
                </a:lnTo>
              </a:path>
            </a:pathLst>
          </a:custGeom>
          <a:ln w="4749">
            <a:solidFill>
              <a:srgbClr val="F4F8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8" name="object 548"/>
          <p:cNvSpPr/>
          <p:nvPr/>
        </p:nvSpPr>
        <p:spPr>
          <a:xfrm>
            <a:off x="4762356" y="3445027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4" y="0"/>
                </a:lnTo>
              </a:path>
            </a:pathLst>
          </a:custGeom>
          <a:ln w="4749">
            <a:solidFill>
              <a:srgbClr val="F1F6F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9" name="object 549"/>
          <p:cNvSpPr/>
          <p:nvPr/>
        </p:nvSpPr>
        <p:spPr>
          <a:xfrm>
            <a:off x="4762293" y="3448983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4" y="0"/>
                </a:lnTo>
              </a:path>
            </a:pathLst>
          </a:custGeom>
          <a:ln w="3175">
            <a:solidFill>
              <a:srgbClr val="EFF5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0" name="object 550"/>
          <p:cNvSpPr/>
          <p:nvPr/>
        </p:nvSpPr>
        <p:spPr>
          <a:xfrm>
            <a:off x="4762229" y="3452145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4" y="0"/>
                </a:lnTo>
              </a:path>
            </a:pathLst>
          </a:custGeom>
          <a:ln w="3175">
            <a:solidFill>
              <a:srgbClr val="EDF3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1" name="object 551"/>
          <p:cNvSpPr/>
          <p:nvPr/>
        </p:nvSpPr>
        <p:spPr>
          <a:xfrm>
            <a:off x="4762133" y="3456114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96" y="0"/>
                </a:lnTo>
              </a:path>
            </a:pathLst>
          </a:custGeom>
          <a:ln w="4749">
            <a:solidFill>
              <a:srgbClr val="EBF1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2" name="object 552"/>
          <p:cNvSpPr/>
          <p:nvPr/>
        </p:nvSpPr>
        <p:spPr>
          <a:xfrm>
            <a:off x="4762070" y="3460070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4" y="0"/>
                </a:lnTo>
              </a:path>
            </a:pathLst>
          </a:custGeom>
          <a:ln w="3175">
            <a:solidFill>
              <a:srgbClr val="EAEF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3" name="object 553"/>
          <p:cNvSpPr/>
          <p:nvPr/>
        </p:nvSpPr>
        <p:spPr>
          <a:xfrm>
            <a:off x="4761974" y="3464026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96" y="0"/>
                </a:lnTo>
              </a:path>
            </a:pathLst>
          </a:custGeom>
          <a:ln w="4749">
            <a:solidFill>
              <a:srgbClr val="E8EE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4" name="object 554"/>
          <p:cNvSpPr/>
          <p:nvPr/>
        </p:nvSpPr>
        <p:spPr>
          <a:xfrm>
            <a:off x="4761911" y="3467982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4" y="0"/>
                </a:lnTo>
              </a:path>
            </a:pathLst>
          </a:custGeom>
          <a:ln w="3175">
            <a:solidFill>
              <a:srgbClr val="E6EDF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5" name="object 555"/>
          <p:cNvSpPr/>
          <p:nvPr/>
        </p:nvSpPr>
        <p:spPr>
          <a:xfrm>
            <a:off x="4761879" y="3470370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33" y="0"/>
                </a:lnTo>
              </a:path>
            </a:pathLst>
          </a:custGeom>
          <a:ln w="3175">
            <a:solidFill>
              <a:srgbClr val="E4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6" name="object 556"/>
          <p:cNvSpPr/>
          <p:nvPr/>
        </p:nvSpPr>
        <p:spPr>
          <a:xfrm>
            <a:off x="4761783" y="3473526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96" y="0"/>
                </a:lnTo>
              </a:path>
            </a:pathLst>
          </a:custGeom>
          <a:ln w="4749">
            <a:solidFill>
              <a:srgbClr val="E2EB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7" name="object 557"/>
          <p:cNvSpPr/>
          <p:nvPr/>
        </p:nvSpPr>
        <p:spPr>
          <a:xfrm>
            <a:off x="4761720" y="3477482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5" y="0"/>
                </a:lnTo>
              </a:path>
            </a:pathLst>
          </a:custGeom>
          <a:ln w="3175">
            <a:solidFill>
              <a:srgbClr val="E0EA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8" name="object 558"/>
          <p:cNvSpPr/>
          <p:nvPr/>
        </p:nvSpPr>
        <p:spPr>
          <a:xfrm>
            <a:off x="4761624" y="3481451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97" y="0"/>
                </a:lnTo>
              </a:path>
            </a:pathLst>
          </a:custGeom>
          <a:ln w="4749">
            <a:solidFill>
              <a:srgbClr val="DFE9F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9" name="object 559"/>
          <p:cNvSpPr/>
          <p:nvPr/>
        </p:nvSpPr>
        <p:spPr>
          <a:xfrm>
            <a:off x="4761529" y="3486200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97" y="0"/>
                </a:lnTo>
              </a:path>
            </a:pathLst>
          </a:custGeom>
          <a:ln w="4749">
            <a:solidFill>
              <a:srgbClr val="DDE7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0" name="object 560"/>
          <p:cNvSpPr/>
          <p:nvPr/>
        </p:nvSpPr>
        <p:spPr>
          <a:xfrm>
            <a:off x="4761465" y="3490156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5" y="0"/>
                </a:lnTo>
              </a:path>
            </a:pathLst>
          </a:custGeom>
          <a:ln w="3175">
            <a:solidFill>
              <a:srgbClr val="DBE4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1" name="object 561"/>
          <p:cNvSpPr/>
          <p:nvPr/>
        </p:nvSpPr>
        <p:spPr>
          <a:xfrm>
            <a:off x="4761402" y="3493319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5" y="0"/>
                </a:lnTo>
              </a:path>
            </a:pathLst>
          </a:custGeom>
          <a:ln w="3175">
            <a:solidFill>
              <a:srgbClr val="D9E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2" name="object 562"/>
          <p:cNvSpPr/>
          <p:nvPr/>
        </p:nvSpPr>
        <p:spPr>
          <a:xfrm>
            <a:off x="4761305" y="3497288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97" y="0"/>
                </a:lnTo>
              </a:path>
            </a:pathLst>
          </a:custGeom>
          <a:ln w="4749">
            <a:solidFill>
              <a:srgbClr val="D6E2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3" name="object 563"/>
          <p:cNvSpPr/>
          <p:nvPr/>
        </p:nvSpPr>
        <p:spPr>
          <a:xfrm>
            <a:off x="4761210" y="3502037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97" y="0"/>
                </a:lnTo>
              </a:path>
            </a:pathLst>
          </a:custGeom>
          <a:ln w="4749">
            <a:solidFill>
              <a:srgbClr val="D4E0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4" name="object 564"/>
          <p:cNvSpPr/>
          <p:nvPr/>
        </p:nvSpPr>
        <p:spPr>
          <a:xfrm>
            <a:off x="4761146" y="3505993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5" y="0"/>
                </a:lnTo>
              </a:path>
            </a:pathLst>
          </a:custGeom>
          <a:ln w="3175">
            <a:solidFill>
              <a:srgbClr val="D2DF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5" name="object 565"/>
          <p:cNvSpPr/>
          <p:nvPr/>
        </p:nvSpPr>
        <p:spPr>
          <a:xfrm>
            <a:off x="4761083" y="3509155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66" y="0"/>
                </a:lnTo>
              </a:path>
            </a:pathLst>
          </a:custGeom>
          <a:ln w="3175">
            <a:solidFill>
              <a:srgbClr val="D1DE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6" name="object 566"/>
          <p:cNvSpPr/>
          <p:nvPr/>
        </p:nvSpPr>
        <p:spPr>
          <a:xfrm>
            <a:off x="4760987" y="3513124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98" y="0"/>
                </a:lnTo>
              </a:path>
            </a:pathLst>
          </a:custGeom>
          <a:ln w="4749">
            <a:solidFill>
              <a:srgbClr val="CF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7" name="object 567"/>
          <p:cNvSpPr/>
          <p:nvPr/>
        </p:nvSpPr>
        <p:spPr>
          <a:xfrm>
            <a:off x="4760977" y="3515995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02" y="0"/>
                </a:lnTo>
              </a:path>
            </a:pathLst>
          </a:custGeom>
          <a:ln w="3175">
            <a:solidFill>
              <a:srgbClr val="CDD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8" name="object 568"/>
          <p:cNvSpPr/>
          <p:nvPr/>
        </p:nvSpPr>
        <p:spPr>
          <a:xfrm>
            <a:off x="4760860" y="3517900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02" y="0"/>
                </a:lnTo>
              </a:path>
            </a:pathLst>
          </a:custGeom>
          <a:ln w="3175">
            <a:solidFill>
              <a:srgbClr val="CDD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9" name="object 569"/>
          <p:cNvSpPr/>
          <p:nvPr/>
        </p:nvSpPr>
        <p:spPr>
          <a:xfrm>
            <a:off x="4760488" y="3521037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6923" y="0"/>
                </a:lnTo>
              </a:path>
            </a:pathLst>
          </a:custGeom>
          <a:ln w="4749">
            <a:solidFill>
              <a:srgbClr val="CADA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0" name="object 570"/>
          <p:cNvSpPr/>
          <p:nvPr/>
        </p:nvSpPr>
        <p:spPr>
          <a:xfrm>
            <a:off x="4760168" y="3525786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6923" y="0"/>
                </a:lnTo>
              </a:path>
            </a:pathLst>
          </a:custGeom>
          <a:ln w="4749">
            <a:solidFill>
              <a:srgbClr val="C8D9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1" name="object 571"/>
          <p:cNvSpPr/>
          <p:nvPr/>
        </p:nvSpPr>
        <p:spPr>
          <a:xfrm>
            <a:off x="4759632" y="3532136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7138" y="0"/>
                </a:lnTo>
              </a:path>
            </a:pathLst>
          </a:custGeom>
          <a:ln w="7924">
            <a:solidFill>
              <a:srgbClr val="C6D6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2" name="object 572"/>
          <p:cNvSpPr/>
          <p:nvPr/>
        </p:nvSpPr>
        <p:spPr>
          <a:xfrm>
            <a:off x="4759206" y="3539254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7031" y="0"/>
                </a:lnTo>
              </a:path>
            </a:pathLst>
          </a:custGeom>
          <a:ln w="6337">
            <a:solidFill>
              <a:srgbClr val="C5D4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3" name="object 573"/>
          <p:cNvSpPr/>
          <p:nvPr/>
        </p:nvSpPr>
        <p:spPr>
          <a:xfrm>
            <a:off x="4758885" y="3544798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6925" y="0"/>
                </a:lnTo>
              </a:path>
            </a:pathLst>
          </a:custGeom>
          <a:ln w="4749">
            <a:solidFill>
              <a:srgbClr val="C3D3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4" name="object 574"/>
          <p:cNvSpPr/>
          <p:nvPr/>
        </p:nvSpPr>
        <p:spPr>
          <a:xfrm>
            <a:off x="4758565" y="3549548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6925" y="0"/>
                </a:lnTo>
              </a:path>
            </a:pathLst>
          </a:custGeom>
          <a:ln w="4749">
            <a:solidFill>
              <a:srgbClr val="C1D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5" name="object 575"/>
          <p:cNvSpPr/>
          <p:nvPr/>
        </p:nvSpPr>
        <p:spPr>
          <a:xfrm>
            <a:off x="4758244" y="3554298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6925" y="0"/>
                </a:lnTo>
              </a:path>
            </a:pathLst>
          </a:custGeom>
          <a:ln w="4749">
            <a:solidFill>
              <a:srgbClr val="C0D1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6" name="object 576"/>
          <p:cNvSpPr/>
          <p:nvPr/>
        </p:nvSpPr>
        <p:spPr>
          <a:xfrm>
            <a:off x="4757817" y="3559841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7033" y="0"/>
                </a:lnTo>
              </a:path>
            </a:pathLst>
          </a:custGeom>
          <a:ln w="6337">
            <a:solidFill>
              <a:srgbClr val="BD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7" name="object 577"/>
          <p:cNvSpPr/>
          <p:nvPr/>
        </p:nvSpPr>
        <p:spPr>
          <a:xfrm>
            <a:off x="4757497" y="3565385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6926" y="0"/>
                </a:lnTo>
              </a:path>
            </a:pathLst>
          </a:custGeom>
          <a:ln w="4749">
            <a:solidFill>
              <a:srgbClr val="BBCF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8" name="object 578"/>
          <p:cNvSpPr/>
          <p:nvPr/>
        </p:nvSpPr>
        <p:spPr>
          <a:xfrm>
            <a:off x="4757069" y="3570928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7033" y="0"/>
                </a:lnTo>
              </a:path>
            </a:pathLst>
          </a:custGeom>
          <a:ln w="6337">
            <a:solidFill>
              <a:srgbClr val="B9CE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9" name="object 579"/>
          <p:cNvSpPr/>
          <p:nvPr/>
        </p:nvSpPr>
        <p:spPr>
          <a:xfrm>
            <a:off x="4757048" y="3574415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06" y="0"/>
                </a:lnTo>
              </a:path>
            </a:pathLst>
          </a:custGeom>
          <a:ln w="3175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0" name="object 580"/>
          <p:cNvSpPr/>
          <p:nvPr/>
        </p:nvSpPr>
        <p:spPr>
          <a:xfrm>
            <a:off x="4756579" y="3578225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607" y="0"/>
                </a:lnTo>
              </a:path>
            </a:pathLst>
          </a:custGeom>
          <a:ln w="6350">
            <a:solidFill>
              <a:srgbClr val="B8CC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1" name="object 581"/>
          <p:cNvSpPr/>
          <p:nvPr/>
        </p:nvSpPr>
        <p:spPr>
          <a:xfrm>
            <a:off x="4755303" y="3584397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7316" y="0"/>
                </a:lnTo>
              </a:path>
            </a:pathLst>
          </a:custGeom>
          <a:ln w="4749">
            <a:solidFill>
              <a:srgbClr val="B6C9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2" name="object 582"/>
          <p:cNvSpPr/>
          <p:nvPr/>
        </p:nvSpPr>
        <p:spPr>
          <a:xfrm>
            <a:off x="4754357" y="3589940"/>
            <a:ext cx="387985" cy="0"/>
          </a:xfrm>
          <a:custGeom>
            <a:avLst/>
            <a:gdLst/>
            <a:ahLst/>
            <a:cxnLst/>
            <a:rect l="l" t="t" r="r" b="b"/>
            <a:pathLst>
              <a:path w="387985" h="0">
                <a:moveTo>
                  <a:pt x="0" y="0"/>
                </a:moveTo>
                <a:lnTo>
                  <a:pt x="387554" y="0"/>
                </a:lnTo>
              </a:path>
            </a:pathLst>
          </a:custGeom>
          <a:ln w="6337">
            <a:solidFill>
              <a:srgbClr val="B4C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3" name="object 583"/>
          <p:cNvSpPr/>
          <p:nvPr/>
        </p:nvSpPr>
        <p:spPr>
          <a:xfrm>
            <a:off x="4753412" y="3596265"/>
            <a:ext cx="387985" cy="0"/>
          </a:xfrm>
          <a:custGeom>
            <a:avLst/>
            <a:gdLst/>
            <a:ahLst/>
            <a:cxnLst/>
            <a:rect l="l" t="t" r="r" b="b"/>
            <a:pathLst>
              <a:path w="387985" h="0">
                <a:moveTo>
                  <a:pt x="0" y="0"/>
                </a:moveTo>
                <a:lnTo>
                  <a:pt x="387554" y="0"/>
                </a:lnTo>
              </a:path>
            </a:pathLst>
          </a:custGeom>
          <a:ln w="6337">
            <a:solidFill>
              <a:srgbClr val="B1C7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4" name="object 584"/>
          <p:cNvSpPr/>
          <p:nvPr/>
        </p:nvSpPr>
        <p:spPr>
          <a:xfrm>
            <a:off x="4743627" y="3614877"/>
            <a:ext cx="396875" cy="0"/>
          </a:xfrm>
          <a:custGeom>
            <a:avLst/>
            <a:gdLst/>
            <a:ahLst/>
            <a:cxnLst/>
            <a:rect l="l" t="t" r="r" b="b"/>
            <a:pathLst>
              <a:path w="396875" h="0">
                <a:moveTo>
                  <a:pt x="0" y="0"/>
                </a:moveTo>
                <a:lnTo>
                  <a:pt x="396394" y="0"/>
                </a:lnTo>
              </a:path>
            </a:pathLst>
          </a:custGeom>
          <a:ln w="30886">
            <a:solidFill>
              <a:srgbClr val="AFC5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5" name="object 585"/>
          <p:cNvSpPr/>
          <p:nvPr/>
        </p:nvSpPr>
        <p:spPr>
          <a:xfrm>
            <a:off x="4727814" y="3256559"/>
            <a:ext cx="31750" cy="89535"/>
          </a:xfrm>
          <a:custGeom>
            <a:avLst/>
            <a:gdLst/>
            <a:ahLst/>
            <a:cxnLst/>
            <a:rect l="l" t="t" r="r" b="b"/>
            <a:pathLst>
              <a:path w="31750" h="89535">
                <a:moveTo>
                  <a:pt x="31493" y="89484"/>
                </a:moveTo>
                <a:lnTo>
                  <a:pt x="0" y="89484"/>
                </a:lnTo>
                <a:lnTo>
                  <a:pt x="2380" y="54763"/>
                </a:lnTo>
                <a:lnTo>
                  <a:pt x="8419" y="14696"/>
                </a:lnTo>
                <a:lnTo>
                  <a:pt x="15813" y="0"/>
                </a:lnTo>
                <a:lnTo>
                  <a:pt x="23177" y="14696"/>
                </a:lnTo>
                <a:lnTo>
                  <a:pt x="29151" y="54763"/>
                </a:lnTo>
                <a:lnTo>
                  <a:pt x="31493" y="89484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6" name="object 586"/>
          <p:cNvSpPr/>
          <p:nvPr/>
        </p:nvSpPr>
        <p:spPr>
          <a:xfrm>
            <a:off x="4727488" y="3346043"/>
            <a:ext cx="32384" cy="5080"/>
          </a:xfrm>
          <a:custGeom>
            <a:avLst/>
            <a:gdLst/>
            <a:ahLst/>
            <a:cxnLst/>
            <a:rect l="l" t="t" r="r" b="b"/>
            <a:pathLst>
              <a:path w="32385" h="5079">
                <a:moveTo>
                  <a:pt x="0" y="4749"/>
                </a:moveTo>
                <a:lnTo>
                  <a:pt x="325" y="0"/>
                </a:lnTo>
                <a:lnTo>
                  <a:pt x="31819" y="0"/>
                </a:lnTo>
                <a:lnTo>
                  <a:pt x="32139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7" name="object 587"/>
          <p:cNvSpPr/>
          <p:nvPr/>
        </p:nvSpPr>
        <p:spPr>
          <a:xfrm>
            <a:off x="4727163" y="3350793"/>
            <a:ext cx="33020" cy="5080"/>
          </a:xfrm>
          <a:custGeom>
            <a:avLst/>
            <a:gdLst/>
            <a:ahLst/>
            <a:cxnLst/>
            <a:rect l="l" t="t" r="r" b="b"/>
            <a:pathLst>
              <a:path w="33020" h="5079">
                <a:moveTo>
                  <a:pt x="0" y="4749"/>
                </a:moveTo>
                <a:lnTo>
                  <a:pt x="325" y="0"/>
                </a:lnTo>
                <a:lnTo>
                  <a:pt x="32465" y="0"/>
                </a:lnTo>
                <a:lnTo>
                  <a:pt x="32785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3DF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8" name="object 588"/>
          <p:cNvSpPr/>
          <p:nvPr/>
        </p:nvSpPr>
        <p:spPr>
          <a:xfrm>
            <a:off x="4726946" y="3355543"/>
            <a:ext cx="33655" cy="3175"/>
          </a:xfrm>
          <a:custGeom>
            <a:avLst/>
            <a:gdLst/>
            <a:ahLst/>
            <a:cxnLst/>
            <a:rect l="l" t="t" r="r" b="b"/>
            <a:pathLst>
              <a:path w="33654" h="3175">
                <a:moveTo>
                  <a:pt x="0" y="3162"/>
                </a:moveTo>
                <a:lnTo>
                  <a:pt x="216" y="0"/>
                </a:lnTo>
                <a:lnTo>
                  <a:pt x="33002" y="0"/>
                </a:lnTo>
                <a:lnTo>
                  <a:pt x="33215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D5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9" name="object 589"/>
          <p:cNvSpPr/>
          <p:nvPr/>
        </p:nvSpPr>
        <p:spPr>
          <a:xfrm>
            <a:off x="4726620" y="3358705"/>
            <a:ext cx="34290" cy="5080"/>
          </a:xfrm>
          <a:custGeom>
            <a:avLst/>
            <a:gdLst/>
            <a:ahLst/>
            <a:cxnLst/>
            <a:rect l="l" t="t" r="r" b="b"/>
            <a:pathLst>
              <a:path w="34289" h="5079">
                <a:moveTo>
                  <a:pt x="0" y="4749"/>
                </a:moveTo>
                <a:lnTo>
                  <a:pt x="325" y="0"/>
                </a:lnTo>
                <a:lnTo>
                  <a:pt x="33541" y="0"/>
                </a:lnTo>
                <a:lnTo>
                  <a:pt x="33861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7E2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0" name="object 590"/>
          <p:cNvSpPr/>
          <p:nvPr/>
        </p:nvSpPr>
        <p:spPr>
          <a:xfrm>
            <a:off x="4726295" y="3363455"/>
            <a:ext cx="34925" cy="5080"/>
          </a:xfrm>
          <a:custGeom>
            <a:avLst/>
            <a:gdLst/>
            <a:ahLst/>
            <a:cxnLst/>
            <a:rect l="l" t="t" r="r" b="b"/>
            <a:pathLst>
              <a:path w="34925" h="5079">
                <a:moveTo>
                  <a:pt x="0" y="4749"/>
                </a:moveTo>
                <a:lnTo>
                  <a:pt x="325" y="0"/>
                </a:lnTo>
                <a:lnTo>
                  <a:pt x="34187" y="0"/>
                </a:lnTo>
                <a:lnTo>
                  <a:pt x="34507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A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1" name="object 591"/>
          <p:cNvSpPr/>
          <p:nvPr/>
        </p:nvSpPr>
        <p:spPr>
          <a:xfrm>
            <a:off x="4726076" y="3368217"/>
            <a:ext cx="35560" cy="5080"/>
          </a:xfrm>
          <a:custGeom>
            <a:avLst/>
            <a:gdLst/>
            <a:ahLst/>
            <a:cxnLst/>
            <a:rect l="l" t="t" r="r" b="b"/>
            <a:pathLst>
              <a:path w="35560" h="5079">
                <a:moveTo>
                  <a:pt x="34941" y="4749"/>
                </a:moveTo>
                <a:lnTo>
                  <a:pt x="0" y="4749"/>
                </a:lnTo>
                <a:lnTo>
                  <a:pt x="45" y="2511"/>
                </a:lnTo>
                <a:lnTo>
                  <a:pt x="218" y="0"/>
                </a:lnTo>
                <a:lnTo>
                  <a:pt x="34727" y="0"/>
                </a:lnTo>
                <a:lnTo>
                  <a:pt x="34896" y="2511"/>
                </a:lnTo>
                <a:lnTo>
                  <a:pt x="34941" y="4749"/>
                </a:lnTo>
                <a:close/>
              </a:path>
            </a:pathLst>
          </a:custGeom>
          <a:solidFill>
            <a:srgbClr val="DC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2" name="object 592"/>
          <p:cNvSpPr/>
          <p:nvPr/>
        </p:nvSpPr>
        <p:spPr>
          <a:xfrm>
            <a:off x="4725978" y="3372967"/>
            <a:ext cx="35560" cy="5080"/>
          </a:xfrm>
          <a:custGeom>
            <a:avLst/>
            <a:gdLst/>
            <a:ahLst/>
            <a:cxnLst/>
            <a:rect l="l" t="t" r="r" b="b"/>
            <a:pathLst>
              <a:path w="35560" h="5079">
                <a:moveTo>
                  <a:pt x="0" y="4749"/>
                </a:moveTo>
                <a:lnTo>
                  <a:pt x="97" y="0"/>
                </a:lnTo>
                <a:lnTo>
                  <a:pt x="35039" y="0"/>
                </a:lnTo>
                <a:lnTo>
                  <a:pt x="35134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EE7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3" name="object 593"/>
          <p:cNvSpPr/>
          <p:nvPr/>
        </p:nvSpPr>
        <p:spPr>
          <a:xfrm>
            <a:off x="4725913" y="3377717"/>
            <a:ext cx="35560" cy="3175"/>
          </a:xfrm>
          <a:custGeom>
            <a:avLst/>
            <a:gdLst/>
            <a:ahLst/>
            <a:cxnLst/>
            <a:rect l="l" t="t" r="r" b="b"/>
            <a:pathLst>
              <a:path w="35560" h="3175">
                <a:moveTo>
                  <a:pt x="0" y="3162"/>
                </a:moveTo>
                <a:lnTo>
                  <a:pt x="64" y="0"/>
                </a:lnTo>
                <a:lnTo>
                  <a:pt x="35199" y="0"/>
                </a:lnTo>
                <a:lnTo>
                  <a:pt x="35263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4" name="object 594"/>
          <p:cNvSpPr/>
          <p:nvPr/>
        </p:nvSpPr>
        <p:spPr>
          <a:xfrm>
            <a:off x="4725815" y="3380879"/>
            <a:ext cx="35560" cy="5080"/>
          </a:xfrm>
          <a:custGeom>
            <a:avLst/>
            <a:gdLst/>
            <a:ahLst/>
            <a:cxnLst/>
            <a:rect l="l" t="t" r="r" b="b"/>
            <a:pathLst>
              <a:path w="35560" h="5079">
                <a:moveTo>
                  <a:pt x="0" y="4749"/>
                </a:moveTo>
                <a:lnTo>
                  <a:pt x="97" y="0"/>
                </a:lnTo>
                <a:lnTo>
                  <a:pt x="35361" y="0"/>
                </a:lnTo>
                <a:lnTo>
                  <a:pt x="35456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5" name="object 595"/>
          <p:cNvSpPr/>
          <p:nvPr/>
        </p:nvSpPr>
        <p:spPr>
          <a:xfrm>
            <a:off x="4725718" y="3385629"/>
            <a:ext cx="36195" cy="5080"/>
          </a:xfrm>
          <a:custGeom>
            <a:avLst/>
            <a:gdLst/>
            <a:ahLst/>
            <a:cxnLst/>
            <a:rect l="l" t="t" r="r" b="b"/>
            <a:pathLst>
              <a:path w="36195" h="5079">
                <a:moveTo>
                  <a:pt x="0" y="4749"/>
                </a:moveTo>
                <a:lnTo>
                  <a:pt x="97" y="0"/>
                </a:lnTo>
                <a:lnTo>
                  <a:pt x="35554" y="0"/>
                </a:lnTo>
                <a:lnTo>
                  <a:pt x="35649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6" name="object 596"/>
          <p:cNvSpPr/>
          <p:nvPr/>
        </p:nvSpPr>
        <p:spPr>
          <a:xfrm>
            <a:off x="4725620" y="3390379"/>
            <a:ext cx="36195" cy="5080"/>
          </a:xfrm>
          <a:custGeom>
            <a:avLst/>
            <a:gdLst/>
            <a:ahLst/>
            <a:cxnLst/>
            <a:rect l="l" t="t" r="r" b="b"/>
            <a:pathLst>
              <a:path w="36195" h="5079">
                <a:moveTo>
                  <a:pt x="0" y="4749"/>
                </a:moveTo>
                <a:lnTo>
                  <a:pt x="97" y="0"/>
                </a:lnTo>
                <a:lnTo>
                  <a:pt x="35747" y="0"/>
                </a:lnTo>
                <a:lnTo>
                  <a:pt x="35843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6EC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7" name="object 597"/>
          <p:cNvSpPr/>
          <p:nvPr/>
        </p:nvSpPr>
        <p:spPr>
          <a:xfrm>
            <a:off x="4725555" y="3395129"/>
            <a:ext cx="36195" cy="3175"/>
          </a:xfrm>
          <a:custGeom>
            <a:avLst/>
            <a:gdLst/>
            <a:ahLst/>
            <a:cxnLst/>
            <a:rect l="l" t="t" r="r" b="b"/>
            <a:pathLst>
              <a:path w="36195" h="3175">
                <a:moveTo>
                  <a:pt x="0" y="3162"/>
                </a:moveTo>
                <a:lnTo>
                  <a:pt x="64" y="0"/>
                </a:lnTo>
                <a:lnTo>
                  <a:pt x="35908" y="0"/>
                </a:lnTo>
                <a:lnTo>
                  <a:pt x="35971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8" name="object 598"/>
          <p:cNvSpPr/>
          <p:nvPr/>
        </p:nvSpPr>
        <p:spPr>
          <a:xfrm>
            <a:off x="4725458" y="3398304"/>
            <a:ext cx="36195" cy="5080"/>
          </a:xfrm>
          <a:custGeom>
            <a:avLst/>
            <a:gdLst/>
            <a:ahLst/>
            <a:cxnLst/>
            <a:rect l="l" t="t" r="r" b="b"/>
            <a:pathLst>
              <a:path w="36195" h="5079">
                <a:moveTo>
                  <a:pt x="0" y="4749"/>
                </a:moveTo>
                <a:lnTo>
                  <a:pt x="97" y="0"/>
                </a:lnTo>
                <a:lnTo>
                  <a:pt x="36069" y="0"/>
                </a:lnTo>
                <a:lnTo>
                  <a:pt x="36165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9" name="object 599"/>
          <p:cNvSpPr/>
          <p:nvPr/>
        </p:nvSpPr>
        <p:spPr>
          <a:xfrm>
            <a:off x="4725360" y="3403053"/>
            <a:ext cx="36830" cy="5080"/>
          </a:xfrm>
          <a:custGeom>
            <a:avLst/>
            <a:gdLst/>
            <a:ahLst/>
            <a:cxnLst/>
            <a:rect l="l" t="t" r="r" b="b"/>
            <a:pathLst>
              <a:path w="36829" h="5079">
                <a:moveTo>
                  <a:pt x="0" y="4749"/>
                </a:moveTo>
                <a:lnTo>
                  <a:pt x="97" y="0"/>
                </a:lnTo>
                <a:lnTo>
                  <a:pt x="36262" y="0"/>
                </a:lnTo>
                <a:lnTo>
                  <a:pt x="36358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0" name="object 600"/>
          <p:cNvSpPr/>
          <p:nvPr/>
        </p:nvSpPr>
        <p:spPr>
          <a:xfrm>
            <a:off x="4725263" y="3407803"/>
            <a:ext cx="36830" cy="5080"/>
          </a:xfrm>
          <a:custGeom>
            <a:avLst/>
            <a:gdLst/>
            <a:ahLst/>
            <a:cxnLst/>
            <a:rect l="l" t="t" r="r" b="b"/>
            <a:pathLst>
              <a:path w="36829" h="5079">
                <a:moveTo>
                  <a:pt x="0" y="4749"/>
                </a:moveTo>
                <a:lnTo>
                  <a:pt x="97" y="0"/>
                </a:lnTo>
                <a:lnTo>
                  <a:pt x="36456" y="0"/>
                </a:lnTo>
                <a:lnTo>
                  <a:pt x="36551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D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1" name="object 601"/>
          <p:cNvSpPr/>
          <p:nvPr/>
        </p:nvSpPr>
        <p:spPr>
          <a:xfrm>
            <a:off x="4725198" y="3412553"/>
            <a:ext cx="36830" cy="3175"/>
          </a:xfrm>
          <a:custGeom>
            <a:avLst/>
            <a:gdLst/>
            <a:ahLst/>
            <a:cxnLst/>
            <a:rect l="l" t="t" r="r" b="b"/>
            <a:pathLst>
              <a:path w="36829" h="3175">
                <a:moveTo>
                  <a:pt x="0" y="3162"/>
                </a:moveTo>
                <a:lnTo>
                  <a:pt x="64" y="0"/>
                </a:lnTo>
                <a:lnTo>
                  <a:pt x="36616" y="0"/>
                </a:lnTo>
                <a:lnTo>
                  <a:pt x="36680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2" name="object 602"/>
          <p:cNvSpPr/>
          <p:nvPr/>
        </p:nvSpPr>
        <p:spPr>
          <a:xfrm>
            <a:off x="4725100" y="3415728"/>
            <a:ext cx="37465" cy="5080"/>
          </a:xfrm>
          <a:custGeom>
            <a:avLst/>
            <a:gdLst/>
            <a:ahLst/>
            <a:cxnLst/>
            <a:rect l="l" t="t" r="r" b="b"/>
            <a:pathLst>
              <a:path w="37464" h="5079">
                <a:moveTo>
                  <a:pt x="0" y="4749"/>
                </a:moveTo>
                <a:lnTo>
                  <a:pt x="97" y="0"/>
                </a:lnTo>
                <a:lnTo>
                  <a:pt x="36778" y="0"/>
                </a:lnTo>
                <a:lnTo>
                  <a:pt x="36874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3" name="object 603"/>
          <p:cNvSpPr/>
          <p:nvPr/>
        </p:nvSpPr>
        <p:spPr>
          <a:xfrm>
            <a:off x="4725002" y="3420478"/>
            <a:ext cx="37465" cy="5080"/>
          </a:xfrm>
          <a:custGeom>
            <a:avLst/>
            <a:gdLst/>
            <a:ahLst/>
            <a:cxnLst/>
            <a:rect l="l" t="t" r="r" b="b"/>
            <a:pathLst>
              <a:path w="37464" h="5079">
                <a:moveTo>
                  <a:pt x="0" y="4749"/>
                </a:moveTo>
                <a:lnTo>
                  <a:pt x="97" y="0"/>
                </a:lnTo>
                <a:lnTo>
                  <a:pt x="36971" y="0"/>
                </a:lnTo>
                <a:lnTo>
                  <a:pt x="37067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4" name="object 604"/>
          <p:cNvSpPr/>
          <p:nvPr/>
        </p:nvSpPr>
        <p:spPr>
          <a:xfrm>
            <a:off x="4724937" y="3425228"/>
            <a:ext cx="37465" cy="3175"/>
          </a:xfrm>
          <a:custGeom>
            <a:avLst/>
            <a:gdLst/>
            <a:ahLst/>
            <a:cxnLst/>
            <a:rect l="l" t="t" r="r" b="b"/>
            <a:pathLst>
              <a:path w="37464" h="3175">
                <a:moveTo>
                  <a:pt x="0" y="3162"/>
                </a:moveTo>
                <a:lnTo>
                  <a:pt x="64" y="0"/>
                </a:lnTo>
                <a:lnTo>
                  <a:pt x="37132" y="0"/>
                </a:lnTo>
                <a:lnTo>
                  <a:pt x="37195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5" name="object 605"/>
          <p:cNvSpPr/>
          <p:nvPr/>
        </p:nvSpPr>
        <p:spPr>
          <a:xfrm>
            <a:off x="4724840" y="3428390"/>
            <a:ext cx="37465" cy="5080"/>
          </a:xfrm>
          <a:custGeom>
            <a:avLst/>
            <a:gdLst/>
            <a:ahLst/>
            <a:cxnLst/>
            <a:rect l="l" t="t" r="r" b="b"/>
            <a:pathLst>
              <a:path w="37464" h="5079">
                <a:moveTo>
                  <a:pt x="0" y="4749"/>
                </a:moveTo>
                <a:lnTo>
                  <a:pt x="97" y="0"/>
                </a:lnTo>
                <a:lnTo>
                  <a:pt x="37293" y="0"/>
                </a:lnTo>
                <a:lnTo>
                  <a:pt x="37389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6" name="object 606"/>
          <p:cNvSpPr/>
          <p:nvPr/>
        </p:nvSpPr>
        <p:spPr>
          <a:xfrm>
            <a:off x="4724628" y="3433140"/>
            <a:ext cx="38100" cy="11430"/>
          </a:xfrm>
          <a:custGeom>
            <a:avLst/>
            <a:gdLst/>
            <a:ahLst/>
            <a:cxnLst/>
            <a:rect l="l" t="t" r="r" b="b"/>
            <a:pathLst>
              <a:path w="38100" h="11429">
                <a:moveTo>
                  <a:pt x="37792" y="11087"/>
                </a:moveTo>
                <a:lnTo>
                  <a:pt x="16" y="11087"/>
                </a:lnTo>
                <a:lnTo>
                  <a:pt x="0" y="10299"/>
                </a:lnTo>
                <a:lnTo>
                  <a:pt x="211" y="0"/>
                </a:lnTo>
                <a:lnTo>
                  <a:pt x="37600" y="0"/>
                </a:lnTo>
                <a:lnTo>
                  <a:pt x="37807" y="10299"/>
                </a:lnTo>
                <a:lnTo>
                  <a:pt x="37792" y="11087"/>
                </a:lnTo>
                <a:close/>
              </a:path>
            </a:pathLst>
          </a:custGeom>
          <a:solidFill>
            <a:srgbClr val="F8F9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7" name="object 607"/>
          <p:cNvSpPr/>
          <p:nvPr/>
        </p:nvSpPr>
        <p:spPr>
          <a:xfrm>
            <a:off x="4724644" y="3444227"/>
            <a:ext cx="38100" cy="6350"/>
          </a:xfrm>
          <a:custGeom>
            <a:avLst/>
            <a:gdLst/>
            <a:ahLst/>
            <a:cxnLst/>
            <a:rect l="l" t="t" r="r" b="b"/>
            <a:pathLst>
              <a:path w="38100" h="6350">
                <a:moveTo>
                  <a:pt x="130" y="6337"/>
                </a:moveTo>
                <a:lnTo>
                  <a:pt x="0" y="0"/>
                </a:lnTo>
                <a:lnTo>
                  <a:pt x="37775" y="0"/>
                </a:lnTo>
                <a:lnTo>
                  <a:pt x="37648" y="6337"/>
                </a:lnTo>
                <a:lnTo>
                  <a:pt x="130" y="6337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8" name="object 608"/>
          <p:cNvSpPr/>
          <p:nvPr/>
        </p:nvSpPr>
        <p:spPr>
          <a:xfrm>
            <a:off x="4724774" y="3450564"/>
            <a:ext cx="38100" cy="5080"/>
          </a:xfrm>
          <a:custGeom>
            <a:avLst/>
            <a:gdLst/>
            <a:ahLst/>
            <a:cxnLst/>
            <a:rect l="l" t="t" r="r" b="b"/>
            <a:pathLst>
              <a:path w="38100" h="5079">
                <a:moveTo>
                  <a:pt x="97" y="4749"/>
                </a:moveTo>
                <a:lnTo>
                  <a:pt x="0" y="0"/>
                </a:lnTo>
                <a:lnTo>
                  <a:pt x="37518" y="0"/>
                </a:lnTo>
                <a:lnTo>
                  <a:pt x="37422" y="4749"/>
                </a:lnTo>
                <a:lnTo>
                  <a:pt x="97" y="4749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9" name="object 609"/>
          <p:cNvSpPr/>
          <p:nvPr/>
        </p:nvSpPr>
        <p:spPr>
          <a:xfrm>
            <a:off x="4724872" y="3455314"/>
            <a:ext cx="37465" cy="5080"/>
          </a:xfrm>
          <a:custGeom>
            <a:avLst/>
            <a:gdLst/>
            <a:ahLst/>
            <a:cxnLst/>
            <a:rect l="l" t="t" r="r" b="b"/>
            <a:pathLst>
              <a:path w="37464" h="5079">
                <a:moveTo>
                  <a:pt x="97" y="4749"/>
                </a:moveTo>
                <a:lnTo>
                  <a:pt x="0" y="0"/>
                </a:lnTo>
                <a:lnTo>
                  <a:pt x="37325" y="0"/>
                </a:lnTo>
                <a:lnTo>
                  <a:pt x="37230" y="4749"/>
                </a:lnTo>
                <a:lnTo>
                  <a:pt x="97" y="4749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0" name="object 610"/>
          <p:cNvSpPr/>
          <p:nvPr/>
        </p:nvSpPr>
        <p:spPr>
          <a:xfrm>
            <a:off x="4724969" y="3460064"/>
            <a:ext cx="37465" cy="6350"/>
          </a:xfrm>
          <a:custGeom>
            <a:avLst/>
            <a:gdLst/>
            <a:ahLst/>
            <a:cxnLst/>
            <a:rect l="l" t="t" r="r" b="b"/>
            <a:pathLst>
              <a:path w="37464" h="6350">
                <a:moveTo>
                  <a:pt x="130" y="6337"/>
                </a:moveTo>
                <a:lnTo>
                  <a:pt x="0" y="0"/>
                </a:lnTo>
                <a:lnTo>
                  <a:pt x="37132" y="0"/>
                </a:lnTo>
                <a:lnTo>
                  <a:pt x="37005" y="6337"/>
                </a:lnTo>
                <a:lnTo>
                  <a:pt x="130" y="6337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1" name="object 611"/>
          <p:cNvSpPr/>
          <p:nvPr/>
        </p:nvSpPr>
        <p:spPr>
          <a:xfrm>
            <a:off x="4725099" y="3466401"/>
            <a:ext cx="37465" cy="5080"/>
          </a:xfrm>
          <a:custGeom>
            <a:avLst/>
            <a:gdLst/>
            <a:ahLst/>
            <a:cxnLst/>
            <a:rect l="l" t="t" r="r" b="b"/>
            <a:pathLst>
              <a:path w="37464" h="5079">
                <a:moveTo>
                  <a:pt x="97" y="4749"/>
                </a:moveTo>
                <a:lnTo>
                  <a:pt x="0" y="0"/>
                </a:lnTo>
                <a:lnTo>
                  <a:pt x="36875" y="0"/>
                </a:lnTo>
                <a:lnTo>
                  <a:pt x="36779" y="4749"/>
                </a:lnTo>
                <a:lnTo>
                  <a:pt x="97" y="4749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2" name="object 612"/>
          <p:cNvSpPr/>
          <p:nvPr/>
        </p:nvSpPr>
        <p:spPr>
          <a:xfrm>
            <a:off x="4725197" y="3471151"/>
            <a:ext cx="36830" cy="8255"/>
          </a:xfrm>
          <a:custGeom>
            <a:avLst/>
            <a:gdLst/>
            <a:ahLst/>
            <a:cxnLst/>
            <a:rect l="l" t="t" r="r" b="b"/>
            <a:pathLst>
              <a:path w="36829" h="8254">
                <a:moveTo>
                  <a:pt x="162" y="7924"/>
                </a:moveTo>
                <a:lnTo>
                  <a:pt x="0" y="0"/>
                </a:lnTo>
                <a:lnTo>
                  <a:pt x="36682" y="0"/>
                </a:lnTo>
                <a:lnTo>
                  <a:pt x="36522" y="7924"/>
                </a:lnTo>
                <a:lnTo>
                  <a:pt x="162" y="7924"/>
                </a:lnTo>
                <a:close/>
              </a:path>
            </a:pathLst>
          </a:custGeom>
          <a:solidFill>
            <a:srgbClr val="EDF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3" name="object 613"/>
          <p:cNvSpPr/>
          <p:nvPr/>
        </p:nvSpPr>
        <p:spPr>
          <a:xfrm>
            <a:off x="4725359" y="3479076"/>
            <a:ext cx="36830" cy="6350"/>
          </a:xfrm>
          <a:custGeom>
            <a:avLst/>
            <a:gdLst/>
            <a:ahLst/>
            <a:cxnLst/>
            <a:rect l="l" t="t" r="r" b="b"/>
            <a:pathLst>
              <a:path w="36829" h="6350">
                <a:moveTo>
                  <a:pt x="130" y="6337"/>
                </a:moveTo>
                <a:lnTo>
                  <a:pt x="0" y="0"/>
                </a:lnTo>
                <a:lnTo>
                  <a:pt x="36360" y="0"/>
                </a:lnTo>
                <a:lnTo>
                  <a:pt x="36232" y="6337"/>
                </a:lnTo>
                <a:lnTo>
                  <a:pt x="130" y="6337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4" name="object 614"/>
          <p:cNvSpPr/>
          <p:nvPr/>
        </p:nvSpPr>
        <p:spPr>
          <a:xfrm>
            <a:off x="4725489" y="3485413"/>
            <a:ext cx="36195" cy="6350"/>
          </a:xfrm>
          <a:custGeom>
            <a:avLst/>
            <a:gdLst/>
            <a:ahLst/>
            <a:cxnLst/>
            <a:rect l="l" t="t" r="r" b="b"/>
            <a:pathLst>
              <a:path w="36195" h="6350">
                <a:moveTo>
                  <a:pt x="130" y="6337"/>
                </a:moveTo>
                <a:lnTo>
                  <a:pt x="0" y="0"/>
                </a:lnTo>
                <a:lnTo>
                  <a:pt x="36102" y="0"/>
                </a:lnTo>
                <a:lnTo>
                  <a:pt x="35975" y="6337"/>
                </a:lnTo>
                <a:lnTo>
                  <a:pt x="130" y="6337"/>
                </a:lnTo>
                <a:close/>
              </a:path>
            </a:pathLst>
          </a:custGeom>
          <a:solidFill>
            <a:srgbClr val="EAEF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5" name="object 615"/>
          <p:cNvSpPr/>
          <p:nvPr/>
        </p:nvSpPr>
        <p:spPr>
          <a:xfrm>
            <a:off x="4725619" y="3491738"/>
            <a:ext cx="36195" cy="6350"/>
          </a:xfrm>
          <a:custGeom>
            <a:avLst/>
            <a:gdLst/>
            <a:ahLst/>
            <a:cxnLst/>
            <a:rect l="l" t="t" r="r" b="b"/>
            <a:pathLst>
              <a:path w="36195" h="6350">
                <a:moveTo>
                  <a:pt x="130" y="6337"/>
                </a:moveTo>
                <a:lnTo>
                  <a:pt x="0" y="0"/>
                </a:lnTo>
                <a:lnTo>
                  <a:pt x="35845" y="0"/>
                </a:lnTo>
                <a:lnTo>
                  <a:pt x="35718" y="6337"/>
                </a:lnTo>
                <a:lnTo>
                  <a:pt x="130" y="6337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6" name="object 616"/>
          <p:cNvSpPr/>
          <p:nvPr/>
        </p:nvSpPr>
        <p:spPr>
          <a:xfrm>
            <a:off x="4725749" y="3498075"/>
            <a:ext cx="36195" cy="6350"/>
          </a:xfrm>
          <a:custGeom>
            <a:avLst/>
            <a:gdLst/>
            <a:ahLst/>
            <a:cxnLst/>
            <a:rect l="l" t="t" r="r" b="b"/>
            <a:pathLst>
              <a:path w="36195" h="6350">
                <a:moveTo>
                  <a:pt x="130" y="6337"/>
                </a:moveTo>
                <a:lnTo>
                  <a:pt x="0" y="0"/>
                </a:lnTo>
                <a:lnTo>
                  <a:pt x="35588" y="0"/>
                </a:lnTo>
                <a:lnTo>
                  <a:pt x="35461" y="6337"/>
                </a:lnTo>
                <a:lnTo>
                  <a:pt x="130" y="6337"/>
                </a:lnTo>
                <a:close/>
              </a:path>
            </a:pathLst>
          </a:custGeom>
          <a:solidFill>
            <a:srgbClr val="E6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7" name="object 617"/>
          <p:cNvSpPr/>
          <p:nvPr/>
        </p:nvSpPr>
        <p:spPr>
          <a:xfrm>
            <a:off x="4725879" y="3504412"/>
            <a:ext cx="35560" cy="6350"/>
          </a:xfrm>
          <a:custGeom>
            <a:avLst/>
            <a:gdLst/>
            <a:ahLst/>
            <a:cxnLst/>
            <a:rect l="l" t="t" r="r" b="b"/>
            <a:pathLst>
              <a:path w="35560" h="6350">
                <a:moveTo>
                  <a:pt x="130" y="6337"/>
                </a:moveTo>
                <a:lnTo>
                  <a:pt x="0" y="0"/>
                </a:lnTo>
                <a:lnTo>
                  <a:pt x="35331" y="0"/>
                </a:lnTo>
                <a:lnTo>
                  <a:pt x="35203" y="6337"/>
                </a:lnTo>
                <a:lnTo>
                  <a:pt x="130" y="6337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8" name="object 618"/>
          <p:cNvSpPr/>
          <p:nvPr/>
        </p:nvSpPr>
        <p:spPr>
          <a:xfrm>
            <a:off x="4726009" y="3510750"/>
            <a:ext cx="35560" cy="6350"/>
          </a:xfrm>
          <a:custGeom>
            <a:avLst/>
            <a:gdLst/>
            <a:ahLst/>
            <a:cxnLst/>
            <a:rect l="l" t="t" r="r" b="b"/>
            <a:pathLst>
              <a:path w="35560" h="6350">
                <a:moveTo>
                  <a:pt x="34905" y="6337"/>
                </a:moveTo>
                <a:lnTo>
                  <a:pt x="170" y="6337"/>
                </a:lnTo>
                <a:lnTo>
                  <a:pt x="112" y="5486"/>
                </a:lnTo>
                <a:lnTo>
                  <a:pt x="0" y="0"/>
                </a:lnTo>
                <a:lnTo>
                  <a:pt x="35073" y="0"/>
                </a:lnTo>
                <a:lnTo>
                  <a:pt x="34963" y="5486"/>
                </a:lnTo>
                <a:lnTo>
                  <a:pt x="34905" y="6337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9" name="object 619"/>
          <p:cNvSpPr/>
          <p:nvPr/>
        </p:nvSpPr>
        <p:spPr>
          <a:xfrm>
            <a:off x="4726180" y="3517087"/>
            <a:ext cx="34925" cy="8255"/>
          </a:xfrm>
          <a:custGeom>
            <a:avLst/>
            <a:gdLst/>
            <a:ahLst/>
            <a:cxnLst/>
            <a:rect l="l" t="t" r="r" b="b"/>
            <a:pathLst>
              <a:path w="34925" h="8254">
                <a:moveTo>
                  <a:pt x="34200" y="7924"/>
                </a:moveTo>
                <a:lnTo>
                  <a:pt x="543" y="7924"/>
                </a:lnTo>
                <a:lnTo>
                  <a:pt x="0" y="0"/>
                </a:lnTo>
                <a:lnTo>
                  <a:pt x="34735" y="0"/>
                </a:lnTo>
                <a:lnTo>
                  <a:pt x="34200" y="7924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0" name="object 620"/>
          <p:cNvSpPr/>
          <p:nvPr/>
        </p:nvSpPr>
        <p:spPr>
          <a:xfrm>
            <a:off x="4726722" y="3524999"/>
            <a:ext cx="33655" cy="8255"/>
          </a:xfrm>
          <a:custGeom>
            <a:avLst/>
            <a:gdLst/>
            <a:ahLst/>
            <a:cxnLst/>
            <a:rect l="l" t="t" r="r" b="b"/>
            <a:pathLst>
              <a:path w="33654" h="8254">
                <a:moveTo>
                  <a:pt x="33124" y="7924"/>
                </a:moveTo>
                <a:lnTo>
                  <a:pt x="543" y="7924"/>
                </a:lnTo>
                <a:lnTo>
                  <a:pt x="0" y="0"/>
                </a:lnTo>
                <a:lnTo>
                  <a:pt x="33658" y="0"/>
                </a:lnTo>
                <a:lnTo>
                  <a:pt x="33124" y="7924"/>
                </a:lnTo>
                <a:close/>
              </a:path>
            </a:pathLst>
          </a:custGeom>
          <a:solidFill>
            <a:srgbClr val="DE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1" name="object 621"/>
          <p:cNvSpPr/>
          <p:nvPr/>
        </p:nvSpPr>
        <p:spPr>
          <a:xfrm>
            <a:off x="4727266" y="3532924"/>
            <a:ext cx="33020" cy="8255"/>
          </a:xfrm>
          <a:custGeom>
            <a:avLst/>
            <a:gdLst/>
            <a:ahLst/>
            <a:cxnLst/>
            <a:rect l="l" t="t" r="r" b="b"/>
            <a:pathLst>
              <a:path w="33020" h="8254">
                <a:moveTo>
                  <a:pt x="32046" y="7924"/>
                </a:moveTo>
                <a:lnTo>
                  <a:pt x="543" y="7924"/>
                </a:lnTo>
                <a:lnTo>
                  <a:pt x="0" y="0"/>
                </a:lnTo>
                <a:lnTo>
                  <a:pt x="32580" y="0"/>
                </a:lnTo>
                <a:lnTo>
                  <a:pt x="32046" y="7924"/>
                </a:lnTo>
                <a:close/>
              </a:path>
            </a:pathLst>
          </a:custGeom>
          <a:solidFill>
            <a:srgbClr val="DD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2" name="object 622"/>
          <p:cNvSpPr/>
          <p:nvPr/>
        </p:nvSpPr>
        <p:spPr>
          <a:xfrm>
            <a:off x="4727808" y="3540836"/>
            <a:ext cx="31750" cy="9525"/>
          </a:xfrm>
          <a:custGeom>
            <a:avLst/>
            <a:gdLst/>
            <a:ahLst/>
            <a:cxnLst/>
            <a:rect l="l" t="t" r="r" b="b"/>
            <a:pathLst>
              <a:path w="31750" h="9525">
                <a:moveTo>
                  <a:pt x="30863" y="9499"/>
                </a:moveTo>
                <a:lnTo>
                  <a:pt x="651" y="9499"/>
                </a:lnTo>
                <a:lnTo>
                  <a:pt x="0" y="0"/>
                </a:lnTo>
                <a:lnTo>
                  <a:pt x="31504" y="0"/>
                </a:lnTo>
                <a:lnTo>
                  <a:pt x="30863" y="9499"/>
                </a:lnTo>
                <a:close/>
              </a:path>
            </a:pathLst>
          </a:custGeom>
          <a:solidFill>
            <a:srgbClr val="DB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3" name="object 623"/>
          <p:cNvSpPr/>
          <p:nvPr/>
        </p:nvSpPr>
        <p:spPr>
          <a:xfrm>
            <a:off x="4728459" y="3550335"/>
            <a:ext cx="30480" cy="11430"/>
          </a:xfrm>
          <a:custGeom>
            <a:avLst/>
            <a:gdLst/>
            <a:ahLst/>
            <a:cxnLst/>
            <a:rect l="l" t="t" r="r" b="b"/>
            <a:pathLst>
              <a:path w="30479" h="11429">
                <a:moveTo>
                  <a:pt x="29464" y="11087"/>
                </a:moveTo>
                <a:lnTo>
                  <a:pt x="760" y="11087"/>
                </a:lnTo>
                <a:lnTo>
                  <a:pt x="0" y="0"/>
                </a:lnTo>
                <a:lnTo>
                  <a:pt x="30212" y="0"/>
                </a:lnTo>
                <a:lnTo>
                  <a:pt x="29464" y="11087"/>
                </a:lnTo>
                <a:close/>
              </a:path>
            </a:pathLst>
          </a:custGeom>
          <a:solidFill>
            <a:srgbClr val="D9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4" name="object 624"/>
          <p:cNvSpPr/>
          <p:nvPr/>
        </p:nvSpPr>
        <p:spPr>
          <a:xfrm>
            <a:off x="4729220" y="3561422"/>
            <a:ext cx="29209" cy="9525"/>
          </a:xfrm>
          <a:custGeom>
            <a:avLst/>
            <a:gdLst/>
            <a:ahLst/>
            <a:cxnLst/>
            <a:rect l="l" t="t" r="r" b="b"/>
            <a:pathLst>
              <a:path w="29210" h="9525">
                <a:moveTo>
                  <a:pt x="28063" y="9499"/>
                </a:moveTo>
                <a:lnTo>
                  <a:pt x="651" y="9499"/>
                </a:lnTo>
                <a:lnTo>
                  <a:pt x="0" y="0"/>
                </a:lnTo>
                <a:lnTo>
                  <a:pt x="28704" y="0"/>
                </a:lnTo>
                <a:lnTo>
                  <a:pt x="28063" y="9499"/>
                </a:lnTo>
                <a:close/>
              </a:path>
            </a:pathLst>
          </a:custGeom>
          <a:solidFill>
            <a:srgbClr val="D6E1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5" name="object 625"/>
          <p:cNvSpPr/>
          <p:nvPr/>
        </p:nvSpPr>
        <p:spPr>
          <a:xfrm>
            <a:off x="4729872" y="3570935"/>
            <a:ext cx="27940" cy="11430"/>
          </a:xfrm>
          <a:custGeom>
            <a:avLst/>
            <a:gdLst/>
            <a:ahLst/>
            <a:cxnLst/>
            <a:rect l="l" t="t" r="r" b="b"/>
            <a:pathLst>
              <a:path w="27939" h="11429">
                <a:moveTo>
                  <a:pt x="26139" y="11087"/>
                </a:moveTo>
                <a:lnTo>
                  <a:pt x="1286" y="11087"/>
                </a:lnTo>
                <a:lnTo>
                  <a:pt x="322" y="4697"/>
                </a:lnTo>
                <a:lnTo>
                  <a:pt x="0" y="0"/>
                </a:lnTo>
                <a:lnTo>
                  <a:pt x="27410" y="0"/>
                </a:lnTo>
                <a:lnTo>
                  <a:pt x="27093" y="4697"/>
                </a:lnTo>
                <a:lnTo>
                  <a:pt x="26139" y="11087"/>
                </a:lnTo>
                <a:close/>
              </a:path>
            </a:pathLst>
          </a:custGeom>
          <a:solidFill>
            <a:srgbClr val="D4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6" name="object 626"/>
          <p:cNvSpPr/>
          <p:nvPr/>
        </p:nvSpPr>
        <p:spPr>
          <a:xfrm>
            <a:off x="4731158" y="3582022"/>
            <a:ext cx="25400" cy="8255"/>
          </a:xfrm>
          <a:custGeom>
            <a:avLst/>
            <a:gdLst/>
            <a:ahLst/>
            <a:cxnLst/>
            <a:rect l="l" t="t" r="r" b="b"/>
            <a:pathLst>
              <a:path w="25400" h="8254">
                <a:moveTo>
                  <a:pt x="23670" y="7924"/>
                </a:moveTo>
                <a:lnTo>
                  <a:pt x="1195" y="7924"/>
                </a:lnTo>
                <a:lnTo>
                  <a:pt x="0" y="0"/>
                </a:lnTo>
                <a:lnTo>
                  <a:pt x="24853" y="0"/>
                </a:lnTo>
                <a:lnTo>
                  <a:pt x="23670" y="7924"/>
                </a:lnTo>
                <a:close/>
              </a:path>
            </a:pathLst>
          </a:custGeom>
          <a:solidFill>
            <a:srgbClr val="D2D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7" name="object 627"/>
          <p:cNvSpPr/>
          <p:nvPr/>
        </p:nvSpPr>
        <p:spPr>
          <a:xfrm>
            <a:off x="4732352" y="3589934"/>
            <a:ext cx="22860" cy="8255"/>
          </a:xfrm>
          <a:custGeom>
            <a:avLst/>
            <a:gdLst/>
            <a:ahLst/>
            <a:cxnLst/>
            <a:rect l="l" t="t" r="r" b="b"/>
            <a:pathLst>
              <a:path w="22860" h="8254">
                <a:moveTo>
                  <a:pt x="21295" y="7924"/>
                </a:moveTo>
                <a:lnTo>
                  <a:pt x="1195" y="7924"/>
                </a:lnTo>
                <a:lnTo>
                  <a:pt x="0" y="0"/>
                </a:lnTo>
                <a:lnTo>
                  <a:pt x="22478" y="0"/>
                </a:lnTo>
                <a:lnTo>
                  <a:pt x="21295" y="7924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8" name="object 628"/>
          <p:cNvSpPr/>
          <p:nvPr/>
        </p:nvSpPr>
        <p:spPr>
          <a:xfrm>
            <a:off x="4733548" y="3597859"/>
            <a:ext cx="20320" cy="33020"/>
          </a:xfrm>
          <a:custGeom>
            <a:avLst/>
            <a:gdLst/>
            <a:ahLst/>
            <a:cxnLst/>
            <a:rect l="l" t="t" r="r" b="b"/>
            <a:pathLst>
              <a:path w="20320" h="33020">
                <a:moveTo>
                  <a:pt x="10079" y="32461"/>
                </a:moveTo>
                <a:lnTo>
                  <a:pt x="2685" y="17793"/>
                </a:lnTo>
                <a:lnTo>
                  <a:pt x="0" y="0"/>
                </a:lnTo>
                <a:lnTo>
                  <a:pt x="20099" y="0"/>
                </a:lnTo>
                <a:lnTo>
                  <a:pt x="17443" y="17793"/>
                </a:lnTo>
                <a:lnTo>
                  <a:pt x="10079" y="32461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9" name="object 629"/>
          <p:cNvSpPr/>
          <p:nvPr/>
        </p:nvSpPr>
        <p:spPr>
          <a:xfrm>
            <a:off x="4724628" y="3256559"/>
            <a:ext cx="38100" cy="374015"/>
          </a:xfrm>
          <a:custGeom>
            <a:avLst/>
            <a:gdLst/>
            <a:ahLst/>
            <a:cxnLst/>
            <a:rect l="l" t="t" r="r" b="b"/>
            <a:pathLst>
              <a:path w="38100" h="374014">
                <a:moveTo>
                  <a:pt x="18999" y="0"/>
                </a:moveTo>
                <a:lnTo>
                  <a:pt x="26363" y="14696"/>
                </a:lnTo>
                <a:lnTo>
                  <a:pt x="32337" y="54763"/>
                </a:lnTo>
                <a:lnTo>
                  <a:pt x="36344" y="114169"/>
                </a:lnTo>
                <a:lnTo>
                  <a:pt x="37807" y="186880"/>
                </a:lnTo>
                <a:lnTo>
                  <a:pt x="36344" y="259677"/>
                </a:lnTo>
                <a:lnTo>
                  <a:pt x="32337" y="319073"/>
                </a:lnTo>
                <a:lnTo>
                  <a:pt x="26363" y="359093"/>
                </a:lnTo>
                <a:lnTo>
                  <a:pt x="18999" y="373760"/>
                </a:lnTo>
                <a:lnTo>
                  <a:pt x="11605" y="359093"/>
                </a:lnTo>
                <a:lnTo>
                  <a:pt x="5565" y="319073"/>
                </a:lnTo>
                <a:lnTo>
                  <a:pt x="1493" y="259677"/>
                </a:lnTo>
                <a:lnTo>
                  <a:pt x="0" y="186880"/>
                </a:lnTo>
                <a:lnTo>
                  <a:pt x="1493" y="114169"/>
                </a:lnTo>
                <a:lnTo>
                  <a:pt x="5565" y="54763"/>
                </a:lnTo>
                <a:lnTo>
                  <a:pt x="11605" y="14696"/>
                </a:lnTo>
                <a:lnTo>
                  <a:pt x="18999" y="0"/>
                </a:lnTo>
                <a:close/>
              </a:path>
            </a:pathLst>
          </a:custGeom>
          <a:ln w="13258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0" name="object 630"/>
          <p:cNvSpPr/>
          <p:nvPr/>
        </p:nvSpPr>
        <p:spPr>
          <a:xfrm>
            <a:off x="4743627" y="3256559"/>
            <a:ext cx="405765" cy="374015"/>
          </a:xfrm>
          <a:custGeom>
            <a:avLst/>
            <a:gdLst/>
            <a:ahLst/>
            <a:cxnLst/>
            <a:rect l="l" t="t" r="r" b="b"/>
            <a:pathLst>
              <a:path w="405764" h="374014">
                <a:moveTo>
                  <a:pt x="0" y="0"/>
                </a:moveTo>
                <a:lnTo>
                  <a:pt x="386613" y="0"/>
                </a:lnTo>
                <a:lnTo>
                  <a:pt x="393975" y="14696"/>
                </a:lnTo>
                <a:lnTo>
                  <a:pt x="399945" y="54763"/>
                </a:lnTo>
                <a:lnTo>
                  <a:pt x="403947" y="114169"/>
                </a:lnTo>
                <a:lnTo>
                  <a:pt x="405409" y="186880"/>
                </a:lnTo>
                <a:lnTo>
                  <a:pt x="403947" y="259677"/>
                </a:lnTo>
                <a:lnTo>
                  <a:pt x="399945" y="319073"/>
                </a:lnTo>
                <a:lnTo>
                  <a:pt x="393975" y="359093"/>
                </a:lnTo>
                <a:lnTo>
                  <a:pt x="386613" y="373760"/>
                </a:lnTo>
                <a:lnTo>
                  <a:pt x="0" y="373760"/>
                </a:lnTo>
              </a:path>
            </a:pathLst>
          </a:custGeom>
          <a:ln w="13258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1" name="object 631"/>
          <p:cNvSpPr/>
          <p:nvPr/>
        </p:nvSpPr>
        <p:spPr>
          <a:xfrm>
            <a:off x="2353233" y="3261309"/>
            <a:ext cx="45085" cy="88265"/>
          </a:xfrm>
          <a:custGeom>
            <a:avLst/>
            <a:gdLst/>
            <a:ahLst/>
            <a:cxnLst/>
            <a:rect l="l" t="t" r="r" b="b"/>
            <a:pathLst>
              <a:path w="45085" h="88264">
                <a:moveTo>
                  <a:pt x="44640" y="87896"/>
                </a:moveTo>
                <a:lnTo>
                  <a:pt x="1956" y="87896"/>
                </a:lnTo>
                <a:lnTo>
                  <a:pt x="1668" y="54763"/>
                </a:lnTo>
                <a:lnTo>
                  <a:pt x="912" y="14696"/>
                </a:lnTo>
                <a:lnTo>
                  <a:pt x="0" y="0"/>
                </a:lnTo>
                <a:lnTo>
                  <a:pt x="42659" y="0"/>
                </a:lnTo>
                <a:lnTo>
                  <a:pt x="43614" y="14696"/>
                </a:lnTo>
                <a:lnTo>
                  <a:pt x="44365" y="54763"/>
                </a:lnTo>
                <a:lnTo>
                  <a:pt x="44640" y="87896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2" name="object 632"/>
          <p:cNvSpPr/>
          <p:nvPr/>
        </p:nvSpPr>
        <p:spPr>
          <a:xfrm>
            <a:off x="2355189" y="3349206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27" y="3162"/>
                </a:moveTo>
                <a:lnTo>
                  <a:pt x="0" y="0"/>
                </a:lnTo>
                <a:lnTo>
                  <a:pt x="42684" y="0"/>
                </a:lnTo>
                <a:lnTo>
                  <a:pt x="42710" y="3162"/>
                </a:lnTo>
                <a:lnTo>
                  <a:pt x="27" y="3162"/>
                </a:lnTo>
                <a:close/>
              </a:path>
            </a:pathLst>
          </a:custGeom>
          <a:solidFill>
            <a:srgbClr val="B1C7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3" name="object 633"/>
          <p:cNvSpPr/>
          <p:nvPr/>
        </p:nvSpPr>
        <p:spPr>
          <a:xfrm>
            <a:off x="2355217" y="3352368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27" y="3162"/>
                </a:moveTo>
                <a:lnTo>
                  <a:pt x="0" y="0"/>
                </a:lnTo>
                <a:lnTo>
                  <a:pt x="42682" y="0"/>
                </a:lnTo>
                <a:lnTo>
                  <a:pt x="42709" y="3162"/>
                </a:lnTo>
                <a:lnTo>
                  <a:pt x="27" y="3162"/>
                </a:lnTo>
                <a:close/>
              </a:path>
            </a:pathLst>
          </a:custGeom>
          <a:solidFill>
            <a:srgbClr val="B5C8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4" name="object 634"/>
          <p:cNvSpPr/>
          <p:nvPr/>
        </p:nvSpPr>
        <p:spPr>
          <a:xfrm>
            <a:off x="2355244" y="3355543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27" y="3162"/>
                </a:moveTo>
                <a:lnTo>
                  <a:pt x="0" y="0"/>
                </a:lnTo>
                <a:lnTo>
                  <a:pt x="42681" y="0"/>
                </a:lnTo>
                <a:lnTo>
                  <a:pt x="42707" y="3162"/>
                </a:lnTo>
                <a:lnTo>
                  <a:pt x="27" y="3162"/>
                </a:lnTo>
                <a:close/>
              </a:path>
            </a:pathLst>
          </a:custGeom>
          <a:solidFill>
            <a:srgbClr val="B7CA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5" name="object 635"/>
          <p:cNvSpPr/>
          <p:nvPr/>
        </p:nvSpPr>
        <p:spPr>
          <a:xfrm>
            <a:off x="2355272" y="3358705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27" y="3162"/>
                </a:moveTo>
                <a:lnTo>
                  <a:pt x="0" y="0"/>
                </a:lnTo>
                <a:lnTo>
                  <a:pt x="42680" y="0"/>
                </a:lnTo>
                <a:lnTo>
                  <a:pt x="42706" y="3162"/>
                </a:lnTo>
                <a:lnTo>
                  <a:pt x="27" y="3162"/>
                </a:lnTo>
                <a:close/>
              </a:path>
            </a:pathLst>
          </a:custGeom>
          <a:solidFill>
            <a:srgbClr val="B8CC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6" name="object 636"/>
          <p:cNvSpPr/>
          <p:nvPr/>
        </p:nvSpPr>
        <p:spPr>
          <a:xfrm>
            <a:off x="2355300" y="3361880"/>
            <a:ext cx="43180" cy="1905"/>
          </a:xfrm>
          <a:custGeom>
            <a:avLst/>
            <a:gdLst/>
            <a:ahLst/>
            <a:cxnLst/>
            <a:rect l="l" t="t" r="r" b="b"/>
            <a:pathLst>
              <a:path w="43180" h="1904">
                <a:moveTo>
                  <a:pt x="13" y="1587"/>
                </a:moveTo>
                <a:lnTo>
                  <a:pt x="0" y="0"/>
                </a:lnTo>
                <a:lnTo>
                  <a:pt x="42679" y="0"/>
                </a:lnTo>
                <a:lnTo>
                  <a:pt x="42692" y="1587"/>
                </a:lnTo>
                <a:lnTo>
                  <a:pt x="13" y="1587"/>
                </a:lnTo>
                <a:close/>
              </a:path>
            </a:pathLst>
          </a:custGeom>
          <a:solidFill>
            <a:srgbClr val="BACE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7" name="object 637"/>
          <p:cNvSpPr/>
          <p:nvPr/>
        </p:nvSpPr>
        <p:spPr>
          <a:xfrm>
            <a:off x="2355313" y="3363455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27" y="3162"/>
                </a:moveTo>
                <a:lnTo>
                  <a:pt x="0" y="0"/>
                </a:lnTo>
                <a:lnTo>
                  <a:pt x="42678" y="0"/>
                </a:lnTo>
                <a:lnTo>
                  <a:pt x="42704" y="3162"/>
                </a:lnTo>
                <a:lnTo>
                  <a:pt x="27" y="3162"/>
                </a:lnTo>
                <a:close/>
              </a:path>
            </a:pathLst>
          </a:custGeom>
          <a:solidFill>
            <a:srgbClr val="BCD0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8" name="object 638"/>
          <p:cNvSpPr/>
          <p:nvPr/>
        </p:nvSpPr>
        <p:spPr>
          <a:xfrm>
            <a:off x="2355341" y="3366630"/>
            <a:ext cx="43180" cy="1905"/>
          </a:xfrm>
          <a:custGeom>
            <a:avLst/>
            <a:gdLst/>
            <a:ahLst/>
            <a:cxnLst/>
            <a:rect l="l" t="t" r="r" b="b"/>
            <a:pathLst>
              <a:path w="43180" h="1904">
                <a:moveTo>
                  <a:pt x="13" y="1587"/>
                </a:moveTo>
                <a:lnTo>
                  <a:pt x="0" y="0"/>
                </a:lnTo>
                <a:lnTo>
                  <a:pt x="42677" y="0"/>
                </a:lnTo>
                <a:lnTo>
                  <a:pt x="42690" y="1587"/>
                </a:lnTo>
                <a:lnTo>
                  <a:pt x="13" y="1587"/>
                </a:lnTo>
                <a:close/>
              </a:path>
            </a:pathLst>
          </a:custGeom>
          <a:solidFill>
            <a:srgbClr val="BED1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9" name="object 639"/>
          <p:cNvSpPr/>
          <p:nvPr/>
        </p:nvSpPr>
        <p:spPr>
          <a:xfrm>
            <a:off x="2355354" y="3368217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27" y="3162"/>
                </a:moveTo>
                <a:lnTo>
                  <a:pt x="0" y="0"/>
                </a:lnTo>
                <a:lnTo>
                  <a:pt x="42676" y="0"/>
                </a:lnTo>
                <a:lnTo>
                  <a:pt x="42702" y="3162"/>
                </a:lnTo>
                <a:lnTo>
                  <a:pt x="27" y="3162"/>
                </a:lnTo>
                <a:close/>
              </a:path>
            </a:pathLst>
          </a:custGeom>
          <a:solidFill>
            <a:srgbClr val="C1D2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0" name="object 640"/>
          <p:cNvSpPr/>
          <p:nvPr/>
        </p:nvSpPr>
        <p:spPr>
          <a:xfrm>
            <a:off x="2355382" y="3371380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27" y="3162"/>
                </a:moveTo>
                <a:lnTo>
                  <a:pt x="0" y="0"/>
                </a:lnTo>
                <a:lnTo>
                  <a:pt x="42675" y="0"/>
                </a:lnTo>
                <a:lnTo>
                  <a:pt x="42701" y="3162"/>
                </a:lnTo>
                <a:lnTo>
                  <a:pt x="27" y="3162"/>
                </a:lnTo>
                <a:close/>
              </a:path>
            </a:pathLst>
          </a:custGeom>
          <a:solidFill>
            <a:srgbClr val="C3D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1" name="object 641"/>
          <p:cNvSpPr/>
          <p:nvPr/>
        </p:nvSpPr>
        <p:spPr>
          <a:xfrm>
            <a:off x="2355409" y="3374542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13" y="3162"/>
                </a:moveTo>
                <a:lnTo>
                  <a:pt x="0" y="0"/>
                </a:lnTo>
                <a:lnTo>
                  <a:pt x="42673" y="0"/>
                </a:lnTo>
                <a:lnTo>
                  <a:pt x="42687" y="3162"/>
                </a:lnTo>
                <a:lnTo>
                  <a:pt x="13" y="3162"/>
                </a:lnTo>
                <a:close/>
              </a:path>
            </a:pathLst>
          </a:custGeom>
          <a:solidFill>
            <a:srgbClr val="C5D4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2" name="object 642"/>
          <p:cNvSpPr/>
          <p:nvPr/>
        </p:nvSpPr>
        <p:spPr>
          <a:xfrm>
            <a:off x="2355423" y="3377717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8" y="3162"/>
                </a:moveTo>
                <a:lnTo>
                  <a:pt x="0" y="0"/>
                </a:lnTo>
                <a:lnTo>
                  <a:pt x="42673" y="0"/>
                </a:lnTo>
                <a:lnTo>
                  <a:pt x="42680" y="3162"/>
                </a:lnTo>
                <a:lnTo>
                  <a:pt x="8" y="3162"/>
                </a:lnTo>
                <a:close/>
              </a:path>
            </a:pathLst>
          </a:custGeom>
          <a:solidFill>
            <a:srgbClr val="C6D6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3" name="object 643"/>
          <p:cNvSpPr/>
          <p:nvPr/>
        </p:nvSpPr>
        <p:spPr>
          <a:xfrm>
            <a:off x="2355432" y="3380879"/>
            <a:ext cx="43180" cy="1905"/>
          </a:xfrm>
          <a:custGeom>
            <a:avLst/>
            <a:gdLst/>
            <a:ahLst/>
            <a:cxnLst/>
            <a:rect l="l" t="t" r="r" b="b"/>
            <a:pathLst>
              <a:path w="43180" h="1904">
                <a:moveTo>
                  <a:pt x="4" y="1587"/>
                </a:moveTo>
                <a:lnTo>
                  <a:pt x="0" y="0"/>
                </a:lnTo>
                <a:lnTo>
                  <a:pt x="42672" y="0"/>
                </a:lnTo>
                <a:lnTo>
                  <a:pt x="42676" y="1587"/>
                </a:lnTo>
                <a:lnTo>
                  <a:pt x="4" y="1587"/>
                </a:lnTo>
                <a:close/>
              </a:path>
            </a:pathLst>
          </a:custGeom>
          <a:solidFill>
            <a:srgbClr val="C8D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4" name="object 644"/>
          <p:cNvSpPr/>
          <p:nvPr/>
        </p:nvSpPr>
        <p:spPr>
          <a:xfrm>
            <a:off x="2355436" y="3382467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8" y="3162"/>
                </a:moveTo>
                <a:lnTo>
                  <a:pt x="0" y="0"/>
                </a:lnTo>
                <a:lnTo>
                  <a:pt x="42672" y="0"/>
                </a:lnTo>
                <a:lnTo>
                  <a:pt x="42679" y="3162"/>
                </a:lnTo>
                <a:lnTo>
                  <a:pt x="8" y="3162"/>
                </a:lnTo>
                <a:close/>
              </a:path>
            </a:pathLst>
          </a:custGeom>
          <a:solidFill>
            <a:srgbClr val="CADA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5" name="object 645"/>
          <p:cNvSpPr/>
          <p:nvPr/>
        </p:nvSpPr>
        <p:spPr>
          <a:xfrm>
            <a:off x="2355444" y="3385629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8" y="3162"/>
                </a:moveTo>
                <a:lnTo>
                  <a:pt x="0" y="0"/>
                </a:lnTo>
                <a:lnTo>
                  <a:pt x="42671" y="0"/>
                </a:lnTo>
                <a:lnTo>
                  <a:pt x="42679" y="3162"/>
                </a:lnTo>
                <a:lnTo>
                  <a:pt x="8" y="3162"/>
                </a:lnTo>
                <a:close/>
              </a:path>
            </a:pathLst>
          </a:custGeom>
          <a:solidFill>
            <a:srgbClr val="CEDC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6" name="object 646"/>
          <p:cNvSpPr/>
          <p:nvPr/>
        </p:nvSpPr>
        <p:spPr>
          <a:xfrm>
            <a:off x="2355452" y="3388804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8" y="3162"/>
                </a:moveTo>
                <a:lnTo>
                  <a:pt x="0" y="0"/>
                </a:lnTo>
                <a:lnTo>
                  <a:pt x="42670" y="0"/>
                </a:lnTo>
                <a:lnTo>
                  <a:pt x="42678" y="3162"/>
                </a:lnTo>
                <a:lnTo>
                  <a:pt x="8" y="3162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7" name="object 647"/>
          <p:cNvSpPr/>
          <p:nvPr/>
        </p:nvSpPr>
        <p:spPr>
          <a:xfrm>
            <a:off x="2355461" y="3391966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8" y="3162"/>
                </a:moveTo>
                <a:lnTo>
                  <a:pt x="0" y="0"/>
                </a:lnTo>
                <a:lnTo>
                  <a:pt x="42670" y="0"/>
                </a:lnTo>
                <a:lnTo>
                  <a:pt x="42678" y="3162"/>
                </a:lnTo>
                <a:lnTo>
                  <a:pt x="8" y="3162"/>
                </a:lnTo>
                <a:close/>
              </a:path>
            </a:pathLst>
          </a:custGeom>
          <a:solidFill>
            <a:srgbClr val="D2D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8" name="object 648"/>
          <p:cNvSpPr/>
          <p:nvPr/>
        </p:nvSpPr>
        <p:spPr>
          <a:xfrm>
            <a:off x="2355469" y="3395129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8" y="3162"/>
                </a:moveTo>
                <a:lnTo>
                  <a:pt x="0" y="0"/>
                </a:lnTo>
                <a:lnTo>
                  <a:pt x="42669" y="0"/>
                </a:lnTo>
                <a:lnTo>
                  <a:pt x="42677" y="3162"/>
                </a:lnTo>
                <a:lnTo>
                  <a:pt x="8" y="3162"/>
                </a:lnTo>
                <a:close/>
              </a:path>
            </a:pathLst>
          </a:custGeom>
          <a:solidFill>
            <a:srgbClr val="D3DF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9" name="object 649"/>
          <p:cNvSpPr/>
          <p:nvPr/>
        </p:nvSpPr>
        <p:spPr>
          <a:xfrm>
            <a:off x="2355477" y="3398304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8" y="3162"/>
                </a:moveTo>
                <a:lnTo>
                  <a:pt x="0" y="0"/>
                </a:lnTo>
                <a:lnTo>
                  <a:pt x="42669" y="0"/>
                </a:lnTo>
                <a:lnTo>
                  <a:pt x="42676" y="3162"/>
                </a:lnTo>
                <a:lnTo>
                  <a:pt x="8" y="3162"/>
                </a:lnTo>
                <a:close/>
              </a:path>
            </a:pathLst>
          </a:custGeom>
          <a:solidFill>
            <a:srgbClr val="D6E1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0" name="object 650"/>
          <p:cNvSpPr/>
          <p:nvPr/>
        </p:nvSpPr>
        <p:spPr>
          <a:xfrm>
            <a:off x="2355486" y="3401466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8" y="3162"/>
                </a:moveTo>
                <a:lnTo>
                  <a:pt x="0" y="0"/>
                </a:lnTo>
                <a:lnTo>
                  <a:pt x="42668" y="0"/>
                </a:lnTo>
                <a:lnTo>
                  <a:pt x="42676" y="3162"/>
                </a:lnTo>
                <a:lnTo>
                  <a:pt x="8" y="3162"/>
                </a:lnTo>
                <a:close/>
              </a:path>
            </a:pathLst>
          </a:custGeom>
          <a:solidFill>
            <a:srgbClr val="DA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1" name="object 651"/>
          <p:cNvSpPr/>
          <p:nvPr/>
        </p:nvSpPr>
        <p:spPr>
          <a:xfrm>
            <a:off x="2355494" y="3404641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8" y="3162"/>
                </a:moveTo>
                <a:lnTo>
                  <a:pt x="0" y="0"/>
                </a:lnTo>
                <a:lnTo>
                  <a:pt x="42667" y="0"/>
                </a:lnTo>
                <a:lnTo>
                  <a:pt x="42675" y="3162"/>
                </a:lnTo>
                <a:lnTo>
                  <a:pt x="8" y="3162"/>
                </a:lnTo>
                <a:close/>
              </a:path>
            </a:pathLst>
          </a:custGeom>
          <a:solidFill>
            <a:srgbClr val="DC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2" name="object 652"/>
          <p:cNvSpPr/>
          <p:nvPr/>
        </p:nvSpPr>
        <p:spPr>
          <a:xfrm>
            <a:off x="2355502" y="3407803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8" y="3162"/>
                </a:moveTo>
                <a:lnTo>
                  <a:pt x="0" y="0"/>
                </a:lnTo>
                <a:lnTo>
                  <a:pt x="42667" y="0"/>
                </a:lnTo>
                <a:lnTo>
                  <a:pt x="42674" y="3162"/>
                </a:lnTo>
                <a:lnTo>
                  <a:pt x="8" y="3162"/>
                </a:lnTo>
                <a:close/>
              </a:path>
            </a:pathLst>
          </a:custGeom>
          <a:solidFill>
            <a:srgbClr val="DE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3" name="object 653"/>
          <p:cNvSpPr/>
          <p:nvPr/>
        </p:nvSpPr>
        <p:spPr>
          <a:xfrm>
            <a:off x="2355511" y="3410978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8" y="3162"/>
                </a:moveTo>
                <a:lnTo>
                  <a:pt x="0" y="0"/>
                </a:lnTo>
                <a:lnTo>
                  <a:pt x="42666" y="0"/>
                </a:lnTo>
                <a:lnTo>
                  <a:pt x="42674" y="3162"/>
                </a:lnTo>
                <a:lnTo>
                  <a:pt x="8" y="3162"/>
                </a:lnTo>
                <a:close/>
              </a:path>
            </a:pathLst>
          </a:custGeom>
          <a:solidFill>
            <a:srgbClr val="DFE9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4" name="object 654"/>
          <p:cNvSpPr/>
          <p:nvPr/>
        </p:nvSpPr>
        <p:spPr>
          <a:xfrm>
            <a:off x="2355519" y="3414140"/>
            <a:ext cx="43180" cy="1905"/>
          </a:xfrm>
          <a:custGeom>
            <a:avLst/>
            <a:gdLst/>
            <a:ahLst/>
            <a:cxnLst/>
            <a:rect l="l" t="t" r="r" b="b"/>
            <a:pathLst>
              <a:path w="43180" h="1904">
                <a:moveTo>
                  <a:pt x="4" y="1587"/>
                </a:moveTo>
                <a:lnTo>
                  <a:pt x="0" y="0"/>
                </a:lnTo>
                <a:lnTo>
                  <a:pt x="42665" y="0"/>
                </a:lnTo>
                <a:lnTo>
                  <a:pt x="42669" y="1587"/>
                </a:lnTo>
                <a:lnTo>
                  <a:pt x="4" y="1587"/>
                </a:lnTo>
                <a:close/>
              </a:path>
            </a:pathLst>
          </a:custGeom>
          <a:solidFill>
            <a:srgbClr val="E1EB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5" name="object 655"/>
          <p:cNvSpPr/>
          <p:nvPr/>
        </p:nvSpPr>
        <p:spPr>
          <a:xfrm>
            <a:off x="2355523" y="3415728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8" y="3162"/>
                </a:moveTo>
                <a:lnTo>
                  <a:pt x="0" y="0"/>
                </a:lnTo>
                <a:lnTo>
                  <a:pt x="42665" y="0"/>
                </a:lnTo>
                <a:lnTo>
                  <a:pt x="42673" y="3162"/>
                </a:lnTo>
                <a:lnTo>
                  <a:pt x="8" y="3162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6" name="object 656"/>
          <p:cNvSpPr/>
          <p:nvPr/>
        </p:nvSpPr>
        <p:spPr>
          <a:xfrm>
            <a:off x="2355531" y="3418890"/>
            <a:ext cx="43180" cy="1905"/>
          </a:xfrm>
          <a:custGeom>
            <a:avLst/>
            <a:gdLst/>
            <a:ahLst/>
            <a:cxnLst/>
            <a:rect l="l" t="t" r="r" b="b"/>
            <a:pathLst>
              <a:path w="43180" h="1904">
                <a:moveTo>
                  <a:pt x="4" y="1587"/>
                </a:moveTo>
                <a:lnTo>
                  <a:pt x="0" y="0"/>
                </a:lnTo>
                <a:lnTo>
                  <a:pt x="42665" y="0"/>
                </a:lnTo>
                <a:lnTo>
                  <a:pt x="42668" y="1587"/>
                </a:lnTo>
                <a:lnTo>
                  <a:pt x="4" y="1587"/>
                </a:lnTo>
                <a:close/>
              </a:path>
            </a:pathLst>
          </a:custGeom>
          <a:solidFill>
            <a:srgbClr val="E6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7" name="object 657"/>
          <p:cNvSpPr/>
          <p:nvPr/>
        </p:nvSpPr>
        <p:spPr>
          <a:xfrm>
            <a:off x="2355536" y="3420478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8" y="3162"/>
                </a:moveTo>
                <a:lnTo>
                  <a:pt x="0" y="0"/>
                </a:lnTo>
                <a:lnTo>
                  <a:pt x="42664" y="0"/>
                </a:lnTo>
                <a:lnTo>
                  <a:pt x="42672" y="3162"/>
                </a:lnTo>
                <a:lnTo>
                  <a:pt x="8" y="3162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8" name="object 658"/>
          <p:cNvSpPr/>
          <p:nvPr/>
        </p:nvSpPr>
        <p:spPr>
          <a:xfrm>
            <a:off x="2355544" y="3423640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8" y="3162"/>
                </a:moveTo>
                <a:lnTo>
                  <a:pt x="0" y="0"/>
                </a:lnTo>
                <a:lnTo>
                  <a:pt x="42664" y="0"/>
                </a:lnTo>
                <a:lnTo>
                  <a:pt x="42671" y="3162"/>
                </a:lnTo>
                <a:lnTo>
                  <a:pt x="8" y="3162"/>
                </a:lnTo>
                <a:close/>
              </a:path>
            </a:pathLst>
          </a:custGeom>
          <a:solidFill>
            <a:srgbClr val="EAEF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9" name="object 659"/>
          <p:cNvSpPr/>
          <p:nvPr/>
        </p:nvSpPr>
        <p:spPr>
          <a:xfrm>
            <a:off x="2355552" y="3426815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8" y="3162"/>
                </a:moveTo>
                <a:lnTo>
                  <a:pt x="0" y="0"/>
                </a:lnTo>
                <a:lnTo>
                  <a:pt x="42663" y="0"/>
                </a:lnTo>
                <a:lnTo>
                  <a:pt x="42671" y="3162"/>
                </a:lnTo>
                <a:lnTo>
                  <a:pt x="8" y="3162"/>
                </a:lnTo>
                <a:close/>
              </a:path>
            </a:pathLst>
          </a:custGeom>
          <a:solidFill>
            <a:srgbClr val="EB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0" name="object 660"/>
          <p:cNvSpPr/>
          <p:nvPr/>
        </p:nvSpPr>
        <p:spPr>
          <a:xfrm>
            <a:off x="2355560" y="3429977"/>
            <a:ext cx="43180" cy="1905"/>
          </a:xfrm>
          <a:custGeom>
            <a:avLst/>
            <a:gdLst/>
            <a:ahLst/>
            <a:cxnLst/>
            <a:rect l="l" t="t" r="r" b="b"/>
            <a:pathLst>
              <a:path w="43180" h="1904">
                <a:moveTo>
                  <a:pt x="4" y="1587"/>
                </a:moveTo>
                <a:lnTo>
                  <a:pt x="0" y="0"/>
                </a:lnTo>
                <a:lnTo>
                  <a:pt x="42662" y="0"/>
                </a:lnTo>
                <a:lnTo>
                  <a:pt x="42666" y="1587"/>
                </a:lnTo>
                <a:lnTo>
                  <a:pt x="4" y="1587"/>
                </a:lnTo>
                <a:close/>
              </a:path>
            </a:pathLst>
          </a:custGeom>
          <a:solidFill>
            <a:srgbClr val="ED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1" name="object 661"/>
          <p:cNvSpPr/>
          <p:nvPr/>
        </p:nvSpPr>
        <p:spPr>
          <a:xfrm>
            <a:off x="2355565" y="3431565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8" y="3162"/>
                </a:moveTo>
                <a:lnTo>
                  <a:pt x="0" y="0"/>
                </a:lnTo>
                <a:lnTo>
                  <a:pt x="42662" y="0"/>
                </a:lnTo>
                <a:lnTo>
                  <a:pt x="42670" y="3162"/>
                </a:lnTo>
                <a:lnTo>
                  <a:pt x="8" y="3162"/>
                </a:lnTo>
                <a:close/>
              </a:path>
            </a:pathLst>
          </a:custGeom>
          <a:solidFill>
            <a:srgbClr val="EFF4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2" name="object 662"/>
          <p:cNvSpPr/>
          <p:nvPr/>
        </p:nvSpPr>
        <p:spPr>
          <a:xfrm>
            <a:off x="2355573" y="3434727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8" y="3162"/>
                </a:moveTo>
                <a:lnTo>
                  <a:pt x="0" y="0"/>
                </a:lnTo>
                <a:lnTo>
                  <a:pt x="42661" y="0"/>
                </a:lnTo>
                <a:lnTo>
                  <a:pt x="42669" y="3162"/>
                </a:lnTo>
                <a:lnTo>
                  <a:pt x="8" y="3162"/>
                </a:lnTo>
                <a:close/>
              </a:path>
            </a:pathLst>
          </a:custGeom>
          <a:solidFill>
            <a:srgbClr val="F1F6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3" name="object 663"/>
          <p:cNvSpPr/>
          <p:nvPr/>
        </p:nvSpPr>
        <p:spPr>
          <a:xfrm>
            <a:off x="2355581" y="3437902"/>
            <a:ext cx="43180" cy="1905"/>
          </a:xfrm>
          <a:custGeom>
            <a:avLst/>
            <a:gdLst/>
            <a:ahLst/>
            <a:cxnLst/>
            <a:rect l="l" t="t" r="r" b="b"/>
            <a:pathLst>
              <a:path w="43180" h="1904">
                <a:moveTo>
                  <a:pt x="4" y="1587"/>
                </a:moveTo>
                <a:lnTo>
                  <a:pt x="0" y="0"/>
                </a:lnTo>
                <a:lnTo>
                  <a:pt x="42661" y="0"/>
                </a:lnTo>
                <a:lnTo>
                  <a:pt x="42665" y="1587"/>
                </a:lnTo>
                <a:lnTo>
                  <a:pt x="4" y="1587"/>
                </a:lnTo>
                <a:close/>
              </a:path>
            </a:pathLst>
          </a:custGeom>
          <a:solidFill>
            <a:srgbClr val="F4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4" name="object 664"/>
          <p:cNvSpPr/>
          <p:nvPr/>
        </p:nvSpPr>
        <p:spPr>
          <a:xfrm>
            <a:off x="2355585" y="3439477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8" y="3162"/>
                </a:moveTo>
                <a:lnTo>
                  <a:pt x="0" y="0"/>
                </a:lnTo>
                <a:lnTo>
                  <a:pt x="42661" y="0"/>
                </a:lnTo>
                <a:lnTo>
                  <a:pt x="42668" y="3162"/>
                </a:lnTo>
                <a:lnTo>
                  <a:pt x="8" y="3162"/>
                </a:lnTo>
                <a:close/>
              </a:path>
            </a:pathLst>
          </a:custGeom>
          <a:solidFill>
            <a:srgbClr val="F6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5" name="object 665"/>
          <p:cNvSpPr/>
          <p:nvPr/>
        </p:nvSpPr>
        <p:spPr>
          <a:xfrm>
            <a:off x="2355594" y="3442652"/>
            <a:ext cx="43180" cy="5080"/>
          </a:xfrm>
          <a:custGeom>
            <a:avLst/>
            <a:gdLst/>
            <a:ahLst/>
            <a:cxnLst/>
            <a:rect l="l" t="t" r="r" b="b"/>
            <a:pathLst>
              <a:path w="43180" h="5079">
                <a:moveTo>
                  <a:pt x="12" y="4749"/>
                </a:moveTo>
                <a:lnTo>
                  <a:pt x="0" y="0"/>
                </a:lnTo>
                <a:lnTo>
                  <a:pt x="42660" y="0"/>
                </a:lnTo>
                <a:lnTo>
                  <a:pt x="42671" y="4749"/>
                </a:lnTo>
                <a:lnTo>
                  <a:pt x="12" y="4749"/>
                </a:lnTo>
                <a:close/>
              </a:path>
            </a:pathLst>
          </a:custGeom>
          <a:solidFill>
            <a:srgbClr val="F4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6" name="object 666"/>
          <p:cNvSpPr/>
          <p:nvPr/>
        </p:nvSpPr>
        <p:spPr>
          <a:xfrm>
            <a:off x="2355598" y="3447402"/>
            <a:ext cx="43180" cy="5080"/>
          </a:xfrm>
          <a:custGeom>
            <a:avLst/>
            <a:gdLst/>
            <a:ahLst/>
            <a:cxnLst/>
            <a:rect l="l" t="t" r="r" b="b"/>
            <a:pathLst>
              <a:path w="43180" h="5079">
                <a:moveTo>
                  <a:pt x="0" y="4749"/>
                </a:moveTo>
                <a:lnTo>
                  <a:pt x="8" y="0"/>
                </a:lnTo>
                <a:lnTo>
                  <a:pt x="42667" y="0"/>
                </a:lnTo>
                <a:lnTo>
                  <a:pt x="42660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F1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7" name="object 667"/>
          <p:cNvSpPr/>
          <p:nvPr/>
        </p:nvSpPr>
        <p:spPr>
          <a:xfrm>
            <a:off x="2355589" y="3452152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0" y="3162"/>
                </a:moveTo>
                <a:lnTo>
                  <a:pt x="8" y="0"/>
                </a:lnTo>
                <a:lnTo>
                  <a:pt x="42668" y="0"/>
                </a:lnTo>
                <a:lnTo>
                  <a:pt x="42660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EF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8" name="object 668"/>
          <p:cNvSpPr/>
          <p:nvPr/>
        </p:nvSpPr>
        <p:spPr>
          <a:xfrm>
            <a:off x="2355581" y="3455314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0" y="3162"/>
                </a:moveTo>
                <a:lnTo>
                  <a:pt x="8" y="0"/>
                </a:lnTo>
                <a:lnTo>
                  <a:pt x="42668" y="0"/>
                </a:lnTo>
                <a:lnTo>
                  <a:pt x="42661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EDF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9" name="object 669"/>
          <p:cNvSpPr/>
          <p:nvPr/>
        </p:nvSpPr>
        <p:spPr>
          <a:xfrm>
            <a:off x="2355569" y="3458489"/>
            <a:ext cx="43180" cy="5080"/>
          </a:xfrm>
          <a:custGeom>
            <a:avLst/>
            <a:gdLst/>
            <a:ahLst/>
            <a:cxnLst/>
            <a:rect l="l" t="t" r="r" b="b"/>
            <a:pathLst>
              <a:path w="43180" h="5079">
                <a:moveTo>
                  <a:pt x="0" y="4749"/>
                </a:moveTo>
                <a:lnTo>
                  <a:pt x="12" y="0"/>
                </a:lnTo>
                <a:lnTo>
                  <a:pt x="42673" y="0"/>
                </a:lnTo>
                <a:lnTo>
                  <a:pt x="42662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B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0" name="object 670"/>
          <p:cNvSpPr/>
          <p:nvPr/>
        </p:nvSpPr>
        <p:spPr>
          <a:xfrm>
            <a:off x="2355560" y="3463239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0" y="3162"/>
                </a:moveTo>
                <a:lnTo>
                  <a:pt x="8" y="0"/>
                </a:lnTo>
                <a:lnTo>
                  <a:pt x="42670" y="0"/>
                </a:lnTo>
                <a:lnTo>
                  <a:pt x="42662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EAEF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1" name="object 671"/>
          <p:cNvSpPr/>
          <p:nvPr/>
        </p:nvSpPr>
        <p:spPr>
          <a:xfrm>
            <a:off x="2355548" y="3466401"/>
            <a:ext cx="43180" cy="5080"/>
          </a:xfrm>
          <a:custGeom>
            <a:avLst/>
            <a:gdLst/>
            <a:ahLst/>
            <a:cxnLst/>
            <a:rect l="l" t="t" r="r" b="b"/>
            <a:pathLst>
              <a:path w="43180" h="5079">
                <a:moveTo>
                  <a:pt x="0" y="4749"/>
                </a:moveTo>
                <a:lnTo>
                  <a:pt x="12" y="0"/>
                </a:lnTo>
                <a:lnTo>
                  <a:pt x="42675" y="0"/>
                </a:lnTo>
                <a:lnTo>
                  <a:pt x="42663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2" name="object 672"/>
          <p:cNvSpPr/>
          <p:nvPr/>
        </p:nvSpPr>
        <p:spPr>
          <a:xfrm>
            <a:off x="2355540" y="3471151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0" y="3162"/>
                </a:moveTo>
                <a:lnTo>
                  <a:pt x="8" y="0"/>
                </a:lnTo>
                <a:lnTo>
                  <a:pt x="42672" y="0"/>
                </a:lnTo>
                <a:lnTo>
                  <a:pt x="42664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E6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3" name="object 673"/>
          <p:cNvSpPr/>
          <p:nvPr/>
        </p:nvSpPr>
        <p:spPr>
          <a:xfrm>
            <a:off x="2355536" y="3474326"/>
            <a:ext cx="43180" cy="1905"/>
          </a:xfrm>
          <a:custGeom>
            <a:avLst/>
            <a:gdLst/>
            <a:ahLst/>
            <a:cxnLst/>
            <a:rect l="l" t="t" r="r" b="b"/>
            <a:pathLst>
              <a:path w="43180" h="1904">
                <a:moveTo>
                  <a:pt x="0" y="1587"/>
                </a:moveTo>
                <a:lnTo>
                  <a:pt x="4" y="0"/>
                </a:lnTo>
                <a:lnTo>
                  <a:pt x="42668" y="0"/>
                </a:lnTo>
                <a:lnTo>
                  <a:pt x="42664" y="1587"/>
                </a:lnTo>
                <a:lnTo>
                  <a:pt x="0" y="1587"/>
                </a:lnTo>
                <a:close/>
              </a:path>
            </a:pathLst>
          </a:custGeom>
          <a:solidFill>
            <a:srgbClr val="E4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4" name="object 674"/>
          <p:cNvSpPr/>
          <p:nvPr/>
        </p:nvSpPr>
        <p:spPr>
          <a:xfrm>
            <a:off x="2355523" y="3475901"/>
            <a:ext cx="43180" cy="5080"/>
          </a:xfrm>
          <a:custGeom>
            <a:avLst/>
            <a:gdLst/>
            <a:ahLst/>
            <a:cxnLst/>
            <a:rect l="l" t="t" r="r" b="b"/>
            <a:pathLst>
              <a:path w="43180" h="5079">
                <a:moveTo>
                  <a:pt x="0" y="4749"/>
                </a:moveTo>
                <a:lnTo>
                  <a:pt x="12" y="0"/>
                </a:lnTo>
                <a:lnTo>
                  <a:pt x="42677" y="0"/>
                </a:lnTo>
                <a:lnTo>
                  <a:pt x="42665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2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5" name="object 675"/>
          <p:cNvSpPr/>
          <p:nvPr/>
        </p:nvSpPr>
        <p:spPr>
          <a:xfrm>
            <a:off x="2355515" y="3480650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0" y="3162"/>
                </a:moveTo>
                <a:lnTo>
                  <a:pt x="8" y="0"/>
                </a:lnTo>
                <a:lnTo>
                  <a:pt x="42673" y="0"/>
                </a:lnTo>
                <a:lnTo>
                  <a:pt x="42666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E0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6" name="object 676"/>
          <p:cNvSpPr/>
          <p:nvPr/>
        </p:nvSpPr>
        <p:spPr>
          <a:xfrm>
            <a:off x="2355502" y="3483825"/>
            <a:ext cx="43180" cy="5080"/>
          </a:xfrm>
          <a:custGeom>
            <a:avLst/>
            <a:gdLst/>
            <a:ahLst/>
            <a:cxnLst/>
            <a:rect l="l" t="t" r="r" b="b"/>
            <a:pathLst>
              <a:path w="43180" h="5079">
                <a:moveTo>
                  <a:pt x="0" y="4749"/>
                </a:moveTo>
                <a:lnTo>
                  <a:pt x="12" y="0"/>
                </a:lnTo>
                <a:lnTo>
                  <a:pt x="42678" y="0"/>
                </a:lnTo>
                <a:lnTo>
                  <a:pt x="42667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7" name="object 677"/>
          <p:cNvSpPr/>
          <p:nvPr/>
        </p:nvSpPr>
        <p:spPr>
          <a:xfrm>
            <a:off x="2355490" y="3488575"/>
            <a:ext cx="43180" cy="5080"/>
          </a:xfrm>
          <a:custGeom>
            <a:avLst/>
            <a:gdLst/>
            <a:ahLst/>
            <a:cxnLst/>
            <a:rect l="l" t="t" r="r" b="b"/>
            <a:pathLst>
              <a:path w="43180" h="5079">
                <a:moveTo>
                  <a:pt x="0" y="4749"/>
                </a:moveTo>
                <a:lnTo>
                  <a:pt x="12" y="0"/>
                </a:lnTo>
                <a:lnTo>
                  <a:pt x="42679" y="0"/>
                </a:lnTo>
                <a:lnTo>
                  <a:pt x="42668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DE7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8" name="object 678"/>
          <p:cNvSpPr/>
          <p:nvPr/>
        </p:nvSpPr>
        <p:spPr>
          <a:xfrm>
            <a:off x="2355482" y="3493325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0" y="3162"/>
                </a:moveTo>
                <a:lnTo>
                  <a:pt x="8" y="0"/>
                </a:lnTo>
                <a:lnTo>
                  <a:pt x="42676" y="0"/>
                </a:lnTo>
                <a:lnTo>
                  <a:pt x="42668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DB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9" name="object 679"/>
          <p:cNvSpPr/>
          <p:nvPr/>
        </p:nvSpPr>
        <p:spPr>
          <a:xfrm>
            <a:off x="2355473" y="3496500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0" y="3162"/>
                </a:moveTo>
                <a:lnTo>
                  <a:pt x="8" y="0"/>
                </a:lnTo>
                <a:lnTo>
                  <a:pt x="42677" y="0"/>
                </a:lnTo>
                <a:lnTo>
                  <a:pt x="42669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D9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0" name="object 680"/>
          <p:cNvSpPr/>
          <p:nvPr/>
        </p:nvSpPr>
        <p:spPr>
          <a:xfrm>
            <a:off x="2355461" y="3499662"/>
            <a:ext cx="43180" cy="5080"/>
          </a:xfrm>
          <a:custGeom>
            <a:avLst/>
            <a:gdLst/>
            <a:ahLst/>
            <a:cxnLst/>
            <a:rect l="l" t="t" r="r" b="b"/>
            <a:pathLst>
              <a:path w="43180" h="5079">
                <a:moveTo>
                  <a:pt x="0" y="4749"/>
                </a:moveTo>
                <a:lnTo>
                  <a:pt x="12" y="0"/>
                </a:lnTo>
                <a:lnTo>
                  <a:pt x="42681" y="0"/>
                </a:lnTo>
                <a:lnTo>
                  <a:pt x="42670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6E2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1" name="object 681"/>
          <p:cNvSpPr/>
          <p:nvPr/>
        </p:nvSpPr>
        <p:spPr>
          <a:xfrm>
            <a:off x="2355448" y="3504412"/>
            <a:ext cx="43180" cy="5080"/>
          </a:xfrm>
          <a:custGeom>
            <a:avLst/>
            <a:gdLst/>
            <a:ahLst/>
            <a:cxnLst/>
            <a:rect l="l" t="t" r="r" b="b"/>
            <a:pathLst>
              <a:path w="43180" h="5079">
                <a:moveTo>
                  <a:pt x="0" y="4749"/>
                </a:moveTo>
                <a:lnTo>
                  <a:pt x="12" y="0"/>
                </a:lnTo>
                <a:lnTo>
                  <a:pt x="42682" y="0"/>
                </a:lnTo>
                <a:lnTo>
                  <a:pt x="42671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4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2" name="object 682"/>
          <p:cNvSpPr/>
          <p:nvPr/>
        </p:nvSpPr>
        <p:spPr>
          <a:xfrm>
            <a:off x="2355440" y="3509162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0" y="3162"/>
                </a:moveTo>
                <a:lnTo>
                  <a:pt x="8" y="0"/>
                </a:lnTo>
                <a:lnTo>
                  <a:pt x="42679" y="0"/>
                </a:lnTo>
                <a:lnTo>
                  <a:pt x="42671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D2D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3" name="object 683"/>
          <p:cNvSpPr/>
          <p:nvPr/>
        </p:nvSpPr>
        <p:spPr>
          <a:xfrm>
            <a:off x="2355432" y="3512337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0" y="3162"/>
                </a:moveTo>
                <a:lnTo>
                  <a:pt x="8" y="0"/>
                </a:lnTo>
                <a:lnTo>
                  <a:pt x="42680" y="0"/>
                </a:lnTo>
                <a:lnTo>
                  <a:pt x="42672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D1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4" name="object 684"/>
          <p:cNvSpPr/>
          <p:nvPr/>
        </p:nvSpPr>
        <p:spPr>
          <a:xfrm>
            <a:off x="2355419" y="3515499"/>
            <a:ext cx="43180" cy="5080"/>
          </a:xfrm>
          <a:custGeom>
            <a:avLst/>
            <a:gdLst/>
            <a:ahLst/>
            <a:cxnLst/>
            <a:rect l="l" t="t" r="r" b="b"/>
            <a:pathLst>
              <a:path w="43180" h="5079">
                <a:moveTo>
                  <a:pt x="0" y="4749"/>
                </a:moveTo>
                <a:lnTo>
                  <a:pt x="12" y="0"/>
                </a:lnTo>
                <a:lnTo>
                  <a:pt x="42684" y="0"/>
                </a:lnTo>
                <a:lnTo>
                  <a:pt x="42673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CF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5" name="object 685"/>
          <p:cNvSpPr/>
          <p:nvPr/>
        </p:nvSpPr>
        <p:spPr>
          <a:xfrm>
            <a:off x="2355396" y="3520249"/>
            <a:ext cx="43180" cy="3175"/>
          </a:xfrm>
          <a:custGeom>
            <a:avLst/>
            <a:gdLst/>
            <a:ahLst/>
            <a:cxnLst/>
            <a:rect l="l" t="t" r="r" b="b"/>
            <a:pathLst>
              <a:path w="43180" h="3175">
                <a:moveTo>
                  <a:pt x="0" y="3162"/>
                </a:moveTo>
                <a:lnTo>
                  <a:pt x="23" y="0"/>
                </a:lnTo>
                <a:lnTo>
                  <a:pt x="42696" y="0"/>
                </a:lnTo>
                <a:lnTo>
                  <a:pt x="42674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CDD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6" name="object 686"/>
          <p:cNvSpPr/>
          <p:nvPr/>
        </p:nvSpPr>
        <p:spPr>
          <a:xfrm>
            <a:off x="2355355" y="3523411"/>
            <a:ext cx="43180" cy="5080"/>
          </a:xfrm>
          <a:custGeom>
            <a:avLst/>
            <a:gdLst/>
            <a:ahLst/>
            <a:cxnLst/>
            <a:rect l="l" t="t" r="r" b="b"/>
            <a:pathLst>
              <a:path w="43180" h="5079">
                <a:moveTo>
                  <a:pt x="0" y="4749"/>
                </a:moveTo>
                <a:lnTo>
                  <a:pt x="41" y="0"/>
                </a:lnTo>
                <a:lnTo>
                  <a:pt x="42715" y="0"/>
                </a:lnTo>
                <a:lnTo>
                  <a:pt x="42676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CADA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7" name="object 687"/>
          <p:cNvSpPr/>
          <p:nvPr/>
        </p:nvSpPr>
        <p:spPr>
          <a:xfrm>
            <a:off x="2355313" y="3528174"/>
            <a:ext cx="43180" cy="5080"/>
          </a:xfrm>
          <a:custGeom>
            <a:avLst/>
            <a:gdLst/>
            <a:ahLst/>
            <a:cxnLst/>
            <a:rect l="l" t="t" r="r" b="b"/>
            <a:pathLst>
              <a:path w="43180" h="5079">
                <a:moveTo>
                  <a:pt x="0" y="4749"/>
                </a:moveTo>
                <a:lnTo>
                  <a:pt x="41" y="0"/>
                </a:lnTo>
                <a:lnTo>
                  <a:pt x="42717" y="0"/>
                </a:lnTo>
                <a:lnTo>
                  <a:pt x="42678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C8D9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8" name="object 688"/>
          <p:cNvSpPr/>
          <p:nvPr/>
        </p:nvSpPr>
        <p:spPr>
          <a:xfrm>
            <a:off x="2355245" y="3532924"/>
            <a:ext cx="43180" cy="8255"/>
          </a:xfrm>
          <a:custGeom>
            <a:avLst/>
            <a:gdLst/>
            <a:ahLst/>
            <a:cxnLst/>
            <a:rect l="l" t="t" r="r" b="b"/>
            <a:pathLst>
              <a:path w="43180" h="8254">
                <a:moveTo>
                  <a:pt x="0" y="7924"/>
                </a:moveTo>
                <a:lnTo>
                  <a:pt x="68" y="0"/>
                </a:lnTo>
                <a:lnTo>
                  <a:pt x="42747" y="0"/>
                </a:lnTo>
                <a:lnTo>
                  <a:pt x="42681" y="7924"/>
                </a:lnTo>
                <a:lnTo>
                  <a:pt x="0" y="7924"/>
                </a:lnTo>
                <a:close/>
              </a:path>
            </a:pathLst>
          </a:custGeom>
          <a:solidFill>
            <a:srgbClr val="C6D6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9" name="object 689"/>
          <p:cNvSpPr/>
          <p:nvPr/>
        </p:nvSpPr>
        <p:spPr>
          <a:xfrm>
            <a:off x="2355190" y="3540836"/>
            <a:ext cx="43180" cy="6350"/>
          </a:xfrm>
          <a:custGeom>
            <a:avLst/>
            <a:gdLst/>
            <a:ahLst/>
            <a:cxnLst/>
            <a:rect l="l" t="t" r="r" b="b"/>
            <a:pathLst>
              <a:path w="43180" h="6350">
                <a:moveTo>
                  <a:pt x="0" y="6337"/>
                </a:moveTo>
                <a:lnTo>
                  <a:pt x="55" y="0"/>
                </a:lnTo>
                <a:lnTo>
                  <a:pt x="42736" y="0"/>
                </a:lnTo>
                <a:lnTo>
                  <a:pt x="42684" y="6337"/>
                </a:lnTo>
                <a:lnTo>
                  <a:pt x="0" y="6337"/>
                </a:lnTo>
                <a:close/>
              </a:path>
            </a:pathLst>
          </a:custGeom>
          <a:solidFill>
            <a:srgbClr val="C5D4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0" name="object 690"/>
          <p:cNvSpPr/>
          <p:nvPr/>
        </p:nvSpPr>
        <p:spPr>
          <a:xfrm>
            <a:off x="2355149" y="3547173"/>
            <a:ext cx="43180" cy="5080"/>
          </a:xfrm>
          <a:custGeom>
            <a:avLst/>
            <a:gdLst/>
            <a:ahLst/>
            <a:cxnLst/>
            <a:rect l="l" t="t" r="r" b="b"/>
            <a:pathLst>
              <a:path w="43180" h="5079">
                <a:moveTo>
                  <a:pt x="0" y="4749"/>
                </a:moveTo>
                <a:lnTo>
                  <a:pt x="41" y="0"/>
                </a:lnTo>
                <a:lnTo>
                  <a:pt x="42725" y="0"/>
                </a:lnTo>
                <a:lnTo>
                  <a:pt x="42686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C3D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1" name="object 691"/>
          <p:cNvSpPr/>
          <p:nvPr/>
        </p:nvSpPr>
        <p:spPr>
          <a:xfrm>
            <a:off x="2355107" y="3551923"/>
            <a:ext cx="43180" cy="5080"/>
          </a:xfrm>
          <a:custGeom>
            <a:avLst/>
            <a:gdLst/>
            <a:ahLst/>
            <a:cxnLst/>
            <a:rect l="l" t="t" r="r" b="b"/>
            <a:pathLst>
              <a:path w="43180" h="5079">
                <a:moveTo>
                  <a:pt x="0" y="4749"/>
                </a:moveTo>
                <a:lnTo>
                  <a:pt x="41" y="0"/>
                </a:lnTo>
                <a:lnTo>
                  <a:pt x="42727" y="0"/>
                </a:lnTo>
                <a:lnTo>
                  <a:pt x="42687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C1D2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2" name="object 692"/>
          <p:cNvSpPr/>
          <p:nvPr/>
        </p:nvSpPr>
        <p:spPr>
          <a:xfrm>
            <a:off x="2355066" y="3556673"/>
            <a:ext cx="43180" cy="5080"/>
          </a:xfrm>
          <a:custGeom>
            <a:avLst/>
            <a:gdLst/>
            <a:ahLst/>
            <a:cxnLst/>
            <a:rect l="l" t="t" r="r" b="b"/>
            <a:pathLst>
              <a:path w="43180" h="5079">
                <a:moveTo>
                  <a:pt x="0" y="4749"/>
                </a:moveTo>
                <a:lnTo>
                  <a:pt x="41" y="0"/>
                </a:lnTo>
                <a:lnTo>
                  <a:pt x="42729" y="0"/>
                </a:lnTo>
                <a:lnTo>
                  <a:pt x="42689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C0D1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3" name="object 693"/>
          <p:cNvSpPr/>
          <p:nvPr/>
        </p:nvSpPr>
        <p:spPr>
          <a:xfrm>
            <a:off x="2355011" y="3561422"/>
            <a:ext cx="43180" cy="6350"/>
          </a:xfrm>
          <a:custGeom>
            <a:avLst/>
            <a:gdLst/>
            <a:ahLst/>
            <a:cxnLst/>
            <a:rect l="l" t="t" r="r" b="b"/>
            <a:pathLst>
              <a:path w="43180" h="6350">
                <a:moveTo>
                  <a:pt x="0" y="6337"/>
                </a:moveTo>
                <a:lnTo>
                  <a:pt x="55" y="0"/>
                </a:lnTo>
                <a:lnTo>
                  <a:pt x="42744" y="0"/>
                </a:lnTo>
                <a:lnTo>
                  <a:pt x="42692" y="6337"/>
                </a:lnTo>
                <a:lnTo>
                  <a:pt x="0" y="6337"/>
                </a:lnTo>
                <a:close/>
              </a:path>
            </a:pathLst>
          </a:custGeom>
          <a:solidFill>
            <a:srgbClr val="BDD0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4" name="object 694"/>
          <p:cNvSpPr/>
          <p:nvPr/>
        </p:nvSpPr>
        <p:spPr>
          <a:xfrm>
            <a:off x="2354970" y="3567760"/>
            <a:ext cx="43180" cy="5080"/>
          </a:xfrm>
          <a:custGeom>
            <a:avLst/>
            <a:gdLst/>
            <a:ahLst/>
            <a:cxnLst/>
            <a:rect l="l" t="t" r="r" b="b"/>
            <a:pathLst>
              <a:path w="43180" h="5079">
                <a:moveTo>
                  <a:pt x="0" y="4749"/>
                </a:moveTo>
                <a:lnTo>
                  <a:pt x="41" y="0"/>
                </a:lnTo>
                <a:lnTo>
                  <a:pt x="42733" y="0"/>
                </a:lnTo>
                <a:lnTo>
                  <a:pt x="42694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BBCF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5" name="object 695"/>
          <p:cNvSpPr/>
          <p:nvPr/>
        </p:nvSpPr>
        <p:spPr>
          <a:xfrm>
            <a:off x="2354915" y="3572509"/>
            <a:ext cx="43180" cy="6350"/>
          </a:xfrm>
          <a:custGeom>
            <a:avLst/>
            <a:gdLst/>
            <a:ahLst/>
            <a:cxnLst/>
            <a:rect l="l" t="t" r="r" b="b"/>
            <a:pathLst>
              <a:path w="43180" h="6350">
                <a:moveTo>
                  <a:pt x="0" y="6337"/>
                </a:moveTo>
                <a:lnTo>
                  <a:pt x="55" y="0"/>
                </a:lnTo>
                <a:lnTo>
                  <a:pt x="42749" y="0"/>
                </a:lnTo>
                <a:lnTo>
                  <a:pt x="42696" y="6337"/>
                </a:lnTo>
                <a:lnTo>
                  <a:pt x="0" y="6337"/>
                </a:lnTo>
                <a:close/>
              </a:path>
            </a:pathLst>
          </a:custGeom>
          <a:solidFill>
            <a:srgbClr val="B9CE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6" name="object 696"/>
          <p:cNvSpPr/>
          <p:nvPr/>
        </p:nvSpPr>
        <p:spPr>
          <a:xfrm>
            <a:off x="2354780" y="3578847"/>
            <a:ext cx="43180" cy="8255"/>
          </a:xfrm>
          <a:custGeom>
            <a:avLst/>
            <a:gdLst/>
            <a:ahLst/>
            <a:cxnLst/>
            <a:rect l="l" t="t" r="r" b="b"/>
            <a:pathLst>
              <a:path w="43180" h="8254">
                <a:moveTo>
                  <a:pt x="42698" y="7924"/>
                </a:moveTo>
                <a:lnTo>
                  <a:pt x="0" y="7924"/>
                </a:lnTo>
                <a:lnTo>
                  <a:pt x="134" y="0"/>
                </a:lnTo>
                <a:lnTo>
                  <a:pt x="42831" y="0"/>
                </a:lnTo>
                <a:lnTo>
                  <a:pt x="42818" y="1497"/>
                </a:lnTo>
                <a:lnTo>
                  <a:pt x="42698" y="7924"/>
                </a:lnTo>
                <a:close/>
              </a:path>
            </a:pathLst>
          </a:custGeom>
          <a:solidFill>
            <a:srgbClr val="B8CC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7" name="object 697"/>
          <p:cNvSpPr/>
          <p:nvPr/>
        </p:nvSpPr>
        <p:spPr>
          <a:xfrm>
            <a:off x="2354691" y="3586772"/>
            <a:ext cx="43180" cy="5080"/>
          </a:xfrm>
          <a:custGeom>
            <a:avLst/>
            <a:gdLst/>
            <a:ahLst/>
            <a:cxnLst/>
            <a:rect l="l" t="t" r="r" b="b"/>
            <a:pathLst>
              <a:path w="43180" h="5079">
                <a:moveTo>
                  <a:pt x="0" y="4749"/>
                </a:moveTo>
                <a:lnTo>
                  <a:pt x="89" y="0"/>
                </a:lnTo>
                <a:lnTo>
                  <a:pt x="42787" y="0"/>
                </a:lnTo>
                <a:lnTo>
                  <a:pt x="42698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B6C9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8" name="object 698"/>
          <p:cNvSpPr/>
          <p:nvPr/>
        </p:nvSpPr>
        <p:spPr>
          <a:xfrm>
            <a:off x="2354571" y="3591521"/>
            <a:ext cx="43180" cy="6350"/>
          </a:xfrm>
          <a:custGeom>
            <a:avLst/>
            <a:gdLst/>
            <a:ahLst/>
            <a:cxnLst/>
            <a:rect l="l" t="t" r="r" b="b"/>
            <a:pathLst>
              <a:path w="43180" h="6350">
                <a:moveTo>
                  <a:pt x="0" y="6337"/>
                </a:moveTo>
                <a:lnTo>
                  <a:pt x="119" y="0"/>
                </a:lnTo>
                <a:lnTo>
                  <a:pt x="42818" y="0"/>
                </a:lnTo>
                <a:lnTo>
                  <a:pt x="42699" y="6337"/>
                </a:lnTo>
                <a:lnTo>
                  <a:pt x="0" y="6337"/>
                </a:lnTo>
                <a:close/>
              </a:path>
            </a:pathLst>
          </a:custGeom>
          <a:solidFill>
            <a:srgbClr val="B4C8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9" name="object 699"/>
          <p:cNvSpPr/>
          <p:nvPr/>
        </p:nvSpPr>
        <p:spPr>
          <a:xfrm>
            <a:off x="2354451" y="3597859"/>
            <a:ext cx="43180" cy="6350"/>
          </a:xfrm>
          <a:custGeom>
            <a:avLst/>
            <a:gdLst/>
            <a:ahLst/>
            <a:cxnLst/>
            <a:rect l="l" t="t" r="r" b="b"/>
            <a:pathLst>
              <a:path w="43180" h="6350">
                <a:moveTo>
                  <a:pt x="0" y="6337"/>
                </a:moveTo>
                <a:lnTo>
                  <a:pt x="119" y="0"/>
                </a:lnTo>
                <a:lnTo>
                  <a:pt x="42819" y="0"/>
                </a:lnTo>
                <a:lnTo>
                  <a:pt x="42700" y="6337"/>
                </a:lnTo>
                <a:lnTo>
                  <a:pt x="0" y="6337"/>
                </a:lnTo>
                <a:close/>
              </a:path>
            </a:pathLst>
          </a:custGeom>
          <a:solidFill>
            <a:srgbClr val="B1C7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0" name="object 700"/>
          <p:cNvSpPr/>
          <p:nvPr/>
        </p:nvSpPr>
        <p:spPr>
          <a:xfrm>
            <a:off x="2353233" y="3604183"/>
            <a:ext cx="44450" cy="31115"/>
          </a:xfrm>
          <a:custGeom>
            <a:avLst/>
            <a:gdLst/>
            <a:ahLst/>
            <a:cxnLst/>
            <a:rect l="l" t="t" r="r" b="b"/>
            <a:pathLst>
              <a:path w="44450" h="31114">
                <a:moveTo>
                  <a:pt x="42659" y="30886"/>
                </a:moveTo>
                <a:lnTo>
                  <a:pt x="0" y="30886"/>
                </a:lnTo>
                <a:lnTo>
                  <a:pt x="912" y="16204"/>
                </a:lnTo>
                <a:lnTo>
                  <a:pt x="1218" y="0"/>
                </a:lnTo>
                <a:lnTo>
                  <a:pt x="43918" y="0"/>
                </a:lnTo>
                <a:lnTo>
                  <a:pt x="43614" y="16204"/>
                </a:lnTo>
                <a:lnTo>
                  <a:pt x="42659" y="30886"/>
                </a:lnTo>
                <a:close/>
              </a:path>
            </a:pathLst>
          </a:custGeom>
          <a:solidFill>
            <a:srgbClr val="AFC5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1" name="object 701"/>
          <p:cNvSpPr/>
          <p:nvPr/>
        </p:nvSpPr>
        <p:spPr>
          <a:xfrm>
            <a:off x="2353186" y="3261309"/>
            <a:ext cx="0" cy="89535"/>
          </a:xfrm>
          <a:custGeom>
            <a:avLst/>
            <a:gdLst/>
            <a:ahLst/>
            <a:cxnLst/>
            <a:rect l="l" t="t" r="r" b="b"/>
            <a:pathLst>
              <a:path w="0" h="89535">
                <a:moveTo>
                  <a:pt x="0" y="0"/>
                </a:moveTo>
                <a:lnTo>
                  <a:pt x="0" y="89484"/>
                </a:lnTo>
              </a:path>
            </a:pathLst>
          </a:custGeom>
          <a:ln w="4035">
            <a:solidFill>
              <a:srgbClr val="D0DD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2" name="object 702"/>
          <p:cNvSpPr/>
          <p:nvPr/>
        </p:nvSpPr>
        <p:spPr>
          <a:xfrm>
            <a:off x="2351126" y="3350793"/>
            <a:ext cx="4445" cy="5080"/>
          </a:xfrm>
          <a:custGeom>
            <a:avLst/>
            <a:gdLst/>
            <a:ahLst/>
            <a:cxnLst/>
            <a:rect l="l" t="t" r="r" b="b"/>
            <a:pathLst>
              <a:path w="4444" h="5079">
                <a:moveTo>
                  <a:pt x="0" y="4749"/>
                </a:moveTo>
                <a:lnTo>
                  <a:pt x="42" y="0"/>
                </a:lnTo>
                <a:lnTo>
                  <a:pt x="4077" y="0"/>
                </a:lnTo>
                <a:lnTo>
                  <a:pt x="4118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3" name="object 703"/>
          <p:cNvSpPr/>
          <p:nvPr/>
        </p:nvSpPr>
        <p:spPr>
          <a:xfrm>
            <a:off x="2351084" y="3355543"/>
            <a:ext cx="4445" cy="5080"/>
          </a:xfrm>
          <a:custGeom>
            <a:avLst/>
            <a:gdLst/>
            <a:ahLst/>
            <a:cxnLst/>
            <a:rect l="l" t="t" r="r" b="b"/>
            <a:pathLst>
              <a:path w="4444" h="5079">
                <a:moveTo>
                  <a:pt x="0" y="4749"/>
                </a:moveTo>
                <a:lnTo>
                  <a:pt x="42" y="0"/>
                </a:lnTo>
                <a:lnTo>
                  <a:pt x="4160" y="0"/>
                </a:lnTo>
                <a:lnTo>
                  <a:pt x="4201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3DF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4" name="object 704"/>
          <p:cNvSpPr/>
          <p:nvPr/>
        </p:nvSpPr>
        <p:spPr>
          <a:xfrm>
            <a:off x="2351056" y="3360292"/>
            <a:ext cx="4445" cy="3175"/>
          </a:xfrm>
          <a:custGeom>
            <a:avLst/>
            <a:gdLst/>
            <a:ahLst/>
            <a:cxnLst/>
            <a:rect l="l" t="t" r="r" b="b"/>
            <a:pathLst>
              <a:path w="4444" h="3175">
                <a:moveTo>
                  <a:pt x="0" y="3162"/>
                </a:moveTo>
                <a:lnTo>
                  <a:pt x="28" y="0"/>
                </a:lnTo>
                <a:lnTo>
                  <a:pt x="4229" y="0"/>
                </a:lnTo>
                <a:lnTo>
                  <a:pt x="4257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D5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5" name="object 705"/>
          <p:cNvSpPr/>
          <p:nvPr/>
        </p:nvSpPr>
        <p:spPr>
          <a:xfrm>
            <a:off x="2351014" y="3363455"/>
            <a:ext cx="4445" cy="5080"/>
          </a:xfrm>
          <a:custGeom>
            <a:avLst/>
            <a:gdLst/>
            <a:ahLst/>
            <a:cxnLst/>
            <a:rect l="l" t="t" r="r" b="b"/>
            <a:pathLst>
              <a:path w="4444" h="5079">
                <a:moveTo>
                  <a:pt x="0" y="4749"/>
                </a:moveTo>
                <a:lnTo>
                  <a:pt x="42" y="0"/>
                </a:lnTo>
                <a:lnTo>
                  <a:pt x="4299" y="0"/>
                </a:lnTo>
                <a:lnTo>
                  <a:pt x="4340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7E2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6" name="object 706"/>
          <p:cNvSpPr/>
          <p:nvPr/>
        </p:nvSpPr>
        <p:spPr>
          <a:xfrm>
            <a:off x="2350971" y="3368217"/>
            <a:ext cx="4445" cy="5080"/>
          </a:xfrm>
          <a:custGeom>
            <a:avLst/>
            <a:gdLst/>
            <a:ahLst/>
            <a:cxnLst/>
            <a:rect l="l" t="t" r="r" b="b"/>
            <a:pathLst>
              <a:path w="4444" h="5079">
                <a:moveTo>
                  <a:pt x="0" y="4749"/>
                </a:moveTo>
                <a:lnTo>
                  <a:pt x="42" y="0"/>
                </a:lnTo>
                <a:lnTo>
                  <a:pt x="4383" y="0"/>
                </a:lnTo>
                <a:lnTo>
                  <a:pt x="4424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A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7" name="object 707"/>
          <p:cNvSpPr/>
          <p:nvPr/>
        </p:nvSpPr>
        <p:spPr>
          <a:xfrm>
            <a:off x="2350943" y="3372967"/>
            <a:ext cx="5080" cy="5080"/>
          </a:xfrm>
          <a:custGeom>
            <a:avLst/>
            <a:gdLst/>
            <a:ahLst/>
            <a:cxnLst/>
            <a:rect l="l" t="t" r="r" b="b"/>
            <a:pathLst>
              <a:path w="5080" h="5079">
                <a:moveTo>
                  <a:pt x="0" y="4749"/>
                </a:moveTo>
                <a:lnTo>
                  <a:pt x="28" y="0"/>
                </a:lnTo>
                <a:lnTo>
                  <a:pt x="4452" y="0"/>
                </a:lnTo>
                <a:lnTo>
                  <a:pt x="4480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C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8" name="object 708"/>
          <p:cNvSpPr/>
          <p:nvPr/>
        </p:nvSpPr>
        <p:spPr>
          <a:xfrm>
            <a:off x="2350931" y="3377717"/>
            <a:ext cx="5080" cy="5080"/>
          </a:xfrm>
          <a:custGeom>
            <a:avLst/>
            <a:gdLst/>
            <a:ahLst/>
            <a:cxnLst/>
            <a:rect l="l" t="t" r="r" b="b"/>
            <a:pathLst>
              <a:path w="5080" h="5079">
                <a:moveTo>
                  <a:pt x="0" y="4749"/>
                </a:moveTo>
                <a:lnTo>
                  <a:pt x="12" y="0"/>
                </a:lnTo>
                <a:lnTo>
                  <a:pt x="4492" y="0"/>
                </a:lnTo>
                <a:lnTo>
                  <a:pt x="4505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DEE7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9" name="object 709"/>
          <p:cNvSpPr/>
          <p:nvPr/>
        </p:nvSpPr>
        <p:spPr>
          <a:xfrm>
            <a:off x="2350922" y="3382467"/>
            <a:ext cx="5080" cy="3175"/>
          </a:xfrm>
          <a:custGeom>
            <a:avLst/>
            <a:gdLst/>
            <a:ahLst/>
            <a:cxnLst/>
            <a:rect l="l" t="t" r="r" b="b"/>
            <a:pathLst>
              <a:path w="5080" h="3175">
                <a:moveTo>
                  <a:pt x="0" y="3162"/>
                </a:moveTo>
                <a:lnTo>
                  <a:pt x="8" y="0"/>
                </a:lnTo>
                <a:lnTo>
                  <a:pt x="4513" y="0"/>
                </a:lnTo>
                <a:lnTo>
                  <a:pt x="4521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0" name="object 710"/>
          <p:cNvSpPr/>
          <p:nvPr/>
        </p:nvSpPr>
        <p:spPr>
          <a:xfrm>
            <a:off x="2350910" y="3385629"/>
            <a:ext cx="5080" cy="5080"/>
          </a:xfrm>
          <a:custGeom>
            <a:avLst/>
            <a:gdLst/>
            <a:ahLst/>
            <a:cxnLst/>
            <a:rect l="l" t="t" r="r" b="b"/>
            <a:pathLst>
              <a:path w="5080" h="5079">
                <a:moveTo>
                  <a:pt x="0" y="4749"/>
                </a:moveTo>
                <a:lnTo>
                  <a:pt x="12" y="0"/>
                </a:lnTo>
                <a:lnTo>
                  <a:pt x="4534" y="0"/>
                </a:lnTo>
                <a:lnTo>
                  <a:pt x="4546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1" name="object 711"/>
          <p:cNvSpPr/>
          <p:nvPr/>
        </p:nvSpPr>
        <p:spPr>
          <a:xfrm>
            <a:off x="2350897" y="3390379"/>
            <a:ext cx="5080" cy="5080"/>
          </a:xfrm>
          <a:custGeom>
            <a:avLst/>
            <a:gdLst/>
            <a:ahLst/>
            <a:cxnLst/>
            <a:rect l="l" t="t" r="r" b="b"/>
            <a:pathLst>
              <a:path w="5080" h="5079">
                <a:moveTo>
                  <a:pt x="0" y="4749"/>
                </a:moveTo>
                <a:lnTo>
                  <a:pt x="12" y="0"/>
                </a:lnTo>
                <a:lnTo>
                  <a:pt x="4559" y="0"/>
                </a:lnTo>
                <a:lnTo>
                  <a:pt x="4571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2" name="object 712"/>
          <p:cNvSpPr/>
          <p:nvPr/>
        </p:nvSpPr>
        <p:spPr>
          <a:xfrm>
            <a:off x="2350884" y="3395129"/>
            <a:ext cx="5080" cy="5080"/>
          </a:xfrm>
          <a:custGeom>
            <a:avLst/>
            <a:gdLst/>
            <a:ahLst/>
            <a:cxnLst/>
            <a:rect l="l" t="t" r="r" b="b"/>
            <a:pathLst>
              <a:path w="5080" h="5079">
                <a:moveTo>
                  <a:pt x="0" y="4749"/>
                </a:moveTo>
                <a:lnTo>
                  <a:pt x="12" y="0"/>
                </a:lnTo>
                <a:lnTo>
                  <a:pt x="4584" y="0"/>
                </a:lnTo>
                <a:lnTo>
                  <a:pt x="4596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6EC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3" name="object 713"/>
          <p:cNvSpPr/>
          <p:nvPr/>
        </p:nvSpPr>
        <p:spPr>
          <a:xfrm>
            <a:off x="2350876" y="3399891"/>
            <a:ext cx="5080" cy="3175"/>
          </a:xfrm>
          <a:custGeom>
            <a:avLst/>
            <a:gdLst/>
            <a:ahLst/>
            <a:cxnLst/>
            <a:rect l="l" t="t" r="r" b="b"/>
            <a:pathLst>
              <a:path w="5080" h="3175">
                <a:moveTo>
                  <a:pt x="0" y="3162"/>
                </a:moveTo>
                <a:lnTo>
                  <a:pt x="8" y="0"/>
                </a:lnTo>
                <a:lnTo>
                  <a:pt x="4605" y="0"/>
                </a:lnTo>
                <a:lnTo>
                  <a:pt x="4613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4" name="object 714"/>
          <p:cNvSpPr/>
          <p:nvPr/>
        </p:nvSpPr>
        <p:spPr>
          <a:xfrm>
            <a:off x="2350864" y="3403053"/>
            <a:ext cx="5080" cy="5080"/>
          </a:xfrm>
          <a:custGeom>
            <a:avLst/>
            <a:gdLst/>
            <a:ahLst/>
            <a:cxnLst/>
            <a:rect l="l" t="t" r="r" b="b"/>
            <a:pathLst>
              <a:path w="5080" h="5079">
                <a:moveTo>
                  <a:pt x="0" y="4749"/>
                </a:moveTo>
                <a:lnTo>
                  <a:pt x="12" y="0"/>
                </a:lnTo>
                <a:lnTo>
                  <a:pt x="4626" y="0"/>
                </a:lnTo>
                <a:lnTo>
                  <a:pt x="4638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5" name="object 715"/>
          <p:cNvSpPr/>
          <p:nvPr/>
        </p:nvSpPr>
        <p:spPr>
          <a:xfrm>
            <a:off x="2350851" y="3407803"/>
            <a:ext cx="5080" cy="5080"/>
          </a:xfrm>
          <a:custGeom>
            <a:avLst/>
            <a:gdLst/>
            <a:ahLst/>
            <a:cxnLst/>
            <a:rect l="l" t="t" r="r" b="b"/>
            <a:pathLst>
              <a:path w="5080" h="5079">
                <a:moveTo>
                  <a:pt x="0" y="4749"/>
                </a:moveTo>
                <a:lnTo>
                  <a:pt x="12" y="0"/>
                </a:lnTo>
                <a:lnTo>
                  <a:pt x="4651" y="0"/>
                </a:lnTo>
                <a:lnTo>
                  <a:pt x="4663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6" name="object 716"/>
          <p:cNvSpPr/>
          <p:nvPr/>
        </p:nvSpPr>
        <p:spPr>
          <a:xfrm>
            <a:off x="2350839" y="3412553"/>
            <a:ext cx="5080" cy="5080"/>
          </a:xfrm>
          <a:custGeom>
            <a:avLst/>
            <a:gdLst/>
            <a:ahLst/>
            <a:cxnLst/>
            <a:rect l="l" t="t" r="r" b="b"/>
            <a:pathLst>
              <a:path w="5080" h="5079">
                <a:moveTo>
                  <a:pt x="0" y="4749"/>
                </a:moveTo>
                <a:lnTo>
                  <a:pt x="12" y="0"/>
                </a:lnTo>
                <a:lnTo>
                  <a:pt x="4676" y="0"/>
                </a:lnTo>
                <a:lnTo>
                  <a:pt x="4688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ED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7" name="object 717"/>
          <p:cNvSpPr/>
          <p:nvPr/>
        </p:nvSpPr>
        <p:spPr>
          <a:xfrm>
            <a:off x="2350830" y="3417303"/>
            <a:ext cx="5080" cy="3175"/>
          </a:xfrm>
          <a:custGeom>
            <a:avLst/>
            <a:gdLst/>
            <a:ahLst/>
            <a:cxnLst/>
            <a:rect l="l" t="t" r="r" b="b"/>
            <a:pathLst>
              <a:path w="5080" h="3175">
                <a:moveTo>
                  <a:pt x="0" y="3162"/>
                </a:moveTo>
                <a:lnTo>
                  <a:pt x="8" y="0"/>
                </a:lnTo>
                <a:lnTo>
                  <a:pt x="4697" y="0"/>
                </a:lnTo>
                <a:lnTo>
                  <a:pt x="4705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8" name="object 718"/>
          <p:cNvSpPr/>
          <p:nvPr/>
        </p:nvSpPr>
        <p:spPr>
          <a:xfrm>
            <a:off x="2350817" y="3420478"/>
            <a:ext cx="5080" cy="5080"/>
          </a:xfrm>
          <a:custGeom>
            <a:avLst/>
            <a:gdLst/>
            <a:ahLst/>
            <a:cxnLst/>
            <a:rect l="l" t="t" r="r" b="b"/>
            <a:pathLst>
              <a:path w="5080" h="5079">
                <a:moveTo>
                  <a:pt x="0" y="4749"/>
                </a:moveTo>
                <a:lnTo>
                  <a:pt x="12" y="0"/>
                </a:lnTo>
                <a:lnTo>
                  <a:pt x="4717" y="0"/>
                </a:lnTo>
                <a:lnTo>
                  <a:pt x="4730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9" name="object 719"/>
          <p:cNvSpPr/>
          <p:nvPr/>
        </p:nvSpPr>
        <p:spPr>
          <a:xfrm>
            <a:off x="2350805" y="3425228"/>
            <a:ext cx="5080" cy="5080"/>
          </a:xfrm>
          <a:custGeom>
            <a:avLst/>
            <a:gdLst/>
            <a:ahLst/>
            <a:cxnLst/>
            <a:rect l="l" t="t" r="r" b="b"/>
            <a:pathLst>
              <a:path w="5080" h="5079">
                <a:moveTo>
                  <a:pt x="0" y="4749"/>
                </a:moveTo>
                <a:lnTo>
                  <a:pt x="12" y="0"/>
                </a:lnTo>
                <a:lnTo>
                  <a:pt x="4743" y="0"/>
                </a:lnTo>
                <a:lnTo>
                  <a:pt x="4755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0" name="object 720"/>
          <p:cNvSpPr/>
          <p:nvPr/>
        </p:nvSpPr>
        <p:spPr>
          <a:xfrm>
            <a:off x="2350797" y="3429977"/>
            <a:ext cx="5080" cy="3175"/>
          </a:xfrm>
          <a:custGeom>
            <a:avLst/>
            <a:gdLst/>
            <a:ahLst/>
            <a:cxnLst/>
            <a:rect l="l" t="t" r="r" b="b"/>
            <a:pathLst>
              <a:path w="5080" h="3175">
                <a:moveTo>
                  <a:pt x="0" y="3162"/>
                </a:moveTo>
                <a:lnTo>
                  <a:pt x="8" y="0"/>
                </a:lnTo>
                <a:lnTo>
                  <a:pt x="4763" y="0"/>
                </a:lnTo>
                <a:lnTo>
                  <a:pt x="4772" y="3162"/>
                </a:lnTo>
                <a:lnTo>
                  <a:pt x="0" y="3162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1" name="object 721"/>
          <p:cNvSpPr/>
          <p:nvPr/>
        </p:nvSpPr>
        <p:spPr>
          <a:xfrm>
            <a:off x="2350784" y="3433140"/>
            <a:ext cx="5080" cy="5080"/>
          </a:xfrm>
          <a:custGeom>
            <a:avLst/>
            <a:gdLst/>
            <a:ahLst/>
            <a:cxnLst/>
            <a:rect l="l" t="t" r="r" b="b"/>
            <a:pathLst>
              <a:path w="5080" h="5079">
                <a:moveTo>
                  <a:pt x="0" y="4749"/>
                </a:moveTo>
                <a:lnTo>
                  <a:pt x="12" y="0"/>
                </a:lnTo>
                <a:lnTo>
                  <a:pt x="4784" y="0"/>
                </a:lnTo>
                <a:lnTo>
                  <a:pt x="4797" y="4749"/>
                </a:lnTo>
                <a:lnTo>
                  <a:pt x="0" y="4749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2" name="object 722"/>
          <p:cNvSpPr/>
          <p:nvPr/>
        </p:nvSpPr>
        <p:spPr>
          <a:xfrm>
            <a:off x="2350759" y="3437902"/>
            <a:ext cx="5080" cy="11430"/>
          </a:xfrm>
          <a:custGeom>
            <a:avLst/>
            <a:gdLst/>
            <a:ahLst/>
            <a:cxnLst/>
            <a:rect l="l" t="t" r="r" b="b"/>
            <a:pathLst>
              <a:path w="5080" h="11429">
                <a:moveTo>
                  <a:pt x="0" y="11087"/>
                </a:moveTo>
                <a:lnTo>
                  <a:pt x="25" y="0"/>
                </a:lnTo>
                <a:lnTo>
                  <a:pt x="4822" y="0"/>
                </a:lnTo>
                <a:lnTo>
                  <a:pt x="4847" y="11087"/>
                </a:lnTo>
                <a:lnTo>
                  <a:pt x="0" y="11087"/>
                </a:lnTo>
                <a:close/>
              </a:path>
            </a:pathLst>
          </a:custGeom>
          <a:solidFill>
            <a:srgbClr val="F8F9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3" name="object 723"/>
          <p:cNvSpPr/>
          <p:nvPr/>
        </p:nvSpPr>
        <p:spPr>
          <a:xfrm>
            <a:off x="2350759" y="3448977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16" y="6337"/>
                </a:moveTo>
                <a:lnTo>
                  <a:pt x="0" y="0"/>
                </a:lnTo>
                <a:lnTo>
                  <a:pt x="4847" y="0"/>
                </a:lnTo>
                <a:lnTo>
                  <a:pt x="4830" y="6337"/>
                </a:lnTo>
                <a:lnTo>
                  <a:pt x="16" y="6337"/>
                </a:lnTo>
                <a:close/>
              </a:path>
            </a:pathLst>
          </a:custGeom>
          <a:solidFill>
            <a:srgbClr val="F7F8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4" name="object 724"/>
          <p:cNvSpPr/>
          <p:nvPr/>
        </p:nvSpPr>
        <p:spPr>
          <a:xfrm>
            <a:off x="2350776" y="3455314"/>
            <a:ext cx="5080" cy="5080"/>
          </a:xfrm>
          <a:custGeom>
            <a:avLst/>
            <a:gdLst/>
            <a:ahLst/>
            <a:cxnLst/>
            <a:rect l="l" t="t" r="r" b="b"/>
            <a:pathLst>
              <a:path w="5080" h="5079">
                <a:moveTo>
                  <a:pt x="12" y="4749"/>
                </a:moveTo>
                <a:lnTo>
                  <a:pt x="0" y="0"/>
                </a:lnTo>
                <a:lnTo>
                  <a:pt x="4813" y="0"/>
                </a:lnTo>
                <a:lnTo>
                  <a:pt x="4801" y="4749"/>
                </a:lnTo>
                <a:lnTo>
                  <a:pt x="12" y="4749"/>
                </a:lnTo>
                <a:close/>
              </a:path>
            </a:pathLst>
          </a:custGeom>
          <a:solidFill>
            <a:srgbClr val="F5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5" name="object 725"/>
          <p:cNvSpPr/>
          <p:nvPr/>
        </p:nvSpPr>
        <p:spPr>
          <a:xfrm>
            <a:off x="2350788" y="3460064"/>
            <a:ext cx="5080" cy="5080"/>
          </a:xfrm>
          <a:custGeom>
            <a:avLst/>
            <a:gdLst/>
            <a:ahLst/>
            <a:cxnLst/>
            <a:rect l="l" t="t" r="r" b="b"/>
            <a:pathLst>
              <a:path w="5080" h="5079">
                <a:moveTo>
                  <a:pt x="12" y="4749"/>
                </a:moveTo>
                <a:lnTo>
                  <a:pt x="0" y="0"/>
                </a:lnTo>
                <a:lnTo>
                  <a:pt x="4788" y="0"/>
                </a:lnTo>
                <a:lnTo>
                  <a:pt x="4776" y="4749"/>
                </a:lnTo>
                <a:lnTo>
                  <a:pt x="12" y="4749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6" name="object 726"/>
          <p:cNvSpPr/>
          <p:nvPr/>
        </p:nvSpPr>
        <p:spPr>
          <a:xfrm>
            <a:off x="2350801" y="3464814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16" y="6337"/>
                </a:moveTo>
                <a:lnTo>
                  <a:pt x="0" y="0"/>
                </a:lnTo>
                <a:lnTo>
                  <a:pt x="4763" y="0"/>
                </a:lnTo>
                <a:lnTo>
                  <a:pt x="4747" y="6337"/>
                </a:lnTo>
                <a:lnTo>
                  <a:pt x="16" y="6337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7" name="object 727"/>
          <p:cNvSpPr/>
          <p:nvPr/>
        </p:nvSpPr>
        <p:spPr>
          <a:xfrm>
            <a:off x="2350817" y="3471151"/>
            <a:ext cx="5080" cy="5080"/>
          </a:xfrm>
          <a:custGeom>
            <a:avLst/>
            <a:gdLst/>
            <a:ahLst/>
            <a:cxnLst/>
            <a:rect l="l" t="t" r="r" b="b"/>
            <a:pathLst>
              <a:path w="5080" h="5079">
                <a:moveTo>
                  <a:pt x="12" y="4749"/>
                </a:moveTo>
                <a:lnTo>
                  <a:pt x="0" y="0"/>
                </a:lnTo>
                <a:lnTo>
                  <a:pt x="4730" y="0"/>
                </a:lnTo>
                <a:lnTo>
                  <a:pt x="4718" y="4749"/>
                </a:lnTo>
                <a:lnTo>
                  <a:pt x="12" y="4749"/>
                </a:lnTo>
                <a:close/>
              </a:path>
            </a:pathLst>
          </a:custGeom>
          <a:solidFill>
            <a:srgbClr val="EF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8" name="object 728"/>
          <p:cNvSpPr/>
          <p:nvPr/>
        </p:nvSpPr>
        <p:spPr>
          <a:xfrm>
            <a:off x="2350830" y="3475901"/>
            <a:ext cx="5080" cy="8255"/>
          </a:xfrm>
          <a:custGeom>
            <a:avLst/>
            <a:gdLst/>
            <a:ahLst/>
            <a:cxnLst/>
            <a:rect l="l" t="t" r="r" b="b"/>
            <a:pathLst>
              <a:path w="5080" h="8254">
                <a:moveTo>
                  <a:pt x="20" y="7924"/>
                </a:moveTo>
                <a:lnTo>
                  <a:pt x="0" y="0"/>
                </a:lnTo>
                <a:lnTo>
                  <a:pt x="4705" y="0"/>
                </a:lnTo>
                <a:lnTo>
                  <a:pt x="4684" y="7924"/>
                </a:lnTo>
                <a:lnTo>
                  <a:pt x="20" y="7924"/>
                </a:lnTo>
                <a:close/>
              </a:path>
            </a:pathLst>
          </a:custGeom>
          <a:solidFill>
            <a:srgbClr val="EDF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9" name="object 729"/>
          <p:cNvSpPr/>
          <p:nvPr/>
        </p:nvSpPr>
        <p:spPr>
          <a:xfrm>
            <a:off x="2350851" y="3483825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16" y="6337"/>
                </a:moveTo>
                <a:lnTo>
                  <a:pt x="0" y="0"/>
                </a:lnTo>
                <a:lnTo>
                  <a:pt x="4663" y="0"/>
                </a:lnTo>
                <a:lnTo>
                  <a:pt x="4647" y="6337"/>
                </a:lnTo>
                <a:lnTo>
                  <a:pt x="16" y="6337"/>
                </a:lnTo>
                <a:close/>
              </a:path>
            </a:pathLst>
          </a:custGeom>
          <a:solidFill>
            <a:srgbClr val="EB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0" name="object 730"/>
          <p:cNvSpPr/>
          <p:nvPr/>
        </p:nvSpPr>
        <p:spPr>
          <a:xfrm>
            <a:off x="2350868" y="3490163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16" y="6337"/>
                </a:moveTo>
                <a:lnTo>
                  <a:pt x="0" y="0"/>
                </a:lnTo>
                <a:lnTo>
                  <a:pt x="4630" y="0"/>
                </a:lnTo>
                <a:lnTo>
                  <a:pt x="4613" y="6337"/>
                </a:lnTo>
                <a:lnTo>
                  <a:pt x="16" y="6337"/>
                </a:lnTo>
                <a:close/>
              </a:path>
            </a:pathLst>
          </a:custGeom>
          <a:solidFill>
            <a:srgbClr val="EAEF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1" name="object 731"/>
          <p:cNvSpPr/>
          <p:nvPr/>
        </p:nvSpPr>
        <p:spPr>
          <a:xfrm>
            <a:off x="2350884" y="3496500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16" y="6337"/>
                </a:moveTo>
                <a:lnTo>
                  <a:pt x="0" y="0"/>
                </a:lnTo>
                <a:lnTo>
                  <a:pt x="4597" y="0"/>
                </a:lnTo>
                <a:lnTo>
                  <a:pt x="4580" y="6337"/>
                </a:lnTo>
                <a:lnTo>
                  <a:pt x="16" y="6337"/>
                </a:lnTo>
                <a:close/>
              </a:path>
            </a:pathLst>
          </a:custGeom>
          <a:solidFill>
            <a:srgbClr val="E8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2" name="object 732"/>
          <p:cNvSpPr/>
          <p:nvPr/>
        </p:nvSpPr>
        <p:spPr>
          <a:xfrm>
            <a:off x="2350901" y="3502824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16" y="6337"/>
                </a:moveTo>
                <a:lnTo>
                  <a:pt x="0" y="0"/>
                </a:lnTo>
                <a:lnTo>
                  <a:pt x="4563" y="0"/>
                </a:lnTo>
                <a:lnTo>
                  <a:pt x="4547" y="6337"/>
                </a:lnTo>
                <a:lnTo>
                  <a:pt x="16" y="6337"/>
                </a:lnTo>
                <a:close/>
              </a:path>
            </a:pathLst>
          </a:custGeom>
          <a:solidFill>
            <a:srgbClr val="E6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3" name="object 733"/>
          <p:cNvSpPr/>
          <p:nvPr/>
        </p:nvSpPr>
        <p:spPr>
          <a:xfrm>
            <a:off x="2350918" y="3509162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16" y="6337"/>
                </a:moveTo>
                <a:lnTo>
                  <a:pt x="0" y="0"/>
                </a:lnTo>
                <a:lnTo>
                  <a:pt x="4530" y="0"/>
                </a:lnTo>
                <a:lnTo>
                  <a:pt x="4513" y="6337"/>
                </a:lnTo>
                <a:lnTo>
                  <a:pt x="16" y="6337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4" name="object 734"/>
          <p:cNvSpPr/>
          <p:nvPr/>
        </p:nvSpPr>
        <p:spPr>
          <a:xfrm>
            <a:off x="2350935" y="3515499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22" y="6337"/>
                </a:moveTo>
                <a:lnTo>
                  <a:pt x="0" y="0"/>
                </a:lnTo>
                <a:lnTo>
                  <a:pt x="4497" y="0"/>
                </a:lnTo>
                <a:lnTo>
                  <a:pt x="4475" y="6337"/>
                </a:lnTo>
                <a:lnTo>
                  <a:pt x="22" y="6337"/>
                </a:lnTo>
                <a:close/>
              </a:path>
            </a:pathLst>
          </a:custGeom>
          <a:solidFill>
            <a:srgbClr val="E1EA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5" name="object 735"/>
          <p:cNvSpPr/>
          <p:nvPr/>
        </p:nvSpPr>
        <p:spPr>
          <a:xfrm>
            <a:off x="2350957" y="3521836"/>
            <a:ext cx="5080" cy="8255"/>
          </a:xfrm>
          <a:custGeom>
            <a:avLst/>
            <a:gdLst/>
            <a:ahLst/>
            <a:cxnLst/>
            <a:rect l="l" t="t" r="r" b="b"/>
            <a:pathLst>
              <a:path w="5080" h="8254">
                <a:moveTo>
                  <a:pt x="70" y="7924"/>
                </a:moveTo>
                <a:lnTo>
                  <a:pt x="0" y="0"/>
                </a:lnTo>
                <a:lnTo>
                  <a:pt x="4452" y="0"/>
                </a:lnTo>
                <a:lnTo>
                  <a:pt x="4383" y="7924"/>
                </a:lnTo>
                <a:lnTo>
                  <a:pt x="70" y="7924"/>
                </a:lnTo>
                <a:close/>
              </a:path>
            </a:pathLst>
          </a:custGeom>
          <a:solidFill>
            <a:srgbClr val="DFE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6" name="object 736"/>
          <p:cNvSpPr/>
          <p:nvPr/>
        </p:nvSpPr>
        <p:spPr>
          <a:xfrm>
            <a:off x="2351027" y="3529749"/>
            <a:ext cx="4445" cy="8255"/>
          </a:xfrm>
          <a:custGeom>
            <a:avLst/>
            <a:gdLst/>
            <a:ahLst/>
            <a:cxnLst/>
            <a:rect l="l" t="t" r="r" b="b"/>
            <a:pathLst>
              <a:path w="4444" h="8254">
                <a:moveTo>
                  <a:pt x="70" y="7924"/>
                </a:moveTo>
                <a:lnTo>
                  <a:pt x="0" y="0"/>
                </a:lnTo>
                <a:lnTo>
                  <a:pt x="4313" y="0"/>
                </a:lnTo>
                <a:lnTo>
                  <a:pt x="4245" y="7924"/>
                </a:lnTo>
                <a:lnTo>
                  <a:pt x="70" y="7924"/>
                </a:lnTo>
                <a:close/>
              </a:path>
            </a:pathLst>
          </a:custGeom>
          <a:solidFill>
            <a:srgbClr val="DE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7" name="object 737"/>
          <p:cNvSpPr/>
          <p:nvPr/>
        </p:nvSpPr>
        <p:spPr>
          <a:xfrm>
            <a:off x="2351097" y="3537673"/>
            <a:ext cx="4445" cy="8255"/>
          </a:xfrm>
          <a:custGeom>
            <a:avLst/>
            <a:gdLst/>
            <a:ahLst/>
            <a:cxnLst/>
            <a:rect l="l" t="t" r="r" b="b"/>
            <a:pathLst>
              <a:path w="4444" h="8254">
                <a:moveTo>
                  <a:pt x="70" y="7924"/>
                </a:moveTo>
                <a:lnTo>
                  <a:pt x="0" y="0"/>
                </a:lnTo>
                <a:lnTo>
                  <a:pt x="4174" y="0"/>
                </a:lnTo>
                <a:lnTo>
                  <a:pt x="4105" y="7924"/>
                </a:lnTo>
                <a:lnTo>
                  <a:pt x="70" y="7924"/>
                </a:lnTo>
                <a:close/>
              </a:path>
            </a:pathLst>
          </a:custGeom>
          <a:solidFill>
            <a:srgbClr val="DD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8" name="object 738"/>
          <p:cNvSpPr/>
          <p:nvPr/>
        </p:nvSpPr>
        <p:spPr>
          <a:xfrm>
            <a:off x="2351168" y="3545585"/>
            <a:ext cx="4445" cy="9525"/>
          </a:xfrm>
          <a:custGeom>
            <a:avLst/>
            <a:gdLst/>
            <a:ahLst/>
            <a:cxnLst/>
            <a:rect l="l" t="t" r="r" b="b"/>
            <a:pathLst>
              <a:path w="4444" h="9525">
                <a:moveTo>
                  <a:pt x="84" y="9499"/>
                </a:moveTo>
                <a:lnTo>
                  <a:pt x="0" y="0"/>
                </a:lnTo>
                <a:lnTo>
                  <a:pt x="4035" y="0"/>
                </a:lnTo>
                <a:lnTo>
                  <a:pt x="3953" y="9499"/>
                </a:lnTo>
                <a:lnTo>
                  <a:pt x="84" y="9499"/>
                </a:lnTo>
                <a:close/>
              </a:path>
            </a:pathLst>
          </a:custGeom>
          <a:solidFill>
            <a:srgbClr val="DBE4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9" name="object 739"/>
          <p:cNvSpPr/>
          <p:nvPr/>
        </p:nvSpPr>
        <p:spPr>
          <a:xfrm>
            <a:off x="2351252" y="3555098"/>
            <a:ext cx="4445" cy="11430"/>
          </a:xfrm>
          <a:custGeom>
            <a:avLst/>
            <a:gdLst/>
            <a:ahLst/>
            <a:cxnLst/>
            <a:rect l="l" t="t" r="r" b="b"/>
            <a:pathLst>
              <a:path w="4444" h="11429">
                <a:moveTo>
                  <a:pt x="98" y="11087"/>
                </a:moveTo>
                <a:lnTo>
                  <a:pt x="0" y="0"/>
                </a:lnTo>
                <a:lnTo>
                  <a:pt x="3868" y="0"/>
                </a:lnTo>
                <a:lnTo>
                  <a:pt x="3772" y="11087"/>
                </a:lnTo>
                <a:lnTo>
                  <a:pt x="98" y="11087"/>
                </a:lnTo>
                <a:close/>
              </a:path>
            </a:pathLst>
          </a:custGeom>
          <a:solidFill>
            <a:srgbClr val="D9E3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0" name="object 740"/>
          <p:cNvSpPr/>
          <p:nvPr/>
        </p:nvSpPr>
        <p:spPr>
          <a:xfrm>
            <a:off x="2351350" y="3566172"/>
            <a:ext cx="3810" cy="9525"/>
          </a:xfrm>
          <a:custGeom>
            <a:avLst/>
            <a:gdLst/>
            <a:ahLst/>
            <a:cxnLst/>
            <a:rect l="l" t="t" r="r" b="b"/>
            <a:pathLst>
              <a:path w="3810" h="9525">
                <a:moveTo>
                  <a:pt x="84" y="9499"/>
                </a:moveTo>
                <a:lnTo>
                  <a:pt x="0" y="0"/>
                </a:lnTo>
                <a:lnTo>
                  <a:pt x="3674" y="0"/>
                </a:lnTo>
                <a:lnTo>
                  <a:pt x="3592" y="9499"/>
                </a:lnTo>
                <a:lnTo>
                  <a:pt x="84" y="9499"/>
                </a:lnTo>
                <a:close/>
              </a:path>
            </a:pathLst>
          </a:custGeom>
          <a:solidFill>
            <a:srgbClr val="D6E1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1" name="object 741"/>
          <p:cNvSpPr/>
          <p:nvPr/>
        </p:nvSpPr>
        <p:spPr>
          <a:xfrm>
            <a:off x="2351435" y="3575684"/>
            <a:ext cx="3810" cy="11430"/>
          </a:xfrm>
          <a:custGeom>
            <a:avLst/>
            <a:gdLst/>
            <a:ahLst/>
            <a:cxnLst/>
            <a:rect l="l" t="t" r="r" b="b"/>
            <a:pathLst>
              <a:path w="3810" h="11429">
                <a:moveTo>
                  <a:pt x="3345" y="11087"/>
                </a:moveTo>
                <a:lnTo>
                  <a:pt x="167" y="11087"/>
                </a:lnTo>
                <a:lnTo>
                  <a:pt x="41" y="4659"/>
                </a:lnTo>
                <a:lnTo>
                  <a:pt x="0" y="0"/>
                </a:lnTo>
                <a:lnTo>
                  <a:pt x="3507" y="0"/>
                </a:lnTo>
                <a:lnTo>
                  <a:pt x="3467" y="4659"/>
                </a:lnTo>
                <a:lnTo>
                  <a:pt x="3345" y="11087"/>
                </a:lnTo>
                <a:close/>
              </a:path>
            </a:pathLst>
          </a:custGeom>
          <a:solidFill>
            <a:srgbClr val="D4E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2" name="object 742"/>
          <p:cNvSpPr/>
          <p:nvPr/>
        </p:nvSpPr>
        <p:spPr>
          <a:xfrm>
            <a:off x="2351602" y="3586772"/>
            <a:ext cx="3175" cy="8255"/>
          </a:xfrm>
          <a:custGeom>
            <a:avLst/>
            <a:gdLst/>
            <a:ahLst/>
            <a:cxnLst/>
            <a:rect l="l" t="t" r="r" b="b"/>
            <a:pathLst>
              <a:path w="3175" h="8254">
                <a:moveTo>
                  <a:pt x="155" y="7924"/>
                </a:moveTo>
                <a:lnTo>
                  <a:pt x="0" y="0"/>
                </a:lnTo>
                <a:lnTo>
                  <a:pt x="3178" y="0"/>
                </a:lnTo>
                <a:lnTo>
                  <a:pt x="3028" y="7924"/>
                </a:lnTo>
                <a:lnTo>
                  <a:pt x="155" y="7924"/>
                </a:lnTo>
                <a:close/>
              </a:path>
            </a:pathLst>
          </a:custGeom>
          <a:solidFill>
            <a:srgbClr val="D2D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3" name="object 743"/>
          <p:cNvSpPr/>
          <p:nvPr/>
        </p:nvSpPr>
        <p:spPr>
          <a:xfrm>
            <a:off x="2351758" y="3594684"/>
            <a:ext cx="3175" cy="8255"/>
          </a:xfrm>
          <a:custGeom>
            <a:avLst/>
            <a:gdLst/>
            <a:ahLst/>
            <a:cxnLst/>
            <a:rect l="l" t="t" r="r" b="b"/>
            <a:pathLst>
              <a:path w="3175" h="8254">
                <a:moveTo>
                  <a:pt x="155" y="7924"/>
                </a:moveTo>
                <a:lnTo>
                  <a:pt x="0" y="0"/>
                </a:lnTo>
                <a:lnTo>
                  <a:pt x="2873" y="0"/>
                </a:lnTo>
                <a:lnTo>
                  <a:pt x="2723" y="7924"/>
                </a:lnTo>
                <a:lnTo>
                  <a:pt x="155" y="7924"/>
                </a:lnTo>
                <a:close/>
              </a:path>
            </a:pathLst>
          </a:custGeom>
          <a:solidFill>
            <a:srgbClr val="D2D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4" name="object 744"/>
          <p:cNvSpPr/>
          <p:nvPr/>
        </p:nvSpPr>
        <p:spPr>
          <a:xfrm>
            <a:off x="2351913" y="3602609"/>
            <a:ext cx="3175" cy="33020"/>
          </a:xfrm>
          <a:custGeom>
            <a:avLst/>
            <a:gdLst/>
            <a:ahLst/>
            <a:cxnLst/>
            <a:rect l="l" t="t" r="r" b="b"/>
            <a:pathLst>
              <a:path w="3175" h="33020">
                <a:moveTo>
                  <a:pt x="1320" y="32461"/>
                </a:moveTo>
                <a:lnTo>
                  <a:pt x="349" y="17779"/>
                </a:lnTo>
                <a:lnTo>
                  <a:pt x="0" y="0"/>
                </a:lnTo>
                <a:lnTo>
                  <a:pt x="2568" y="0"/>
                </a:lnTo>
                <a:lnTo>
                  <a:pt x="2232" y="17779"/>
                </a:lnTo>
                <a:lnTo>
                  <a:pt x="1320" y="32461"/>
                </a:lnTo>
                <a:close/>
              </a:path>
            </a:pathLst>
          </a:custGeom>
          <a:solidFill>
            <a:srgbClr val="D0D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5" name="object 745"/>
          <p:cNvSpPr/>
          <p:nvPr/>
        </p:nvSpPr>
        <p:spPr>
          <a:xfrm>
            <a:off x="2350757" y="3261309"/>
            <a:ext cx="5080" cy="374015"/>
          </a:xfrm>
          <a:custGeom>
            <a:avLst/>
            <a:gdLst/>
            <a:ahLst/>
            <a:cxnLst/>
            <a:rect l="l" t="t" r="r" b="b"/>
            <a:pathLst>
              <a:path w="5080" h="374014">
                <a:moveTo>
                  <a:pt x="2425" y="-6584"/>
                </a:moveTo>
                <a:lnTo>
                  <a:pt x="2425" y="380345"/>
                </a:lnTo>
              </a:path>
            </a:pathLst>
          </a:custGeom>
          <a:ln w="18021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6" name="object 746"/>
          <p:cNvSpPr/>
          <p:nvPr/>
        </p:nvSpPr>
        <p:spPr>
          <a:xfrm>
            <a:off x="2353233" y="3261309"/>
            <a:ext cx="45085" cy="374015"/>
          </a:xfrm>
          <a:custGeom>
            <a:avLst/>
            <a:gdLst/>
            <a:ahLst/>
            <a:cxnLst/>
            <a:rect l="l" t="t" r="r" b="b"/>
            <a:pathLst>
              <a:path w="45085" h="374014">
                <a:moveTo>
                  <a:pt x="0" y="0"/>
                </a:moveTo>
                <a:lnTo>
                  <a:pt x="42659" y="0"/>
                </a:lnTo>
                <a:lnTo>
                  <a:pt x="43614" y="14696"/>
                </a:lnTo>
                <a:lnTo>
                  <a:pt x="44365" y="54763"/>
                </a:lnTo>
                <a:lnTo>
                  <a:pt x="44857" y="114169"/>
                </a:lnTo>
                <a:lnTo>
                  <a:pt x="45034" y="186880"/>
                </a:lnTo>
                <a:lnTo>
                  <a:pt x="44857" y="259634"/>
                </a:lnTo>
                <a:lnTo>
                  <a:pt x="44365" y="319035"/>
                </a:lnTo>
                <a:lnTo>
                  <a:pt x="43614" y="359078"/>
                </a:lnTo>
                <a:lnTo>
                  <a:pt x="42659" y="373761"/>
                </a:lnTo>
                <a:lnTo>
                  <a:pt x="0" y="373761"/>
                </a:lnTo>
              </a:path>
            </a:pathLst>
          </a:custGeom>
          <a:ln w="13169">
            <a:solidFill>
              <a:srgbClr val="385D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7" name="object 747"/>
          <p:cNvSpPr/>
          <p:nvPr/>
        </p:nvSpPr>
        <p:spPr>
          <a:xfrm>
            <a:off x="2294534" y="3637445"/>
            <a:ext cx="150444" cy="15203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8" name="object 748"/>
          <p:cNvSpPr/>
          <p:nvPr/>
        </p:nvSpPr>
        <p:spPr>
          <a:xfrm>
            <a:off x="2460815" y="3398304"/>
            <a:ext cx="150444" cy="15203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9" name="object 749"/>
          <p:cNvSpPr/>
          <p:nvPr/>
        </p:nvSpPr>
        <p:spPr>
          <a:xfrm>
            <a:off x="2690444" y="3395141"/>
            <a:ext cx="150444" cy="1520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0" name="object 750"/>
          <p:cNvSpPr/>
          <p:nvPr/>
        </p:nvSpPr>
        <p:spPr>
          <a:xfrm>
            <a:off x="2965996" y="3395141"/>
            <a:ext cx="150444" cy="15361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1" name="object 751"/>
          <p:cNvSpPr/>
          <p:nvPr/>
        </p:nvSpPr>
        <p:spPr>
          <a:xfrm>
            <a:off x="3284308" y="3391966"/>
            <a:ext cx="150444" cy="15361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2" name="object 752"/>
          <p:cNvSpPr/>
          <p:nvPr/>
        </p:nvSpPr>
        <p:spPr>
          <a:xfrm>
            <a:off x="3645382" y="3391966"/>
            <a:ext cx="150444" cy="1536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3" name="object 753"/>
          <p:cNvSpPr/>
          <p:nvPr/>
        </p:nvSpPr>
        <p:spPr>
          <a:xfrm>
            <a:off x="4027030" y="3396716"/>
            <a:ext cx="150444" cy="15203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4" name="object 754"/>
          <p:cNvSpPr/>
          <p:nvPr/>
        </p:nvSpPr>
        <p:spPr>
          <a:xfrm>
            <a:off x="4424527" y="3396716"/>
            <a:ext cx="150444" cy="15361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5" name="object 755"/>
          <p:cNvSpPr/>
          <p:nvPr/>
        </p:nvSpPr>
        <p:spPr>
          <a:xfrm>
            <a:off x="4874285" y="3393554"/>
            <a:ext cx="150444" cy="1536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6" name="object 756"/>
          <p:cNvSpPr/>
          <p:nvPr/>
        </p:nvSpPr>
        <p:spPr>
          <a:xfrm>
            <a:off x="5609881" y="3574884"/>
            <a:ext cx="49530" cy="47625"/>
          </a:xfrm>
          <a:custGeom>
            <a:avLst/>
            <a:gdLst/>
            <a:ahLst/>
            <a:cxnLst/>
            <a:rect l="l" t="t" r="r" b="b"/>
            <a:pathLst>
              <a:path w="49529" h="47625">
                <a:moveTo>
                  <a:pt x="0" y="23761"/>
                </a:moveTo>
                <a:lnTo>
                  <a:pt x="1942" y="14535"/>
                </a:lnTo>
                <a:lnTo>
                  <a:pt x="7226" y="6980"/>
                </a:lnTo>
                <a:lnTo>
                  <a:pt x="15034" y="1875"/>
                </a:lnTo>
                <a:lnTo>
                  <a:pt x="24549" y="0"/>
                </a:lnTo>
                <a:lnTo>
                  <a:pt x="34144" y="1875"/>
                </a:lnTo>
                <a:lnTo>
                  <a:pt x="41943" y="6980"/>
                </a:lnTo>
                <a:lnTo>
                  <a:pt x="47182" y="14535"/>
                </a:lnTo>
                <a:lnTo>
                  <a:pt x="49098" y="23761"/>
                </a:lnTo>
                <a:lnTo>
                  <a:pt x="47182" y="33066"/>
                </a:lnTo>
                <a:lnTo>
                  <a:pt x="41943" y="40608"/>
                </a:lnTo>
                <a:lnTo>
                  <a:pt x="34144" y="45664"/>
                </a:lnTo>
                <a:lnTo>
                  <a:pt x="24549" y="47510"/>
                </a:lnTo>
                <a:lnTo>
                  <a:pt x="15034" y="45664"/>
                </a:lnTo>
                <a:lnTo>
                  <a:pt x="7226" y="40608"/>
                </a:lnTo>
                <a:lnTo>
                  <a:pt x="1942" y="33066"/>
                </a:lnTo>
                <a:lnTo>
                  <a:pt x="0" y="23761"/>
                </a:lnTo>
              </a:path>
            </a:pathLst>
          </a:custGeom>
          <a:ln w="132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7" name="object 757"/>
          <p:cNvSpPr/>
          <p:nvPr/>
        </p:nvSpPr>
        <p:spPr>
          <a:xfrm>
            <a:off x="5605132" y="3247059"/>
            <a:ext cx="49530" cy="46355"/>
          </a:xfrm>
          <a:custGeom>
            <a:avLst/>
            <a:gdLst/>
            <a:ahLst/>
            <a:cxnLst/>
            <a:rect l="l" t="t" r="r" b="b"/>
            <a:pathLst>
              <a:path w="49529" h="46354">
                <a:moveTo>
                  <a:pt x="0" y="22961"/>
                </a:moveTo>
                <a:lnTo>
                  <a:pt x="1942" y="14026"/>
                </a:lnTo>
                <a:lnTo>
                  <a:pt x="7226" y="6727"/>
                </a:lnTo>
                <a:lnTo>
                  <a:pt x="15034" y="1805"/>
                </a:lnTo>
                <a:lnTo>
                  <a:pt x="24549" y="0"/>
                </a:lnTo>
                <a:lnTo>
                  <a:pt x="34142" y="1805"/>
                </a:lnTo>
                <a:lnTo>
                  <a:pt x="41936" y="6727"/>
                </a:lnTo>
                <a:lnTo>
                  <a:pt x="47171" y="14026"/>
                </a:lnTo>
                <a:lnTo>
                  <a:pt x="49085" y="22961"/>
                </a:lnTo>
                <a:lnTo>
                  <a:pt x="47171" y="31976"/>
                </a:lnTo>
                <a:lnTo>
                  <a:pt x="41936" y="39266"/>
                </a:lnTo>
                <a:lnTo>
                  <a:pt x="34142" y="44144"/>
                </a:lnTo>
                <a:lnTo>
                  <a:pt x="24549" y="45923"/>
                </a:lnTo>
                <a:lnTo>
                  <a:pt x="15034" y="44144"/>
                </a:lnTo>
                <a:lnTo>
                  <a:pt x="7226" y="39266"/>
                </a:lnTo>
                <a:lnTo>
                  <a:pt x="1942" y="31976"/>
                </a:lnTo>
                <a:lnTo>
                  <a:pt x="0" y="22961"/>
                </a:lnTo>
              </a:path>
            </a:pathLst>
          </a:custGeom>
          <a:ln w="132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8" name="object 758"/>
          <p:cNvSpPr/>
          <p:nvPr/>
        </p:nvSpPr>
        <p:spPr>
          <a:xfrm>
            <a:off x="5477649" y="3314369"/>
            <a:ext cx="299313" cy="15995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9" name="object 759"/>
          <p:cNvSpPr/>
          <p:nvPr/>
        </p:nvSpPr>
        <p:spPr>
          <a:xfrm>
            <a:off x="5477649" y="3417303"/>
            <a:ext cx="299313" cy="13620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0" name="object 760"/>
          <p:cNvSpPr/>
          <p:nvPr/>
        </p:nvSpPr>
        <p:spPr>
          <a:xfrm>
            <a:off x="4943170" y="3066516"/>
            <a:ext cx="0" cy="203200"/>
          </a:xfrm>
          <a:custGeom>
            <a:avLst/>
            <a:gdLst/>
            <a:ahLst/>
            <a:cxnLst/>
            <a:rect l="l" t="t" r="r" b="b"/>
            <a:pathLst>
              <a:path w="0" h="203200">
                <a:moveTo>
                  <a:pt x="0" y="0"/>
                </a:moveTo>
                <a:lnTo>
                  <a:pt x="0" y="202717"/>
                </a:lnTo>
              </a:path>
            </a:pathLst>
          </a:custGeom>
          <a:ln w="9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1" name="object 761"/>
          <p:cNvSpPr/>
          <p:nvPr/>
        </p:nvSpPr>
        <p:spPr>
          <a:xfrm>
            <a:off x="6754368" y="3057144"/>
            <a:ext cx="2328672" cy="232867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2" name="object 762"/>
          <p:cNvSpPr txBox="1"/>
          <p:nvPr/>
        </p:nvSpPr>
        <p:spPr>
          <a:xfrm>
            <a:off x="5187962" y="1116329"/>
            <a:ext cx="40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小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764" name="object 76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763" name="object 763"/>
          <p:cNvSpPr txBox="1"/>
          <p:nvPr/>
        </p:nvSpPr>
        <p:spPr>
          <a:xfrm>
            <a:off x="6330962" y="1116329"/>
            <a:ext cx="40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结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85096" y="180651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13304" y="15727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12948" y="1796795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187962" y="1116329"/>
            <a:ext cx="40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小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30962" y="1116329"/>
            <a:ext cx="40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结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34895" y="2810255"/>
            <a:ext cx="2141220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920100" y="2227071"/>
            <a:ext cx="13874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一.</a:t>
            </a:r>
            <a:r>
              <a:rPr dirty="0" sz="2400" spc="-95" i="1">
                <a:latin typeface="华文楷体"/>
                <a:cs typeface="华文楷体"/>
              </a:rPr>
              <a:t> </a:t>
            </a:r>
            <a:r>
              <a:rPr dirty="0" sz="2400" i="1">
                <a:latin typeface="华文楷体"/>
                <a:cs typeface="华文楷体"/>
              </a:rPr>
              <a:t>质谱仪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93192" y="2021065"/>
            <a:ext cx="19970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二.</a:t>
            </a:r>
            <a:r>
              <a:rPr dirty="0" sz="2400" spc="-95" i="1">
                <a:latin typeface="华文楷体"/>
                <a:cs typeface="华文楷体"/>
              </a:rPr>
              <a:t> </a:t>
            </a:r>
            <a:r>
              <a:rPr dirty="0" sz="2400" i="1">
                <a:latin typeface="华文楷体"/>
                <a:cs typeface="华文楷体"/>
              </a:rPr>
              <a:t>回旋加速器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45580" y="2497835"/>
            <a:ext cx="2194560" cy="18745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70784" y="4899139"/>
            <a:ext cx="198120" cy="0"/>
          </a:xfrm>
          <a:custGeom>
            <a:avLst/>
            <a:gdLst/>
            <a:ahLst/>
            <a:cxnLst/>
            <a:rect l="l" t="t" r="r" b="b"/>
            <a:pathLst>
              <a:path w="198119" h="0">
                <a:moveTo>
                  <a:pt x="0" y="0"/>
                </a:moveTo>
                <a:lnTo>
                  <a:pt x="197510" y="0"/>
                </a:lnTo>
              </a:path>
            </a:pathLst>
          </a:custGeom>
          <a:ln w="130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89236" y="4899139"/>
            <a:ext cx="558165" cy="0"/>
          </a:xfrm>
          <a:custGeom>
            <a:avLst/>
            <a:gdLst/>
            <a:ahLst/>
            <a:cxnLst/>
            <a:rect l="l" t="t" r="r" b="b"/>
            <a:pathLst>
              <a:path w="558164" h="0">
                <a:moveTo>
                  <a:pt x="0" y="0"/>
                </a:moveTo>
                <a:lnTo>
                  <a:pt x="557695" y="0"/>
                </a:lnTo>
              </a:path>
            </a:pathLst>
          </a:custGeom>
          <a:ln w="130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918510" y="4982616"/>
            <a:ext cx="24765" cy="36830"/>
          </a:xfrm>
          <a:custGeom>
            <a:avLst/>
            <a:gdLst/>
            <a:ahLst/>
            <a:cxnLst/>
            <a:rect l="l" t="t" r="r" b="b"/>
            <a:pathLst>
              <a:path w="24764" h="36829">
                <a:moveTo>
                  <a:pt x="0" y="36474"/>
                </a:moveTo>
                <a:lnTo>
                  <a:pt x="2476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943275" y="4982616"/>
            <a:ext cx="62865" cy="271780"/>
          </a:xfrm>
          <a:custGeom>
            <a:avLst/>
            <a:gdLst/>
            <a:ahLst/>
            <a:cxnLst/>
            <a:rect l="l" t="t" r="r" b="b"/>
            <a:pathLst>
              <a:path w="62864" h="271779">
                <a:moveTo>
                  <a:pt x="0" y="0"/>
                </a:moveTo>
                <a:lnTo>
                  <a:pt x="62268" y="271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05543" y="4539970"/>
            <a:ext cx="69215" cy="714375"/>
          </a:xfrm>
          <a:custGeom>
            <a:avLst/>
            <a:gdLst/>
            <a:ahLst/>
            <a:cxnLst/>
            <a:rect l="l" t="t" r="r" b="b"/>
            <a:pathLst>
              <a:path w="69214" h="714375">
                <a:moveTo>
                  <a:pt x="0" y="714133"/>
                </a:moveTo>
                <a:lnTo>
                  <a:pt x="6896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74504" y="4539970"/>
            <a:ext cx="593090" cy="0"/>
          </a:xfrm>
          <a:custGeom>
            <a:avLst/>
            <a:gdLst/>
            <a:ahLst/>
            <a:cxnLst/>
            <a:rect l="l" t="t" r="r" b="b"/>
            <a:pathLst>
              <a:path w="593089" h="0">
                <a:moveTo>
                  <a:pt x="0" y="0"/>
                </a:moveTo>
                <a:lnTo>
                  <a:pt x="59251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15157" y="4533658"/>
            <a:ext cx="752475" cy="720725"/>
          </a:xfrm>
          <a:custGeom>
            <a:avLst/>
            <a:gdLst/>
            <a:ahLst/>
            <a:cxnLst/>
            <a:rect l="l" t="t" r="r" b="b"/>
            <a:pathLst>
              <a:path w="752475" h="720725">
                <a:moveTo>
                  <a:pt x="103108" y="658012"/>
                </a:moveTo>
                <a:lnTo>
                  <a:pt x="90385" y="658012"/>
                </a:lnTo>
                <a:lnTo>
                  <a:pt x="153987" y="0"/>
                </a:lnTo>
                <a:lnTo>
                  <a:pt x="751865" y="0"/>
                </a:lnTo>
                <a:lnTo>
                  <a:pt x="751865" y="13322"/>
                </a:lnTo>
                <a:lnTo>
                  <a:pt x="165366" y="13322"/>
                </a:lnTo>
                <a:lnTo>
                  <a:pt x="103108" y="658012"/>
                </a:lnTo>
                <a:close/>
              </a:path>
              <a:path w="752475" h="720725">
                <a:moveTo>
                  <a:pt x="6692" y="488238"/>
                </a:moveTo>
                <a:lnTo>
                  <a:pt x="0" y="483336"/>
                </a:lnTo>
                <a:lnTo>
                  <a:pt x="35483" y="432828"/>
                </a:lnTo>
                <a:lnTo>
                  <a:pt x="43348" y="465086"/>
                </a:lnTo>
                <a:lnTo>
                  <a:pt x="20751" y="465086"/>
                </a:lnTo>
                <a:lnTo>
                  <a:pt x="6692" y="488238"/>
                </a:lnTo>
                <a:close/>
              </a:path>
              <a:path w="752475" h="720725">
                <a:moveTo>
                  <a:pt x="97078" y="720445"/>
                </a:moveTo>
                <a:lnTo>
                  <a:pt x="84366" y="720445"/>
                </a:lnTo>
                <a:lnTo>
                  <a:pt x="20751" y="465086"/>
                </a:lnTo>
                <a:lnTo>
                  <a:pt x="43348" y="465086"/>
                </a:lnTo>
                <a:lnTo>
                  <a:pt x="90385" y="658012"/>
                </a:lnTo>
                <a:lnTo>
                  <a:pt x="103108" y="658012"/>
                </a:lnTo>
                <a:lnTo>
                  <a:pt x="97078" y="7204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089922" y="4517897"/>
            <a:ext cx="53784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10">
                <a:latin typeface="Times New Roman"/>
                <a:cs typeface="Times New Roman"/>
              </a:rPr>
              <a:t>2</a:t>
            </a:r>
            <a:r>
              <a:rPr dirty="0" sz="2100" spc="-55" i="1">
                <a:latin typeface="Times New Roman"/>
                <a:cs typeface="Times New Roman"/>
              </a:rPr>
              <a:t>m</a:t>
            </a:r>
            <a:r>
              <a:rPr dirty="0" sz="2100" spc="5" i="1">
                <a:latin typeface="Times New Roman"/>
                <a:cs typeface="Times New Roman"/>
              </a:rPr>
              <a:t>U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81516" y="4895303"/>
            <a:ext cx="77089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23570" algn="l"/>
              </a:tabLst>
            </a:pPr>
            <a:r>
              <a:rPr dirty="0" sz="2100" spc="5" i="1">
                <a:latin typeface="Times New Roman"/>
                <a:cs typeface="Times New Roman"/>
              </a:rPr>
              <a:t>B</a:t>
            </a:r>
            <a:r>
              <a:rPr dirty="0" sz="2100" spc="5" i="1">
                <a:latin typeface="Times New Roman"/>
                <a:cs typeface="Times New Roman"/>
              </a:rPr>
              <a:t>	</a:t>
            </a:r>
            <a:r>
              <a:rPr dirty="0" sz="2100" spc="5" i="1">
                <a:latin typeface="Times New Roman"/>
                <a:cs typeface="Times New Roman"/>
              </a:rPr>
              <a:t>q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75879" y="4622253"/>
            <a:ext cx="1176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由</a:t>
            </a:r>
            <a:r>
              <a:rPr dirty="0" sz="2400" spc="-25" i="1">
                <a:latin typeface="华文楷体"/>
                <a:cs typeface="华文楷体"/>
              </a:rPr>
              <a:t>：</a:t>
            </a:r>
            <a:r>
              <a:rPr dirty="0" baseline="-5291" sz="3150" spc="-37" i="1">
                <a:latin typeface="Times New Roman"/>
                <a:cs typeface="Times New Roman"/>
              </a:rPr>
              <a:t>r</a:t>
            </a:r>
            <a:r>
              <a:rPr dirty="0" baseline="-5291" sz="3150" spc="-67" i="1">
                <a:latin typeface="Times New Roman"/>
                <a:cs typeface="Times New Roman"/>
              </a:rPr>
              <a:t> </a:t>
            </a:r>
            <a:r>
              <a:rPr dirty="0" baseline="-5291" sz="3150" spc="7">
                <a:latin typeface="Symbol"/>
                <a:cs typeface="Symbol"/>
              </a:rPr>
              <a:t></a:t>
            </a:r>
            <a:r>
              <a:rPr dirty="0" baseline="-5291" sz="3150" spc="254">
                <a:latin typeface="Times New Roman"/>
                <a:cs typeface="Times New Roman"/>
              </a:rPr>
              <a:t> </a:t>
            </a:r>
            <a:r>
              <a:rPr dirty="0" baseline="29100" sz="3150" spc="7">
                <a:latin typeface="Times New Roman"/>
                <a:cs typeface="Times New Roman"/>
              </a:rPr>
              <a:t>1</a:t>
            </a:r>
            <a:endParaRPr baseline="29100" sz="31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37995" y="5520651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得：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23718" y="5760262"/>
            <a:ext cx="212090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00" spc="25" i="1"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24441" y="5644769"/>
            <a:ext cx="561340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-25000" sz="3000" spc="89" i="1">
                <a:latin typeface="Times New Roman"/>
                <a:cs typeface="Times New Roman"/>
              </a:rPr>
              <a:t>B</a:t>
            </a:r>
            <a:r>
              <a:rPr dirty="0" sz="1150" spc="60">
                <a:latin typeface="Times New Roman"/>
                <a:cs typeface="Times New Roman"/>
              </a:rPr>
              <a:t>2</a:t>
            </a:r>
            <a:r>
              <a:rPr dirty="0" sz="1150" spc="-204">
                <a:latin typeface="Times New Roman"/>
                <a:cs typeface="Times New Roman"/>
              </a:rPr>
              <a:t> </a:t>
            </a:r>
            <a:r>
              <a:rPr dirty="0" baseline="-25000" sz="3000" spc="97" i="1">
                <a:latin typeface="Times New Roman"/>
                <a:cs typeface="Times New Roman"/>
              </a:rPr>
              <a:t>D</a:t>
            </a:r>
            <a:r>
              <a:rPr dirty="0" sz="1150" spc="65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54389" y="5398998"/>
            <a:ext cx="896619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heavy" sz="2000" spc="1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</a:t>
            </a:r>
            <a:r>
              <a:rPr dirty="0" sz="2000" spc="15" i="1">
                <a:latin typeface="Times New Roman"/>
                <a:cs typeface="Times New Roman"/>
              </a:rPr>
              <a:t> </a:t>
            </a:r>
            <a:r>
              <a:rPr dirty="0" baseline="-34722" sz="3000" spc="22">
                <a:latin typeface="Symbol"/>
                <a:cs typeface="Symbol"/>
              </a:rPr>
              <a:t></a:t>
            </a:r>
            <a:r>
              <a:rPr dirty="0" u="heavy" sz="2000" spc="30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-8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</a:t>
            </a:r>
            <a:r>
              <a:rPr dirty="0" u="heavy" sz="2000" spc="-8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66611" y="4622253"/>
            <a:ext cx="1149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华文楷体"/>
                <a:cs typeface="华文楷体"/>
              </a:rPr>
              <a:t>1.</a:t>
            </a:r>
            <a:r>
              <a:rPr dirty="0" sz="2400" i="1">
                <a:latin typeface="华文楷体"/>
                <a:cs typeface="华文楷体"/>
              </a:rPr>
              <a:t>条件：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105607" y="4878285"/>
            <a:ext cx="577215" cy="0"/>
          </a:xfrm>
          <a:custGeom>
            <a:avLst/>
            <a:gdLst/>
            <a:ahLst/>
            <a:cxnLst/>
            <a:rect l="l" t="t" r="r" b="b"/>
            <a:pathLst>
              <a:path w="577215" h="0">
                <a:moveTo>
                  <a:pt x="0" y="0"/>
                </a:moveTo>
                <a:lnTo>
                  <a:pt x="577062" y="0"/>
                </a:lnTo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9217990" y="4875110"/>
            <a:ext cx="35052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i="1">
                <a:latin typeface="Times New Roman"/>
                <a:cs typeface="Times New Roman"/>
              </a:rPr>
              <a:t>qB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849042" y="4447764"/>
            <a:ext cx="828675" cy="3956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aseline="-35024" sz="3450">
                <a:latin typeface="Symbol"/>
                <a:cs typeface="Symbol"/>
              </a:rPr>
              <a:t></a:t>
            </a:r>
            <a:r>
              <a:rPr dirty="0" baseline="-35024" sz="3450" spc="232">
                <a:latin typeface="Times New Roman"/>
                <a:cs typeface="Times New Roman"/>
              </a:rPr>
              <a:t> </a:t>
            </a:r>
            <a:r>
              <a:rPr dirty="0" sz="2300" spc="-265">
                <a:latin typeface="Times New Roman"/>
                <a:cs typeface="Times New Roman"/>
              </a:rPr>
              <a:t>2</a:t>
            </a:r>
            <a:r>
              <a:rPr dirty="0" sz="2400" spc="-265" i="1">
                <a:latin typeface="Symbol"/>
                <a:cs typeface="Symbol"/>
              </a:rPr>
              <a:t></a:t>
            </a:r>
            <a:r>
              <a:rPr dirty="0" sz="2300" spc="-265" i="1">
                <a:latin typeface="Times New Roman"/>
                <a:cs typeface="Times New Roman"/>
              </a:rPr>
              <a:t>m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26730" y="4647171"/>
            <a:ext cx="95631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270" i="1">
                <a:latin typeface="Times New Roman"/>
                <a:cs typeface="Times New Roman"/>
              </a:rPr>
              <a:t>T</a:t>
            </a:r>
            <a:r>
              <a:rPr dirty="0" baseline="-27777" sz="1950" spc="44">
                <a:latin typeface="宋体"/>
                <a:cs typeface="宋体"/>
              </a:rPr>
              <a:t>电</a:t>
            </a:r>
            <a:r>
              <a:rPr dirty="0" baseline="-27777" sz="1950" spc="52">
                <a:latin typeface="宋体"/>
                <a:cs typeface="宋体"/>
              </a:rPr>
              <a:t> </a:t>
            </a:r>
            <a:r>
              <a:rPr dirty="0" sz="2300">
                <a:latin typeface="Symbol"/>
                <a:cs typeface="Symbol"/>
              </a:rPr>
              <a:t></a:t>
            </a:r>
            <a:r>
              <a:rPr dirty="0" sz="2300" spc="-165">
                <a:latin typeface="Times New Roman"/>
                <a:cs typeface="Times New Roman"/>
              </a:rPr>
              <a:t> </a:t>
            </a:r>
            <a:r>
              <a:rPr dirty="0" sz="2300" spc="-85" i="1">
                <a:latin typeface="Times New Roman"/>
                <a:cs typeface="Times New Roman"/>
              </a:rPr>
              <a:t>T</a:t>
            </a:r>
            <a:r>
              <a:rPr dirty="0" baseline="-27777" sz="1950" spc="44">
                <a:latin typeface="宋体"/>
                <a:cs typeface="宋体"/>
              </a:rPr>
              <a:t>磁</a:t>
            </a:r>
            <a:endParaRPr baseline="-27777" sz="1950">
              <a:latin typeface="宋体"/>
              <a:cs typeface="宋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55778" y="5519089"/>
            <a:ext cx="17589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华文楷体"/>
                <a:cs typeface="华文楷体"/>
              </a:rPr>
              <a:t>2.</a:t>
            </a:r>
            <a:r>
              <a:rPr dirty="0" sz="2400" i="1">
                <a:latin typeface="华文楷体"/>
                <a:cs typeface="华文楷体"/>
              </a:rPr>
              <a:t>粒子能量：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051404" y="5791784"/>
            <a:ext cx="169545" cy="0"/>
          </a:xfrm>
          <a:custGeom>
            <a:avLst/>
            <a:gdLst/>
            <a:ahLst/>
            <a:cxnLst/>
            <a:rect l="l" t="t" r="r" b="b"/>
            <a:pathLst>
              <a:path w="169545" h="0">
                <a:moveTo>
                  <a:pt x="0" y="0"/>
                </a:moveTo>
                <a:lnTo>
                  <a:pt x="169227" y="0"/>
                </a:lnTo>
              </a:path>
            </a:pathLst>
          </a:custGeom>
          <a:ln w="141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0022243" y="5791784"/>
            <a:ext cx="807085" cy="0"/>
          </a:xfrm>
          <a:custGeom>
            <a:avLst/>
            <a:gdLst/>
            <a:ahLst/>
            <a:cxnLst/>
            <a:rect l="l" t="t" r="r" b="b"/>
            <a:pathLst>
              <a:path w="807084" h="0">
                <a:moveTo>
                  <a:pt x="0" y="0"/>
                </a:moveTo>
                <a:lnTo>
                  <a:pt x="806818" y="0"/>
                </a:lnTo>
              </a:path>
            </a:pathLst>
          </a:custGeom>
          <a:ln w="141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8449373" y="5563565"/>
            <a:ext cx="1153160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16585" algn="l"/>
              </a:tabLst>
            </a:pPr>
            <a:r>
              <a:rPr dirty="0" sz="2250" spc="5" i="1">
                <a:latin typeface="Times New Roman"/>
                <a:cs typeface="Times New Roman"/>
              </a:rPr>
              <a:t>E</a:t>
            </a:r>
            <a:r>
              <a:rPr dirty="0" baseline="-25641" sz="1950" spc="7" i="1">
                <a:latin typeface="Times New Roman"/>
                <a:cs typeface="Times New Roman"/>
              </a:rPr>
              <a:t>k	</a:t>
            </a:r>
            <a:r>
              <a:rPr dirty="0" baseline="-43209" sz="3375" spc="-22">
                <a:latin typeface="Times New Roman"/>
                <a:cs typeface="Times New Roman"/>
              </a:rPr>
              <a:t>2</a:t>
            </a:r>
            <a:r>
              <a:rPr dirty="0" baseline="-43209" sz="3375" spc="-352">
                <a:latin typeface="Times New Roman"/>
                <a:cs typeface="Times New Roman"/>
              </a:rPr>
              <a:t> </a:t>
            </a:r>
            <a:r>
              <a:rPr dirty="0" sz="2250" spc="-15" i="1">
                <a:latin typeface="Times New Roman"/>
                <a:cs typeface="Times New Roman"/>
              </a:rPr>
              <a:t>mv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10226954" y="5785408"/>
            <a:ext cx="386080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95">
                <a:latin typeface="Times New Roman"/>
                <a:cs typeface="Times New Roman"/>
              </a:rPr>
              <a:t>2</a:t>
            </a:r>
            <a:r>
              <a:rPr dirty="0" sz="2250" spc="-20" i="1">
                <a:latin typeface="Times New Roman"/>
                <a:cs typeface="Times New Roman"/>
              </a:rPr>
              <a:t>m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807132" y="5378234"/>
            <a:ext cx="1992630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r" marR="5080">
              <a:lnSpc>
                <a:spcPts val="810"/>
              </a:lnSpc>
              <a:spcBef>
                <a:spcPts val="110"/>
              </a:spcBef>
              <a:tabLst>
                <a:tab pos="288290" algn="l"/>
                <a:tab pos="509905" algn="l"/>
              </a:tabLst>
            </a:pPr>
            <a:r>
              <a:rPr dirty="0" sz="1300" spc="-10">
                <a:latin typeface="Times New Roman"/>
                <a:cs typeface="Times New Roman"/>
              </a:rPr>
              <a:t>2</a:t>
            </a:r>
            <a:r>
              <a:rPr dirty="0" sz="1300" spc="-10">
                <a:latin typeface="Times New Roman"/>
                <a:cs typeface="Times New Roman"/>
              </a:rPr>
              <a:t>	</a:t>
            </a:r>
            <a:r>
              <a:rPr dirty="0" sz="1300" spc="-10">
                <a:latin typeface="Times New Roman"/>
                <a:cs typeface="Times New Roman"/>
              </a:rPr>
              <a:t>2</a:t>
            </a:r>
            <a:r>
              <a:rPr dirty="0" sz="1300" spc="-10">
                <a:latin typeface="Times New Roman"/>
                <a:cs typeface="Times New Roman"/>
              </a:rPr>
              <a:t>	</a:t>
            </a:r>
            <a:r>
              <a:rPr dirty="0" sz="1300" spc="-1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ts val="1950"/>
              </a:lnSpc>
              <a:tabLst>
                <a:tab pos="807085" algn="l"/>
              </a:tabLst>
            </a:pPr>
            <a:r>
              <a:rPr dirty="0" baseline="-34567" sz="3375" spc="-22">
                <a:latin typeface="Symbol"/>
                <a:cs typeface="Symbol"/>
              </a:rPr>
              <a:t></a:t>
            </a:r>
            <a:r>
              <a:rPr dirty="0" baseline="-34567" sz="3375" spc="209">
                <a:latin typeface="Times New Roman"/>
                <a:cs typeface="Times New Roman"/>
              </a:rPr>
              <a:t> </a:t>
            </a:r>
            <a:r>
              <a:rPr dirty="0" sz="2250" spc="-15">
                <a:latin typeface="Times New Roman"/>
                <a:cs typeface="Times New Roman"/>
              </a:rPr>
              <a:t>1	</a:t>
            </a:r>
            <a:r>
              <a:rPr dirty="0" baseline="-17094" sz="1950" spc="-15">
                <a:latin typeface="Times New Roman"/>
                <a:cs typeface="Times New Roman"/>
              </a:rPr>
              <a:t>2 </a:t>
            </a:r>
            <a:r>
              <a:rPr dirty="0" baseline="-34567" sz="3375" spc="-22">
                <a:latin typeface="Symbol"/>
                <a:cs typeface="Symbol"/>
              </a:rPr>
              <a:t></a:t>
            </a:r>
            <a:r>
              <a:rPr dirty="0" baseline="-34567" sz="3375" spc="-22">
                <a:latin typeface="Times New Roman"/>
                <a:cs typeface="Times New Roman"/>
              </a:rPr>
              <a:t> </a:t>
            </a:r>
            <a:r>
              <a:rPr dirty="0" sz="2250" spc="-15" i="1">
                <a:latin typeface="Times New Roman"/>
                <a:cs typeface="Times New Roman"/>
              </a:rPr>
              <a:t>q B</a:t>
            </a:r>
            <a:r>
              <a:rPr dirty="0" sz="2250" spc="-235" i="1">
                <a:latin typeface="Times New Roman"/>
                <a:cs typeface="Times New Roman"/>
              </a:rPr>
              <a:t> </a:t>
            </a:r>
            <a:r>
              <a:rPr dirty="0" sz="2250" spc="-10" i="1">
                <a:latin typeface="Times New Roman"/>
                <a:cs typeface="Times New Roman"/>
              </a:rPr>
              <a:t>r</a:t>
            </a:r>
            <a:endParaRPr sz="2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4564" y="2521686"/>
            <a:ext cx="42926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latin typeface="微软雅黑"/>
                <a:cs typeface="微软雅黑"/>
              </a:rPr>
              <a:t>同学们，再见！</a:t>
            </a:r>
            <a:endParaRPr sz="4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2025-04-20T00:58:22Z</dcterms:created>
  <dcterms:modified xsi:type="dcterms:W3CDTF">2025-04-20T00:58:22Z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