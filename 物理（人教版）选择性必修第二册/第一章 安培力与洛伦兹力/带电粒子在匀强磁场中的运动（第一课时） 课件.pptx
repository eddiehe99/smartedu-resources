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61903" y="1578305"/>
            <a:ext cx="2468193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84538" y="2270556"/>
            <a:ext cx="6022923" cy="2341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1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9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1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10.png"/><Relationship Id="rId4" Type="http://schemas.openxmlformats.org/officeDocument/2006/relationships/image" Target="../media/image27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55687" y="2178862"/>
            <a:ext cx="103892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带电粒子在匀强磁场中的运动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（第一课时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主讲人：张晓</a:t>
                      </a:r>
                      <a:r>
                        <a:rPr dirty="0" sz="2800" spc="-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羽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 i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320" y="2023338"/>
            <a:ext cx="105708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85622"/>
                </a:solidFill>
                <a:latin typeface="微软雅黑"/>
                <a:cs typeface="微软雅黑"/>
              </a:rPr>
              <a:t>带电粒子在匀强磁场中的运动</a:t>
            </a:r>
            <a:r>
              <a:rPr dirty="0" sz="4800" spc="-95" b="1">
                <a:solidFill>
                  <a:srgbClr val="385622"/>
                </a:solidFill>
                <a:latin typeface="微软雅黑"/>
                <a:cs typeface="微软雅黑"/>
              </a:rPr>
              <a:t> </a:t>
            </a:r>
            <a:r>
              <a:rPr dirty="0" b="1">
                <a:solidFill>
                  <a:srgbClr val="385622"/>
                </a:solidFill>
                <a:latin typeface="微软雅黑"/>
                <a:cs typeface="微软雅黑"/>
              </a:rPr>
              <a:t>（第一课时</a:t>
            </a:r>
            <a:r>
              <a:rPr dirty="0" spc="5" b="1">
                <a:solidFill>
                  <a:srgbClr val="385622"/>
                </a:solidFill>
                <a:latin typeface="微软雅黑"/>
                <a:cs typeface="微软雅黑"/>
              </a:rPr>
              <a:t>）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48889" y="3544611"/>
          <a:ext cx="737552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98488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主讲人：张晓</a:t>
                      </a:r>
                      <a:r>
                        <a:rPr dirty="0" sz="2800" spc="-1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羽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79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 i="1">
                          <a:solidFill>
                            <a:srgbClr val="385622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88891" y="2343911"/>
            <a:ext cx="3171825" cy="474345"/>
          </a:xfrm>
          <a:custGeom>
            <a:avLst/>
            <a:gdLst/>
            <a:ahLst/>
            <a:cxnLst/>
            <a:rect l="l" t="t" r="r" b="b"/>
            <a:pathLst>
              <a:path w="3171825" h="474344">
                <a:moveTo>
                  <a:pt x="3092196" y="473963"/>
                </a:moveTo>
                <a:lnTo>
                  <a:pt x="79248" y="473963"/>
                </a:lnTo>
                <a:lnTo>
                  <a:pt x="48159" y="467380"/>
                </a:lnTo>
                <a:lnTo>
                  <a:pt x="22907" y="450299"/>
                </a:lnTo>
                <a:lnTo>
                  <a:pt x="6013" y="425238"/>
                </a:lnTo>
                <a:lnTo>
                  <a:pt x="0" y="394715"/>
                </a:lnTo>
                <a:lnTo>
                  <a:pt x="0" y="77724"/>
                </a:lnTo>
                <a:lnTo>
                  <a:pt x="6013" y="47304"/>
                </a:lnTo>
                <a:lnTo>
                  <a:pt x="22907" y="22436"/>
                </a:lnTo>
                <a:lnTo>
                  <a:pt x="48159" y="5781"/>
                </a:lnTo>
                <a:lnTo>
                  <a:pt x="79248" y="0"/>
                </a:lnTo>
                <a:lnTo>
                  <a:pt x="3092196" y="0"/>
                </a:lnTo>
                <a:lnTo>
                  <a:pt x="3122989" y="5781"/>
                </a:lnTo>
                <a:lnTo>
                  <a:pt x="3148141" y="22436"/>
                </a:lnTo>
                <a:lnTo>
                  <a:pt x="3165131" y="47304"/>
                </a:lnTo>
                <a:lnTo>
                  <a:pt x="3171443" y="77724"/>
                </a:lnTo>
                <a:lnTo>
                  <a:pt x="3171443" y="394715"/>
                </a:lnTo>
                <a:lnTo>
                  <a:pt x="3165131" y="425238"/>
                </a:lnTo>
                <a:lnTo>
                  <a:pt x="3148141" y="450299"/>
                </a:lnTo>
                <a:lnTo>
                  <a:pt x="3122989" y="467380"/>
                </a:lnTo>
                <a:lnTo>
                  <a:pt x="3092196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81044" y="2188464"/>
            <a:ext cx="771525" cy="769620"/>
          </a:xfrm>
          <a:custGeom>
            <a:avLst/>
            <a:gdLst/>
            <a:ahLst/>
            <a:cxnLst/>
            <a:rect l="l" t="t" r="r" b="b"/>
            <a:pathLst>
              <a:path w="771525" h="769619">
                <a:moveTo>
                  <a:pt x="422147" y="769619"/>
                </a:moveTo>
                <a:lnTo>
                  <a:pt x="0" y="413004"/>
                </a:lnTo>
                <a:lnTo>
                  <a:pt x="348995" y="0"/>
                </a:lnTo>
                <a:lnTo>
                  <a:pt x="771143" y="358140"/>
                </a:lnTo>
                <a:lnTo>
                  <a:pt x="422147" y="769619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12335" y="5052059"/>
            <a:ext cx="3048000" cy="474345"/>
          </a:xfrm>
          <a:custGeom>
            <a:avLst/>
            <a:gdLst/>
            <a:ahLst/>
            <a:cxnLst/>
            <a:rect l="l" t="t" r="r" b="b"/>
            <a:pathLst>
              <a:path w="3048000" h="474345">
                <a:moveTo>
                  <a:pt x="2968752" y="473963"/>
                </a:moveTo>
                <a:lnTo>
                  <a:pt x="77724" y="473963"/>
                </a:lnTo>
                <a:lnTo>
                  <a:pt x="47411" y="468030"/>
                </a:lnTo>
                <a:lnTo>
                  <a:pt x="22579" y="451165"/>
                </a:lnTo>
                <a:lnTo>
                  <a:pt x="5888" y="425888"/>
                </a:lnTo>
                <a:lnTo>
                  <a:pt x="0" y="394715"/>
                </a:lnTo>
                <a:lnTo>
                  <a:pt x="0" y="79248"/>
                </a:lnTo>
                <a:lnTo>
                  <a:pt x="5888" y="48597"/>
                </a:lnTo>
                <a:lnTo>
                  <a:pt x="22579" y="23493"/>
                </a:lnTo>
                <a:lnTo>
                  <a:pt x="47411" y="6454"/>
                </a:lnTo>
                <a:lnTo>
                  <a:pt x="77724" y="0"/>
                </a:lnTo>
                <a:lnTo>
                  <a:pt x="2968752" y="0"/>
                </a:lnTo>
                <a:lnTo>
                  <a:pt x="2999545" y="6454"/>
                </a:lnTo>
                <a:lnTo>
                  <a:pt x="3024697" y="23493"/>
                </a:lnTo>
                <a:lnTo>
                  <a:pt x="3041687" y="48597"/>
                </a:lnTo>
                <a:lnTo>
                  <a:pt x="3047999" y="79248"/>
                </a:lnTo>
                <a:lnTo>
                  <a:pt x="3047999" y="394715"/>
                </a:lnTo>
                <a:lnTo>
                  <a:pt x="3041687" y="425888"/>
                </a:lnTo>
                <a:lnTo>
                  <a:pt x="3024697" y="451165"/>
                </a:lnTo>
                <a:lnTo>
                  <a:pt x="2999545" y="468030"/>
                </a:lnTo>
                <a:lnTo>
                  <a:pt x="2968752" y="473963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09059" y="4905755"/>
            <a:ext cx="754380" cy="756285"/>
          </a:xfrm>
          <a:custGeom>
            <a:avLst/>
            <a:gdLst/>
            <a:ahLst/>
            <a:cxnLst/>
            <a:rect l="l" t="t" r="r" b="b"/>
            <a:pathLst>
              <a:path w="754379" h="756285">
                <a:moveTo>
                  <a:pt x="405384" y="755904"/>
                </a:moveTo>
                <a:lnTo>
                  <a:pt x="0" y="411480"/>
                </a:lnTo>
                <a:lnTo>
                  <a:pt x="348995" y="0"/>
                </a:lnTo>
                <a:lnTo>
                  <a:pt x="754379" y="342900"/>
                </a:lnTo>
                <a:lnTo>
                  <a:pt x="405384" y="755904"/>
                </a:lnTo>
                <a:close/>
              </a:path>
            </a:pathLst>
          </a:custGeom>
          <a:solidFill>
            <a:srgbClr val="AE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29543" y="1554416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知识回顾</a:t>
            </a:r>
            <a:endParaRPr sz="3000"/>
          </a:p>
        </p:txBody>
      </p:sp>
      <p:sp>
        <p:nvSpPr>
          <p:cNvPr id="7" name="object 7"/>
          <p:cNvSpPr/>
          <p:nvPr/>
        </p:nvSpPr>
        <p:spPr>
          <a:xfrm>
            <a:off x="4166615" y="3262884"/>
            <a:ext cx="3093720" cy="475615"/>
          </a:xfrm>
          <a:custGeom>
            <a:avLst/>
            <a:gdLst/>
            <a:ahLst/>
            <a:cxnLst/>
            <a:rect l="l" t="t" r="r" b="b"/>
            <a:pathLst>
              <a:path w="3093720" h="475614">
                <a:moveTo>
                  <a:pt x="3014472" y="475488"/>
                </a:moveTo>
                <a:lnTo>
                  <a:pt x="79248" y="475488"/>
                </a:lnTo>
                <a:lnTo>
                  <a:pt x="48332" y="468875"/>
                </a:lnTo>
                <a:lnTo>
                  <a:pt x="23140" y="451785"/>
                </a:lnTo>
                <a:lnTo>
                  <a:pt x="6190" y="426733"/>
                </a:lnTo>
                <a:lnTo>
                  <a:pt x="0" y="396239"/>
                </a:lnTo>
                <a:lnTo>
                  <a:pt x="0" y="79248"/>
                </a:lnTo>
                <a:lnTo>
                  <a:pt x="6190" y="48775"/>
                </a:lnTo>
                <a:lnTo>
                  <a:pt x="23140" y="23731"/>
                </a:lnTo>
                <a:lnTo>
                  <a:pt x="48332" y="6633"/>
                </a:lnTo>
                <a:lnTo>
                  <a:pt x="79248" y="0"/>
                </a:lnTo>
                <a:lnTo>
                  <a:pt x="3014472" y="0"/>
                </a:lnTo>
                <a:lnTo>
                  <a:pt x="3045265" y="6633"/>
                </a:lnTo>
                <a:lnTo>
                  <a:pt x="3070417" y="23731"/>
                </a:lnTo>
                <a:lnTo>
                  <a:pt x="3087407" y="48775"/>
                </a:lnTo>
                <a:lnTo>
                  <a:pt x="3093719" y="79248"/>
                </a:lnTo>
                <a:lnTo>
                  <a:pt x="3093719" y="396239"/>
                </a:lnTo>
                <a:lnTo>
                  <a:pt x="3087407" y="426733"/>
                </a:lnTo>
                <a:lnTo>
                  <a:pt x="3070417" y="451785"/>
                </a:lnTo>
                <a:lnTo>
                  <a:pt x="3045265" y="468875"/>
                </a:lnTo>
                <a:lnTo>
                  <a:pt x="3014472" y="475488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61815" y="311353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66615" y="4177284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5">
                <a:moveTo>
                  <a:pt x="3014472" y="473963"/>
                </a:moveTo>
                <a:lnTo>
                  <a:pt x="79248" y="473963"/>
                </a:lnTo>
                <a:lnTo>
                  <a:pt x="48332" y="467423"/>
                </a:lnTo>
                <a:lnTo>
                  <a:pt x="23140" y="450356"/>
                </a:lnTo>
                <a:lnTo>
                  <a:pt x="6190" y="425281"/>
                </a:lnTo>
                <a:lnTo>
                  <a:pt x="0" y="394715"/>
                </a:lnTo>
                <a:lnTo>
                  <a:pt x="0" y="77724"/>
                </a:lnTo>
                <a:lnTo>
                  <a:pt x="6190" y="47346"/>
                </a:lnTo>
                <a:lnTo>
                  <a:pt x="23140" y="22493"/>
                </a:lnTo>
                <a:lnTo>
                  <a:pt x="48332" y="5823"/>
                </a:lnTo>
                <a:lnTo>
                  <a:pt x="79248" y="0"/>
                </a:lnTo>
                <a:lnTo>
                  <a:pt x="3014472" y="0"/>
                </a:lnTo>
                <a:lnTo>
                  <a:pt x="3045265" y="5823"/>
                </a:lnTo>
                <a:lnTo>
                  <a:pt x="3070417" y="22493"/>
                </a:lnTo>
                <a:lnTo>
                  <a:pt x="3087407" y="47346"/>
                </a:lnTo>
                <a:lnTo>
                  <a:pt x="3093719" y="77724"/>
                </a:lnTo>
                <a:lnTo>
                  <a:pt x="3093719" y="394715"/>
                </a:lnTo>
                <a:lnTo>
                  <a:pt x="3087407" y="425281"/>
                </a:lnTo>
                <a:lnTo>
                  <a:pt x="3070417" y="450356"/>
                </a:lnTo>
                <a:lnTo>
                  <a:pt x="3045265" y="467423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61815" y="4026408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3"/>
                </a:lnTo>
                <a:lnTo>
                  <a:pt x="348996" y="0"/>
                </a:lnTo>
                <a:lnTo>
                  <a:pt x="760476" y="348995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40581" y="2344508"/>
            <a:ext cx="2896870" cy="309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一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洛伦兹力的方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向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00">
              <a:latin typeface="Times New Roman"/>
              <a:cs typeface="Times New Roman"/>
            </a:endParaRPr>
          </a:p>
          <a:p>
            <a:pPr marL="133350" indent="-10795">
              <a:lnSpc>
                <a:spcPct val="100000"/>
              </a:lnSpc>
              <a:tabLst>
                <a:tab pos="73533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二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洛伦兹力的大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小</a:t>
            </a:r>
            <a:endParaRPr sz="2400">
              <a:latin typeface="华文楷体"/>
              <a:cs typeface="华文楷体"/>
            </a:endParaRPr>
          </a:p>
          <a:p>
            <a:pPr marL="133350" marR="5080">
              <a:lnSpc>
                <a:spcPct val="234100"/>
              </a:lnSpc>
              <a:spcBef>
                <a:spcPts val="790"/>
              </a:spcBef>
              <a:tabLst>
                <a:tab pos="746125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三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洛伦兹力的特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点 四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力和运动的关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74783" y="223557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68040" y="1642872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082" y="467366"/>
                </a:lnTo>
                <a:lnTo>
                  <a:pt x="22807" y="450280"/>
                </a:lnTo>
                <a:lnTo>
                  <a:pt x="5940" y="425223"/>
                </a:lnTo>
                <a:lnTo>
                  <a:pt x="0" y="394715"/>
                </a:lnTo>
                <a:lnTo>
                  <a:pt x="0" y="77723"/>
                </a:lnTo>
                <a:lnTo>
                  <a:pt x="5940" y="47289"/>
                </a:lnTo>
                <a:lnTo>
                  <a:pt x="22807" y="22417"/>
                </a:lnTo>
                <a:lnTo>
                  <a:pt x="48082" y="5766"/>
                </a:lnTo>
                <a:lnTo>
                  <a:pt x="79248" y="0"/>
                </a:lnTo>
                <a:lnTo>
                  <a:pt x="3014472" y="0"/>
                </a:lnTo>
                <a:lnTo>
                  <a:pt x="3045010" y="5766"/>
                </a:lnTo>
                <a:lnTo>
                  <a:pt x="3070078" y="22417"/>
                </a:lnTo>
                <a:lnTo>
                  <a:pt x="3087156" y="47289"/>
                </a:lnTo>
                <a:lnTo>
                  <a:pt x="3093720" y="77723"/>
                </a:lnTo>
                <a:lnTo>
                  <a:pt x="3093720" y="394715"/>
                </a:lnTo>
                <a:lnTo>
                  <a:pt x="3087156" y="425223"/>
                </a:lnTo>
                <a:lnTo>
                  <a:pt x="3070078" y="450280"/>
                </a:lnTo>
                <a:lnTo>
                  <a:pt x="3045010" y="467366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63239" y="1491996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1480" y="761999"/>
                </a:moveTo>
                <a:lnTo>
                  <a:pt x="0" y="413003"/>
                </a:lnTo>
                <a:lnTo>
                  <a:pt x="348996" y="0"/>
                </a:lnTo>
                <a:lnTo>
                  <a:pt x="760476" y="348995"/>
                </a:lnTo>
                <a:lnTo>
                  <a:pt x="411480" y="761999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16897" y="1649704"/>
            <a:ext cx="27755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一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洛伦兹力的方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8119" y="2973323"/>
            <a:ext cx="1572768" cy="1900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55848" y="2359215"/>
            <a:ext cx="4678045" cy="296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28295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左手定则</a:t>
            </a:r>
            <a:endParaRPr sz="2400">
              <a:latin typeface="华文楷体"/>
              <a:cs typeface="华文楷体"/>
            </a:endParaRPr>
          </a:p>
          <a:p>
            <a:pPr marL="92075" marR="5080">
              <a:lnSpc>
                <a:spcPct val="100000"/>
              </a:lnSpc>
              <a:spcBef>
                <a:spcPts val="1660"/>
              </a:spcBef>
            </a:pPr>
            <a:r>
              <a:rPr dirty="0" sz="2000" i="1">
                <a:latin typeface="华文楷体"/>
                <a:cs typeface="华文楷体"/>
              </a:rPr>
              <a:t>伸开左手，使拇指与其余四个手指垂直</a:t>
            </a:r>
            <a:r>
              <a:rPr dirty="0" sz="2000" i="1">
                <a:latin typeface="华文楷体"/>
                <a:cs typeface="华文楷体"/>
              </a:rPr>
              <a:t>； </a:t>
            </a:r>
            <a:r>
              <a:rPr dirty="0" sz="2000" i="1">
                <a:latin typeface="华文楷体"/>
                <a:cs typeface="华文楷体"/>
              </a:rPr>
              <a:t>并且都与手掌在同一个平面内</a:t>
            </a:r>
            <a:r>
              <a:rPr dirty="0" sz="2000" spc="5" i="1">
                <a:latin typeface="华文楷体"/>
                <a:cs typeface="华文楷体"/>
              </a:rPr>
              <a:t>；</a:t>
            </a:r>
            <a:endParaRPr sz="2000">
              <a:latin typeface="华文楷体"/>
              <a:cs typeface="华文楷体"/>
            </a:endParaRPr>
          </a:p>
          <a:p>
            <a:pPr marL="92075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让磁感线从掌心垂直进入</a:t>
            </a:r>
            <a:r>
              <a:rPr dirty="0" sz="2000" spc="5" i="1">
                <a:latin typeface="华文楷体"/>
                <a:cs typeface="华文楷体"/>
              </a:rPr>
              <a:t>，</a:t>
            </a:r>
            <a:endParaRPr sz="2000">
              <a:latin typeface="华文楷体"/>
              <a:cs typeface="华文楷体"/>
            </a:endParaRPr>
          </a:p>
          <a:p>
            <a:pPr marL="92075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并使四指指向正电荷运动的方向</a:t>
            </a:r>
            <a:r>
              <a:rPr dirty="0" sz="2000" spc="5" i="1">
                <a:latin typeface="华文楷体"/>
                <a:cs typeface="华文楷体"/>
              </a:rPr>
              <a:t>，</a:t>
            </a:r>
            <a:endParaRPr sz="2000">
              <a:latin typeface="华文楷体"/>
              <a:cs typeface="华文楷体"/>
            </a:endParaRPr>
          </a:p>
          <a:p>
            <a:pPr marL="92075" marR="259079">
              <a:lnSpc>
                <a:spcPct val="100000"/>
              </a:lnSpc>
            </a:pPr>
            <a:r>
              <a:rPr dirty="0" sz="2000" i="1">
                <a:latin typeface="华文楷体"/>
                <a:cs typeface="华文楷体"/>
              </a:rPr>
              <a:t>这时拇指所指的方向就是运动的正电</a:t>
            </a:r>
            <a:r>
              <a:rPr dirty="0" sz="2000" i="1">
                <a:latin typeface="华文楷体"/>
                <a:cs typeface="华文楷体"/>
              </a:rPr>
              <a:t>荷 </a:t>
            </a:r>
            <a:r>
              <a:rPr dirty="0" sz="2000" i="1">
                <a:latin typeface="华文楷体"/>
                <a:cs typeface="华文楷体"/>
              </a:rPr>
              <a:t>在磁场中所受洛伦兹力的方向</a:t>
            </a:r>
            <a:r>
              <a:rPr dirty="0" sz="2000" spc="5" i="1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  <a:p>
            <a:pPr algn="ctr" marR="300990">
              <a:lnSpc>
                <a:spcPct val="100000"/>
              </a:lnSpc>
              <a:spcBef>
                <a:spcPts val="2020"/>
              </a:spcBef>
            </a:pPr>
            <a:r>
              <a:rPr dirty="0" sz="1800" i="1">
                <a:latin typeface="华文楷体"/>
                <a:cs typeface="华文楷体"/>
              </a:rPr>
              <a:t>负电荷受力的方向与正电荷受力的方向相反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3804" y="1504188"/>
            <a:ext cx="3093720" cy="475615"/>
          </a:xfrm>
          <a:custGeom>
            <a:avLst/>
            <a:gdLst/>
            <a:ahLst/>
            <a:cxnLst/>
            <a:rect l="l" t="t" r="r" b="b"/>
            <a:pathLst>
              <a:path w="3093720" h="475614">
                <a:moveTo>
                  <a:pt x="3014472" y="475488"/>
                </a:moveTo>
                <a:lnTo>
                  <a:pt x="79247" y="475488"/>
                </a:lnTo>
                <a:lnTo>
                  <a:pt x="48718" y="468861"/>
                </a:lnTo>
                <a:lnTo>
                  <a:pt x="23655" y="451765"/>
                </a:lnTo>
                <a:lnTo>
                  <a:pt x="6576" y="426719"/>
                </a:lnTo>
                <a:lnTo>
                  <a:pt x="0" y="396239"/>
                </a:lnTo>
                <a:lnTo>
                  <a:pt x="0" y="79248"/>
                </a:lnTo>
                <a:lnTo>
                  <a:pt x="6576" y="48766"/>
                </a:lnTo>
                <a:lnTo>
                  <a:pt x="23655" y="23717"/>
                </a:lnTo>
                <a:lnTo>
                  <a:pt x="48718" y="6621"/>
                </a:lnTo>
                <a:lnTo>
                  <a:pt x="79247" y="0"/>
                </a:lnTo>
                <a:lnTo>
                  <a:pt x="3014472" y="0"/>
                </a:lnTo>
                <a:lnTo>
                  <a:pt x="3045651" y="6621"/>
                </a:lnTo>
                <a:lnTo>
                  <a:pt x="3070931" y="23717"/>
                </a:lnTo>
                <a:lnTo>
                  <a:pt x="3087793" y="48766"/>
                </a:lnTo>
                <a:lnTo>
                  <a:pt x="3093720" y="79248"/>
                </a:lnTo>
                <a:lnTo>
                  <a:pt x="3093720" y="396239"/>
                </a:lnTo>
                <a:lnTo>
                  <a:pt x="3087793" y="426719"/>
                </a:lnTo>
                <a:lnTo>
                  <a:pt x="3070931" y="451765"/>
                </a:lnTo>
                <a:lnTo>
                  <a:pt x="3045651" y="468861"/>
                </a:lnTo>
                <a:lnTo>
                  <a:pt x="3014472" y="475488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99004" y="135483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13003" y="762000"/>
                </a:moveTo>
                <a:lnTo>
                  <a:pt x="0" y="413003"/>
                </a:lnTo>
                <a:lnTo>
                  <a:pt x="348995" y="0"/>
                </a:lnTo>
                <a:lnTo>
                  <a:pt x="761999" y="348995"/>
                </a:lnTo>
                <a:lnTo>
                  <a:pt x="413003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77667" y="1505813"/>
            <a:ext cx="27755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二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洛伦兹力的大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5977" y="213045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25952" y="2418588"/>
            <a:ext cx="1786127" cy="2191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96811" y="2418588"/>
            <a:ext cx="1793747" cy="2191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76395" y="4932603"/>
            <a:ext cx="85725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20" i="1">
                <a:latin typeface="Times New Roman"/>
                <a:cs typeface="Times New Roman"/>
              </a:rPr>
              <a:t>F </a:t>
            </a:r>
            <a:r>
              <a:rPr dirty="0" sz="2000" spc="15">
                <a:latin typeface="Symbol"/>
                <a:cs typeface="Symbol"/>
              </a:rPr>
              <a:t>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qvB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74510" y="4923582"/>
            <a:ext cx="144780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45" i="1">
                <a:latin typeface="Times New Roman"/>
                <a:cs typeface="Times New Roman"/>
              </a:rPr>
              <a:t>F </a:t>
            </a:r>
            <a:r>
              <a:rPr dirty="0" sz="2000" spc="40">
                <a:latin typeface="Symbol"/>
                <a:cs typeface="Symbol"/>
              </a:rPr>
              <a:t>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20" i="1">
                <a:latin typeface="Times New Roman"/>
                <a:cs typeface="Times New Roman"/>
              </a:rPr>
              <a:t>qvB</a:t>
            </a:r>
            <a:r>
              <a:rPr dirty="0" sz="2000" spc="-315" i="1">
                <a:latin typeface="Times New Roman"/>
                <a:cs typeface="Times New Roman"/>
              </a:rPr>
              <a:t> </a:t>
            </a:r>
            <a:r>
              <a:rPr dirty="0" sz="2000" spc="10">
                <a:latin typeface="Times New Roman"/>
                <a:cs typeface="Times New Roman"/>
              </a:rPr>
              <a:t>sin</a:t>
            </a:r>
            <a:r>
              <a:rPr dirty="0" sz="2100" spc="10" i="1">
                <a:latin typeface="Symbol"/>
                <a:cs typeface="Symbol"/>
              </a:rPr>
              <a:t></a:t>
            </a:r>
            <a:endParaRPr sz="21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71392" y="219208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C55A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55620" y="1560575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8" y="473963"/>
                </a:lnTo>
                <a:lnTo>
                  <a:pt x="48688" y="467780"/>
                </a:lnTo>
                <a:lnTo>
                  <a:pt x="23612" y="450832"/>
                </a:lnTo>
                <a:lnTo>
                  <a:pt x="6542" y="425638"/>
                </a:lnTo>
                <a:lnTo>
                  <a:pt x="0" y="394716"/>
                </a:lnTo>
                <a:lnTo>
                  <a:pt x="0" y="79248"/>
                </a:lnTo>
                <a:lnTo>
                  <a:pt x="6542" y="48347"/>
                </a:lnTo>
                <a:lnTo>
                  <a:pt x="23612" y="23160"/>
                </a:lnTo>
                <a:lnTo>
                  <a:pt x="48688" y="6204"/>
                </a:lnTo>
                <a:lnTo>
                  <a:pt x="79248" y="0"/>
                </a:lnTo>
                <a:lnTo>
                  <a:pt x="3014472" y="0"/>
                </a:lnTo>
                <a:lnTo>
                  <a:pt x="3045617" y="6204"/>
                </a:lnTo>
                <a:lnTo>
                  <a:pt x="3070888" y="23160"/>
                </a:lnTo>
                <a:lnTo>
                  <a:pt x="3087763" y="48347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763" y="425638"/>
                </a:lnTo>
                <a:lnTo>
                  <a:pt x="3070888" y="450832"/>
                </a:lnTo>
                <a:lnTo>
                  <a:pt x="3045617" y="46778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50820" y="1411224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4" y="760476"/>
                </a:moveTo>
                <a:lnTo>
                  <a:pt x="0" y="411480"/>
                </a:lnTo>
                <a:lnTo>
                  <a:pt x="348996" y="0"/>
                </a:lnTo>
                <a:lnTo>
                  <a:pt x="762000" y="348995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17685" y="1557261"/>
            <a:ext cx="27755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三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洛伦兹力的特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点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2020" y="2555621"/>
            <a:ext cx="6287770" cy="2632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274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华文楷体"/>
                <a:cs typeface="华文楷体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、洛伦兹力始终与带电粒子的速度方向和磁 场方向垂直；</a:t>
            </a:r>
            <a:endParaRPr sz="2400">
              <a:latin typeface="华文楷体"/>
              <a:cs typeface="华文楷体"/>
            </a:endParaRPr>
          </a:p>
          <a:p>
            <a:pPr marL="12700" marR="637540">
              <a:lnSpc>
                <a:spcPct val="100000"/>
              </a:lnSpc>
              <a:spcBef>
                <a:spcPts val="1510"/>
              </a:spcBef>
            </a:pPr>
            <a:r>
              <a:rPr dirty="0" sz="2400" spc="-5" i="1">
                <a:latin typeface="华文楷体"/>
                <a:cs typeface="华文楷体"/>
              </a:rPr>
              <a:t>2</a:t>
            </a:r>
            <a:r>
              <a:rPr dirty="0" sz="2400" i="1">
                <a:latin typeface="华文楷体"/>
                <a:cs typeface="华文楷体"/>
              </a:rPr>
              <a:t>、洛伦兹力只改变带电粒子的速度方向， 不改变带电粒子的速度大小；</a:t>
            </a:r>
            <a:endParaRPr sz="2400">
              <a:latin typeface="华文楷体"/>
              <a:cs typeface="华文楷体"/>
            </a:endParaRPr>
          </a:p>
          <a:p>
            <a:pPr marL="35560" marR="5080">
              <a:lnSpc>
                <a:spcPct val="100000"/>
              </a:lnSpc>
              <a:spcBef>
                <a:spcPts val="1740"/>
              </a:spcBef>
            </a:pPr>
            <a:r>
              <a:rPr dirty="0" sz="2400" spc="-5" i="1">
                <a:latin typeface="华文楷体"/>
                <a:cs typeface="华文楷体"/>
              </a:rPr>
              <a:t>3</a:t>
            </a:r>
            <a:r>
              <a:rPr dirty="0" sz="2400" i="1">
                <a:latin typeface="华文楷体"/>
                <a:cs typeface="华文楷体"/>
              </a:rPr>
              <a:t>、当带电粒子的速度方向与磁场方向平行时， 不受洛伦兹力。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88245" y="214059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70" y="0"/>
                </a:lnTo>
              </a:path>
            </a:pathLst>
          </a:custGeom>
          <a:ln w="31076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448555" y="1539239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4"/>
                </a:moveTo>
                <a:lnTo>
                  <a:pt x="79248" y="473964"/>
                </a:lnTo>
                <a:lnTo>
                  <a:pt x="48354" y="467816"/>
                </a:lnTo>
                <a:lnTo>
                  <a:pt x="23169" y="450880"/>
                </a:lnTo>
                <a:lnTo>
                  <a:pt x="6212" y="425674"/>
                </a:lnTo>
                <a:lnTo>
                  <a:pt x="0" y="394716"/>
                </a:lnTo>
                <a:lnTo>
                  <a:pt x="0" y="79248"/>
                </a:lnTo>
                <a:lnTo>
                  <a:pt x="6212" y="48382"/>
                </a:lnTo>
                <a:lnTo>
                  <a:pt x="23169" y="23207"/>
                </a:lnTo>
                <a:lnTo>
                  <a:pt x="48354" y="6240"/>
                </a:lnTo>
                <a:lnTo>
                  <a:pt x="79248" y="0"/>
                </a:lnTo>
                <a:lnTo>
                  <a:pt x="3014472" y="0"/>
                </a:lnTo>
                <a:lnTo>
                  <a:pt x="3045281" y="6240"/>
                </a:lnTo>
                <a:lnTo>
                  <a:pt x="3070440" y="23207"/>
                </a:lnTo>
                <a:lnTo>
                  <a:pt x="3087427" y="48382"/>
                </a:lnTo>
                <a:lnTo>
                  <a:pt x="3093720" y="79248"/>
                </a:lnTo>
                <a:lnTo>
                  <a:pt x="3093720" y="394716"/>
                </a:lnTo>
                <a:lnTo>
                  <a:pt x="3087427" y="425674"/>
                </a:lnTo>
                <a:lnTo>
                  <a:pt x="3070440" y="450880"/>
                </a:lnTo>
                <a:lnTo>
                  <a:pt x="3045281" y="467816"/>
                </a:lnTo>
                <a:lnTo>
                  <a:pt x="3014472" y="473964"/>
                </a:lnTo>
                <a:close/>
              </a:path>
            </a:pathLst>
          </a:custGeom>
          <a:solidFill>
            <a:srgbClr val="701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43755" y="1389888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3004" y="760476"/>
                </a:moveTo>
                <a:lnTo>
                  <a:pt x="0" y="411480"/>
                </a:lnTo>
                <a:lnTo>
                  <a:pt x="348996" y="0"/>
                </a:lnTo>
                <a:lnTo>
                  <a:pt x="760476" y="348995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AE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33075" y="1575155"/>
            <a:ext cx="27755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四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力和运动的关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01111" y="2225039"/>
            <a:ext cx="1408430" cy="704215"/>
          </a:xfrm>
          <a:custGeom>
            <a:avLst/>
            <a:gdLst/>
            <a:ahLst/>
            <a:cxnLst/>
            <a:rect l="l" t="t" r="r" b="b"/>
            <a:pathLst>
              <a:path w="1408429" h="704214">
                <a:moveTo>
                  <a:pt x="1338072" y="704088"/>
                </a:moveTo>
                <a:lnTo>
                  <a:pt x="70104" y="704088"/>
                </a:lnTo>
                <a:lnTo>
                  <a:pt x="42835" y="698865"/>
                </a:lnTo>
                <a:lnTo>
                  <a:pt x="20531" y="683909"/>
                </a:lnTo>
                <a:lnTo>
                  <a:pt x="5486" y="661516"/>
                </a:lnTo>
                <a:lnTo>
                  <a:pt x="0" y="633984"/>
                </a:lnTo>
                <a:lnTo>
                  <a:pt x="0" y="70104"/>
                </a:lnTo>
                <a:lnTo>
                  <a:pt x="5486" y="42992"/>
                </a:lnTo>
                <a:lnTo>
                  <a:pt x="20531" y="20740"/>
                </a:lnTo>
                <a:lnTo>
                  <a:pt x="42835" y="5644"/>
                </a:lnTo>
                <a:lnTo>
                  <a:pt x="70104" y="0"/>
                </a:lnTo>
                <a:lnTo>
                  <a:pt x="1338072" y="0"/>
                </a:lnTo>
                <a:lnTo>
                  <a:pt x="1365642" y="5644"/>
                </a:lnTo>
                <a:lnTo>
                  <a:pt x="1388049" y="20740"/>
                </a:lnTo>
                <a:lnTo>
                  <a:pt x="1402994" y="42992"/>
                </a:lnTo>
                <a:lnTo>
                  <a:pt x="1408176" y="70104"/>
                </a:lnTo>
                <a:lnTo>
                  <a:pt x="1408176" y="633984"/>
                </a:lnTo>
                <a:lnTo>
                  <a:pt x="1402994" y="661516"/>
                </a:lnTo>
                <a:lnTo>
                  <a:pt x="1388049" y="683909"/>
                </a:lnTo>
                <a:lnTo>
                  <a:pt x="1365642" y="698865"/>
                </a:lnTo>
                <a:lnTo>
                  <a:pt x="1338072" y="70408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94787" y="2218893"/>
            <a:ext cx="1421765" cy="716280"/>
          </a:xfrm>
          <a:custGeom>
            <a:avLst/>
            <a:gdLst/>
            <a:ahLst/>
            <a:cxnLst/>
            <a:rect l="l" t="t" r="r" b="b"/>
            <a:pathLst>
              <a:path w="1421764" h="716280">
                <a:moveTo>
                  <a:pt x="1360144" y="1269"/>
                </a:moveTo>
                <a:lnTo>
                  <a:pt x="61226" y="1269"/>
                </a:lnTo>
                <a:lnTo>
                  <a:pt x="64998" y="0"/>
                </a:lnTo>
                <a:lnTo>
                  <a:pt x="1356360" y="0"/>
                </a:lnTo>
                <a:lnTo>
                  <a:pt x="1360144" y="1269"/>
                </a:lnTo>
                <a:close/>
              </a:path>
              <a:path w="1421764" h="716280">
                <a:moveTo>
                  <a:pt x="1371079" y="712469"/>
                </a:moveTo>
                <a:lnTo>
                  <a:pt x="50291" y="712469"/>
                </a:lnTo>
                <a:lnTo>
                  <a:pt x="46799" y="709930"/>
                </a:lnTo>
                <a:lnTo>
                  <a:pt x="43395" y="708660"/>
                </a:lnTo>
                <a:lnTo>
                  <a:pt x="40081" y="707389"/>
                </a:lnTo>
                <a:lnTo>
                  <a:pt x="36868" y="704850"/>
                </a:lnTo>
                <a:lnTo>
                  <a:pt x="33680" y="703580"/>
                </a:lnTo>
                <a:lnTo>
                  <a:pt x="11010" y="679450"/>
                </a:lnTo>
                <a:lnTo>
                  <a:pt x="9169" y="676910"/>
                </a:lnTo>
                <a:lnTo>
                  <a:pt x="7467" y="673100"/>
                </a:lnTo>
                <a:lnTo>
                  <a:pt x="5930" y="669289"/>
                </a:lnTo>
                <a:lnTo>
                  <a:pt x="4559" y="666750"/>
                </a:lnTo>
                <a:lnTo>
                  <a:pt x="0" y="643889"/>
                </a:lnTo>
                <a:lnTo>
                  <a:pt x="0" y="72389"/>
                </a:lnTo>
                <a:lnTo>
                  <a:pt x="7467" y="43180"/>
                </a:lnTo>
                <a:lnTo>
                  <a:pt x="9169" y="39369"/>
                </a:lnTo>
                <a:lnTo>
                  <a:pt x="11010" y="36830"/>
                </a:lnTo>
                <a:lnTo>
                  <a:pt x="13055" y="33019"/>
                </a:lnTo>
                <a:lnTo>
                  <a:pt x="17424" y="26669"/>
                </a:lnTo>
                <a:lnTo>
                  <a:pt x="22390" y="21589"/>
                </a:lnTo>
                <a:lnTo>
                  <a:pt x="27838" y="16510"/>
                </a:lnTo>
                <a:lnTo>
                  <a:pt x="33680" y="12700"/>
                </a:lnTo>
                <a:lnTo>
                  <a:pt x="36868" y="10160"/>
                </a:lnTo>
                <a:lnTo>
                  <a:pt x="40081" y="8889"/>
                </a:lnTo>
                <a:lnTo>
                  <a:pt x="43395" y="6350"/>
                </a:lnTo>
                <a:lnTo>
                  <a:pt x="50291" y="3810"/>
                </a:lnTo>
                <a:lnTo>
                  <a:pt x="57505" y="1269"/>
                </a:lnTo>
                <a:lnTo>
                  <a:pt x="1363865" y="1269"/>
                </a:lnTo>
                <a:lnTo>
                  <a:pt x="1371079" y="3810"/>
                </a:lnTo>
                <a:lnTo>
                  <a:pt x="1377975" y="6350"/>
                </a:lnTo>
                <a:lnTo>
                  <a:pt x="1381277" y="8889"/>
                </a:lnTo>
                <a:lnTo>
                  <a:pt x="1384503" y="10160"/>
                </a:lnTo>
                <a:lnTo>
                  <a:pt x="1387678" y="12700"/>
                </a:lnTo>
                <a:lnTo>
                  <a:pt x="63919" y="12700"/>
                </a:lnTo>
                <a:lnTo>
                  <a:pt x="60515" y="13969"/>
                </a:lnTo>
                <a:lnTo>
                  <a:pt x="60820" y="13969"/>
                </a:lnTo>
                <a:lnTo>
                  <a:pt x="57480" y="15239"/>
                </a:lnTo>
                <a:lnTo>
                  <a:pt x="57772" y="15239"/>
                </a:lnTo>
                <a:lnTo>
                  <a:pt x="54508" y="16510"/>
                </a:lnTo>
                <a:lnTo>
                  <a:pt x="51892" y="16510"/>
                </a:lnTo>
                <a:lnTo>
                  <a:pt x="50330" y="17780"/>
                </a:lnTo>
                <a:lnTo>
                  <a:pt x="49047" y="17780"/>
                </a:lnTo>
                <a:lnTo>
                  <a:pt x="46012" y="20319"/>
                </a:lnTo>
                <a:lnTo>
                  <a:pt x="46278" y="20319"/>
                </a:lnTo>
                <a:lnTo>
                  <a:pt x="43332" y="21589"/>
                </a:lnTo>
                <a:lnTo>
                  <a:pt x="43586" y="21589"/>
                </a:lnTo>
                <a:lnTo>
                  <a:pt x="40728" y="22860"/>
                </a:lnTo>
                <a:lnTo>
                  <a:pt x="41109" y="22860"/>
                </a:lnTo>
                <a:lnTo>
                  <a:pt x="35687" y="26669"/>
                </a:lnTo>
                <a:lnTo>
                  <a:pt x="36156" y="26669"/>
                </a:lnTo>
                <a:lnTo>
                  <a:pt x="31153" y="30480"/>
                </a:lnTo>
                <a:lnTo>
                  <a:pt x="31584" y="30480"/>
                </a:lnTo>
                <a:lnTo>
                  <a:pt x="27038" y="35560"/>
                </a:lnTo>
                <a:lnTo>
                  <a:pt x="27419" y="35560"/>
                </a:lnTo>
                <a:lnTo>
                  <a:pt x="23367" y="40639"/>
                </a:lnTo>
                <a:lnTo>
                  <a:pt x="23621" y="40639"/>
                </a:lnTo>
                <a:lnTo>
                  <a:pt x="21793" y="43180"/>
                </a:lnTo>
                <a:lnTo>
                  <a:pt x="21945" y="43180"/>
                </a:lnTo>
                <a:lnTo>
                  <a:pt x="20256" y="45719"/>
                </a:lnTo>
                <a:lnTo>
                  <a:pt x="20396" y="45719"/>
                </a:lnTo>
                <a:lnTo>
                  <a:pt x="18846" y="48260"/>
                </a:lnTo>
                <a:lnTo>
                  <a:pt x="18973" y="48260"/>
                </a:lnTo>
                <a:lnTo>
                  <a:pt x="17564" y="50800"/>
                </a:lnTo>
                <a:lnTo>
                  <a:pt x="17691" y="50800"/>
                </a:lnTo>
                <a:lnTo>
                  <a:pt x="16852" y="53339"/>
                </a:lnTo>
                <a:lnTo>
                  <a:pt x="16535" y="53339"/>
                </a:lnTo>
                <a:lnTo>
                  <a:pt x="15430" y="57150"/>
                </a:lnTo>
                <a:lnTo>
                  <a:pt x="14579" y="59689"/>
                </a:lnTo>
                <a:lnTo>
                  <a:pt x="13868" y="63500"/>
                </a:lnTo>
                <a:lnTo>
                  <a:pt x="13309" y="66039"/>
                </a:lnTo>
                <a:lnTo>
                  <a:pt x="12915" y="69850"/>
                </a:lnTo>
                <a:lnTo>
                  <a:pt x="12674" y="72389"/>
                </a:lnTo>
                <a:lnTo>
                  <a:pt x="12674" y="642619"/>
                </a:lnTo>
                <a:lnTo>
                  <a:pt x="12941" y="646430"/>
                </a:lnTo>
                <a:lnTo>
                  <a:pt x="13360" y="650239"/>
                </a:lnTo>
                <a:lnTo>
                  <a:pt x="13517" y="650239"/>
                </a:lnTo>
                <a:lnTo>
                  <a:pt x="13931" y="652780"/>
                </a:lnTo>
                <a:lnTo>
                  <a:pt x="14655" y="655319"/>
                </a:lnTo>
                <a:lnTo>
                  <a:pt x="15519" y="659130"/>
                </a:lnTo>
                <a:lnTo>
                  <a:pt x="16535" y="661669"/>
                </a:lnTo>
                <a:lnTo>
                  <a:pt x="17691" y="664210"/>
                </a:lnTo>
                <a:lnTo>
                  <a:pt x="17564" y="664210"/>
                </a:lnTo>
                <a:lnTo>
                  <a:pt x="18973" y="668019"/>
                </a:lnTo>
                <a:lnTo>
                  <a:pt x="19363" y="668019"/>
                </a:lnTo>
                <a:lnTo>
                  <a:pt x="20396" y="670560"/>
                </a:lnTo>
                <a:lnTo>
                  <a:pt x="20256" y="670560"/>
                </a:lnTo>
                <a:lnTo>
                  <a:pt x="21945" y="673100"/>
                </a:lnTo>
                <a:lnTo>
                  <a:pt x="21793" y="673100"/>
                </a:lnTo>
                <a:lnTo>
                  <a:pt x="23621" y="675639"/>
                </a:lnTo>
                <a:lnTo>
                  <a:pt x="23367" y="675639"/>
                </a:lnTo>
                <a:lnTo>
                  <a:pt x="27419" y="680719"/>
                </a:lnTo>
                <a:lnTo>
                  <a:pt x="27038" y="680719"/>
                </a:lnTo>
                <a:lnTo>
                  <a:pt x="31584" y="685800"/>
                </a:lnTo>
                <a:lnTo>
                  <a:pt x="32404" y="685800"/>
                </a:lnTo>
                <a:lnTo>
                  <a:pt x="36156" y="689610"/>
                </a:lnTo>
                <a:lnTo>
                  <a:pt x="37042" y="689610"/>
                </a:lnTo>
                <a:lnTo>
                  <a:pt x="41109" y="693419"/>
                </a:lnTo>
                <a:lnTo>
                  <a:pt x="42157" y="693419"/>
                </a:lnTo>
                <a:lnTo>
                  <a:pt x="43586" y="694689"/>
                </a:lnTo>
                <a:lnTo>
                  <a:pt x="43332" y="694689"/>
                </a:lnTo>
                <a:lnTo>
                  <a:pt x="46278" y="695960"/>
                </a:lnTo>
                <a:lnTo>
                  <a:pt x="46012" y="695960"/>
                </a:lnTo>
                <a:lnTo>
                  <a:pt x="49047" y="697230"/>
                </a:lnTo>
                <a:lnTo>
                  <a:pt x="48767" y="697230"/>
                </a:lnTo>
                <a:lnTo>
                  <a:pt x="51892" y="698500"/>
                </a:lnTo>
                <a:lnTo>
                  <a:pt x="51600" y="698500"/>
                </a:lnTo>
                <a:lnTo>
                  <a:pt x="54800" y="699769"/>
                </a:lnTo>
                <a:lnTo>
                  <a:pt x="54508" y="699769"/>
                </a:lnTo>
                <a:lnTo>
                  <a:pt x="57772" y="701039"/>
                </a:lnTo>
                <a:lnTo>
                  <a:pt x="57480" y="701039"/>
                </a:lnTo>
                <a:lnTo>
                  <a:pt x="60820" y="702310"/>
                </a:lnTo>
                <a:lnTo>
                  <a:pt x="63614" y="702310"/>
                </a:lnTo>
                <a:lnTo>
                  <a:pt x="67081" y="703580"/>
                </a:lnTo>
                <a:lnTo>
                  <a:pt x="1387678" y="703580"/>
                </a:lnTo>
                <a:lnTo>
                  <a:pt x="1384503" y="704850"/>
                </a:lnTo>
                <a:lnTo>
                  <a:pt x="1381277" y="707389"/>
                </a:lnTo>
                <a:lnTo>
                  <a:pt x="1377975" y="708660"/>
                </a:lnTo>
                <a:lnTo>
                  <a:pt x="1374571" y="709930"/>
                </a:lnTo>
                <a:lnTo>
                  <a:pt x="1371079" y="712469"/>
                </a:lnTo>
                <a:close/>
              </a:path>
              <a:path w="1421764" h="716280">
                <a:moveTo>
                  <a:pt x="63614" y="13969"/>
                </a:moveTo>
                <a:lnTo>
                  <a:pt x="63919" y="12700"/>
                </a:lnTo>
                <a:lnTo>
                  <a:pt x="67081" y="12700"/>
                </a:lnTo>
                <a:lnTo>
                  <a:pt x="63614" y="13969"/>
                </a:lnTo>
                <a:close/>
              </a:path>
              <a:path w="1421764" h="716280">
                <a:moveTo>
                  <a:pt x="1357756" y="13969"/>
                </a:moveTo>
                <a:lnTo>
                  <a:pt x="1354289" y="12700"/>
                </a:lnTo>
                <a:lnTo>
                  <a:pt x="1357439" y="12700"/>
                </a:lnTo>
                <a:lnTo>
                  <a:pt x="1357756" y="13969"/>
                </a:lnTo>
                <a:close/>
              </a:path>
              <a:path w="1421764" h="716280">
                <a:moveTo>
                  <a:pt x="1372603" y="19050"/>
                </a:moveTo>
                <a:lnTo>
                  <a:pt x="1369479" y="16510"/>
                </a:lnTo>
                <a:lnTo>
                  <a:pt x="1366862" y="16510"/>
                </a:lnTo>
                <a:lnTo>
                  <a:pt x="1363586" y="15239"/>
                </a:lnTo>
                <a:lnTo>
                  <a:pt x="1363891" y="15239"/>
                </a:lnTo>
                <a:lnTo>
                  <a:pt x="1360538" y="13969"/>
                </a:lnTo>
                <a:lnTo>
                  <a:pt x="1360855" y="13969"/>
                </a:lnTo>
                <a:lnTo>
                  <a:pt x="1357439" y="12700"/>
                </a:lnTo>
                <a:lnTo>
                  <a:pt x="1387678" y="12700"/>
                </a:lnTo>
                <a:lnTo>
                  <a:pt x="1393532" y="16510"/>
                </a:lnTo>
                <a:lnTo>
                  <a:pt x="1394894" y="17780"/>
                </a:lnTo>
                <a:lnTo>
                  <a:pt x="1372323" y="17780"/>
                </a:lnTo>
                <a:lnTo>
                  <a:pt x="1372603" y="19050"/>
                </a:lnTo>
                <a:close/>
              </a:path>
              <a:path w="1421764" h="716280">
                <a:moveTo>
                  <a:pt x="51600" y="17780"/>
                </a:moveTo>
                <a:lnTo>
                  <a:pt x="51892" y="16510"/>
                </a:lnTo>
                <a:lnTo>
                  <a:pt x="54800" y="16510"/>
                </a:lnTo>
                <a:lnTo>
                  <a:pt x="51600" y="17780"/>
                </a:lnTo>
                <a:close/>
              </a:path>
              <a:path w="1421764" h="716280">
                <a:moveTo>
                  <a:pt x="1369758" y="17780"/>
                </a:moveTo>
                <a:lnTo>
                  <a:pt x="1366570" y="16510"/>
                </a:lnTo>
                <a:lnTo>
                  <a:pt x="1369479" y="16510"/>
                </a:lnTo>
                <a:lnTo>
                  <a:pt x="1369758" y="17780"/>
                </a:lnTo>
                <a:close/>
              </a:path>
              <a:path w="1421764" h="716280">
                <a:moveTo>
                  <a:pt x="48767" y="19050"/>
                </a:moveTo>
                <a:lnTo>
                  <a:pt x="49047" y="17780"/>
                </a:lnTo>
                <a:lnTo>
                  <a:pt x="50330" y="17780"/>
                </a:lnTo>
                <a:lnTo>
                  <a:pt x="48767" y="19050"/>
                </a:lnTo>
                <a:close/>
              </a:path>
              <a:path w="1421764" h="716280">
                <a:moveTo>
                  <a:pt x="1404937" y="54610"/>
                </a:moveTo>
                <a:lnTo>
                  <a:pt x="1403667" y="50800"/>
                </a:lnTo>
                <a:lnTo>
                  <a:pt x="1402384" y="48260"/>
                </a:lnTo>
                <a:lnTo>
                  <a:pt x="1402524" y="48260"/>
                </a:lnTo>
                <a:lnTo>
                  <a:pt x="1400962" y="45719"/>
                </a:lnTo>
                <a:lnTo>
                  <a:pt x="1401114" y="45719"/>
                </a:lnTo>
                <a:lnTo>
                  <a:pt x="1399413" y="43180"/>
                </a:lnTo>
                <a:lnTo>
                  <a:pt x="1399578" y="43180"/>
                </a:lnTo>
                <a:lnTo>
                  <a:pt x="1397736" y="40639"/>
                </a:lnTo>
                <a:lnTo>
                  <a:pt x="1398003" y="40639"/>
                </a:lnTo>
                <a:lnTo>
                  <a:pt x="1393939" y="35560"/>
                </a:lnTo>
                <a:lnTo>
                  <a:pt x="1394332" y="35560"/>
                </a:lnTo>
                <a:lnTo>
                  <a:pt x="1389786" y="30480"/>
                </a:lnTo>
                <a:lnTo>
                  <a:pt x="1390218" y="30480"/>
                </a:lnTo>
                <a:lnTo>
                  <a:pt x="1385214" y="26669"/>
                </a:lnTo>
                <a:lnTo>
                  <a:pt x="1385684" y="26669"/>
                </a:lnTo>
                <a:lnTo>
                  <a:pt x="1380261" y="22860"/>
                </a:lnTo>
                <a:lnTo>
                  <a:pt x="1380629" y="22860"/>
                </a:lnTo>
                <a:lnTo>
                  <a:pt x="1377772" y="21589"/>
                </a:lnTo>
                <a:lnTo>
                  <a:pt x="1378038" y="21589"/>
                </a:lnTo>
                <a:lnTo>
                  <a:pt x="1375079" y="20319"/>
                </a:lnTo>
                <a:lnTo>
                  <a:pt x="1375359" y="20319"/>
                </a:lnTo>
                <a:lnTo>
                  <a:pt x="1372323" y="17780"/>
                </a:lnTo>
                <a:lnTo>
                  <a:pt x="1394894" y="17780"/>
                </a:lnTo>
                <a:lnTo>
                  <a:pt x="1398981" y="21589"/>
                </a:lnTo>
                <a:lnTo>
                  <a:pt x="1403934" y="26669"/>
                </a:lnTo>
                <a:lnTo>
                  <a:pt x="1408302" y="33019"/>
                </a:lnTo>
                <a:lnTo>
                  <a:pt x="1410347" y="36830"/>
                </a:lnTo>
                <a:lnTo>
                  <a:pt x="1412201" y="39369"/>
                </a:lnTo>
                <a:lnTo>
                  <a:pt x="1413890" y="43180"/>
                </a:lnTo>
                <a:lnTo>
                  <a:pt x="1415427" y="45719"/>
                </a:lnTo>
                <a:lnTo>
                  <a:pt x="1416812" y="49530"/>
                </a:lnTo>
                <a:lnTo>
                  <a:pt x="1418018" y="53339"/>
                </a:lnTo>
                <a:lnTo>
                  <a:pt x="1404823" y="53339"/>
                </a:lnTo>
                <a:lnTo>
                  <a:pt x="1404937" y="54610"/>
                </a:lnTo>
                <a:close/>
              </a:path>
              <a:path w="1421764" h="716280">
                <a:moveTo>
                  <a:pt x="16433" y="54610"/>
                </a:moveTo>
                <a:lnTo>
                  <a:pt x="16535" y="53339"/>
                </a:lnTo>
                <a:lnTo>
                  <a:pt x="16852" y="53339"/>
                </a:lnTo>
                <a:lnTo>
                  <a:pt x="16433" y="54610"/>
                </a:lnTo>
                <a:close/>
              </a:path>
              <a:path w="1421764" h="716280">
                <a:moveTo>
                  <a:pt x="1420744" y="650239"/>
                </a:moveTo>
                <a:lnTo>
                  <a:pt x="1408010" y="650239"/>
                </a:lnTo>
                <a:lnTo>
                  <a:pt x="1408455" y="646430"/>
                </a:lnTo>
                <a:lnTo>
                  <a:pt x="1408696" y="642619"/>
                </a:lnTo>
                <a:lnTo>
                  <a:pt x="1408671" y="72389"/>
                </a:lnTo>
                <a:lnTo>
                  <a:pt x="1408417" y="69850"/>
                </a:lnTo>
                <a:lnTo>
                  <a:pt x="1408010" y="66039"/>
                </a:lnTo>
                <a:lnTo>
                  <a:pt x="1407439" y="63500"/>
                </a:lnTo>
                <a:lnTo>
                  <a:pt x="1406715" y="59689"/>
                </a:lnTo>
                <a:lnTo>
                  <a:pt x="1405839" y="57150"/>
                </a:lnTo>
                <a:lnTo>
                  <a:pt x="1404823" y="53339"/>
                </a:lnTo>
                <a:lnTo>
                  <a:pt x="1418018" y="53339"/>
                </a:lnTo>
                <a:lnTo>
                  <a:pt x="1421371" y="72389"/>
                </a:lnTo>
                <a:lnTo>
                  <a:pt x="1421371" y="643889"/>
                </a:lnTo>
                <a:lnTo>
                  <a:pt x="1421066" y="647700"/>
                </a:lnTo>
                <a:lnTo>
                  <a:pt x="1420744" y="650239"/>
                </a:lnTo>
                <a:close/>
              </a:path>
              <a:path w="1421764" h="716280">
                <a:moveTo>
                  <a:pt x="13517" y="650239"/>
                </a:moveTo>
                <a:lnTo>
                  <a:pt x="13360" y="650239"/>
                </a:lnTo>
                <a:lnTo>
                  <a:pt x="13309" y="648969"/>
                </a:lnTo>
                <a:lnTo>
                  <a:pt x="13517" y="650239"/>
                </a:lnTo>
                <a:close/>
              </a:path>
              <a:path w="1421764" h="716280">
                <a:moveTo>
                  <a:pt x="1416119" y="668019"/>
                </a:moveTo>
                <a:lnTo>
                  <a:pt x="1402384" y="668019"/>
                </a:lnTo>
                <a:lnTo>
                  <a:pt x="1403794" y="664210"/>
                </a:lnTo>
                <a:lnTo>
                  <a:pt x="1404937" y="661669"/>
                </a:lnTo>
                <a:lnTo>
                  <a:pt x="1405940" y="659130"/>
                </a:lnTo>
                <a:lnTo>
                  <a:pt x="1406791" y="655319"/>
                </a:lnTo>
                <a:lnTo>
                  <a:pt x="1407502" y="652780"/>
                </a:lnTo>
                <a:lnTo>
                  <a:pt x="1408049" y="648969"/>
                </a:lnTo>
                <a:lnTo>
                  <a:pt x="1408010" y="650239"/>
                </a:lnTo>
                <a:lnTo>
                  <a:pt x="1420744" y="650239"/>
                </a:lnTo>
                <a:lnTo>
                  <a:pt x="1420583" y="651510"/>
                </a:lnTo>
                <a:lnTo>
                  <a:pt x="1419910" y="655319"/>
                </a:lnTo>
                <a:lnTo>
                  <a:pt x="1419047" y="659130"/>
                </a:lnTo>
                <a:lnTo>
                  <a:pt x="1418018" y="662939"/>
                </a:lnTo>
                <a:lnTo>
                  <a:pt x="1416812" y="666750"/>
                </a:lnTo>
                <a:lnTo>
                  <a:pt x="1416119" y="668019"/>
                </a:lnTo>
                <a:close/>
              </a:path>
              <a:path w="1421764" h="716280">
                <a:moveTo>
                  <a:pt x="19363" y="668019"/>
                </a:moveTo>
                <a:lnTo>
                  <a:pt x="18973" y="668019"/>
                </a:lnTo>
                <a:lnTo>
                  <a:pt x="18846" y="666750"/>
                </a:lnTo>
                <a:lnTo>
                  <a:pt x="19363" y="668019"/>
                </a:lnTo>
                <a:close/>
              </a:path>
              <a:path w="1421764" h="716280">
                <a:moveTo>
                  <a:pt x="1406118" y="685800"/>
                </a:moveTo>
                <a:lnTo>
                  <a:pt x="1389786" y="685800"/>
                </a:lnTo>
                <a:lnTo>
                  <a:pt x="1394332" y="680719"/>
                </a:lnTo>
                <a:lnTo>
                  <a:pt x="1393939" y="680719"/>
                </a:lnTo>
                <a:lnTo>
                  <a:pt x="1398003" y="675639"/>
                </a:lnTo>
                <a:lnTo>
                  <a:pt x="1397736" y="675639"/>
                </a:lnTo>
                <a:lnTo>
                  <a:pt x="1399578" y="673100"/>
                </a:lnTo>
                <a:lnTo>
                  <a:pt x="1399413" y="673100"/>
                </a:lnTo>
                <a:lnTo>
                  <a:pt x="1401114" y="670560"/>
                </a:lnTo>
                <a:lnTo>
                  <a:pt x="1400962" y="670560"/>
                </a:lnTo>
                <a:lnTo>
                  <a:pt x="1402524" y="666750"/>
                </a:lnTo>
                <a:lnTo>
                  <a:pt x="1402384" y="668019"/>
                </a:lnTo>
                <a:lnTo>
                  <a:pt x="1416119" y="668019"/>
                </a:lnTo>
                <a:lnTo>
                  <a:pt x="1415427" y="669289"/>
                </a:lnTo>
                <a:lnTo>
                  <a:pt x="1413890" y="673100"/>
                </a:lnTo>
                <a:lnTo>
                  <a:pt x="1412201" y="676910"/>
                </a:lnTo>
                <a:lnTo>
                  <a:pt x="1410347" y="679450"/>
                </a:lnTo>
                <a:lnTo>
                  <a:pt x="1408302" y="683260"/>
                </a:lnTo>
                <a:lnTo>
                  <a:pt x="1406118" y="685800"/>
                </a:lnTo>
                <a:close/>
              </a:path>
              <a:path w="1421764" h="716280">
                <a:moveTo>
                  <a:pt x="32404" y="685800"/>
                </a:moveTo>
                <a:lnTo>
                  <a:pt x="31584" y="685800"/>
                </a:lnTo>
                <a:lnTo>
                  <a:pt x="31153" y="684530"/>
                </a:lnTo>
                <a:lnTo>
                  <a:pt x="32404" y="685800"/>
                </a:lnTo>
                <a:close/>
              </a:path>
              <a:path w="1421764" h="716280">
                <a:moveTo>
                  <a:pt x="1402695" y="689610"/>
                </a:moveTo>
                <a:lnTo>
                  <a:pt x="1385214" y="689610"/>
                </a:lnTo>
                <a:lnTo>
                  <a:pt x="1390218" y="684530"/>
                </a:lnTo>
                <a:lnTo>
                  <a:pt x="1389786" y="685800"/>
                </a:lnTo>
                <a:lnTo>
                  <a:pt x="1406118" y="685800"/>
                </a:lnTo>
                <a:lnTo>
                  <a:pt x="1403934" y="688339"/>
                </a:lnTo>
                <a:lnTo>
                  <a:pt x="1402695" y="689610"/>
                </a:lnTo>
                <a:close/>
              </a:path>
              <a:path w="1421764" h="716280">
                <a:moveTo>
                  <a:pt x="37042" y="689610"/>
                </a:moveTo>
                <a:lnTo>
                  <a:pt x="36156" y="689610"/>
                </a:lnTo>
                <a:lnTo>
                  <a:pt x="35687" y="688339"/>
                </a:lnTo>
                <a:lnTo>
                  <a:pt x="37042" y="689610"/>
                </a:lnTo>
                <a:close/>
              </a:path>
              <a:path w="1421764" h="716280">
                <a:moveTo>
                  <a:pt x="1398981" y="693419"/>
                </a:moveTo>
                <a:lnTo>
                  <a:pt x="1380261" y="693419"/>
                </a:lnTo>
                <a:lnTo>
                  <a:pt x="1385684" y="688339"/>
                </a:lnTo>
                <a:lnTo>
                  <a:pt x="1385214" y="689610"/>
                </a:lnTo>
                <a:lnTo>
                  <a:pt x="1402695" y="689610"/>
                </a:lnTo>
                <a:lnTo>
                  <a:pt x="1398981" y="693419"/>
                </a:lnTo>
                <a:close/>
              </a:path>
              <a:path w="1421764" h="716280">
                <a:moveTo>
                  <a:pt x="42157" y="693419"/>
                </a:moveTo>
                <a:lnTo>
                  <a:pt x="41109" y="693419"/>
                </a:lnTo>
                <a:lnTo>
                  <a:pt x="40728" y="692150"/>
                </a:lnTo>
                <a:lnTo>
                  <a:pt x="42157" y="693419"/>
                </a:lnTo>
                <a:close/>
              </a:path>
              <a:path w="1421764" h="716280">
                <a:moveTo>
                  <a:pt x="1387678" y="703580"/>
                </a:moveTo>
                <a:lnTo>
                  <a:pt x="1354289" y="703580"/>
                </a:lnTo>
                <a:lnTo>
                  <a:pt x="1357756" y="702310"/>
                </a:lnTo>
                <a:lnTo>
                  <a:pt x="1360538" y="702310"/>
                </a:lnTo>
                <a:lnTo>
                  <a:pt x="1363891" y="701039"/>
                </a:lnTo>
                <a:lnTo>
                  <a:pt x="1363586" y="701039"/>
                </a:lnTo>
                <a:lnTo>
                  <a:pt x="1366862" y="699769"/>
                </a:lnTo>
                <a:lnTo>
                  <a:pt x="1366570" y="699769"/>
                </a:lnTo>
                <a:lnTo>
                  <a:pt x="1369758" y="698500"/>
                </a:lnTo>
                <a:lnTo>
                  <a:pt x="1369479" y="698500"/>
                </a:lnTo>
                <a:lnTo>
                  <a:pt x="1372603" y="697230"/>
                </a:lnTo>
                <a:lnTo>
                  <a:pt x="1372323" y="697230"/>
                </a:lnTo>
                <a:lnTo>
                  <a:pt x="1375359" y="695960"/>
                </a:lnTo>
                <a:lnTo>
                  <a:pt x="1375079" y="695960"/>
                </a:lnTo>
                <a:lnTo>
                  <a:pt x="1378038" y="694689"/>
                </a:lnTo>
                <a:lnTo>
                  <a:pt x="1377772" y="694689"/>
                </a:lnTo>
                <a:lnTo>
                  <a:pt x="1380629" y="692150"/>
                </a:lnTo>
                <a:lnTo>
                  <a:pt x="1380261" y="693419"/>
                </a:lnTo>
                <a:lnTo>
                  <a:pt x="1398981" y="693419"/>
                </a:lnTo>
                <a:lnTo>
                  <a:pt x="1393532" y="698500"/>
                </a:lnTo>
                <a:lnTo>
                  <a:pt x="1387678" y="703580"/>
                </a:lnTo>
                <a:close/>
              </a:path>
              <a:path w="1421764" h="716280">
                <a:moveTo>
                  <a:pt x="1360144" y="715010"/>
                </a:moveTo>
                <a:lnTo>
                  <a:pt x="61226" y="715010"/>
                </a:lnTo>
                <a:lnTo>
                  <a:pt x="53860" y="712469"/>
                </a:lnTo>
                <a:lnTo>
                  <a:pt x="1367510" y="712469"/>
                </a:lnTo>
                <a:lnTo>
                  <a:pt x="1360144" y="715010"/>
                </a:lnTo>
                <a:close/>
              </a:path>
              <a:path w="1421764" h="716280">
                <a:moveTo>
                  <a:pt x="1352511" y="716280"/>
                </a:moveTo>
                <a:lnTo>
                  <a:pt x="68846" y="716280"/>
                </a:lnTo>
                <a:lnTo>
                  <a:pt x="64998" y="715010"/>
                </a:lnTo>
                <a:lnTo>
                  <a:pt x="1356360" y="715010"/>
                </a:lnTo>
                <a:lnTo>
                  <a:pt x="1352511" y="7162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38855" y="2397632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静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止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94787" y="2623947"/>
            <a:ext cx="6266078" cy="1526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84855" y="3207740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直线运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1559" y="2802686"/>
            <a:ext cx="155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匀速直线运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5143" y="2819831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合力为零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6954" y="3460394"/>
            <a:ext cx="1550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47700" marR="5080" indent="-635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匀变速直线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运 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95832" y="3316884"/>
            <a:ext cx="1397000" cy="80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7170">
              <a:lnSpc>
                <a:spcPct val="1426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合力恒定， 与初速度共线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94787" y="4244136"/>
            <a:ext cx="6365786" cy="15263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84855" y="4827943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曲线运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42064" y="4422889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平抛运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6954" y="5232984"/>
            <a:ext cx="155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匀速圆周运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3843" y="4126979"/>
            <a:ext cx="1854200" cy="1617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5770">
              <a:lnSpc>
                <a:spcPct val="1426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只受重力，  初速度沿水平方向</a:t>
            </a:r>
            <a:endParaRPr sz="1800">
              <a:latin typeface="宋体"/>
              <a:cs typeface="宋体"/>
            </a:endParaRPr>
          </a:p>
          <a:p>
            <a:pPr marL="159385" marR="8890" indent="77470">
              <a:lnSpc>
                <a:spcPct val="142600"/>
              </a:lnSpc>
              <a:spcBef>
                <a:spcPts val="21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合力指向圆心， 与速度方向垂直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54334" y="2340762"/>
            <a:ext cx="4091940" cy="0"/>
          </a:xfrm>
          <a:custGeom>
            <a:avLst/>
            <a:gdLst/>
            <a:ahLst/>
            <a:cxnLst/>
            <a:rect l="l" t="t" r="r" b="b"/>
            <a:pathLst>
              <a:path w="4091940" h="0">
                <a:moveTo>
                  <a:pt x="0" y="0"/>
                </a:moveTo>
                <a:lnTo>
                  <a:pt x="4091317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40611" y="2352878"/>
            <a:ext cx="0" cy="157480"/>
          </a:xfrm>
          <a:custGeom>
            <a:avLst/>
            <a:gdLst/>
            <a:ahLst/>
            <a:cxnLst/>
            <a:rect l="l" t="t" r="r" b="b"/>
            <a:pathLst>
              <a:path w="0" h="157480">
                <a:moveTo>
                  <a:pt x="0" y="0"/>
                </a:moveTo>
                <a:lnTo>
                  <a:pt x="0" y="157441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32532" y="2942844"/>
            <a:ext cx="2468880" cy="2084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738" y="1659496"/>
            <a:ext cx="5767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一、带电粒子在匀强磁场中的运</a:t>
            </a:r>
            <a:r>
              <a:rPr dirty="0" sz="3000" spc="-15" b="1">
                <a:latin typeface="黑体"/>
                <a:cs typeface="黑体"/>
              </a:rPr>
              <a:t>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86700" y="4472940"/>
            <a:ext cx="1522476" cy="928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03366" y="2916021"/>
            <a:ext cx="398780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如果沿着与磁场垂直的方向发 射一束带电粒子，这束粒子在 匀强磁场中的运动轨迹会是什 么样的呢？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40327" y="3404780"/>
            <a:ext cx="114300" cy="442595"/>
          </a:xfrm>
          <a:custGeom>
            <a:avLst/>
            <a:gdLst/>
            <a:ahLst/>
            <a:cxnLst/>
            <a:rect l="l" t="t" r="r" b="b"/>
            <a:pathLst>
              <a:path w="114300" h="442595">
                <a:moveTo>
                  <a:pt x="76200" y="356336"/>
                </a:moveTo>
                <a:lnTo>
                  <a:pt x="38100" y="356336"/>
                </a:lnTo>
                <a:lnTo>
                  <a:pt x="38100" y="0"/>
                </a:lnTo>
                <a:lnTo>
                  <a:pt x="76200" y="0"/>
                </a:lnTo>
                <a:lnTo>
                  <a:pt x="76200" y="356336"/>
                </a:lnTo>
                <a:close/>
              </a:path>
              <a:path w="114300" h="442595">
                <a:moveTo>
                  <a:pt x="57150" y="442061"/>
                </a:moveTo>
                <a:lnTo>
                  <a:pt x="0" y="327761"/>
                </a:lnTo>
                <a:lnTo>
                  <a:pt x="38100" y="327761"/>
                </a:lnTo>
                <a:lnTo>
                  <a:pt x="38100" y="356336"/>
                </a:lnTo>
                <a:lnTo>
                  <a:pt x="100012" y="356336"/>
                </a:lnTo>
                <a:lnTo>
                  <a:pt x="57150" y="442061"/>
                </a:lnTo>
                <a:close/>
              </a:path>
              <a:path w="114300" h="442595">
                <a:moveTo>
                  <a:pt x="100012" y="356336"/>
                </a:moveTo>
                <a:lnTo>
                  <a:pt x="76200" y="356336"/>
                </a:lnTo>
                <a:lnTo>
                  <a:pt x="76200" y="327761"/>
                </a:lnTo>
                <a:lnTo>
                  <a:pt x="114300" y="327761"/>
                </a:lnTo>
                <a:lnTo>
                  <a:pt x="100012" y="3563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736746" y="356362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3722" y="5247919"/>
            <a:ext cx="988694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5" i="1">
                <a:latin typeface="Times New Roman"/>
                <a:cs typeface="Times New Roman"/>
              </a:rPr>
              <a:t>F </a:t>
            </a:r>
            <a:r>
              <a:rPr dirty="0" sz="2350" spc="-5">
                <a:latin typeface="Symbol"/>
                <a:cs typeface="Symbol"/>
              </a:rPr>
              <a:t></a:t>
            </a:r>
            <a:r>
              <a:rPr dirty="0" sz="2350">
                <a:latin typeface="Times New Roman"/>
                <a:cs typeface="Times New Roman"/>
              </a:rPr>
              <a:t> </a:t>
            </a:r>
            <a:r>
              <a:rPr dirty="0" sz="2350" spc="-20" i="1">
                <a:latin typeface="Times New Roman"/>
                <a:cs typeface="Times New Roman"/>
              </a:rPr>
              <a:t>qvB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60863" y="3525913"/>
            <a:ext cx="287020" cy="390525"/>
          </a:xfrm>
          <a:custGeom>
            <a:avLst/>
            <a:gdLst/>
            <a:ahLst/>
            <a:cxnLst/>
            <a:rect l="l" t="t" r="r" b="b"/>
            <a:pathLst>
              <a:path w="287020" h="390525">
                <a:moveTo>
                  <a:pt x="81993" y="308150"/>
                </a:moveTo>
                <a:lnTo>
                  <a:pt x="51001" y="285981"/>
                </a:lnTo>
                <a:lnTo>
                  <a:pt x="255574" y="0"/>
                </a:lnTo>
                <a:lnTo>
                  <a:pt x="286562" y="22161"/>
                </a:lnTo>
                <a:lnTo>
                  <a:pt x="81993" y="308150"/>
                </a:lnTo>
                <a:close/>
              </a:path>
              <a:path w="287020" h="390525">
                <a:moveTo>
                  <a:pt x="0" y="390029"/>
                </a:moveTo>
                <a:lnTo>
                  <a:pt x="20015" y="263817"/>
                </a:lnTo>
                <a:lnTo>
                  <a:pt x="51001" y="285981"/>
                </a:lnTo>
                <a:lnTo>
                  <a:pt x="34378" y="309219"/>
                </a:lnTo>
                <a:lnTo>
                  <a:pt x="65366" y="331393"/>
                </a:lnTo>
                <a:lnTo>
                  <a:pt x="110936" y="331393"/>
                </a:lnTo>
                <a:lnTo>
                  <a:pt x="0" y="390029"/>
                </a:lnTo>
                <a:close/>
              </a:path>
              <a:path w="287020" h="390525">
                <a:moveTo>
                  <a:pt x="65366" y="331393"/>
                </a:moveTo>
                <a:lnTo>
                  <a:pt x="34378" y="309219"/>
                </a:lnTo>
                <a:lnTo>
                  <a:pt x="51001" y="285981"/>
                </a:lnTo>
                <a:lnTo>
                  <a:pt x="81993" y="308150"/>
                </a:lnTo>
                <a:lnTo>
                  <a:pt x="65366" y="331393"/>
                </a:lnTo>
                <a:close/>
              </a:path>
              <a:path w="287020" h="390525">
                <a:moveTo>
                  <a:pt x="110936" y="331393"/>
                </a:moveTo>
                <a:lnTo>
                  <a:pt x="65366" y="331393"/>
                </a:lnTo>
                <a:lnTo>
                  <a:pt x="81993" y="308150"/>
                </a:lnTo>
                <a:lnTo>
                  <a:pt x="112979" y="330314"/>
                </a:lnTo>
                <a:lnTo>
                  <a:pt x="110936" y="3313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75188" y="370173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03636" y="3522967"/>
            <a:ext cx="321945" cy="276225"/>
          </a:xfrm>
          <a:custGeom>
            <a:avLst/>
            <a:gdLst/>
            <a:ahLst/>
            <a:cxnLst/>
            <a:rect l="l" t="t" r="r" b="b"/>
            <a:pathLst>
              <a:path w="321945" h="276225">
                <a:moveTo>
                  <a:pt x="258331" y="232625"/>
                </a:moveTo>
                <a:lnTo>
                  <a:pt x="0" y="12077"/>
                </a:lnTo>
                <a:lnTo>
                  <a:pt x="10299" y="0"/>
                </a:lnTo>
                <a:lnTo>
                  <a:pt x="268632" y="220560"/>
                </a:lnTo>
                <a:lnTo>
                  <a:pt x="258331" y="232625"/>
                </a:lnTo>
                <a:close/>
              </a:path>
              <a:path w="321945" h="276225">
                <a:moveTo>
                  <a:pt x="308282" y="244995"/>
                </a:moveTo>
                <a:lnTo>
                  <a:pt x="272821" y="244995"/>
                </a:lnTo>
                <a:lnTo>
                  <a:pt x="283121" y="232930"/>
                </a:lnTo>
                <a:lnTo>
                  <a:pt x="268632" y="220560"/>
                </a:lnTo>
                <a:lnTo>
                  <a:pt x="288226" y="197612"/>
                </a:lnTo>
                <a:lnTo>
                  <a:pt x="308282" y="244995"/>
                </a:lnTo>
                <a:close/>
              </a:path>
              <a:path w="321945" h="276225">
                <a:moveTo>
                  <a:pt x="272821" y="244995"/>
                </a:moveTo>
                <a:lnTo>
                  <a:pt x="258331" y="232625"/>
                </a:lnTo>
                <a:lnTo>
                  <a:pt x="268632" y="220560"/>
                </a:lnTo>
                <a:lnTo>
                  <a:pt x="283121" y="232930"/>
                </a:lnTo>
                <a:lnTo>
                  <a:pt x="272821" y="244995"/>
                </a:lnTo>
                <a:close/>
              </a:path>
              <a:path w="321945" h="276225">
                <a:moveTo>
                  <a:pt x="321437" y="276072"/>
                </a:moveTo>
                <a:lnTo>
                  <a:pt x="238747" y="255562"/>
                </a:lnTo>
                <a:lnTo>
                  <a:pt x="258331" y="232625"/>
                </a:lnTo>
                <a:lnTo>
                  <a:pt x="272821" y="244995"/>
                </a:lnTo>
                <a:lnTo>
                  <a:pt x="308282" y="244995"/>
                </a:lnTo>
                <a:lnTo>
                  <a:pt x="321437" y="276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54879" y="3520440"/>
            <a:ext cx="275844" cy="2225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9696" y="3359442"/>
            <a:ext cx="1459610" cy="14859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5651" y="1809064"/>
            <a:ext cx="61334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华文楷体"/>
                <a:cs typeface="华文楷体"/>
              </a:rPr>
              <a:t>匀速圆周运动的动力学规律：合力提供向心</a:t>
            </a:r>
            <a:r>
              <a:rPr dirty="0" sz="2400" spc="-5" b="1" i="1">
                <a:latin typeface="华文楷体"/>
                <a:cs typeface="华文楷体"/>
              </a:rPr>
              <a:t>力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99095" y="3724719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 h="0">
                <a:moveTo>
                  <a:pt x="0" y="0"/>
                </a:moveTo>
                <a:lnTo>
                  <a:pt x="449300" y="0"/>
                </a:lnTo>
              </a:path>
            </a:pathLst>
          </a:custGeom>
          <a:ln w="133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97659" y="3601796"/>
            <a:ext cx="23114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25132" sz="3150" i="1">
                <a:latin typeface="Times New Roman"/>
                <a:cs typeface="Times New Roman"/>
              </a:rPr>
              <a:t>r</a:t>
            </a:r>
            <a:r>
              <a:rPr dirty="0" baseline="-25132" sz="3150" spc="-607" i="1">
                <a:latin typeface="Times New Roman"/>
                <a:cs typeface="Times New Roman"/>
              </a:rPr>
              <a:t> </a:t>
            </a:r>
            <a:r>
              <a:rPr dirty="0" sz="1200" spc="1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9343" y="3511918"/>
            <a:ext cx="115951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5" i="1">
                <a:latin typeface="Times New Roman"/>
                <a:cs typeface="Times New Roman"/>
              </a:rPr>
              <a:t>F </a:t>
            </a:r>
            <a:r>
              <a:rPr dirty="0" sz="2100" spc="5">
                <a:latin typeface="Symbol"/>
                <a:cs typeface="Symbol"/>
              </a:rPr>
              <a:t>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5" i="1">
                <a:latin typeface="Times New Roman"/>
                <a:cs typeface="Times New Roman"/>
              </a:rPr>
              <a:t>G</a:t>
            </a:r>
            <a:r>
              <a:rPr dirty="0" sz="2100" i="1">
                <a:latin typeface="Times New Roman"/>
                <a:cs typeface="Times New Roman"/>
              </a:rPr>
              <a:t> </a:t>
            </a:r>
            <a:r>
              <a:rPr dirty="0" baseline="35714" sz="3150" i="1">
                <a:latin typeface="Times New Roman"/>
                <a:cs typeface="Times New Roman"/>
              </a:rPr>
              <a:t>Mm</a:t>
            </a:r>
            <a:endParaRPr baseline="35714" sz="3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04391" y="5158485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 h="0">
                <a:moveTo>
                  <a:pt x="0" y="0"/>
                </a:moveTo>
                <a:lnTo>
                  <a:pt x="462635" y="0"/>
                </a:lnTo>
              </a:path>
            </a:pathLst>
          </a:custGeom>
          <a:ln w="137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98840" y="5158485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 h="0">
                <a:moveTo>
                  <a:pt x="0" y="0"/>
                </a:moveTo>
                <a:lnTo>
                  <a:pt x="268782" y="0"/>
                </a:lnTo>
              </a:path>
            </a:pathLst>
          </a:custGeom>
          <a:ln w="137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513307" y="4763173"/>
            <a:ext cx="45656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5" i="1">
                <a:latin typeface="Times New Roman"/>
                <a:cs typeface="Times New Roman"/>
              </a:rPr>
              <a:t>M</a:t>
            </a:r>
            <a:r>
              <a:rPr dirty="0" sz="2150" spc="25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3602" y="4639055"/>
            <a:ext cx="23749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25839" sz="3225" spc="120" i="1">
                <a:latin typeface="Times New Roman"/>
                <a:cs typeface="Times New Roman"/>
              </a:rPr>
              <a:t>v</a:t>
            </a:r>
            <a:r>
              <a:rPr dirty="0" sz="1250" spc="5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1755" y="4937798"/>
            <a:ext cx="3948429" cy="5759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140"/>
              </a:lnSpc>
              <a:spcBef>
                <a:spcPts val="135"/>
              </a:spcBef>
              <a:tabLst>
                <a:tab pos="2501265" algn="l"/>
                <a:tab pos="3288665" algn="l"/>
              </a:tabLst>
            </a:pPr>
            <a:r>
              <a:rPr dirty="0" sz="2000" b="1" i="1">
                <a:latin typeface="华文楷体"/>
                <a:cs typeface="华文楷体"/>
              </a:rPr>
              <a:t>万有引力提供向心力	</a:t>
            </a:r>
            <a:r>
              <a:rPr dirty="0" sz="2150" spc="25" i="1">
                <a:latin typeface="Times New Roman"/>
                <a:cs typeface="Times New Roman"/>
              </a:rPr>
              <a:t>G	</a:t>
            </a:r>
            <a:r>
              <a:rPr dirty="0" sz="2150" spc="20">
                <a:latin typeface="Symbol"/>
                <a:cs typeface="Symbol"/>
              </a:rPr>
              <a:t></a:t>
            </a:r>
            <a:r>
              <a:rPr dirty="0" sz="2150" spc="-30">
                <a:latin typeface="Times New Roman"/>
                <a:cs typeface="Times New Roman"/>
              </a:rPr>
              <a:t> </a:t>
            </a:r>
            <a:r>
              <a:rPr dirty="0" sz="2150" spc="25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  <a:p>
            <a:pPr algn="r" marR="5080">
              <a:lnSpc>
                <a:spcPts val="2140"/>
              </a:lnSpc>
              <a:tabLst>
                <a:tab pos="959485" algn="l"/>
              </a:tabLst>
            </a:pPr>
            <a:r>
              <a:rPr dirty="0" sz="2150" spc="200" i="1">
                <a:latin typeface="Times New Roman"/>
                <a:cs typeface="Times New Roman"/>
              </a:rPr>
              <a:t>r</a:t>
            </a:r>
            <a:r>
              <a:rPr dirty="0" baseline="44444" sz="1875" spc="7">
                <a:latin typeface="Times New Roman"/>
                <a:cs typeface="Times New Roman"/>
              </a:rPr>
              <a:t>2</a:t>
            </a:r>
            <a:r>
              <a:rPr dirty="0" baseline="44444" sz="1875">
                <a:latin typeface="Times New Roman"/>
                <a:cs typeface="Times New Roman"/>
              </a:rPr>
              <a:t>	</a:t>
            </a:r>
            <a:r>
              <a:rPr dirty="0" sz="2150" spc="15" i="1">
                <a:latin typeface="Times New Roman"/>
                <a:cs typeface="Times New Roman"/>
              </a:rPr>
              <a:t>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31592" y="3166186"/>
            <a:ext cx="1534756" cy="1561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00590" y="3566947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8291" y="2811221"/>
            <a:ext cx="38449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华文楷体"/>
                <a:cs typeface="华文楷体"/>
              </a:rPr>
              <a:t>例如：行星绕太阳做匀速圆周运动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1755" y="3481539"/>
            <a:ext cx="20624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华文楷体"/>
                <a:cs typeface="华文楷体"/>
              </a:rPr>
              <a:t>行星受的万有引力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1755" y="4151312"/>
            <a:ext cx="20624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华文楷体"/>
                <a:cs typeface="华文楷体"/>
              </a:rPr>
              <a:t>行星的向心加速度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77378" y="4419498"/>
            <a:ext cx="261620" cy="0"/>
          </a:xfrm>
          <a:custGeom>
            <a:avLst/>
            <a:gdLst/>
            <a:ahLst/>
            <a:cxnLst/>
            <a:rect l="l" t="t" r="r" b="b"/>
            <a:pathLst>
              <a:path w="261620" h="0">
                <a:moveTo>
                  <a:pt x="0" y="0"/>
                </a:moveTo>
                <a:lnTo>
                  <a:pt x="261378" y="0"/>
                </a:lnTo>
              </a:path>
            </a:pathLst>
          </a:custGeom>
          <a:ln w="1332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677289" y="3916311"/>
            <a:ext cx="2355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25132" sz="3150" spc="165" i="1">
                <a:latin typeface="Times New Roman"/>
                <a:cs typeface="Times New Roman"/>
              </a:rPr>
              <a:t>v</a:t>
            </a:r>
            <a:r>
              <a:rPr dirty="0" sz="1200" spc="1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38249" y="4416933"/>
            <a:ext cx="13017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i="1">
                <a:latin typeface="Times New Roman"/>
                <a:cs typeface="Times New Roman"/>
              </a:rPr>
              <a:t>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48423" y="4206582"/>
            <a:ext cx="37465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5" i="1">
                <a:latin typeface="Times New Roman"/>
                <a:cs typeface="Times New Roman"/>
              </a:rPr>
              <a:t>a</a:t>
            </a:r>
            <a:r>
              <a:rPr dirty="0" sz="2100" spc="-80" i="1">
                <a:latin typeface="Times New Roman"/>
                <a:cs typeface="Times New Roman"/>
              </a:rPr>
              <a:t> </a:t>
            </a:r>
            <a:r>
              <a:rPr dirty="0" sz="2100" spc="5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6652" y="279542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87446" y="3713073"/>
            <a:ext cx="3587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2407" sz="2700" i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baseline="-32407" sz="2700" spc="127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3299" y="3902392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47796" y="292229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1179" y="1382395"/>
            <a:ext cx="76815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二、带电粒子在匀强磁场中做圆周运动的半</a:t>
            </a:r>
            <a:r>
              <a:rPr dirty="0" sz="3000" spc="-15" b="1">
                <a:latin typeface="黑体"/>
                <a:cs typeface="黑体"/>
              </a:rPr>
              <a:t>径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3407" y="3032760"/>
            <a:ext cx="2590799" cy="2093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92234" y="5247182"/>
            <a:ext cx="1857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华文楷体"/>
                <a:cs typeface="华文楷体"/>
              </a:rPr>
              <a:t>匀速圆周运</a:t>
            </a:r>
            <a:r>
              <a:rPr dirty="0" sz="2400" spc="-5" b="1" i="1">
                <a:latin typeface="华文楷体"/>
                <a:cs typeface="华文楷体"/>
              </a:rPr>
              <a:t>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51025" y="4217289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 h="0">
                <a:moveTo>
                  <a:pt x="0" y="0"/>
                </a:moveTo>
                <a:lnTo>
                  <a:pt x="268935" y="0"/>
                </a:lnTo>
              </a:path>
            </a:pathLst>
          </a:custGeom>
          <a:ln w="136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14030" y="4212602"/>
            <a:ext cx="13398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5" i="1">
                <a:latin typeface="Times New Roman"/>
                <a:cs typeface="Times New Roman"/>
              </a:rPr>
              <a:t>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82294" y="3996487"/>
            <a:ext cx="94297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5" i="1">
                <a:latin typeface="Times New Roman"/>
                <a:cs typeface="Times New Roman"/>
              </a:rPr>
              <a:t>qvB </a:t>
            </a:r>
            <a:r>
              <a:rPr dirty="0" sz="2150" spc="20">
                <a:latin typeface="Symbol"/>
                <a:cs typeface="Symbol"/>
              </a:rPr>
              <a:t></a:t>
            </a:r>
            <a:r>
              <a:rPr dirty="0" sz="2150" spc="-130">
                <a:latin typeface="Times New Roman"/>
                <a:cs typeface="Times New Roman"/>
              </a:rPr>
              <a:t> </a:t>
            </a:r>
            <a:r>
              <a:rPr dirty="0" sz="2150" spc="25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9208" y="2177362"/>
            <a:ext cx="3079115" cy="1880235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z="2400" b="1" i="1">
                <a:latin typeface="华文楷体"/>
                <a:cs typeface="华文楷体"/>
              </a:rPr>
              <a:t>带电粒子受到洛伦兹</a:t>
            </a:r>
            <a:r>
              <a:rPr dirty="0" sz="2400" spc="-5" b="1" i="1">
                <a:latin typeface="华文楷体"/>
                <a:cs typeface="华文楷体"/>
              </a:rPr>
              <a:t>力</a:t>
            </a:r>
            <a:endParaRPr sz="2400">
              <a:latin typeface="华文楷体"/>
              <a:cs typeface="华文楷体"/>
            </a:endParaRPr>
          </a:p>
          <a:p>
            <a:pPr algn="ctr" marR="158115">
              <a:lnSpc>
                <a:spcPct val="100000"/>
              </a:lnSpc>
              <a:spcBef>
                <a:spcPts val="1315"/>
              </a:spcBef>
            </a:pPr>
            <a:r>
              <a:rPr dirty="0" sz="2150" i="1">
                <a:latin typeface="Times New Roman"/>
                <a:cs typeface="Times New Roman"/>
              </a:rPr>
              <a:t>F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 spc="40">
                <a:latin typeface="Times New Roman"/>
                <a:cs typeface="Times New Roman"/>
              </a:rPr>
              <a:t> </a:t>
            </a:r>
            <a:r>
              <a:rPr dirty="0" sz="2150" spc="-20" i="1">
                <a:latin typeface="Times New Roman"/>
                <a:cs typeface="Times New Roman"/>
              </a:rPr>
              <a:t>qvB</a:t>
            </a:r>
            <a:endParaRPr sz="2150">
              <a:latin typeface="Times New Roman"/>
              <a:cs typeface="Times New Roman"/>
            </a:endParaRPr>
          </a:p>
          <a:p>
            <a:pPr algn="ctr" marR="166370">
              <a:lnSpc>
                <a:spcPts val="2530"/>
              </a:lnSpc>
              <a:spcBef>
                <a:spcPts val="1585"/>
              </a:spcBef>
            </a:pPr>
            <a:r>
              <a:rPr dirty="0" sz="2400" b="1" i="1">
                <a:latin typeface="华文楷体"/>
                <a:cs typeface="华文楷体"/>
              </a:rPr>
              <a:t>洛伦兹力提供向心</a:t>
            </a:r>
            <a:r>
              <a:rPr dirty="0" sz="2400" spc="-5" b="1" i="1">
                <a:latin typeface="华文楷体"/>
                <a:cs typeface="华文楷体"/>
              </a:rPr>
              <a:t>力</a:t>
            </a:r>
            <a:endParaRPr sz="2400">
              <a:latin typeface="华文楷体"/>
              <a:cs typeface="华文楷体"/>
            </a:endParaRPr>
          </a:p>
          <a:p>
            <a:pPr marL="1954530">
              <a:lnSpc>
                <a:spcPts val="2230"/>
              </a:lnSpc>
            </a:pPr>
            <a:r>
              <a:rPr dirty="0" baseline="-25839" sz="3225" spc="89" i="1">
                <a:latin typeface="Times New Roman"/>
                <a:cs typeface="Times New Roman"/>
              </a:rPr>
              <a:t>v</a:t>
            </a:r>
            <a:r>
              <a:rPr dirty="0" sz="1250" spc="6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8867" y="5335600"/>
            <a:ext cx="31623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" i="1">
                <a:latin typeface="Times New Roman"/>
                <a:cs typeface="Times New Roman"/>
              </a:rPr>
              <a:t>q</a:t>
            </a:r>
            <a:r>
              <a:rPr dirty="0" sz="2050" spc="10" i="1"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6759" y="4421760"/>
            <a:ext cx="2162810" cy="887094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400" b="1" i="1">
                <a:latin typeface="华文楷体"/>
                <a:cs typeface="华文楷体"/>
              </a:rPr>
              <a:t>圆周运动的半</a:t>
            </a:r>
            <a:r>
              <a:rPr dirty="0" sz="2400" spc="-5" b="1" i="1">
                <a:latin typeface="华文楷体"/>
                <a:cs typeface="华文楷体"/>
              </a:rPr>
              <a:t>径</a:t>
            </a:r>
            <a:endParaRPr sz="2400">
              <a:latin typeface="华文楷体"/>
              <a:cs typeface="华文楷体"/>
            </a:endParaRPr>
          </a:p>
          <a:p>
            <a:pPr marL="1031240">
              <a:lnSpc>
                <a:spcPct val="100000"/>
              </a:lnSpc>
              <a:spcBef>
                <a:spcPts val="680"/>
              </a:spcBef>
            </a:pPr>
            <a:r>
              <a:rPr dirty="0" baseline="-35230" sz="3075" spc="7" i="1">
                <a:latin typeface="Times New Roman"/>
                <a:cs typeface="Times New Roman"/>
              </a:rPr>
              <a:t>r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187">
                <a:latin typeface="Times New Roman"/>
                <a:cs typeface="Times New Roman"/>
              </a:rPr>
              <a:t> </a:t>
            </a:r>
            <a:r>
              <a:rPr dirty="0" u="heavy" sz="205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mv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0085" y="1504848"/>
            <a:ext cx="76815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三、带电粒子在匀强磁场中做圆周运动的周</a:t>
            </a:r>
            <a:r>
              <a:rPr dirty="0" sz="3000" spc="-15" b="1">
                <a:latin typeface="黑体"/>
                <a:cs typeface="黑体"/>
              </a:rPr>
              <a:t>期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31592" y="2912364"/>
            <a:ext cx="2590800" cy="2093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56699" y="5019725"/>
            <a:ext cx="1857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华文楷体"/>
                <a:cs typeface="华文楷体"/>
              </a:rPr>
              <a:t>匀速圆周运</a:t>
            </a:r>
            <a:r>
              <a:rPr dirty="0" sz="2400" spc="-5" b="1" i="1">
                <a:latin typeface="华文楷体"/>
                <a:cs typeface="华文楷体"/>
              </a:rPr>
              <a:t>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95413" y="3540798"/>
            <a:ext cx="487680" cy="0"/>
          </a:xfrm>
          <a:custGeom>
            <a:avLst/>
            <a:gdLst/>
            <a:ahLst/>
            <a:cxnLst/>
            <a:rect l="l" t="t" r="r" b="b"/>
            <a:pathLst>
              <a:path w="487679" h="0">
                <a:moveTo>
                  <a:pt x="0" y="0"/>
                </a:moveTo>
                <a:lnTo>
                  <a:pt x="487464" y="0"/>
                </a:lnTo>
              </a:path>
            </a:pathLst>
          </a:custGeom>
          <a:ln w="143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39015" y="2408060"/>
            <a:ext cx="2773680" cy="150495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400" b="1" i="1">
                <a:latin typeface="华文楷体"/>
                <a:cs typeface="华文楷体"/>
              </a:rPr>
              <a:t>匀速圆周运动的周</a:t>
            </a:r>
            <a:r>
              <a:rPr dirty="0" sz="2400" spc="-5" b="1" i="1"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  <a:p>
            <a:pPr marL="464184">
              <a:lnSpc>
                <a:spcPct val="100000"/>
              </a:lnSpc>
              <a:spcBef>
                <a:spcPts val="1350"/>
              </a:spcBef>
            </a:pPr>
            <a:r>
              <a:rPr dirty="0" baseline="-35024" sz="3450" i="1">
                <a:latin typeface="Times New Roman"/>
                <a:cs typeface="Times New Roman"/>
              </a:rPr>
              <a:t>T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-405">
                <a:latin typeface="Times New Roman"/>
                <a:cs typeface="Times New Roman"/>
              </a:rPr>
              <a:t> </a:t>
            </a:r>
            <a:r>
              <a:rPr dirty="0" sz="2300" spc="-260">
                <a:latin typeface="Times New Roman"/>
                <a:cs typeface="Times New Roman"/>
              </a:rPr>
              <a:t>2</a:t>
            </a:r>
            <a:r>
              <a:rPr dirty="0" sz="2400" spc="-260" i="1">
                <a:latin typeface="Symbol"/>
                <a:cs typeface="Symbol"/>
              </a:rPr>
              <a:t></a:t>
            </a:r>
            <a:r>
              <a:rPr dirty="0" sz="2300" spc="-260" i="1">
                <a:latin typeface="Times New Roman"/>
                <a:cs typeface="Times New Roman"/>
              </a:rPr>
              <a:t>r</a:t>
            </a:r>
            <a:endParaRPr sz="2300">
              <a:latin typeface="Times New Roman"/>
              <a:cs typeface="Times New Roman"/>
            </a:endParaRPr>
          </a:p>
          <a:p>
            <a:pPr algn="ctr" marR="366395">
              <a:lnSpc>
                <a:spcPct val="100000"/>
              </a:lnSpc>
              <a:spcBef>
                <a:spcPts val="450"/>
              </a:spcBef>
            </a:pPr>
            <a:r>
              <a:rPr dirty="0" sz="2300" i="1">
                <a:latin typeface="Times New Roman"/>
                <a:cs typeface="Times New Roman"/>
              </a:rPr>
              <a:t>v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31190" y="4373626"/>
            <a:ext cx="376555" cy="0"/>
          </a:xfrm>
          <a:custGeom>
            <a:avLst/>
            <a:gdLst/>
            <a:ahLst/>
            <a:cxnLst/>
            <a:rect l="l" t="t" r="r" b="b"/>
            <a:pathLst>
              <a:path w="376554" h="0">
                <a:moveTo>
                  <a:pt x="0" y="0"/>
                </a:moveTo>
                <a:lnTo>
                  <a:pt x="376275" y="0"/>
                </a:lnTo>
              </a:path>
            </a:pathLst>
          </a:custGeom>
          <a:ln w="145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43725" y="4369485"/>
            <a:ext cx="35433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20" i="1">
                <a:latin typeface="Times New Roman"/>
                <a:cs typeface="Times New Roman"/>
              </a:rPr>
              <a:t>q</a:t>
            </a:r>
            <a:r>
              <a:rPr dirty="0" sz="2350" spc="-5" i="1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1326" y="4152176"/>
            <a:ext cx="2856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华文楷体"/>
                <a:cs typeface="华文楷体"/>
              </a:rPr>
              <a:t>将</a:t>
            </a:r>
            <a:r>
              <a:rPr dirty="0" sz="2400" spc="90" b="1" i="1">
                <a:latin typeface="华文楷体"/>
                <a:cs typeface="华文楷体"/>
              </a:rPr>
              <a:t> </a:t>
            </a:r>
            <a:r>
              <a:rPr dirty="0" baseline="3546" sz="3525" spc="-7" i="1">
                <a:latin typeface="Times New Roman"/>
                <a:cs typeface="Times New Roman"/>
              </a:rPr>
              <a:t>r</a:t>
            </a:r>
            <a:r>
              <a:rPr dirty="0" baseline="3546" sz="3525" spc="44" i="1">
                <a:latin typeface="Times New Roman"/>
                <a:cs typeface="Times New Roman"/>
              </a:rPr>
              <a:t> </a:t>
            </a:r>
            <a:r>
              <a:rPr dirty="0" baseline="3546" sz="3525" spc="-7">
                <a:latin typeface="Symbol"/>
                <a:cs typeface="Symbol"/>
              </a:rPr>
              <a:t></a:t>
            </a:r>
            <a:r>
              <a:rPr dirty="0" baseline="3546" sz="3525" spc="142">
                <a:latin typeface="Times New Roman"/>
                <a:cs typeface="Times New Roman"/>
              </a:rPr>
              <a:t> </a:t>
            </a:r>
            <a:r>
              <a:rPr dirty="0" baseline="39007" sz="3525" spc="-30" i="1">
                <a:latin typeface="Times New Roman"/>
                <a:cs typeface="Times New Roman"/>
              </a:rPr>
              <a:t>mv</a:t>
            </a:r>
            <a:r>
              <a:rPr dirty="0" baseline="39007" sz="3525" spc="450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华文楷体"/>
                <a:cs typeface="华文楷体"/>
              </a:rPr>
              <a:t>代入，可</a:t>
            </a:r>
            <a:r>
              <a:rPr dirty="0" sz="2400" spc="-5" b="1" i="1">
                <a:latin typeface="华文楷体"/>
                <a:cs typeface="华文楷体"/>
              </a:rPr>
              <a:t>得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79018" y="5335142"/>
            <a:ext cx="551180" cy="0"/>
          </a:xfrm>
          <a:custGeom>
            <a:avLst/>
            <a:gdLst/>
            <a:ahLst/>
            <a:cxnLst/>
            <a:rect l="l" t="t" r="r" b="b"/>
            <a:pathLst>
              <a:path w="551179" h="0">
                <a:moveTo>
                  <a:pt x="0" y="0"/>
                </a:moveTo>
                <a:lnTo>
                  <a:pt x="550697" y="0"/>
                </a:lnTo>
              </a:path>
            </a:pathLst>
          </a:custGeom>
          <a:ln w="138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86511" y="5333809"/>
            <a:ext cx="33464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0" i="1">
                <a:latin typeface="Times New Roman"/>
                <a:cs typeface="Times New Roman"/>
              </a:rPr>
              <a:t>qB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89928" y="4923752"/>
            <a:ext cx="1039494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6175" sz="3225" spc="30" i="1">
                <a:latin typeface="Times New Roman"/>
                <a:cs typeface="Times New Roman"/>
              </a:rPr>
              <a:t>T </a:t>
            </a:r>
            <a:r>
              <a:rPr dirty="0" baseline="-36175" sz="3225" spc="30">
                <a:latin typeface="Symbol"/>
                <a:cs typeface="Symbol"/>
              </a:rPr>
              <a:t></a:t>
            </a:r>
            <a:r>
              <a:rPr dirty="0" baseline="-36175" sz="3225" spc="-367">
                <a:latin typeface="Times New Roman"/>
                <a:cs typeface="Times New Roman"/>
              </a:rPr>
              <a:t> </a:t>
            </a:r>
            <a:r>
              <a:rPr dirty="0" sz="2150" spc="-235">
                <a:latin typeface="Times New Roman"/>
                <a:cs typeface="Times New Roman"/>
              </a:rPr>
              <a:t>2</a:t>
            </a:r>
            <a:r>
              <a:rPr dirty="0" sz="2300" spc="-235" i="1">
                <a:latin typeface="Symbol"/>
                <a:cs typeface="Symbol"/>
              </a:rPr>
              <a:t></a:t>
            </a:r>
            <a:r>
              <a:rPr dirty="0" sz="2150" spc="-235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2619" y="1258963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想一想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2318004" y="1292352"/>
            <a:ext cx="1522475" cy="928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40023" y="3883152"/>
            <a:ext cx="1979676" cy="1888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66388" y="1540763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66032" y="1764792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29138" y="1788375"/>
            <a:ext cx="4771390" cy="0"/>
          </a:xfrm>
          <a:custGeom>
            <a:avLst/>
            <a:gdLst/>
            <a:ahLst/>
            <a:cxnLst/>
            <a:rect l="l" t="t" r="r" b="b"/>
            <a:pathLst>
              <a:path w="4771390" h="0">
                <a:moveTo>
                  <a:pt x="0" y="0"/>
                </a:moveTo>
                <a:lnTo>
                  <a:pt x="4771212" y="0"/>
                </a:lnTo>
              </a:path>
            </a:pathLst>
          </a:custGeom>
          <a:ln w="1717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55988" y="1752690"/>
            <a:ext cx="6378575" cy="254825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603375">
              <a:lnSpc>
                <a:spcPct val="100000"/>
              </a:lnSpc>
              <a:spcBef>
                <a:spcPts val="760"/>
              </a:spcBef>
            </a:pPr>
            <a:r>
              <a:rPr dirty="0" sz="2400" i="1">
                <a:latin typeface="华文楷体"/>
                <a:cs typeface="华文楷体"/>
              </a:rPr>
              <a:t>带电粒子如何获得初速度？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1099"/>
              </a:lnSpc>
              <a:spcBef>
                <a:spcPts val="530"/>
              </a:spcBef>
              <a:tabLst>
                <a:tab pos="1927860" algn="l"/>
                <a:tab pos="3377565" algn="l"/>
                <a:tab pos="5981065" algn="l"/>
              </a:tabLst>
            </a:pPr>
            <a:r>
              <a:rPr dirty="0" sz="2000" i="1">
                <a:latin typeface="华文楷体"/>
                <a:cs typeface="华文楷体"/>
              </a:rPr>
              <a:t>炽热的金属丝可以发射电子。在金属丝和金属板之间加</a:t>
            </a:r>
            <a:r>
              <a:rPr dirty="0" sz="2000" i="1">
                <a:latin typeface="华文楷体"/>
                <a:cs typeface="华文楷体"/>
              </a:rPr>
              <a:t>一 </a:t>
            </a:r>
            <a:r>
              <a:rPr dirty="0" sz="2000" i="1">
                <a:latin typeface="华文楷体"/>
                <a:cs typeface="华文楷体"/>
              </a:rPr>
              <a:t>电压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sz="2000" spc="-5">
                <a:latin typeface="Times New Roman"/>
                <a:cs typeface="Times New Roman"/>
              </a:rPr>
              <a:t>=2500V</a:t>
            </a:r>
            <a:r>
              <a:rPr dirty="0" sz="2000" i="1">
                <a:latin typeface="华文楷体"/>
                <a:cs typeface="华文楷体"/>
              </a:rPr>
              <a:t>，发射出的电子在真空中加速后，从金属</a:t>
            </a:r>
            <a:r>
              <a:rPr dirty="0" sz="2000" i="1">
                <a:latin typeface="华文楷体"/>
                <a:cs typeface="华文楷体"/>
              </a:rPr>
              <a:t>板 </a:t>
            </a:r>
            <a:r>
              <a:rPr dirty="0" sz="2000" i="1">
                <a:latin typeface="华文楷体"/>
                <a:cs typeface="华文楷体"/>
              </a:rPr>
              <a:t>的小孔穿出。电子穿出时的速度有多大？设电子刚刚离</a:t>
            </a:r>
            <a:r>
              <a:rPr dirty="0" sz="2000" i="1">
                <a:latin typeface="华文楷体"/>
                <a:cs typeface="华文楷体"/>
              </a:rPr>
              <a:t>开 </a:t>
            </a:r>
            <a:r>
              <a:rPr dirty="0" sz="2000" i="1">
                <a:latin typeface="华文楷体"/>
                <a:cs typeface="华文楷体"/>
              </a:rPr>
              <a:t>金属丝时的速度为</a:t>
            </a:r>
            <a:r>
              <a:rPr dirty="0" sz="2000" spc="-5">
                <a:latin typeface="Times New Roman"/>
                <a:cs typeface="Times New Roman"/>
              </a:rPr>
              <a:t>0</a:t>
            </a:r>
            <a:r>
              <a:rPr dirty="0" sz="2000" i="1">
                <a:latin typeface="华文楷体"/>
                <a:cs typeface="华文楷体"/>
              </a:rPr>
              <a:t>。已知电子的质</a:t>
            </a:r>
            <a:r>
              <a:rPr dirty="0" sz="2000" spc="5" i="1">
                <a:latin typeface="华文楷体"/>
                <a:cs typeface="华文楷体"/>
              </a:rPr>
              <a:t>量</a:t>
            </a:r>
            <a:r>
              <a:rPr dirty="0" sz="2000" spc="180" i="1">
                <a:latin typeface="华文楷体"/>
                <a:cs typeface="华文楷体"/>
              </a:rPr>
              <a:t> </a:t>
            </a:r>
            <a:r>
              <a:rPr dirty="0" baseline="-7507" sz="2775" spc="-7" i="1">
                <a:latin typeface="Times New Roman"/>
                <a:cs typeface="Times New Roman"/>
              </a:rPr>
              <a:t>m</a:t>
            </a:r>
            <a:r>
              <a:rPr dirty="0" baseline="-7507" sz="2775" spc="-44" i="1">
                <a:latin typeface="Times New Roman"/>
                <a:cs typeface="Times New Roman"/>
              </a:rPr>
              <a:t> </a:t>
            </a:r>
            <a:r>
              <a:rPr dirty="0" baseline="-7507" sz="2775" spc="-7">
                <a:latin typeface="Symbol"/>
                <a:cs typeface="Symbol"/>
              </a:rPr>
              <a:t></a:t>
            </a:r>
            <a:r>
              <a:rPr dirty="0" baseline="-7507" sz="2775" spc="-82">
                <a:latin typeface="Times New Roman"/>
                <a:cs typeface="Times New Roman"/>
              </a:rPr>
              <a:t> </a:t>
            </a:r>
            <a:r>
              <a:rPr dirty="0" baseline="-7507" sz="2775" spc="-15">
                <a:latin typeface="Times New Roman"/>
                <a:cs typeface="Times New Roman"/>
              </a:rPr>
              <a:t>0.9</a:t>
            </a:r>
            <a:r>
              <a:rPr dirty="0" baseline="-7507" sz="2775" spc="-419">
                <a:latin typeface="Times New Roman"/>
                <a:cs typeface="Times New Roman"/>
              </a:rPr>
              <a:t> </a:t>
            </a:r>
            <a:r>
              <a:rPr dirty="0" baseline="-7507" sz="2775" spc="15">
                <a:latin typeface="Symbol"/>
                <a:cs typeface="Symbol"/>
              </a:rPr>
              <a:t></a:t>
            </a:r>
            <a:r>
              <a:rPr dirty="0" baseline="-7507" sz="2775" spc="15">
                <a:latin typeface="Times New Roman"/>
                <a:cs typeface="Times New Roman"/>
              </a:rPr>
              <a:t>10</a:t>
            </a:r>
            <a:r>
              <a:rPr dirty="0" baseline="29100" sz="1575" spc="15">
                <a:latin typeface="Symbol"/>
                <a:cs typeface="Symbol"/>
              </a:rPr>
              <a:t></a:t>
            </a:r>
            <a:r>
              <a:rPr dirty="0" baseline="29100" sz="1575" spc="15">
                <a:latin typeface="Times New Roman"/>
                <a:cs typeface="Times New Roman"/>
              </a:rPr>
              <a:t>30</a:t>
            </a:r>
            <a:r>
              <a:rPr dirty="0" baseline="29100" sz="1575" spc="-37">
                <a:latin typeface="Times New Roman"/>
                <a:cs typeface="Times New Roman"/>
              </a:rPr>
              <a:t> </a:t>
            </a:r>
            <a:r>
              <a:rPr dirty="0" baseline="-7507" sz="2775" spc="-15">
                <a:latin typeface="Times New Roman"/>
                <a:cs typeface="Times New Roman"/>
              </a:rPr>
              <a:t>kg	</a:t>
            </a:r>
            <a:r>
              <a:rPr dirty="0" sz="2000" spc="5" i="1">
                <a:latin typeface="华文楷体"/>
                <a:cs typeface="华文楷体"/>
              </a:rPr>
              <a:t>，  </a:t>
            </a:r>
            <a:r>
              <a:rPr dirty="0" baseline="1388" sz="3000" i="1">
                <a:latin typeface="华文楷体"/>
                <a:cs typeface="华文楷体"/>
              </a:rPr>
              <a:t>电子的电荷量</a:t>
            </a:r>
            <a:r>
              <a:rPr dirty="0" baseline="1388" sz="3000" spc="7" i="1">
                <a:latin typeface="华文楷体"/>
                <a:cs typeface="华文楷体"/>
              </a:rPr>
              <a:t>为	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-30" i="1">
                <a:latin typeface="Times New Roman"/>
                <a:cs typeface="Times New Roman"/>
              </a:rPr>
              <a:t> </a:t>
            </a:r>
            <a:r>
              <a:rPr dirty="0" sz="1700" spc="15">
                <a:latin typeface="Symbol"/>
                <a:cs typeface="Symbol"/>
              </a:rPr>
              <a:t></a:t>
            </a:r>
            <a:r>
              <a:rPr dirty="0" sz="1700" spc="-210">
                <a:latin typeface="Times New Roman"/>
                <a:cs typeface="Times New Roman"/>
              </a:rPr>
              <a:t> </a:t>
            </a:r>
            <a:r>
              <a:rPr dirty="0" sz="1700" spc="10">
                <a:latin typeface="Times New Roman"/>
                <a:cs typeface="Times New Roman"/>
              </a:rPr>
              <a:t>1.6</a:t>
            </a:r>
            <a:r>
              <a:rPr dirty="0" sz="1700" spc="-265">
                <a:latin typeface="Times New Roman"/>
                <a:cs typeface="Times New Roman"/>
              </a:rPr>
              <a:t> </a:t>
            </a:r>
            <a:r>
              <a:rPr dirty="0" sz="1700" spc="20">
                <a:latin typeface="Symbol"/>
                <a:cs typeface="Symbol"/>
              </a:rPr>
              <a:t></a:t>
            </a:r>
            <a:r>
              <a:rPr dirty="0" sz="1700" spc="20">
                <a:latin typeface="Times New Roman"/>
                <a:cs typeface="Times New Roman"/>
              </a:rPr>
              <a:t>10</a:t>
            </a:r>
            <a:r>
              <a:rPr dirty="0" baseline="44444" sz="1500" spc="30">
                <a:latin typeface="Symbol"/>
                <a:cs typeface="Symbol"/>
              </a:rPr>
              <a:t></a:t>
            </a:r>
            <a:r>
              <a:rPr dirty="0" baseline="44444" sz="1500" spc="30">
                <a:latin typeface="Times New Roman"/>
                <a:cs typeface="Times New Roman"/>
              </a:rPr>
              <a:t>19</a:t>
            </a:r>
            <a:r>
              <a:rPr dirty="0" baseline="44444" sz="1500" spc="-89">
                <a:latin typeface="Times New Roman"/>
                <a:cs typeface="Times New Roman"/>
              </a:rPr>
              <a:t> </a:t>
            </a:r>
            <a:r>
              <a:rPr dirty="0" sz="1700" spc="15">
                <a:latin typeface="Times New Roman"/>
                <a:cs typeface="Times New Roman"/>
              </a:rPr>
              <a:t>C	</a:t>
            </a:r>
            <a:r>
              <a:rPr dirty="0" baseline="1388" sz="3000" spc="7" i="1">
                <a:latin typeface="华文楷体"/>
                <a:cs typeface="华文楷体"/>
              </a:rPr>
              <a:t>。</a:t>
            </a:r>
            <a:endParaRPr baseline="1388" sz="3000">
              <a:latin typeface="华文楷体"/>
              <a:cs typeface="华文楷体"/>
            </a:endParaRPr>
          </a:p>
          <a:p>
            <a:pPr marL="3027045">
              <a:lnSpc>
                <a:spcPct val="100000"/>
              </a:lnSpc>
              <a:spcBef>
                <a:spcPts val="1265"/>
              </a:spcBef>
            </a:pPr>
            <a:r>
              <a:rPr dirty="0" sz="2000" i="1">
                <a:latin typeface="华文楷体"/>
                <a:cs typeface="华文楷体"/>
              </a:rPr>
              <a:t>由动能定理</a:t>
            </a:r>
            <a:r>
              <a:rPr dirty="0" sz="2000" spc="5" i="1">
                <a:latin typeface="华文楷体"/>
                <a:cs typeface="华文楷体"/>
              </a:rPr>
              <a:t>，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11518" y="475496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5" h="0">
                <a:moveTo>
                  <a:pt x="0" y="0"/>
                </a:moveTo>
                <a:lnTo>
                  <a:pt x="138950" y="0"/>
                </a:lnTo>
              </a:path>
            </a:pathLst>
          </a:custGeom>
          <a:ln w="115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13435" y="4749101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7633" y="4567047"/>
            <a:ext cx="109728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15" i="1">
                <a:latin typeface="Times New Roman"/>
                <a:cs typeface="Times New Roman"/>
              </a:rPr>
              <a:t>eU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baseline="34534" sz="2775" spc="-7">
                <a:latin typeface="Times New Roman"/>
                <a:cs typeface="Times New Roman"/>
              </a:rPr>
              <a:t>1</a:t>
            </a:r>
            <a:r>
              <a:rPr dirty="0" baseline="34534" sz="2775" spc="-457">
                <a:latin typeface="Times New Roman"/>
                <a:cs typeface="Times New Roman"/>
              </a:rPr>
              <a:t> </a:t>
            </a:r>
            <a:r>
              <a:rPr dirty="0" sz="1850" spc="25" i="1">
                <a:latin typeface="Times New Roman"/>
                <a:cs typeface="Times New Roman"/>
              </a:rPr>
              <a:t>mv</a:t>
            </a:r>
            <a:r>
              <a:rPr dirty="0" baseline="42328" sz="1575" spc="37">
                <a:latin typeface="Times New Roman"/>
                <a:cs typeface="Times New Roman"/>
              </a:rPr>
              <a:t>2</a:t>
            </a:r>
            <a:endParaRPr baseline="42328" sz="15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10273" y="5394998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 h="0">
                <a:moveTo>
                  <a:pt x="0" y="0"/>
                </a:moveTo>
                <a:lnTo>
                  <a:pt x="442747" y="0"/>
                </a:lnTo>
              </a:path>
            </a:pathLst>
          </a:custGeom>
          <a:ln w="115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54775" y="5439283"/>
            <a:ext cx="22860" cy="29209"/>
          </a:xfrm>
          <a:custGeom>
            <a:avLst/>
            <a:gdLst/>
            <a:ahLst/>
            <a:cxnLst/>
            <a:rect l="l" t="t" r="r" b="b"/>
            <a:pathLst>
              <a:path w="22859" h="29210">
                <a:moveTo>
                  <a:pt x="0" y="29121"/>
                </a:moveTo>
                <a:lnTo>
                  <a:pt x="2255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77330" y="5439283"/>
            <a:ext cx="57150" cy="217804"/>
          </a:xfrm>
          <a:custGeom>
            <a:avLst/>
            <a:gdLst/>
            <a:ahLst/>
            <a:cxnLst/>
            <a:rect l="l" t="t" r="r" b="b"/>
            <a:pathLst>
              <a:path w="57150" h="217804">
                <a:moveTo>
                  <a:pt x="0" y="0"/>
                </a:moveTo>
                <a:lnTo>
                  <a:pt x="56718" y="21779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34048" y="5082578"/>
            <a:ext cx="62865" cy="574675"/>
          </a:xfrm>
          <a:custGeom>
            <a:avLst/>
            <a:gdLst/>
            <a:ahLst/>
            <a:cxnLst/>
            <a:rect l="l" t="t" r="r" b="b"/>
            <a:pathLst>
              <a:path w="62865" h="574675">
                <a:moveTo>
                  <a:pt x="0" y="574497"/>
                </a:moveTo>
                <a:lnTo>
                  <a:pt x="6281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96862" y="5082578"/>
            <a:ext cx="474980" cy="0"/>
          </a:xfrm>
          <a:custGeom>
            <a:avLst/>
            <a:gdLst/>
            <a:ahLst/>
            <a:cxnLst/>
            <a:rect l="l" t="t" r="r" b="b"/>
            <a:pathLst>
              <a:path w="474979" h="0">
                <a:moveTo>
                  <a:pt x="0" y="0"/>
                </a:moveTo>
                <a:lnTo>
                  <a:pt x="47444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51726" y="5077117"/>
            <a:ext cx="619760" cy="580390"/>
          </a:xfrm>
          <a:custGeom>
            <a:avLst/>
            <a:gdLst/>
            <a:ahLst/>
            <a:cxnLst/>
            <a:rect l="l" t="t" r="r" b="b"/>
            <a:pathLst>
              <a:path w="619759" h="580389">
                <a:moveTo>
                  <a:pt x="93873" y="529602"/>
                </a:moveTo>
                <a:lnTo>
                  <a:pt x="82321" y="529602"/>
                </a:lnTo>
                <a:lnTo>
                  <a:pt x="140258" y="0"/>
                </a:lnTo>
                <a:lnTo>
                  <a:pt x="619582" y="0"/>
                </a:lnTo>
                <a:lnTo>
                  <a:pt x="619582" y="11518"/>
                </a:lnTo>
                <a:lnTo>
                  <a:pt x="150012" y="11518"/>
                </a:lnTo>
                <a:lnTo>
                  <a:pt x="93873" y="529602"/>
                </a:lnTo>
                <a:close/>
              </a:path>
              <a:path w="619759" h="580389">
                <a:moveTo>
                  <a:pt x="6096" y="393712"/>
                </a:moveTo>
                <a:lnTo>
                  <a:pt x="0" y="388861"/>
                </a:lnTo>
                <a:lnTo>
                  <a:pt x="32308" y="348208"/>
                </a:lnTo>
                <a:lnTo>
                  <a:pt x="40169" y="376720"/>
                </a:lnTo>
                <a:lnTo>
                  <a:pt x="19507" y="376720"/>
                </a:lnTo>
                <a:lnTo>
                  <a:pt x="6096" y="393712"/>
                </a:lnTo>
                <a:close/>
              </a:path>
              <a:path w="619759" h="580389">
                <a:moveTo>
                  <a:pt x="88417" y="579958"/>
                </a:moveTo>
                <a:lnTo>
                  <a:pt x="76834" y="579958"/>
                </a:lnTo>
                <a:lnTo>
                  <a:pt x="19507" y="376720"/>
                </a:lnTo>
                <a:lnTo>
                  <a:pt x="40169" y="376720"/>
                </a:lnTo>
                <a:lnTo>
                  <a:pt x="82321" y="529602"/>
                </a:lnTo>
                <a:lnTo>
                  <a:pt x="93873" y="529602"/>
                </a:lnTo>
                <a:lnTo>
                  <a:pt x="88417" y="579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836612" y="5389054"/>
            <a:ext cx="19494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 i="1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191415" y="5207050"/>
            <a:ext cx="235458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3400" algn="l"/>
              </a:tabLst>
            </a:pPr>
            <a:r>
              <a:rPr dirty="0" sz="1850" spc="-5" i="1">
                <a:latin typeface="Times New Roman"/>
                <a:cs typeface="Times New Roman"/>
              </a:rPr>
              <a:t>v</a:t>
            </a:r>
            <a:r>
              <a:rPr dirty="0" sz="1850" spc="-1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baseline="34534" sz="2775" spc="-15">
                <a:latin typeface="Times New Roman"/>
                <a:cs typeface="Times New Roman"/>
              </a:rPr>
              <a:t>2</a:t>
            </a:r>
            <a:r>
              <a:rPr dirty="0" baseline="34534" sz="2775" spc="-15" i="1">
                <a:latin typeface="Times New Roman"/>
                <a:cs typeface="Times New Roman"/>
              </a:rPr>
              <a:t>eU</a:t>
            </a:r>
            <a:r>
              <a:rPr dirty="0" baseline="34534" sz="2775" spc="15" i="1">
                <a:latin typeface="Times New Roman"/>
                <a:cs typeface="Times New Roman"/>
              </a:rPr>
              <a:t> </a:t>
            </a:r>
            <a:r>
              <a:rPr dirty="0" sz="1850" spc="-5">
                <a:latin typeface="Symbol"/>
                <a:cs typeface="Symbol"/>
              </a:rPr>
              <a:t></a:t>
            </a:r>
            <a:r>
              <a:rPr dirty="0" sz="1850" spc="-5">
                <a:latin typeface="Times New Roman"/>
                <a:cs typeface="Times New Roman"/>
              </a:rPr>
              <a:t> 3.0 </a:t>
            </a:r>
            <a:r>
              <a:rPr dirty="0" sz="1850" spc="15">
                <a:latin typeface="Symbol"/>
                <a:cs typeface="Symbol"/>
              </a:rPr>
              <a:t></a:t>
            </a:r>
            <a:r>
              <a:rPr dirty="0" sz="1850" spc="15">
                <a:latin typeface="Times New Roman"/>
                <a:cs typeface="Times New Roman"/>
              </a:rPr>
              <a:t>10</a:t>
            </a:r>
            <a:r>
              <a:rPr dirty="0" baseline="42328" sz="1575" spc="22">
                <a:latin typeface="Times New Roman"/>
                <a:cs typeface="Times New Roman"/>
              </a:rPr>
              <a:t>7 </a:t>
            </a:r>
            <a:r>
              <a:rPr dirty="0" sz="1850" spc="-10">
                <a:latin typeface="Times New Roman"/>
                <a:cs typeface="Times New Roman"/>
              </a:rPr>
              <a:t>m/s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90644" y="2092451"/>
            <a:ext cx="2980944" cy="3787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03080" y="2314079"/>
            <a:ext cx="1248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励磁线</a:t>
            </a:r>
            <a:r>
              <a:rPr dirty="0" sz="2400" spc="-10" b="1">
                <a:latin typeface="宋体"/>
                <a:cs typeface="宋体"/>
              </a:rPr>
              <a:t>圈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4789" y="2248890"/>
            <a:ext cx="2453005" cy="554990"/>
          </a:xfrm>
          <a:custGeom>
            <a:avLst/>
            <a:gdLst/>
            <a:ahLst/>
            <a:cxnLst/>
            <a:rect l="l" t="t" r="r" b="b"/>
            <a:pathLst>
              <a:path w="2453004" h="554989">
                <a:moveTo>
                  <a:pt x="1512608" y="520700"/>
                </a:moveTo>
                <a:lnTo>
                  <a:pt x="79070" y="520700"/>
                </a:lnTo>
                <a:lnTo>
                  <a:pt x="69951" y="518160"/>
                </a:lnTo>
                <a:lnTo>
                  <a:pt x="33870" y="500380"/>
                </a:lnTo>
                <a:lnTo>
                  <a:pt x="27241" y="494030"/>
                </a:lnTo>
                <a:lnTo>
                  <a:pt x="24142" y="491490"/>
                </a:lnTo>
                <a:lnTo>
                  <a:pt x="5549" y="459740"/>
                </a:lnTo>
                <a:lnTo>
                  <a:pt x="4076" y="455930"/>
                </a:lnTo>
                <a:lnTo>
                  <a:pt x="0" y="433070"/>
                </a:lnTo>
                <a:lnTo>
                  <a:pt x="0" y="87630"/>
                </a:lnTo>
                <a:lnTo>
                  <a:pt x="368" y="83820"/>
                </a:lnTo>
                <a:lnTo>
                  <a:pt x="952" y="78740"/>
                </a:lnTo>
                <a:lnTo>
                  <a:pt x="1778" y="73660"/>
                </a:lnTo>
                <a:lnTo>
                  <a:pt x="2819" y="69850"/>
                </a:lnTo>
                <a:lnTo>
                  <a:pt x="4076" y="64770"/>
                </a:lnTo>
                <a:lnTo>
                  <a:pt x="5549" y="60960"/>
                </a:lnTo>
                <a:lnTo>
                  <a:pt x="7226" y="55880"/>
                </a:lnTo>
                <a:lnTo>
                  <a:pt x="9093" y="52070"/>
                </a:lnTo>
                <a:lnTo>
                  <a:pt x="24142" y="30480"/>
                </a:lnTo>
                <a:lnTo>
                  <a:pt x="27241" y="26670"/>
                </a:lnTo>
                <a:lnTo>
                  <a:pt x="30480" y="24130"/>
                </a:lnTo>
                <a:lnTo>
                  <a:pt x="33870" y="20320"/>
                </a:lnTo>
                <a:lnTo>
                  <a:pt x="37388" y="17780"/>
                </a:lnTo>
                <a:lnTo>
                  <a:pt x="41059" y="15240"/>
                </a:lnTo>
                <a:lnTo>
                  <a:pt x="44843" y="12700"/>
                </a:lnTo>
                <a:lnTo>
                  <a:pt x="48755" y="10160"/>
                </a:lnTo>
                <a:lnTo>
                  <a:pt x="52781" y="8890"/>
                </a:lnTo>
                <a:lnTo>
                  <a:pt x="56921" y="6350"/>
                </a:lnTo>
                <a:lnTo>
                  <a:pt x="65506" y="3810"/>
                </a:lnTo>
                <a:lnTo>
                  <a:pt x="79070" y="0"/>
                </a:lnTo>
                <a:lnTo>
                  <a:pt x="1512608" y="0"/>
                </a:lnTo>
                <a:lnTo>
                  <a:pt x="1526171" y="3810"/>
                </a:lnTo>
                <a:lnTo>
                  <a:pt x="1534756" y="6350"/>
                </a:lnTo>
                <a:lnTo>
                  <a:pt x="1538897" y="8890"/>
                </a:lnTo>
                <a:lnTo>
                  <a:pt x="1542923" y="10160"/>
                </a:lnTo>
                <a:lnTo>
                  <a:pt x="1546834" y="12700"/>
                </a:lnTo>
                <a:lnTo>
                  <a:pt x="1550619" y="15240"/>
                </a:lnTo>
                <a:lnTo>
                  <a:pt x="1554276" y="17780"/>
                </a:lnTo>
                <a:lnTo>
                  <a:pt x="1556042" y="19050"/>
                </a:lnTo>
                <a:lnTo>
                  <a:pt x="82181" y="19050"/>
                </a:lnTo>
                <a:lnTo>
                  <a:pt x="78054" y="20320"/>
                </a:lnTo>
                <a:lnTo>
                  <a:pt x="74917" y="20320"/>
                </a:lnTo>
                <a:lnTo>
                  <a:pt x="70942" y="21590"/>
                </a:lnTo>
                <a:lnTo>
                  <a:pt x="71386" y="21590"/>
                </a:lnTo>
                <a:lnTo>
                  <a:pt x="67500" y="22860"/>
                </a:lnTo>
                <a:lnTo>
                  <a:pt x="67932" y="22860"/>
                </a:lnTo>
                <a:lnTo>
                  <a:pt x="64122" y="24130"/>
                </a:lnTo>
                <a:lnTo>
                  <a:pt x="64554" y="24130"/>
                </a:lnTo>
                <a:lnTo>
                  <a:pt x="60845" y="25400"/>
                </a:lnTo>
                <a:lnTo>
                  <a:pt x="61264" y="25400"/>
                </a:lnTo>
                <a:lnTo>
                  <a:pt x="59455" y="26670"/>
                </a:lnTo>
                <a:lnTo>
                  <a:pt x="58051" y="26670"/>
                </a:lnTo>
                <a:lnTo>
                  <a:pt x="54533" y="29210"/>
                </a:lnTo>
                <a:lnTo>
                  <a:pt x="54927" y="29210"/>
                </a:lnTo>
                <a:lnTo>
                  <a:pt x="53225" y="30480"/>
                </a:lnTo>
                <a:lnTo>
                  <a:pt x="51904" y="30480"/>
                </a:lnTo>
                <a:lnTo>
                  <a:pt x="48615" y="33020"/>
                </a:lnTo>
                <a:lnTo>
                  <a:pt x="48983" y="33020"/>
                </a:lnTo>
                <a:lnTo>
                  <a:pt x="45821" y="35560"/>
                </a:lnTo>
                <a:lnTo>
                  <a:pt x="46164" y="35560"/>
                </a:lnTo>
                <a:lnTo>
                  <a:pt x="43129" y="38100"/>
                </a:lnTo>
                <a:lnTo>
                  <a:pt x="43459" y="38100"/>
                </a:lnTo>
                <a:lnTo>
                  <a:pt x="40551" y="40640"/>
                </a:lnTo>
                <a:lnTo>
                  <a:pt x="40868" y="40640"/>
                </a:lnTo>
                <a:lnTo>
                  <a:pt x="38087" y="43180"/>
                </a:lnTo>
                <a:lnTo>
                  <a:pt x="38392" y="43180"/>
                </a:lnTo>
                <a:lnTo>
                  <a:pt x="35763" y="45720"/>
                </a:lnTo>
                <a:lnTo>
                  <a:pt x="36055" y="45720"/>
                </a:lnTo>
                <a:lnTo>
                  <a:pt x="33566" y="48260"/>
                </a:lnTo>
                <a:lnTo>
                  <a:pt x="33832" y="48260"/>
                </a:lnTo>
                <a:lnTo>
                  <a:pt x="31496" y="50800"/>
                </a:lnTo>
                <a:lnTo>
                  <a:pt x="31750" y="50800"/>
                </a:lnTo>
                <a:lnTo>
                  <a:pt x="29565" y="54610"/>
                </a:lnTo>
                <a:lnTo>
                  <a:pt x="29806" y="54610"/>
                </a:lnTo>
                <a:lnTo>
                  <a:pt x="27787" y="57150"/>
                </a:lnTo>
                <a:lnTo>
                  <a:pt x="28016" y="57150"/>
                </a:lnTo>
                <a:lnTo>
                  <a:pt x="26780" y="59690"/>
                </a:lnTo>
                <a:lnTo>
                  <a:pt x="26365" y="59690"/>
                </a:lnTo>
                <a:lnTo>
                  <a:pt x="24676" y="63500"/>
                </a:lnTo>
                <a:lnTo>
                  <a:pt x="24866" y="63500"/>
                </a:lnTo>
                <a:lnTo>
                  <a:pt x="23355" y="67310"/>
                </a:lnTo>
                <a:lnTo>
                  <a:pt x="23520" y="67310"/>
                </a:lnTo>
                <a:lnTo>
                  <a:pt x="22639" y="69850"/>
                </a:lnTo>
                <a:lnTo>
                  <a:pt x="22339" y="69850"/>
                </a:lnTo>
                <a:lnTo>
                  <a:pt x="21491" y="73660"/>
                </a:lnTo>
                <a:lnTo>
                  <a:pt x="21336" y="73660"/>
                </a:lnTo>
                <a:lnTo>
                  <a:pt x="20396" y="77470"/>
                </a:lnTo>
                <a:lnTo>
                  <a:pt x="19748" y="81280"/>
                </a:lnTo>
                <a:lnTo>
                  <a:pt x="19291" y="85090"/>
                </a:lnTo>
                <a:lnTo>
                  <a:pt x="19121" y="87630"/>
                </a:lnTo>
                <a:lnTo>
                  <a:pt x="19037" y="88900"/>
                </a:lnTo>
                <a:lnTo>
                  <a:pt x="19011" y="431800"/>
                </a:lnTo>
                <a:lnTo>
                  <a:pt x="19342" y="435610"/>
                </a:lnTo>
                <a:lnTo>
                  <a:pt x="19824" y="439420"/>
                </a:lnTo>
                <a:lnTo>
                  <a:pt x="20485" y="443230"/>
                </a:lnTo>
                <a:lnTo>
                  <a:pt x="21336" y="447040"/>
                </a:lnTo>
                <a:lnTo>
                  <a:pt x="22339" y="450850"/>
                </a:lnTo>
                <a:lnTo>
                  <a:pt x="22529" y="450850"/>
                </a:lnTo>
                <a:lnTo>
                  <a:pt x="23520" y="454660"/>
                </a:lnTo>
                <a:lnTo>
                  <a:pt x="23859" y="454660"/>
                </a:lnTo>
                <a:lnTo>
                  <a:pt x="24866" y="457200"/>
                </a:lnTo>
                <a:lnTo>
                  <a:pt x="24676" y="457200"/>
                </a:lnTo>
                <a:lnTo>
                  <a:pt x="26365" y="461010"/>
                </a:lnTo>
                <a:lnTo>
                  <a:pt x="26780" y="461010"/>
                </a:lnTo>
                <a:lnTo>
                  <a:pt x="28016" y="463550"/>
                </a:lnTo>
                <a:lnTo>
                  <a:pt x="27787" y="463550"/>
                </a:lnTo>
                <a:lnTo>
                  <a:pt x="29806" y="467360"/>
                </a:lnTo>
                <a:lnTo>
                  <a:pt x="30293" y="467360"/>
                </a:lnTo>
                <a:lnTo>
                  <a:pt x="31750" y="469900"/>
                </a:lnTo>
                <a:lnTo>
                  <a:pt x="31496" y="469900"/>
                </a:lnTo>
                <a:lnTo>
                  <a:pt x="33832" y="472440"/>
                </a:lnTo>
                <a:lnTo>
                  <a:pt x="33566" y="472440"/>
                </a:lnTo>
                <a:lnTo>
                  <a:pt x="36055" y="476250"/>
                </a:lnTo>
                <a:lnTo>
                  <a:pt x="36639" y="476250"/>
                </a:lnTo>
                <a:lnTo>
                  <a:pt x="38392" y="478790"/>
                </a:lnTo>
                <a:lnTo>
                  <a:pt x="39014" y="478790"/>
                </a:lnTo>
                <a:lnTo>
                  <a:pt x="40868" y="481330"/>
                </a:lnTo>
                <a:lnTo>
                  <a:pt x="41520" y="481330"/>
                </a:lnTo>
                <a:lnTo>
                  <a:pt x="43459" y="483870"/>
                </a:lnTo>
                <a:lnTo>
                  <a:pt x="44646" y="483870"/>
                </a:lnTo>
                <a:lnTo>
                  <a:pt x="46164" y="485140"/>
                </a:lnTo>
                <a:lnTo>
                  <a:pt x="45821" y="485140"/>
                </a:lnTo>
                <a:lnTo>
                  <a:pt x="48983" y="487680"/>
                </a:lnTo>
                <a:lnTo>
                  <a:pt x="48615" y="487680"/>
                </a:lnTo>
                <a:lnTo>
                  <a:pt x="51904" y="490220"/>
                </a:lnTo>
                <a:lnTo>
                  <a:pt x="51523" y="490220"/>
                </a:lnTo>
                <a:lnTo>
                  <a:pt x="54927" y="491490"/>
                </a:lnTo>
                <a:lnTo>
                  <a:pt x="54533" y="491490"/>
                </a:lnTo>
                <a:lnTo>
                  <a:pt x="58051" y="494030"/>
                </a:lnTo>
                <a:lnTo>
                  <a:pt x="57645" y="494030"/>
                </a:lnTo>
                <a:lnTo>
                  <a:pt x="61264" y="495300"/>
                </a:lnTo>
                <a:lnTo>
                  <a:pt x="60845" y="495300"/>
                </a:lnTo>
                <a:lnTo>
                  <a:pt x="64554" y="496570"/>
                </a:lnTo>
                <a:lnTo>
                  <a:pt x="64122" y="496570"/>
                </a:lnTo>
                <a:lnTo>
                  <a:pt x="67932" y="497840"/>
                </a:lnTo>
                <a:lnTo>
                  <a:pt x="67500" y="497840"/>
                </a:lnTo>
                <a:lnTo>
                  <a:pt x="71386" y="499110"/>
                </a:lnTo>
                <a:lnTo>
                  <a:pt x="70942" y="499110"/>
                </a:lnTo>
                <a:lnTo>
                  <a:pt x="74917" y="500380"/>
                </a:lnTo>
                <a:lnTo>
                  <a:pt x="74460" y="500380"/>
                </a:lnTo>
                <a:lnTo>
                  <a:pt x="78524" y="501650"/>
                </a:lnTo>
                <a:lnTo>
                  <a:pt x="85420" y="501650"/>
                </a:lnTo>
                <a:lnTo>
                  <a:pt x="89687" y="502920"/>
                </a:lnTo>
                <a:lnTo>
                  <a:pt x="1554276" y="502920"/>
                </a:lnTo>
                <a:lnTo>
                  <a:pt x="1550619" y="505460"/>
                </a:lnTo>
                <a:lnTo>
                  <a:pt x="1526171" y="516890"/>
                </a:lnTo>
                <a:lnTo>
                  <a:pt x="1512608" y="520700"/>
                </a:lnTo>
                <a:close/>
              </a:path>
              <a:path w="2453004" h="554989">
                <a:moveTo>
                  <a:pt x="1534033" y="27940"/>
                </a:moveTo>
                <a:lnTo>
                  <a:pt x="1530413" y="25400"/>
                </a:lnTo>
                <a:lnTo>
                  <a:pt x="1530832" y="25400"/>
                </a:lnTo>
                <a:lnTo>
                  <a:pt x="1527124" y="24130"/>
                </a:lnTo>
                <a:lnTo>
                  <a:pt x="1527543" y="24130"/>
                </a:lnTo>
                <a:lnTo>
                  <a:pt x="1523746" y="22860"/>
                </a:lnTo>
                <a:lnTo>
                  <a:pt x="1524177" y="22860"/>
                </a:lnTo>
                <a:lnTo>
                  <a:pt x="1520278" y="21590"/>
                </a:lnTo>
                <a:lnTo>
                  <a:pt x="1520736" y="21590"/>
                </a:lnTo>
                <a:lnTo>
                  <a:pt x="1516748" y="20320"/>
                </a:lnTo>
                <a:lnTo>
                  <a:pt x="1513624" y="20320"/>
                </a:lnTo>
                <a:lnTo>
                  <a:pt x="1509496" y="19050"/>
                </a:lnTo>
                <a:lnTo>
                  <a:pt x="1556042" y="19050"/>
                </a:lnTo>
                <a:lnTo>
                  <a:pt x="1557807" y="20320"/>
                </a:lnTo>
                <a:lnTo>
                  <a:pt x="1561198" y="24130"/>
                </a:lnTo>
                <a:lnTo>
                  <a:pt x="1564436" y="26670"/>
                </a:lnTo>
                <a:lnTo>
                  <a:pt x="1533626" y="26670"/>
                </a:lnTo>
                <a:lnTo>
                  <a:pt x="1534033" y="27940"/>
                </a:lnTo>
                <a:close/>
              </a:path>
              <a:path w="2453004" h="554989">
                <a:moveTo>
                  <a:pt x="57645" y="27940"/>
                </a:moveTo>
                <a:lnTo>
                  <a:pt x="58051" y="26670"/>
                </a:lnTo>
                <a:lnTo>
                  <a:pt x="59455" y="26670"/>
                </a:lnTo>
                <a:lnTo>
                  <a:pt x="57645" y="27940"/>
                </a:lnTo>
                <a:close/>
              </a:path>
              <a:path w="2453004" h="554989">
                <a:moveTo>
                  <a:pt x="1540141" y="31750"/>
                </a:moveTo>
                <a:lnTo>
                  <a:pt x="1536750" y="29210"/>
                </a:lnTo>
                <a:lnTo>
                  <a:pt x="1537131" y="29210"/>
                </a:lnTo>
                <a:lnTo>
                  <a:pt x="1533626" y="26670"/>
                </a:lnTo>
                <a:lnTo>
                  <a:pt x="1564436" y="26670"/>
                </a:lnTo>
                <a:lnTo>
                  <a:pt x="1567522" y="30480"/>
                </a:lnTo>
                <a:lnTo>
                  <a:pt x="1539773" y="30480"/>
                </a:lnTo>
                <a:lnTo>
                  <a:pt x="1540141" y="31750"/>
                </a:lnTo>
                <a:close/>
              </a:path>
              <a:path w="2453004" h="554989">
                <a:moveTo>
                  <a:pt x="51523" y="31750"/>
                </a:moveTo>
                <a:lnTo>
                  <a:pt x="51904" y="30480"/>
                </a:lnTo>
                <a:lnTo>
                  <a:pt x="53225" y="30480"/>
                </a:lnTo>
                <a:lnTo>
                  <a:pt x="51523" y="31750"/>
                </a:lnTo>
                <a:close/>
              </a:path>
              <a:path w="2453004" h="554989">
                <a:moveTo>
                  <a:pt x="1565516" y="60960"/>
                </a:moveTo>
                <a:lnTo>
                  <a:pt x="1563662" y="57150"/>
                </a:lnTo>
                <a:lnTo>
                  <a:pt x="1563890" y="57150"/>
                </a:lnTo>
                <a:lnTo>
                  <a:pt x="1561871" y="54610"/>
                </a:lnTo>
                <a:lnTo>
                  <a:pt x="1562100" y="54610"/>
                </a:lnTo>
                <a:lnTo>
                  <a:pt x="1559928" y="50800"/>
                </a:lnTo>
                <a:lnTo>
                  <a:pt x="1560182" y="50800"/>
                </a:lnTo>
                <a:lnTo>
                  <a:pt x="1557845" y="48260"/>
                </a:lnTo>
                <a:lnTo>
                  <a:pt x="1558112" y="48260"/>
                </a:lnTo>
                <a:lnTo>
                  <a:pt x="1555623" y="45720"/>
                </a:lnTo>
                <a:lnTo>
                  <a:pt x="1555915" y="45720"/>
                </a:lnTo>
                <a:lnTo>
                  <a:pt x="1553273" y="43180"/>
                </a:lnTo>
                <a:lnTo>
                  <a:pt x="1553578" y="43180"/>
                </a:lnTo>
                <a:lnTo>
                  <a:pt x="1550809" y="40640"/>
                </a:lnTo>
                <a:lnTo>
                  <a:pt x="1551127" y="40640"/>
                </a:lnTo>
                <a:lnTo>
                  <a:pt x="1548218" y="38100"/>
                </a:lnTo>
                <a:lnTo>
                  <a:pt x="1548549" y="38100"/>
                </a:lnTo>
                <a:lnTo>
                  <a:pt x="1545513" y="35560"/>
                </a:lnTo>
                <a:lnTo>
                  <a:pt x="1545856" y="35560"/>
                </a:lnTo>
                <a:lnTo>
                  <a:pt x="1542694" y="33020"/>
                </a:lnTo>
                <a:lnTo>
                  <a:pt x="1543062" y="33020"/>
                </a:lnTo>
                <a:lnTo>
                  <a:pt x="1539773" y="30480"/>
                </a:lnTo>
                <a:lnTo>
                  <a:pt x="1567522" y="30480"/>
                </a:lnTo>
                <a:lnTo>
                  <a:pt x="1570456" y="33020"/>
                </a:lnTo>
                <a:lnTo>
                  <a:pt x="1585709" y="59690"/>
                </a:lnTo>
                <a:lnTo>
                  <a:pt x="1565313" y="59690"/>
                </a:lnTo>
                <a:lnTo>
                  <a:pt x="1565516" y="60960"/>
                </a:lnTo>
                <a:close/>
              </a:path>
              <a:path w="2453004" h="554989">
                <a:moveTo>
                  <a:pt x="26162" y="60960"/>
                </a:moveTo>
                <a:lnTo>
                  <a:pt x="26365" y="59690"/>
                </a:lnTo>
                <a:lnTo>
                  <a:pt x="26780" y="59690"/>
                </a:lnTo>
                <a:lnTo>
                  <a:pt x="26162" y="60960"/>
                </a:lnTo>
                <a:close/>
              </a:path>
              <a:path w="2453004" h="554989">
                <a:moveTo>
                  <a:pt x="1569478" y="71120"/>
                </a:moveTo>
                <a:lnTo>
                  <a:pt x="1568157" y="67310"/>
                </a:lnTo>
                <a:lnTo>
                  <a:pt x="1568310" y="67310"/>
                </a:lnTo>
                <a:lnTo>
                  <a:pt x="1566811" y="63500"/>
                </a:lnTo>
                <a:lnTo>
                  <a:pt x="1566989" y="63500"/>
                </a:lnTo>
                <a:lnTo>
                  <a:pt x="1565313" y="59690"/>
                </a:lnTo>
                <a:lnTo>
                  <a:pt x="1585709" y="59690"/>
                </a:lnTo>
                <a:lnTo>
                  <a:pt x="1586128" y="60960"/>
                </a:lnTo>
                <a:lnTo>
                  <a:pt x="1587588" y="64770"/>
                </a:lnTo>
                <a:lnTo>
                  <a:pt x="1588858" y="69850"/>
                </a:lnTo>
                <a:lnTo>
                  <a:pt x="1569326" y="69850"/>
                </a:lnTo>
                <a:lnTo>
                  <a:pt x="1569478" y="71120"/>
                </a:lnTo>
                <a:close/>
              </a:path>
              <a:path w="2453004" h="554989">
                <a:moveTo>
                  <a:pt x="22199" y="71120"/>
                </a:moveTo>
                <a:lnTo>
                  <a:pt x="22339" y="69850"/>
                </a:lnTo>
                <a:lnTo>
                  <a:pt x="22639" y="69850"/>
                </a:lnTo>
                <a:lnTo>
                  <a:pt x="22199" y="71120"/>
                </a:lnTo>
                <a:close/>
              </a:path>
              <a:path w="2453004" h="554989">
                <a:moveTo>
                  <a:pt x="1570456" y="74930"/>
                </a:moveTo>
                <a:lnTo>
                  <a:pt x="1569326" y="69850"/>
                </a:lnTo>
                <a:lnTo>
                  <a:pt x="1588858" y="69850"/>
                </a:lnTo>
                <a:lnTo>
                  <a:pt x="1589900" y="73660"/>
                </a:lnTo>
                <a:lnTo>
                  <a:pt x="1570342" y="73660"/>
                </a:lnTo>
                <a:lnTo>
                  <a:pt x="1570456" y="74930"/>
                </a:lnTo>
                <a:close/>
              </a:path>
              <a:path w="2453004" h="554989">
                <a:moveTo>
                  <a:pt x="21209" y="74930"/>
                </a:moveTo>
                <a:lnTo>
                  <a:pt x="21336" y="73660"/>
                </a:lnTo>
                <a:lnTo>
                  <a:pt x="21491" y="73660"/>
                </a:lnTo>
                <a:lnTo>
                  <a:pt x="21209" y="74930"/>
                </a:lnTo>
                <a:close/>
              </a:path>
              <a:path w="2453004" h="554989">
                <a:moveTo>
                  <a:pt x="2451214" y="554990"/>
                </a:moveTo>
                <a:lnTo>
                  <a:pt x="2374806" y="544731"/>
                </a:lnTo>
                <a:lnTo>
                  <a:pt x="2378748" y="525780"/>
                </a:lnTo>
                <a:lnTo>
                  <a:pt x="2251642" y="508756"/>
                </a:lnTo>
                <a:lnTo>
                  <a:pt x="1572742" y="309880"/>
                </a:lnTo>
                <a:lnTo>
                  <a:pt x="1572628" y="88900"/>
                </a:lnTo>
                <a:lnTo>
                  <a:pt x="1572547" y="87630"/>
                </a:lnTo>
                <a:lnTo>
                  <a:pt x="1572336" y="85090"/>
                </a:lnTo>
                <a:lnTo>
                  <a:pt x="1571853" y="81280"/>
                </a:lnTo>
                <a:lnTo>
                  <a:pt x="1571180" y="77470"/>
                </a:lnTo>
                <a:lnTo>
                  <a:pt x="1570342" y="73660"/>
                </a:lnTo>
                <a:lnTo>
                  <a:pt x="1589900" y="73660"/>
                </a:lnTo>
                <a:lnTo>
                  <a:pt x="1590713" y="78740"/>
                </a:lnTo>
                <a:lnTo>
                  <a:pt x="1591310" y="83820"/>
                </a:lnTo>
                <a:lnTo>
                  <a:pt x="1591678" y="87630"/>
                </a:lnTo>
                <a:lnTo>
                  <a:pt x="1591792" y="293370"/>
                </a:lnTo>
                <a:lnTo>
                  <a:pt x="1584947" y="293370"/>
                </a:lnTo>
                <a:lnTo>
                  <a:pt x="1591792" y="302260"/>
                </a:lnTo>
                <a:lnTo>
                  <a:pt x="1615321" y="302260"/>
                </a:lnTo>
                <a:lnTo>
                  <a:pt x="2452789" y="547370"/>
                </a:lnTo>
                <a:lnTo>
                  <a:pt x="2451214" y="554990"/>
                </a:lnTo>
                <a:close/>
              </a:path>
              <a:path w="2453004" h="554989">
                <a:moveTo>
                  <a:pt x="1591792" y="302260"/>
                </a:moveTo>
                <a:lnTo>
                  <a:pt x="1584947" y="293370"/>
                </a:lnTo>
                <a:lnTo>
                  <a:pt x="1591792" y="295373"/>
                </a:lnTo>
                <a:lnTo>
                  <a:pt x="1591792" y="302260"/>
                </a:lnTo>
                <a:close/>
              </a:path>
              <a:path w="2453004" h="554989">
                <a:moveTo>
                  <a:pt x="1591792" y="295373"/>
                </a:moveTo>
                <a:lnTo>
                  <a:pt x="1584947" y="293370"/>
                </a:lnTo>
                <a:lnTo>
                  <a:pt x="1591792" y="293370"/>
                </a:lnTo>
                <a:lnTo>
                  <a:pt x="1591792" y="295373"/>
                </a:lnTo>
                <a:close/>
              </a:path>
              <a:path w="2453004" h="554989">
                <a:moveTo>
                  <a:pt x="1615321" y="302260"/>
                </a:moveTo>
                <a:lnTo>
                  <a:pt x="1591792" y="302260"/>
                </a:lnTo>
                <a:lnTo>
                  <a:pt x="1591792" y="295373"/>
                </a:lnTo>
                <a:lnTo>
                  <a:pt x="1615321" y="302260"/>
                </a:lnTo>
                <a:close/>
              </a:path>
              <a:path w="2453004" h="554989">
                <a:moveTo>
                  <a:pt x="1589119" y="450850"/>
                </a:moveTo>
                <a:lnTo>
                  <a:pt x="1569326" y="450850"/>
                </a:lnTo>
                <a:lnTo>
                  <a:pt x="1570456" y="447040"/>
                </a:lnTo>
                <a:lnTo>
                  <a:pt x="1571282" y="443230"/>
                </a:lnTo>
                <a:lnTo>
                  <a:pt x="1571917" y="439420"/>
                </a:lnTo>
                <a:lnTo>
                  <a:pt x="1572387" y="435610"/>
                </a:lnTo>
                <a:lnTo>
                  <a:pt x="1572653" y="431800"/>
                </a:lnTo>
                <a:lnTo>
                  <a:pt x="1572742" y="417830"/>
                </a:lnTo>
                <a:lnTo>
                  <a:pt x="1648601" y="427990"/>
                </a:lnTo>
                <a:lnTo>
                  <a:pt x="1591792" y="427990"/>
                </a:lnTo>
                <a:lnTo>
                  <a:pt x="1580984" y="438150"/>
                </a:lnTo>
                <a:lnTo>
                  <a:pt x="1591094" y="439507"/>
                </a:lnTo>
                <a:lnTo>
                  <a:pt x="1589900" y="447040"/>
                </a:lnTo>
                <a:lnTo>
                  <a:pt x="1589119" y="450850"/>
                </a:lnTo>
                <a:close/>
              </a:path>
              <a:path w="2453004" h="554989">
                <a:moveTo>
                  <a:pt x="1591094" y="439507"/>
                </a:moveTo>
                <a:lnTo>
                  <a:pt x="1580984" y="438150"/>
                </a:lnTo>
                <a:lnTo>
                  <a:pt x="1591792" y="427990"/>
                </a:lnTo>
                <a:lnTo>
                  <a:pt x="1591678" y="433070"/>
                </a:lnTo>
                <a:lnTo>
                  <a:pt x="1591310" y="438150"/>
                </a:lnTo>
                <a:lnTo>
                  <a:pt x="1591094" y="439507"/>
                </a:lnTo>
                <a:close/>
              </a:path>
              <a:path w="2453004" h="554989">
                <a:moveTo>
                  <a:pt x="2374145" y="544642"/>
                </a:moveTo>
                <a:lnTo>
                  <a:pt x="1591094" y="439507"/>
                </a:lnTo>
                <a:lnTo>
                  <a:pt x="1591310" y="438150"/>
                </a:lnTo>
                <a:lnTo>
                  <a:pt x="1591678" y="433070"/>
                </a:lnTo>
                <a:lnTo>
                  <a:pt x="1591792" y="427990"/>
                </a:lnTo>
                <a:lnTo>
                  <a:pt x="1648601" y="427990"/>
                </a:lnTo>
                <a:lnTo>
                  <a:pt x="2251642" y="508756"/>
                </a:lnTo>
                <a:lnTo>
                  <a:pt x="2374145" y="544642"/>
                </a:lnTo>
                <a:close/>
              </a:path>
              <a:path w="2453004" h="554989">
                <a:moveTo>
                  <a:pt x="22529" y="450850"/>
                </a:moveTo>
                <a:lnTo>
                  <a:pt x="22339" y="450850"/>
                </a:lnTo>
                <a:lnTo>
                  <a:pt x="22199" y="449580"/>
                </a:lnTo>
                <a:lnTo>
                  <a:pt x="22529" y="450850"/>
                </a:lnTo>
                <a:close/>
              </a:path>
              <a:path w="2453004" h="554989">
                <a:moveTo>
                  <a:pt x="1588012" y="454660"/>
                </a:moveTo>
                <a:lnTo>
                  <a:pt x="1568157" y="454660"/>
                </a:lnTo>
                <a:lnTo>
                  <a:pt x="1569478" y="449580"/>
                </a:lnTo>
                <a:lnTo>
                  <a:pt x="1569326" y="450850"/>
                </a:lnTo>
                <a:lnTo>
                  <a:pt x="1589119" y="450850"/>
                </a:lnTo>
                <a:lnTo>
                  <a:pt x="1588858" y="452120"/>
                </a:lnTo>
                <a:lnTo>
                  <a:pt x="1588012" y="454660"/>
                </a:lnTo>
                <a:close/>
              </a:path>
              <a:path w="2453004" h="554989">
                <a:moveTo>
                  <a:pt x="23859" y="454660"/>
                </a:moveTo>
                <a:lnTo>
                  <a:pt x="23520" y="454660"/>
                </a:lnTo>
                <a:lnTo>
                  <a:pt x="23355" y="453390"/>
                </a:lnTo>
                <a:lnTo>
                  <a:pt x="23859" y="454660"/>
                </a:lnTo>
                <a:close/>
              </a:path>
              <a:path w="2453004" h="554989">
                <a:moveTo>
                  <a:pt x="1585709" y="461010"/>
                </a:moveTo>
                <a:lnTo>
                  <a:pt x="1565313" y="461010"/>
                </a:lnTo>
                <a:lnTo>
                  <a:pt x="1566989" y="457200"/>
                </a:lnTo>
                <a:lnTo>
                  <a:pt x="1566811" y="457200"/>
                </a:lnTo>
                <a:lnTo>
                  <a:pt x="1568310" y="453390"/>
                </a:lnTo>
                <a:lnTo>
                  <a:pt x="1568157" y="454660"/>
                </a:lnTo>
                <a:lnTo>
                  <a:pt x="1588012" y="454660"/>
                </a:lnTo>
                <a:lnTo>
                  <a:pt x="1587588" y="455930"/>
                </a:lnTo>
                <a:lnTo>
                  <a:pt x="1586128" y="459740"/>
                </a:lnTo>
                <a:lnTo>
                  <a:pt x="1585709" y="461010"/>
                </a:lnTo>
                <a:close/>
              </a:path>
              <a:path w="2453004" h="554989">
                <a:moveTo>
                  <a:pt x="26780" y="461010"/>
                </a:moveTo>
                <a:lnTo>
                  <a:pt x="26365" y="461010"/>
                </a:lnTo>
                <a:lnTo>
                  <a:pt x="26162" y="459740"/>
                </a:lnTo>
                <a:lnTo>
                  <a:pt x="26780" y="461010"/>
                </a:lnTo>
                <a:close/>
              </a:path>
              <a:path w="2453004" h="554989">
                <a:moveTo>
                  <a:pt x="1583198" y="467360"/>
                </a:moveTo>
                <a:lnTo>
                  <a:pt x="1561871" y="467360"/>
                </a:lnTo>
                <a:lnTo>
                  <a:pt x="1563890" y="463550"/>
                </a:lnTo>
                <a:lnTo>
                  <a:pt x="1563662" y="463550"/>
                </a:lnTo>
                <a:lnTo>
                  <a:pt x="1565516" y="459740"/>
                </a:lnTo>
                <a:lnTo>
                  <a:pt x="1565313" y="461010"/>
                </a:lnTo>
                <a:lnTo>
                  <a:pt x="1585709" y="461010"/>
                </a:lnTo>
                <a:lnTo>
                  <a:pt x="1584452" y="464820"/>
                </a:lnTo>
                <a:lnTo>
                  <a:pt x="1583198" y="467360"/>
                </a:lnTo>
                <a:close/>
              </a:path>
              <a:path w="2453004" h="554989">
                <a:moveTo>
                  <a:pt x="30293" y="467360"/>
                </a:moveTo>
                <a:lnTo>
                  <a:pt x="29806" y="467360"/>
                </a:lnTo>
                <a:lnTo>
                  <a:pt x="29565" y="466090"/>
                </a:lnTo>
                <a:lnTo>
                  <a:pt x="30293" y="467360"/>
                </a:lnTo>
                <a:close/>
              </a:path>
              <a:path w="2453004" h="554989">
                <a:moveTo>
                  <a:pt x="1578267" y="476250"/>
                </a:moveTo>
                <a:lnTo>
                  <a:pt x="1555623" y="476250"/>
                </a:lnTo>
                <a:lnTo>
                  <a:pt x="1558112" y="472440"/>
                </a:lnTo>
                <a:lnTo>
                  <a:pt x="1557845" y="472440"/>
                </a:lnTo>
                <a:lnTo>
                  <a:pt x="1560182" y="469900"/>
                </a:lnTo>
                <a:lnTo>
                  <a:pt x="1559928" y="469900"/>
                </a:lnTo>
                <a:lnTo>
                  <a:pt x="1562100" y="466090"/>
                </a:lnTo>
                <a:lnTo>
                  <a:pt x="1561871" y="467360"/>
                </a:lnTo>
                <a:lnTo>
                  <a:pt x="1583198" y="467360"/>
                </a:lnTo>
                <a:lnTo>
                  <a:pt x="1582572" y="468630"/>
                </a:lnTo>
                <a:lnTo>
                  <a:pt x="1580514" y="472440"/>
                </a:lnTo>
                <a:lnTo>
                  <a:pt x="1578267" y="476250"/>
                </a:lnTo>
                <a:close/>
              </a:path>
              <a:path w="2453004" h="554989">
                <a:moveTo>
                  <a:pt x="36639" y="476250"/>
                </a:moveTo>
                <a:lnTo>
                  <a:pt x="36055" y="476250"/>
                </a:lnTo>
                <a:lnTo>
                  <a:pt x="35763" y="474980"/>
                </a:lnTo>
                <a:lnTo>
                  <a:pt x="36639" y="476250"/>
                </a:lnTo>
                <a:close/>
              </a:path>
              <a:path w="2453004" h="554989">
                <a:moveTo>
                  <a:pt x="1576649" y="478790"/>
                </a:moveTo>
                <a:lnTo>
                  <a:pt x="1553273" y="478790"/>
                </a:lnTo>
                <a:lnTo>
                  <a:pt x="1555915" y="474980"/>
                </a:lnTo>
                <a:lnTo>
                  <a:pt x="1555623" y="476250"/>
                </a:lnTo>
                <a:lnTo>
                  <a:pt x="1578267" y="476250"/>
                </a:lnTo>
                <a:lnTo>
                  <a:pt x="1576649" y="478790"/>
                </a:lnTo>
                <a:close/>
              </a:path>
              <a:path w="2453004" h="554989">
                <a:moveTo>
                  <a:pt x="39014" y="478790"/>
                </a:moveTo>
                <a:lnTo>
                  <a:pt x="38392" y="478790"/>
                </a:lnTo>
                <a:lnTo>
                  <a:pt x="38087" y="477520"/>
                </a:lnTo>
                <a:lnTo>
                  <a:pt x="39014" y="478790"/>
                </a:lnTo>
                <a:close/>
              </a:path>
              <a:path w="2453004" h="554989">
                <a:moveTo>
                  <a:pt x="1574973" y="481330"/>
                </a:moveTo>
                <a:lnTo>
                  <a:pt x="1550809" y="481330"/>
                </a:lnTo>
                <a:lnTo>
                  <a:pt x="1553578" y="477520"/>
                </a:lnTo>
                <a:lnTo>
                  <a:pt x="1553273" y="478790"/>
                </a:lnTo>
                <a:lnTo>
                  <a:pt x="1576649" y="478790"/>
                </a:lnTo>
                <a:lnTo>
                  <a:pt x="1575841" y="480060"/>
                </a:lnTo>
                <a:lnTo>
                  <a:pt x="1574973" y="481330"/>
                </a:lnTo>
                <a:close/>
              </a:path>
              <a:path w="2453004" h="554989">
                <a:moveTo>
                  <a:pt x="41520" y="481330"/>
                </a:moveTo>
                <a:lnTo>
                  <a:pt x="40868" y="481330"/>
                </a:lnTo>
                <a:lnTo>
                  <a:pt x="40551" y="480060"/>
                </a:lnTo>
                <a:lnTo>
                  <a:pt x="41520" y="481330"/>
                </a:lnTo>
                <a:close/>
              </a:path>
              <a:path w="2453004" h="554989">
                <a:moveTo>
                  <a:pt x="1573237" y="483870"/>
                </a:moveTo>
                <a:lnTo>
                  <a:pt x="1548218" y="483870"/>
                </a:lnTo>
                <a:lnTo>
                  <a:pt x="1551127" y="480060"/>
                </a:lnTo>
                <a:lnTo>
                  <a:pt x="1550809" y="481330"/>
                </a:lnTo>
                <a:lnTo>
                  <a:pt x="1574973" y="481330"/>
                </a:lnTo>
                <a:lnTo>
                  <a:pt x="1573237" y="483870"/>
                </a:lnTo>
                <a:close/>
              </a:path>
              <a:path w="2453004" h="554989">
                <a:moveTo>
                  <a:pt x="44646" y="483870"/>
                </a:moveTo>
                <a:lnTo>
                  <a:pt x="43459" y="483870"/>
                </a:lnTo>
                <a:lnTo>
                  <a:pt x="43129" y="482600"/>
                </a:lnTo>
                <a:lnTo>
                  <a:pt x="44646" y="483870"/>
                </a:lnTo>
                <a:close/>
              </a:path>
              <a:path w="2453004" h="554989">
                <a:moveTo>
                  <a:pt x="1554276" y="502920"/>
                </a:moveTo>
                <a:lnTo>
                  <a:pt x="1501990" y="502920"/>
                </a:lnTo>
                <a:lnTo>
                  <a:pt x="1506245" y="501650"/>
                </a:lnTo>
                <a:lnTo>
                  <a:pt x="1513154" y="501650"/>
                </a:lnTo>
                <a:lnTo>
                  <a:pt x="1517218" y="500380"/>
                </a:lnTo>
                <a:lnTo>
                  <a:pt x="1516748" y="500380"/>
                </a:lnTo>
                <a:lnTo>
                  <a:pt x="1520736" y="499110"/>
                </a:lnTo>
                <a:lnTo>
                  <a:pt x="1520278" y="499110"/>
                </a:lnTo>
                <a:lnTo>
                  <a:pt x="1524177" y="497840"/>
                </a:lnTo>
                <a:lnTo>
                  <a:pt x="1523746" y="497840"/>
                </a:lnTo>
                <a:lnTo>
                  <a:pt x="1527543" y="496570"/>
                </a:lnTo>
                <a:lnTo>
                  <a:pt x="1527124" y="496570"/>
                </a:lnTo>
                <a:lnTo>
                  <a:pt x="1530832" y="495300"/>
                </a:lnTo>
                <a:lnTo>
                  <a:pt x="1530413" y="495300"/>
                </a:lnTo>
                <a:lnTo>
                  <a:pt x="1534033" y="494030"/>
                </a:lnTo>
                <a:lnTo>
                  <a:pt x="1533626" y="494030"/>
                </a:lnTo>
                <a:lnTo>
                  <a:pt x="1537131" y="491490"/>
                </a:lnTo>
                <a:lnTo>
                  <a:pt x="1536750" y="491490"/>
                </a:lnTo>
                <a:lnTo>
                  <a:pt x="1540141" y="490220"/>
                </a:lnTo>
                <a:lnTo>
                  <a:pt x="1539773" y="490220"/>
                </a:lnTo>
                <a:lnTo>
                  <a:pt x="1543062" y="487680"/>
                </a:lnTo>
                <a:lnTo>
                  <a:pt x="1542694" y="487680"/>
                </a:lnTo>
                <a:lnTo>
                  <a:pt x="1545856" y="485140"/>
                </a:lnTo>
                <a:lnTo>
                  <a:pt x="1545513" y="485140"/>
                </a:lnTo>
                <a:lnTo>
                  <a:pt x="1548549" y="482600"/>
                </a:lnTo>
                <a:lnTo>
                  <a:pt x="1548218" y="483870"/>
                </a:lnTo>
                <a:lnTo>
                  <a:pt x="1573237" y="483870"/>
                </a:lnTo>
                <a:lnTo>
                  <a:pt x="1570456" y="487680"/>
                </a:lnTo>
                <a:lnTo>
                  <a:pt x="1567522" y="491490"/>
                </a:lnTo>
                <a:lnTo>
                  <a:pt x="1564436" y="494030"/>
                </a:lnTo>
                <a:lnTo>
                  <a:pt x="1561198" y="497840"/>
                </a:lnTo>
                <a:lnTo>
                  <a:pt x="1557807" y="500380"/>
                </a:lnTo>
                <a:lnTo>
                  <a:pt x="1554276" y="502920"/>
                </a:lnTo>
                <a:close/>
              </a:path>
              <a:path w="2453004" h="554989">
                <a:moveTo>
                  <a:pt x="2374806" y="544731"/>
                </a:moveTo>
                <a:lnTo>
                  <a:pt x="2374145" y="544642"/>
                </a:lnTo>
                <a:lnTo>
                  <a:pt x="2251642" y="508756"/>
                </a:lnTo>
                <a:lnTo>
                  <a:pt x="2378748" y="525780"/>
                </a:lnTo>
                <a:lnTo>
                  <a:pt x="2374806" y="544731"/>
                </a:lnTo>
                <a:close/>
              </a:path>
              <a:path w="2453004" h="554989">
                <a:moveTo>
                  <a:pt x="1503197" y="521970"/>
                </a:moveTo>
                <a:lnTo>
                  <a:pt x="88480" y="521970"/>
                </a:lnTo>
                <a:lnTo>
                  <a:pt x="83743" y="520700"/>
                </a:lnTo>
                <a:lnTo>
                  <a:pt x="1507934" y="520700"/>
                </a:lnTo>
                <a:lnTo>
                  <a:pt x="1503197" y="521970"/>
                </a:lnTo>
                <a:close/>
              </a:path>
              <a:path w="2453004" h="554989">
                <a:moveTo>
                  <a:pt x="2374785" y="544830"/>
                </a:moveTo>
                <a:lnTo>
                  <a:pt x="2374145" y="544642"/>
                </a:lnTo>
                <a:lnTo>
                  <a:pt x="2374806" y="5447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18955" y="3189554"/>
            <a:ext cx="942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电子</a:t>
            </a:r>
            <a:r>
              <a:rPr dirty="0" sz="2400" spc="-10" b="1">
                <a:latin typeface="宋体"/>
                <a:cs typeface="宋体"/>
              </a:rPr>
              <a:t>枪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7794" y="3125266"/>
            <a:ext cx="3175635" cy="836930"/>
          </a:xfrm>
          <a:custGeom>
            <a:avLst/>
            <a:gdLst/>
            <a:ahLst/>
            <a:cxnLst/>
            <a:rect l="l" t="t" r="r" b="b"/>
            <a:pathLst>
              <a:path w="3175635" h="836929">
                <a:moveTo>
                  <a:pt x="1432534" y="508000"/>
                </a:moveTo>
                <a:lnTo>
                  <a:pt x="68541" y="508000"/>
                </a:lnTo>
                <a:lnTo>
                  <a:pt x="59931" y="505460"/>
                </a:lnTo>
                <a:lnTo>
                  <a:pt x="55778" y="502920"/>
                </a:lnTo>
                <a:lnTo>
                  <a:pt x="51727" y="501650"/>
                </a:lnTo>
                <a:lnTo>
                  <a:pt x="47777" y="499110"/>
                </a:lnTo>
                <a:lnTo>
                  <a:pt x="43942" y="496570"/>
                </a:lnTo>
                <a:lnTo>
                  <a:pt x="40220" y="495300"/>
                </a:lnTo>
                <a:lnTo>
                  <a:pt x="36639" y="492760"/>
                </a:lnTo>
                <a:lnTo>
                  <a:pt x="33185" y="488950"/>
                </a:lnTo>
                <a:lnTo>
                  <a:pt x="29857" y="486410"/>
                </a:lnTo>
                <a:lnTo>
                  <a:pt x="26682" y="483870"/>
                </a:lnTo>
                <a:lnTo>
                  <a:pt x="23660" y="480060"/>
                </a:lnTo>
                <a:lnTo>
                  <a:pt x="20777" y="477520"/>
                </a:lnTo>
                <a:lnTo>
                  <a:pt x="4000" y="445770"/>
                </a:lnTo>
                <a:lnTo>
                  <a:pt x="2755" y="441960"/>
                </a:lnTo>
                <a:lnTo>
                  <a:pt x="1739" y="436879"/>
                </a:lnTo>
                <a:lnTo>
                  <a:pt x="927" y="433070"/>
                </a:lnTo>
                <a:lnTo>
                  <a:pt x="355" y="427989"/>
                </a:lnTo>
                <a:lnTo>
                  <a:pt x="0" y="424179"/>
                </a:lnTo>
                <a:lnTo>
                  <a:pt x="0" y="86360"/>
                </a:lnTo>
                <a:lnTo>
                  <a:pt x="355" y="81280"/>
                </a:lnTo>
                <a:lnTo>
                  <a:pt x="927" y="77469"/>
                </a:lnTo>
                <a:lnTo>
                  <a:pt x="1739" y="72389"/>
                </a:lnTo>
                <a:lnTo>
                  <a:pt x="2755" y="68580"/>
                </a:lnTo>
                <a:lnTo>
                  <a:pt x="4000" y="63500"/>
                </a:lnTo>
                <a:lnTo>
                  <a:pt x="5435" y="59689"/>
                </a:lnTo>
                <a:lnTo>
                  <a:pt x="7073" y="55880"/>
                </a:lnTo>
                <a:lnTo>
                  <a:pt x="8915" y="50800"/>
                </a:lnTo>
                <a:lnTo>
                  <a:pt x="20777" y="33019"/>
                </a:lnTo>
                <a:lnTo>
                  <a:pt x="23660" y="29210"/>
                </a:lnTo>
                <a:lnTo>
                  <a:pt x="26682" y="26669"/>
                </a:lnTo>
                <a:lnTo>
                  <a:pt x="29857" y="22860"/>
                </a:lnTo>
                <a:lnTo>
                  <a:pt x="33185" y="20319"/>
                </a:lnTo>
                <a:lnTo>
                  <a:pt x="51727" y="8889"/>
                </a:lnTo>
                <a:lnTo>
                  <a:pt x="55778" y="6350"/>
                </a:lnTo>
                <a:lnTo>
                  <a:pt x="59931" y="5080"/>
                </a:lnTo>
                <a:lnTo>
                  <a:pt x="68541" y="2539"/>
                </a:lnTo>
                <a:lnTo>
                  <a:pt x="77482" y="0"/>
                </a:lnTo>
                <a:lnTo>
                  <a:pt x="1423593" y="0"/>
                </a:lnTo>
                <a:lnTo>
                  <a:pt x="1432534" y="2539"/>
                </a:lnTo>
                <a:lnTo>
                  <a:pt x="1445298" y="6350"/>
                </a:lnTo>
                <a:lnTo>
                  <a:pt x="1449349" y="8889"/>
                </a:lnTo>
                <a:lnTo>
                  <a:pt x="1453299" y="10160"/>
                </a:lnTo>
                <a:lnTo>
                  <a:pt x="1457134" y="12700"/>
                </a:lnTo>
                <a:lnTo>
                  <a:pt x="1460842" y="15239"/>
                </a:lnTo>
                <a:lnTo>
                  <a:pt x="1464437" y="17780"/>
                </a:lnTo>
                <a:lnTo>
                  <a:pt x="1466164" y="19050"/>
                </a:lnTo>
                <a:lnTo>
                  <a:pt x="80594" y="19050"/>
                </a:lnTo>
                <a:lnTo>
                  <a:pt x="76555" y="20319"/>
                </a:lnTo>
                <a:lnTo>
                  <a:pt x="73520" y="20319"/>
                </a:lnTo>
                <a:lnTo>
                  <a:pt x="69621" y="21589"/>
                </a:lnTo>
                <a:lnTo>
                  <a:pt x="70078" y="21589"/>
                </a:lnTo>
                <a:lnTo>
                  <a:pt x="66268" y="22860"/>
                </a:lnTo>
                <a:lnTo>
                  <a:pt x="66700" y="22860"/>
                </a:lnTo>
                <a:lnTo>
                  <a:pt x="62979" y="24130"/>
                </a:lnTo>
                <a:lnTo>
                  <a:pt x="63411" y="24130"/>
                </a:lnTo>
                <a:lnTo>
                  <a:pt x="59778" y="25400"/>
                </a:lnTo>
                <a:lnTo>
                  <a:pt x="60198" y="25400"/>
                </a:lnTo>
                <a:lnTo>
                  <a:pt x="56667" y="26669"/>
                </a:lnTo>
                <a:lnTo>
                  <a:pt x="57073" y="26669"/>
                </a:lnTo>
                <a:lnTo>
                  <a:pt x="53632" y="29210"/>
                </a:lnTo>
                <a:lnTo>
                  <a:pt x="54025" y="29210"/>
                </a:lnTo>
                <a:lnTo>
                  <a:pt x="50698" y="30480"/>
                </a:lnTo>
                <a:lnTo>
                  <a:pt x="51079" y="30480"/>
                </a:lnTo>
                <a:lnTo>
                  <a:pt x="47866" y="33019"/>
                </a:lnTo>
                <a:lnTo>
                  <a:pt x="48234" y="33019"/>
                </a:lnTo>
                <a:lnTo>
                  <a:pt x="46685" y="34289"/>
                </a:lnTo>
                <a:lnTo>
                  <a:pt x="45478" y="34289"/>
                </a:lnTo>
                <a:lnTo>
                  <a:pt x="42506" y="36830"/>
                </a:lnTo>
                <a:lnTo>
                  <a:pt x="42849" y="36830"/>
                </a:lnTo>
                <a:lnTo>
                  <a:pt x="39992" y="39369"/>
                </a:lnTo>
                <a:lnTo>
                  <a:pt x="40322" y="39369"/>
                </a:lnTo>
                <a:lnTo>
                  <a:pt x="37604" y="41910"/>
                </a:lnTo>
                <a:lnTo>
                  <a:pt x="37909" y="41910"/>
                </a:lnTo>
                <a:lnTo>
                  <a:pt x="35331" y="44450"/>
                </a:lnTo>
                <a:lnTo>
                  <a:pt x="35623" y="44450"/>
                </a:lnTo>
                <a:lnTo>
                  <a:pt x="33997" y="46989"/>
                </a:lnTo>
                <a:lnTo>
                  <a:pt x="33464" y="46989"/>
                </a:lnTo>
                <a:lnTo>
                  <a:pt x="31178" y="50800"/>
                </a:lnTo>
                <a:lnTo>
                  <a:pt x="31432" y="50800"/>
                </a:lnTo>
                <a:lnTo>
                  <a:pt x="29298" y="53339"/>
                </a:lnTo>
                <a:lnTo>
                  <a:pt x="29540" y="53339"/>
                </a:lnTo>
                <a:lnTo>
                  <a:pt x="28219" y="55880"/>
                </a:lnTo>
                <a:lnTo>
                  <a:pt x="27787" y="55880"/>
                </a:lnTo>
                <a:lnTo>
                  <a:pt x="25971" y="59689"/>
                </a:lnTo>
                <a:lnTo>
                  <a:pt x="26174" y="59689"/>
                </a:lnTo>
                <a:lnTo>
                  <a:pt x="25082" y="62230"/>
                </a:lnTo>
                <a:lnTo>
                  <a:pt x="24714" y="62230"/>
                </a:lnTo>
                <a:lnTo>
                  <a:pt x="23241" y="66039"/>
                </a:lnTo>
                <a:lnTo>
                  <a:pt x="23406" y="66039"/>
                </a:lnTo>
                <a:lnTo>
                  <a:pt x="22542" y="68580"/>
                </a:lnTo>
                <a:lnTo>
                  <a:pt x="22250" y="68580"/>
                </a:lnTo>
                <a:lnTo>
                  <a:pt x="21145" y="72389"/>
                </a:lnTo>
                <a:lnTo>
                  <a:pt x="20358" y="76200"/>
                </a:lnTo>
                <a:lnTo>
                  <a:pt x="19723" y="80010"/>
                </a:lnTo>
                <a:lnTo>
                  <a:pt x="19278" y="83819"/>
                </a:lnTo>
                <a:lnTo>
                  <a:pt x="19117" y="86360"/>
                </a:lnTo>
                <a:lnTo>
                  <a:pt x="18935" y="91439"/>
                </a:lnTo>
                <a:lnTo>
                  <a:pt x="18923" y="419100"/>
                </a:lnTo>
                <a:lnTo>
                  <a:pt x="19011" y="422910"/>
                </a:lnTo>
                <a:lnTo>
                  <a:pt x="19329" y="426720"/>
                </a:lnTo>
                <a:lnTo>
                  <a:pt x="19799" y="430529"/>
                </a:lnTo>
                <a:lnTo>
                  <a:pt x="20447" y="434339"/>
                </a:lnTo>
                <a:lnTo>
                  <a:pt x="20662" y="434339"/>
                </a:lnTo>
                <a:lnTo>
                  <a:pt x="21272" y="436879"/>
                </a:lnTo>
                <a:lnTo>
                  <a:pt x="22250" y="440689"/>
                </a:lnTo>
                <a:lnTo>
                  <a:pt x="22110" y="440689"/>
                </a:lnTo>
                <a:lnTo>
                  <a:pt x="23406" y="444500"/>
                </a:lnTo>
                <a:lnTo>
                  <a:pt x="23732" y="444500"/>
                </a:lnTo>
                <a:lnTo>
                  <a:pt x="24714" y="447039"/>
                </a:lnTo>
                <a:lnTo>
                  <a:pt x="24536" y="447039"/>
                </a:lnTo>
                <a:lnTo>
                  <a:pt x="26174" y="450850"/>
                </a:lnTo>
                <a:lnTo>
                  <a:pt x="26576" y="450850"/>
                </a:lnTo>
                <a:lnTo>
                  <a:pt x="27787" y="453389"/>
                </a:lnTo>
                <a:lnTo>
                  <a:pt x="27559" y="453389"/>
                </a:lnTo>
                <a:lnTo>
                  <a:pt x="29540" y="457200"/>
                </a:lnTo>
                <a:lnTo>
                  <a:pt x="30010" y="457200"/>
                </a:lnTo>
                <a:lnTo>
                  <a:pt x="31432" y="459739"/>
                </a:lnTo>
                <a:lnTo>
                  <a:pt x="31178" y="459739"/>
                </a:lnTo>
                <a:lnTo>
                  <a:pt x="33464" y="462279"/>
                </a:lnTo>
                <a:lnTo>
                  <a:pt x="33185" y="462279"/>
                </a:lnTo>
                <a:lnTo>
                  <a:pt x="35623" y="464820"/>
                </a:lnTo>
                <a:lnTo>
                  <a:pt x="35331" y="464820"/>
                </a:lnTo>
                <a:lnTo>
                  <a:pt x="37909" y="467360"/>
                </a:lnTo>
                <a:lnTo>
                  <a:pt x="37604" y="467360"/>
                </a:lnTo>
                <a:lnTo>
                  <a:pt x="40322" y="469900"/>
                </a:lnTo>
                <a:lnTo>
                  <a:pt x="39992" y="469900"/>
                </a:lnTo>
                <a:lnTo>
                  <a:pt x="42849" y="472439"/>
                </a:lnTo>
                <a:lnTo>
                  <a:pt x="42506" y="472439"/>
                </a:lnTo>
                <a:lnTo>
                  <a:pt x="45478" y="474979"/>
                </a:lnTo>
                <a:lnTo>
                  <a:pt x="45135" y="474979"/>
                </a:lnTo>
                <a:lnTo>
                  <a:pt x="48234" y="477520"/>
                </a:lnTo>
                <a:lnTo>
                  <a:pt x="49472" y="477520"/>
                </a:lnTo>
                <a:lnTo>
                  <a:pt x="51079" y="478789"/>
                </a:lnTo>
                <a:lnTo>
                  <a:pt x="50698" y="478789"/>
                </a:lnTo>
                <a:lnTo>
                  <a:pt x="54025" y="481329"/>
                </a:lnTo>
                <a:lnTo>
                  <a:pt x="53632" y="481329"/>
                </a:lnTo>
                <a:lnTo>
                  <a:pt x="57073" y="482600"/>
                </a:lnTo>
                <a:lnTo>
                  <a:pt x="56667" y="482600"/>
                </a:lnTo>
                <a:lnTo>
                  <a:pt x="60198" y="483870"/>
                </a:lnTo>
                <a:lnTo>
                  <a:pt x="59778" y="483870"/>
                </a:lnTo>
                <a:lnTo>
                  <a:pt x="63411" y="486410"/>
                </a:lnTo>
                <a:lnTo>
                  <a:pt x="64839" y="486410"/>
                </a:lnTo>
                <a:lnTo>
                  <a:pt x="66700" y="487679"/>
                </a:lnTo>
                <a:lnTo>
                  <a:pt x="69621" y="487679"/>
                </a:lnTo>
                <a:lnTo>
                  <a:pt x="73520" y="488950"/>
                </a:lnTo>
                <a:lnTo>
                  <a:pt x="73050" y="488950"/>
                </a:lnTo>
                <a:lnTo>
                  <a:pt x="77025" y="490220"/>
                </a:lnTo>
                <a:lnTo>
                  <a:pt x="80124" y="490220"/>
                </a:lnTo>
                <a:lnTo>
                  <a:pt x="84226" y="491489"/>
                </a:lnTo>
                <a:lnTo>
                  <a:pt x="1465588" y="491489"/>
                </a:lnTo>
                <a:lnTo>
                  <a:pt x="1464437" y="492760"/>
                </a:lnTo>
                <a:lnTo>
                  <a:pt x="1460842" y="495300"/>
                </a:lnTo>
                <a:lnTo>
                  <a:pt x="1457134" y="496570"/>
                </a:lnTo>
                <a:lnTo>
                  <a:pt x="1453299" y="499110"/>
                </a:lnTo>
                <a:lnTo>
                  <a:pt x="1449349" y="501650"/>
                </a:lnTo>
                <a:lnTo>
                  <a:pt x="1445298" y="502920"/>
                </a:lnTo>
                <a:lnTo>
                  <a:pt x="1441132" y="505460"/>
                </a:lnTo>
                <a:lnTo>
                  <a:pt x="1432534" y="508000"/>
                </a:lnTo>
                <a:close/>
              </a:path>
              <a:path w="3175635" h="836929">
                <a:moveTo>
                  <a:pt x="1455940" y="35560"/>
                </a:moveTo>
                <a:lnTo>
                  <a:pt x="1452841" y="33019"/>
                </a:lnTo>
                <a:lnTo>
                  <a:pt x="1453210" y="33019"/>
                </a:lnTo>
                <a:lnTo>
                  <a:pt x="1449997" y="30480"/>
                </a:lnTo>
                <a:lnTo>
                  <a:pt x="1450378" y="30480"/>
                </a:lnTo>
                <a:lnTo>
                  <a:pt x="1447050" y="29210"/>
                </a:lnTo>
                <a:lnTo>
                  <a:pt x="1447444" y="29210"/>
                </a:lnTo>
                <a:lnTo>
                  <a:pt x="1444002" y="26669"/>
                </a:lnTo>
                <a:lnTo>
                  <a:pt x="1444409" y="26669"/>
                </a:lnTo>
                <a:lnTo>
                  <a:pt x="1440878" y="25400"/>
                </a:lnTo>
                <a:lnTo>
                  <a:pt x="1441297" y="25400"/>
                </a:lnTo>
                <a:lnTo>
                  <a:pt x="1437665" y="24130"/>
                </a:lnTo>
                <a:lnTo>
                  <a:pt x="1438097" y="24130"/>
                </a:lnTo>
                <a:lnTo>
                  <a:pt x="1434376" y="22860"/>
                </a:lnTo>
                <a:lnTo>
                  <a:pt x="1434807" y="22860"/>
                </a:lnTo>
                <a:lnTo>
                  <a:pt x="1430997" y="21589"/>
                </a:lnTo>
                <a:lnTo>
                  <a:pt x="1431455" y="21589"/>
                </a:lnTo>
                <a:lnTo>
                  <a:pt x="1427556" y="20319"/>
                </a:lnTo>
                <a:lnTo>
                  <a:pt x="1424520" y="20319"/>
                </a:lnTo>
                <a:lnTo>
                  <a:pt x="1420482" y="19050"/>
                </a:lnTo>
                <a:lnTo>
                  <a:pt x="1466164" y="19050"/>
                </a:lnTo>
                <a:lnTo>
                  <a:pt x="1467891" y="20319"/>
                </a:lnTo>
                <a:lnTo>
                  <a:pt x="1471206" y="22860"/>
                </a:lnTo>
                <a:lnTo>
                  <a:pt x="1474393" y="26669"/>
                </a:lnTo>
                <a:lnTo>
                  <a:pt x="1477416" y="29210"/>
                </a:lnTo>
                <a:lnTo>
                  <a:pt x="1480286" y="33019"/>
                </a:lnTo>
                <a:lnTo>
                  <a:pt x="1481645" y="34289"/>
                </a:lnTo>
                <a:lnTo>
                  <a:pt x="1455597" y="34289"/>
                </a:lnTo>
                <a:lnTo>
                  <a:pt x="1455940" y="35560"/>
                </a:lnTo>
                <a:close/>
              </a:path>
              <a:path w="3175635" h="836929">
                <a:moveTo>
                  <a:pt x="45135" y="35560"/>
                </a:moveTo>
                <a:lnTo>
                  <a:pt x="45478" y="34289"/>
                </a:lnTo>
                <a:lnTo>
                  <a:pt x="46685" y="34289"/>
                </a:lnTo>
                <a:lnTo>
                  <a:pt x="45135" y="35560"/>
                </a:lnTo>
                <a:close/>
              </a:path>
              <a:path w="3175635" h="836929">
                <a:moveTo>
                  <a:pt x="1467891" y="48260"/>
                </a:moveTo>
                <a:lnTo>
                  <a:pt x="1465452" y="44450"/>
                </a:lnTo>
                <a:lnTo>
                  <a:pt x="1465745" y="44450"/>
                </a:lnTo>
                <a:lnTo>
                  <a:pt x="1463167" y="41910"/>
                </a:lnTo>
                <a:lnTo>
                  <a:pt x="1463471" y="41910"/>
                </a:lnTo>
                <a:lnTo>
                  <a:pt x="1460754" y="39369"/>
                </a:lnTo>
                <a:lnTo>
                  <a:pt x="1461084" y="39369"/>
                </a:lnTo>
                <a:lnTo>
                  <a:pt x="1458226" y="36830"/>
                </a:lnTo>
                <a:lnTo>
                  <a:pt x="1458569" y="36830"/>
                </a:lnTo>
                <a:lnTo>
                  <a:pt x="1455597" y="34289"/>
                </a:lnTo>
                <a:lnTo>
                  <a:pt x="1481645" y="34289"/>
                </a:lnTo>
                <a:lnTo>
                  <a:pt x="1483004" y="35560"/>
                </a:lnTo>
                <a:lnTo>
                  <a:pt x="1485557" y="39369"/>
                </a:lnTo>
                <a:lnTo>
                  <a:pt x="1487944" y="43180"/>
                </a:lnTo>
                <a:lnTo>
                  <a:pt x="1490141" y="46989"/>
                </a:lnTo>
                <a:lnTo>
                  <a:pt x="1467612" y="46989"/>
                </a:lnTo>
                <a:lnTo>
                  <a:pt x="1467891" y="48260"/>
                </a:lnTo>
                <a:close/>
              </a:path>
              <a:path w="3175635" h="836929">
                <a:moveTo>
                  <a:pt x="33185" y="48260"/>
                </a:moveTo>
                <a:lnTo>
                  <a:pt x="33464" y="46989"/>
                </a:lnTo>
                <a:lnTo>
                  <a:pt x="33997" y="46989"/>
                </a:lnTo>
                <a:lnTo>
                  <a:pt x="33185" y="48260"/>
                </a:lnTo>
                <a:close/>
              </a:path>
              <a:path w="3175635" h="836929">
                <a:moveTo>
                  <a:pt x="1473517" y="57150"/>
                </a:moveTo>
                <a:lnTo>
                  <a:pt x="1471536" y="53339"/>
                </a:lnTo>
                <a:lnTo>
                  <a:pt x="1471777" y="53339"/>
                </a:lnTo>
                <a:lnTo>
                  <a:pt x="1469644" y="50800"/>
                </a:lnTo>
                <a:lnTo>
                  <a:pt x="1469898" y="50800"/>
                </a:lnTo>
                <a:lnTo>
                  <a:pt x="1467612" y="46989"/>
                </a:lnTo>
                <a:lnTo>
                  <a:pt x="1490141" y="46989"/>
                </a:lnTo>
                <a:lnTo>
                  <a:pt x="1492161" y="50800"/>
                </a:lnTo>
                <a:lnTo>
                  <a:pt x="1494002" y="55880"/>
                </a:lnTo>
                <a:lnTo>
                  <a:pt x="1473288" y="55880"/>
                </a:lnTo>
                <a:lnTo>
                  <a:pt x="1473517" y="57150"/>
                </a:lnTo>
                <a:close/>
              </a:path>
              <a:path w="3175635" h="836929">
                <a:moveTo>
                  <a:pt x="27559" y="57150"/>
                </a:moveTo>
                <a:lnTo>
                  <a:pt x="27787" y="55880"/>
                </a:lnTo>
                <a:lnTo>
                  <a:pt x="28219" y="55880"/>
                </a:lnTo>
                <a:lnTo>
                  <a:pt x="27559" y="57150"/>
                </a:lnTo>
                <a:close/>
              </a:path>
              <a:path w="3175635" h="836929">
                <a:moveTo>
                  <a:pt x="1476540" y="63500"/>
                </a:moveTo>
                <a:lnTo>
                  <a:pt x="1474901" y="59689"/>
                </a:lnTo>
                <a:lnTo>
                  <a:pt x="1475105" y="59689"/>
                </a:lnTo>
                <a:lnTo>
                  <a:pt x="1473288" y="55880"/>
                </a:lnTo>
                <a:lnTo>
                  <a:pt x="1494002" y="55880"/>
                </a:lnTo>
                <a:lnTo>
                  <a:pt x="1495640" y="59689"/>
                </a:lnTo>
                <a:lnTo>
                  <a:pt x="1496597" y="62230"/>
                </a:lnTo>
                <a:lnTo>
                  <a:pt x="1476362" y="62230"/>
                </a:lnTo>
                <a:lnTo>
                  <a:pt x="1476540" y="63500"/>
                </a:lnTo>
                <a:close/>
              </a:path>
              <a:path w="3175635" h="836929">
                <a:moveTo>
                  <a:pt x="24536" y="63500"/>
                </a:moveTo>
                <a:lnTo>
                  <a:pt x="24714" y="62230"/>
                </a:lnTo>
                <a:lnTo>
                  <a:pt x="25082" y="62230"/>
                </a:lnTo>
                <a:lnTo>
                  <a:pt x="24536" y="63500"/>
                </a:lnTo>
                <a:close/>
              </a:path>
              <a:path w="3175635" h="836929">
                <a:moveTo>
                  <a:pt x="1478953" y="69850"/>
                </a:moveTo>
                <a:lnTo>
                  <a:pt x="1477670" y="66039"/>
                </a:lnTo>
                <a:lnTo>
                  <a:pt x="1477835" y="66039"/>
                </a:lnTo>
                <a:lnTo>
                  <a:pt x="1476362" y="62230"/>
                </a:lnTo>
                <a:lnTo>
                  <a:pt x="1496597" y="62230"/>
                </a:lnTo>
                <a:lnTo>
                  <a:pt x="1497076" y="63500"/>
                </a:lnTo>
                <a:lnTo>
                  <a:pt x="1498320" y="68580"/>
                </a:lnTo>
                <a:lnTo>
                  <a:pt x="1478813" y="68580"/>
                </a:lnTo>
                <a:lnTo>
                  <a:pt x="1478953" y="69850"/>
                </a:lnTo>
                <a:close/>
              </a:path>
              <a:path w="3175635" h="836929">
                <a:moveTo>
                  <a:pt x="22110" y="69850"/>
                </a:moveTo>
                <a:lnTo>
                  <a:pt x="22250" y="68580"/>
                </a:lnTo>
                <a:lnTo>
                  <a:pt x="22542" y="68580"/>
                </a:lnTo>
                <a:lnTo>
                  <a:pt x="22110" y="69850"/>
                </a:lnTo>
                <a:close/>
              </a:path>
              <a:path w="3175635" h="836929">
                <a:moveTo>
                  <a:pt x="3091688" y="797538"/>
                </a:moveTo>
                <a:lnTo>
                  <a:pt x="2833639" y="734829"/>
                </a:lnTo>
                <a:lnTo>
                  <a:pt x="1482140" y="302260"/>
                </a:lnTo>
                <a:lnTo>
                  <a:pt x="1482039" y="86360"/>
                </a:lnTo>
                <a:lnTo>
                  <a:pt x="1481747" y="83819"/>
                </a:lnTo>
                <a:lnTo>
                  <a:pt x="1481277" y="80010"/>
                </a:lnTo>
                <a:lnTo>
                  <a:pt x="1480629" y="76200"/>
                </a:lnTo>
                <a:lnTo>
                  <a:pt x="1479804" y="72389"/>
                </a:lnTo>
                <a:lnTo>
                  <a:pt x="1478813" y="68580"/>
                </a:lnTo>
                <a:lnTo>
                  <a:pt x="1498320" y="68580"/>
                </a:lnTo>
                <a:lnTo>
                  <a:pt x="1499336" y="72389"/>
                </a:lnTo>
                <a:lnTo>
                  <a:pt x="1500720" y="81280"/>
                </a:lnTo>
                <a:lnTo>
                  <a:pt x="1501076" y="86360"/>
                </a:lnTo>
                <a:lnTo>
                  <a:pt x="1501190" y="287020"/>
                </a:lnTo>
                <a:lnTo>
                  <a:pt x="1494574" y="287020"/>
                </a:lnTo>
                <a:lnTo>
                  <a:pt x="1501190" y="295910"/>
                </a:lnTo>
                <a:lnTo>
                  <a:pt x="1522385" y="295910"/>
                </a:lnTo>
                <a:lnTo>
                  <a:pt x="3091688" y="797538"/>
                </a:lnTo>
                <a:close/>
              </a:path>
              <a:path w="3175635" h="836929">
                <a:moveTo>
                  <a:pt x="19011" y="87629"/>
                </a:moveTo>
                <a:lnTo>
                  <a:pt x="19037" y="86360"/>
                </a:lnTo>
                <a:lnTo>
                  <a:pt x="19011" y="87629"/>
                </a:lnTo>
                <a:close/>
              </a:path>
              <a:path w="3175635" h="836929">
                <a:moveTo>
                  <a:pt x="1482064" y="87629"/>
                </a:moveTo>
                <a:lnTo>
                  <a:pt x="1481958" y="86360"/>
                </a:lnTo>
                <a:lnTo>
                  <a:pt x="1482064" y="87629"/>
                </a:lnTo>
                <a:close/>
              </a:path>
              <a:path w="3175635" h="836929">
                <a:moveTo>
                  <a:pt x="1501190" y="295910"/>
                </a:moveTo>
                <a:lnTo>
                  <a:pt x="1494574" y="287020"/>
                </a:lnTo>
                <a:lnTo>
                  <a:pt x="1501190" y="289135"/>
                </a:lnTo>
                <a:lnTo>
                  <a:pt x="1501190" y="295910"/>
                </a:lnTo>
                <a:close/>
              </a:path>
              <a:path w="3175635" h="836929">
                <a:moveTo>
                  <a:pt x="1501190" y="289135"/>
                </a:moveTo>
                <a:lnTo>
                  <a:pt x="1494574" y="287020"/>
                </a:lnTo>
                <a:lnTo>
                  <a:pt x="1501190" y="287020"/>
                </a:lnTo>
                <a:lnTo>
                  <a:pt x="1501190" y="289135"/>
                </a:lnTo>
                <a:close/>
              </a:path>
              <a:path w="3175635" h="836929">
                <a:moveTo>
                  <a:pt x="1522385" y="295910"/>
                </a:moveTo>
                <a:lnTo>
                  <a:pt x="1501190" y="295910"/>
                </a:lnTo>
                <a:lnTo>
                  <a:pt x="1501190" y="289135"/>
                </a:lnTo>
                <a:lnTo>
                  <a:pt x="1522385" y="295910"/>
                </a:lnTo>
                <a:close/>
              </a:path>
              <a:path w="3175635" h="836929">
                <a:moveTo>
                  <a:pt x="1499865" y="430529"/>
                </a:moveTo>
                <a:lnTo>
                  <a:pt x="1481277" y="430529"/>
                </a:lnTo>
                <a:lnTo>
                  <a:pt x="1481797" y="426720"/>
                </a:lnTo>
                <a:lnTo>
                  <a:pt x="1482064" y="422910"/>
                </a:lnTo>
                <a:lnTo>
                  <a:pt x="1482140" y="406400"/>
                </a:lnTo>
                <a:lnTo>
                  <a:pt x="1534401" y="419100"/>
                </a:lnTo>
                <a:lnTo>
                  <a:pt x="1501190" y="419100"/>
                </a:lnTo>
                <a:lnTo>
                  <a:pt x="1489417" y="427989"/>
                </a:lnTo>
                <a:lnTo>
                  <a:pt x="1499865" y="430529"/>
                </a:lnTo>
                <a:close/>
              </a:path>
              <a:path w="3175635" h="836929">
                <a:moveTo>
                  <a:pt x="1500413" y="430663"/>
                </a:moveTo>
                <a:lnTo>
                  <a:pt x="1489417" y="427989"/>
                </a:lnTo>
                <a:lnTo>
                  <a:pt x="1501190" y="419100"/>
                </a:lnTo>
                <a:lnTo>
                  <a:pt x="1501076" y="424179"/>
                </a:lnTo>
                <a:lnTo>
                  <a:pt x="1500720" y="427989"/>
                </a:lnTo>
                <a:lnTo>
                  <a:pt x="1500413" y="430663"/>
                </a:lnTo>
                <a:close/>
              </a:path>
              <a:path w="3175635" h="836929">
                <a:moveTo>
                  <a:pt x="3093055" y="817860"/>
                </a:moveTo>
                <a:lnTo>
                  <a:pt x="1500413" y="430663"/>
                </a:lnTo>
                <a:lnTo>
                  <a:pt x="1500720" y="427989"/>
                </a:lnTo>
                <a:lnTo>
                  <a:pt x="1501076" y="424179"/>
                </a:lnTo>
                <a:lnTo>
                  <a:pt x="1501190" y="419100"/>
                </a:lnTo>
                <a:lnTo>
                  <a:pt x="1534401" y="419100"/>
                </a:lnTo>
                <a:lnTo>
                  <a:pt x="2833639" y="734829"/>
                </a:lnTo>
                <a:lnTo>
                  <a:pt x="3093055" y="817860"/>
                </a:lnTo>
                <a:close/>
              </a:path>
              <a:path w="3175635" h="836929">
                <a:moveTo>
                  <a:pt x="19904" y="430529"/>
                </a:moveTo>
                <a:lnTo>
                  <a:pt x="19723" y="429260"/>
                </a:lnTo>
                <a:lnTo>
                  <a:pt x="19904" y="430529"/>
                </a:lnTo>
                <a:close/>
              </a:path>
              <a:path w="3175635" h="836929">
                <a:moveTo>
                  <a:pt x="1499870" y="434339"/>
                </a:moveTo>
                <a:lnTo>
                  <a:pt x="1480629" y="434339"/>
                </a:lnTo>
                <a:lnTo>
                  <a:pt x="1481340" y="429260"/>
                </a:lnTo>
                <a:lnTo>
                  <a:pt x="1481277" y="430529"/>
                </a:lnTo>
                <a:lnTo>
                  <a:pt x="1499865" y="430529"/>
                </a:lnTo>
                <a:lnTo>
                  <a:pt x="1500413" y="430663"/>
                </a:lnTo>
                <a:lnTo>
                  <a:pt x="1500136" y="433070"/>
                </a:lnTo>
                <a:lnTo>
                  <a:pt x="1499870" y="434339"/>
                </a:lnTo>
                <a:close/>
              </a:path>
              <a:path w="3175635" h="836929">
                <a:moveTo>
                  <a:pt x="20662" y="434339"/>
                </a:moveTo>
                <a:lnTo>
                  <a:pt x="20447" y="434339"/>
                </a:lnTo>
                <a:lnTo>
                  <a:pt x="20358" y="433070"/>
                </a:lnTo>
                <a:lnTo>
                  <a:pt x="20662" y="434339"/>
                </a:lnTo>
                <a:close/>
              </a:path>
              <a:path w="3175635" h="836929">
                <a:moveTo>
                  <a:pt x="1497490" y="444500"/>
                </a:moveTo>
                <a:lnTo>
                  <a:pt x="1477670" y="444500"/>
                </a:lnTo>
                <a:lnTo>
                  <a:pt x="1478953" y="440689"/>
                </a:lnTo>
                <a:lnTo>
                  <a:pt x="1478813" y="440689"/>
                </a:lnTo>
                <a:lnTo>
                  <a:pt x="1479918" y="436879"/>
                </a:lnTo>
                <a:lnTo>
                  <a:pt x="1480718" y="433070"/>
                </a:lnTo>
                <a:lnTo>
                  <a:pt x="1480629" y="434339"/>
                </a:lnTo>
                <a:lnTo>
                  <a:pt x="1499870" y="434339"/>
                </a:lnTo>
                <a:lnTo>
                  <a:pt x="1499336" y="436879"/>
                </a:lnTo>
                <a:lnTo>
                  <a:pt x="1498320" y="441960"/>
                </a:lnTo>
                <a:lnTo>
                  <a:pt x="1497490" y="444500"/>
                </a:lnTo>
                <a:close/>
              </a:path>
              <a:path w="3175635" h="836929">
                <a:moveTo>
                  <a:pt x="23732" y="444500"/>
                </a:moveTo>
                <a:lnTo>
                  <a:pt x="23406" y="444500"/>
                </a:lnTo>
                <a:lnTo>
                  <a:pt x="23241" y="443229"/>
                </a:lnTo>
                <a:lnTo>
                  <a:pt x="23732" y="444500"/>
                </a:lnTo>
                <a:close/>
              </a:path>
              <a:path w="3175635" h="836929">
                <a:moveTo>
                  <a:pt x="1495640" y="450850"/>
                </a:moveTo>
                <a:lnTo>
                  <a:pt x="1474901" y="450850"/>
                </a:lnTo>
                <a:lnTo>
                  <a:pt x="1476540" y="447039"/>
                </a:lnTo>
                <a:lnTo>
                  <a:pt x="1476362" y="447039"/>
                </a:lnTo>
                <a:lnTo>
                  <a:pt x="1477835" y="443229"/>
                </a:lnTo>
                <a:lnTo>
                  <a:pt x="1477670" y="444500"/>
                </a:lnTo>
                <a:lnTo>
                  <a:pt x="1497490" y="444500"/>
                </a:lnTo>
                <a:lnTo>
                  <a:pt x="1497076" y="445770"/>
                </a:lnTo>
                <a:lnTo>
                  <a:pt x="1495640" y="450850"/>
                </a:lnTo>
                <a:close/>
              </a:path>
              <a:path w="3175635" h="836929">
                <a:moveTo>
                  <a:pt x="26576" y="450850"/>
                </a:moveTo>
                <a:lnTo>
                  <a:pt x="26174" y="450850"/>
                </a:lnTo>
                <a:lnTo>
                  <a:pt x="25971" y="449579"/>
                </a:lnTo>
                <a:lnTo>
                  <a:pt x="26576" y="450850"/>
                </a:lnTo>
                <a:close/>
              </a:path>
              <a:path w="3175635" h="836929">
                <a:moveTo>
                  <a:pt x="1492774" y="457200"/>
                </a:moveTo>
                <a:lnTo>
                  <a:pt x="1471536" y="457200"/>
                </a:lnTo>
                <a:lnTo>
                  <a:pt x="1473517" y="453389"/>
                </a:lnTo>
                <a:lnTo>
                  <a:pt x="1473288" y="453389"/>
                </a:lnTo>
                <a:lnTo>
                  <a:pt x="1475105" y="449579"/>
                </a:lnTo>
                <a:lnTo>
                  <a:pt x="1474901" y="450850"/>
                </a:lnTo>
                <a:lnTo>
                  <a:pt x="1495640" y="450850"/>
                </a:lnTo>
                <a:lnTo>
                  <a:pt x="1494002" y="454660"/>
                </a:lnTo>
                <a:lnTo>
                  <a:pt x="1492774" y="457200"/>
                </a:lnTo>
                <a:close/>
              </a:path>
              <a:path w="3175635" h="836929">
                <a:moveTo>
                  <a:pt x="30010" y="457200"/>
                </a:moveTo>
                <a:lnTo>
                  <a:pt x="29540" y="457200"/>
                </a:lnTo>
                <a:lnTo>
                  <a:pt x="29298" y="455929"/>
                </a:lnTo>
                <a:lnTo>
                  <a:pt x="30010" y="457200"/>
                </a:lnTo>
                <a:close/>
              </a:path>
              <a:path w="3175635" h="836929">
                <a:moveTo>
                  <a:pt x="1480286" y="477520"/>
                </a:moveTo>
                <a:lnTo>
                  <a:pt x="1452841" y="477520"/>
                </a:lnTo>
                <a:lnTo>
                  <a:pt x="1455940" y="474979"/>
                </a:lnTo>
                <a:lnTo>
                  <a:pt x="1455597" y="474979"/>
                </a:lnTo>
                <a:lnTo>
                  <a:pt x="1458569" y="472439"/>
                </a:lnTo>
                <a:lnTo>
                  <a:pt x="1458226" y="472439"/>
                </a:lnTo>
                <a:lnTo>
                  <a:pt x="1461084" y="469900"/>
                </a:lnTo>
                <a:lnTo>
                  <a:pt x="1460754" y="469900"/>
                </a:lnTo>
                <a:lnTo>
                  <a:pt x="1463471" y="467360"/>
                </a:lnTo>
                <a:lnTo>
                  <a:pt x="1463167" y="467360"/>
                </a:lnTo>
                <a:lnTo>
                  <a:pt x="1465745" y="464820"/>
                </a:lnTo>
                <a:lnTo>
                  <a:pt x="1465452" y="464820"/>
                </a:lnTo>
                <a:lnTo>
                  <a:pt x="1467891" y="462279"/>
                </a:lnTo>
                <a:lnTo>
                  <a:pt x="1467612" y="462279"/>
                </a:lnTo>
                <a:lnTo>
                  <a:pt x="1469898" y="459739"/>
                </a:lnTo>
                <a:lnTo>
                  <a:pt x="1469644" y="459739"/>
                </a:lnTo>
                <a:lnTo>
                  <a:pt x="1471777" y="455929"/>
                </a:lnTo>
                <a:lnTo>
                  <a:pt x="1471536" y="457200"/>
                </a:lnTo>
                <a:lnTo>
                  <a:pt x="1492774" y="457200"/>
                </a:lnTo>
                <a:lnTo>
                  <a:pt x="1483004" y="473710"/>
                </a:lnTo>
                <a:lnTo>
                  <a:pt x="1480286" y="477520"/>
                </a:lnTo>
                <a:close/>
              </a:path>
              <a:path w="3175635" h="836929">
                <a:moveTo>
                  <a:pt x="49472" y="477520"/>
                </a:moveTo>
                <a:lnTo>
                  <a:pt x="48234" y="477520"/>
                </a:lnTo>
                <a:lnTo>
                  <a:pt x="47866" y="476250"/>
                </a:lnTo>
                <a:lnTo>
                  <a:pt x="49472" y="477520"/>
                </a:lnTo>
                <a:close/>
              </a:path>
              <a:path w="3175635" h="836929">
                <a:moveTo>
                  <a:pt x="1471206" y="486410"/>
                </a:moveTo>
                <a:lnTo>
                  <a:pt x="1437665" y="486410"/>
                </a:lnTo>
                <a:lnTo>
                  <a:pt x="1441297" y="483870"/>
                </a:lnTo>
                <a:lnTo>
                  <a:pt x="1440878" y="483870"/>
                </a:lnTo>
                <a:lnTo>
                  <a:pt x="1444409" y="482600"/>
                </a:lnTo>
                <a:lnTo>
                  <a:pt x="1444002" y="482600"/>
                </a:lnTo>
                <a:lnTo>
                  <a:pt x="1447444" y="481329"/>
                </a:lnTo>
                <a:lnTo>
                  <a:pt x="1447050" y="481329"/>
                </a:lnTo>
                <a:lnTo>
                  <a:pt x="1450378" y="478789"/>
                </a:lnTo>
                <a:lnTo>
                  <a:pt x="1449997" y="478789"/>
                </a:lnTo>
                <a:lnTo>
                  <a:pt x="1453210" y="476250"/>
                </a:lnTo>
                <a:lnTo>
                  <a:pt x="1452841" y="477520"/>
                </a:lnTo>
                <a:lnTo>
                  <a:pt x="1480286" y="477520"/>
                </a:lnTo>
                <a:lnTo>
                  <a:pt x="1477416" y="480060"/>
                </a:lnTo>
                <a:lnTo>
                  <a:pt x="1474393" y="483870"/>
                </a:lnTo>
                <a:lnTo>
                  <a:pt x="1471206" y="486410"/>
                </a:lnTo>
                <a:close/>
              </a:path>
              <a:path w="3175635" h="836929">
                <a:moveTo>
                  <a:pt x="64839" y="486410"/>
                </a:moveTo>
                <a:lnTo>
                  <a:pt x="63411" y="486410"/>
                </a:lnTo>
                <a:lnTo>
                  <a:pt x="62979" y="485139"/>
                </a:lnTo>
                <a:lnTo>
                  <a:pt x="64839" y="486410"/>
                </a:lnTo>
                <a:close/>
              </a:path>
              <a:path w="3175635" h="836929">
                <a:moveTo>
                  <a:pt x="1465588" y="491489"/>
                </a:moveTo>
                <a:lnTo>
                  <a:pt x="1416850" y="491489"/>
                </a:lnTo>
                <a:lnTo>
                  <a:pt x="1420952" y="490220"/>
                </a:lnTo>
                <a:lnTo>
                  <a:pt x="1424051" y="490220"/>
                </a:lnTo>
                <a:lnTo>
                  <a:pt x="1428026" y="488950"/>
                </a:lnTo>
                <a:lnTo>
                  <a:pt x="1427556" y="488950"/>
                </a:lnTo>
                <a:lnTo>
                  <a:pt x="1431455" y="487679"/>
                </a:lnTo>
                <a:lnTo>
                  <a:pt x="1434376" y="487679"/>
                </a:lnTo>
                <a:lnTo>
                  <a:pt x="1438097" y="485139"/>
                </a:lnTo>
                <a:lnTo>
                  <a:pt x="1437665" y="486410"/>
                </a:lnTo>
                <a:lnTo>
                  <a:pt x="1471206" y="486410"/>
                </a:lnTo>
                <a:lnTo>
                  <a:pt x="1467891" y="488950"/>
                </a:lnTo>
                <a:lnTo>
                  <a:pt x="1465588" y="491489"/>
                </a:lnTo>
                <a:close/>
              </a:path>
              <a:path w="3175635" h="836929">
                <a:moveTo>
                  <a:pt x="70078" y="487679"/>
                </a:moveTo>
                <a:lnTo>
                  <a:pt x="66700" y="487679"/>
                </a:lnTo>
                <a:lnTo>
                  <a:pt x="66268" y="486410"/>
                </a:lnTo>
                <a:lnTo>
                  <a:pt x="70078" y="487679"/>
                </a:lnTo>
                <a:close/>
              </a:path>
              <a:path w="3175635" h="836929">
                <a:moveTo>
                  <a:pt x="1434376" y="487679"/>
                </a:moveTo>
                <a:lnTo>
                  <a:pt x="1430997" y="487679"/>
                </a:lnTo>
                <a:lnTo>
                  <a:pt x="1434807" y="486410"/>
                </a:lnTo>
                <a:lnTo>
                  <a:pt x="1434376" y="487679"/>
                </a:lnTo>
                <a:close/>
              </a:path>
              <a:path w="3175635" h="836929">
                <a:moveTo>
                  <a:pt x="1419021" y="510539"/>
                </a:moveTo>
                <a:lnTo>
                  <a:pt x="82054" y="510539"/>
                </a:lnTo>
                <a:lnTo>
                  <a:pt x="72974" y="508000"/>
                </a:lnTo>
                <a:lnTo>
                  <a:pt x="1428102" y="508000"/>
                </a:lnTo>
                <a:lnTo>
                  <a:pt x="1419021" y="510539"/>
                </a:lnTo>
                <a:close/>
              </a:path>
              <a:path w="3175635" h="836929">
                <a:moveTo>
                  <a:pt x="3097164" y="818859"/>
                </a:moveTo>
                <a:lnTo>
                  <a:pt x="3093055" y="817860"/>
                </a:lnTo>
                <a:lnTo>
                  <a:pt x="2833639" y="734829"/>
                </a:lnTo>
                <a:lnTo>
                  <a:pt x="3091688" y="797538"/>
                </a:lnTo>
                <a:lnTo>
                  <a:pt x="3102028" y="800843"/>
                </a:lnTo>
                <a:lnTo>
                  <a:pt x="3097164" y="818859"/>
                </a:lnTo>
                <a:close/>
              </a:path>
              <a:path w="3175635" h="836929">
                <a:moveTo>
                  <a:pt x="3102028" y="800843"/>
                </a:moveTo>
                <a:lnTo>
                  <a:pt x="3091688" y="797538"/>
                </a:lnTo>
                <a:lnTo>
                  <a:pt x="3102229" y="800100"/>
                </a:lnTo>
                <a:lnTo>
                  <a:pt x="3102028" y="800843"/>
                </a:lnTo>
                <a:close/>
              </a:path>
              <a:path w="3175635" h="836929">
                <a:moveTo>
                  <a:pt x="3171494" y="836930"/>
                </a:moveTo>
                <a:lnTo>
                  <a:pt x="3097164" y="818859"/>
                </a:lnTo>
                <a:lnTo>
                  <a:pt x="3102028" y="800843"/>
                </a:lnTo>
                <a:lnTo>
                  <a:pt x="3175190" y="824230"/>
                </a:lnTo>
                <a:lnTo>
                  <a:pt x="3171494" y="836930"/>
                </a:lnTo>
                <a:close/>
              </a:path>
              <a:path w="3175635" h="836929">
                <a:moveTo>
                  <a:pt x="3097085" y="819150"/>
                </a:moveTo>
                <a:lnTo>
                  <a:pt x="3093055" y="817860"/>
                </a:lnTo>
                <a:lnTo>
                  <a:pt x="3097164" y="818859"/>
                </a:lnTo>
                <a:lnTo>
                  <a:pt x="3097085" y="819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36128" y="2146998"/>
            <a:ext cx="942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玻璃</a:t>
            </a:r>
            <a:r>
              <a:rPr dirty="0" sz="2400" spc="-10" b="1">
                <a:latin typeface="宋体"/>
                <a:cs typeface="宋体"/>
              </a:rPr>
              <a:t>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12446" y="2082698"/>
            <a:ext cx="2952115" cy="1333500"/>
          </a:xfrm>
          <a:custGeom>
            <a:avLst/>
            <a:gdLst/>
            <a:ahLst/>
            <a:cxnLst/>
            <a:rect l="l" t="t" r="r" b="b"/>
            <a:pathLst>
              <a:path w="2952115" h="1333500">
                <a:moveTo>
                  <a:pt x="2907741" y="12700"/>
                </a:moveTo>
                <a:lnTo>
                  <a:pt x="1622412" y="12700"/>
                </a:lnTo>
                <a:lnTo>
                  <a:pt x="1626247" y="0"/>
                </a:lnTo>
                <a:lnTo>
                  <a:pt x="2903905" y="0"/>
                </a:lnTo>
                <a:lnTo>
                  <a:pt x="2907741" y="12700"/>
                </a:lnTo>
                <a:close/>
              </a:path>
              <a:path w="2952115" h="1333500">
                <a:moveTo>
                  <a:pt x="1638261" y="25400"/>
                </a:moveTo>
                <a:lnTo>
                  <a:pt x="1605165" y="25400"/>
                </a:lnTo>
                <a:lnTo>
                  <a:pt x="1608340" y="12700"/>
                </a:lnTo>
                <a:lnTo>
                  <a:pt x="1641894" y="12700"/>
                </a:lnTo>
                <a:lnTo>
                  <a:pt x="1638261" y="25400"/>
                </a:lnTo>
                <a:close/>
              </a:path>
              <a:path w="2952115" h="1333500">
                <a:moveTo>
                  <a:pt x="2924987" y="25400"/>
                </a:moveTo>
                <a:lnTo>
                  <a:pt x="2891891" y="25400"/>
                </a:lnTo>
                <a:lnTo>
                  <a:pt x="2888259" y="12700"/>
                </a:lnTo>
                <a:lnTo>
                  <a:pt x="2921812" y="12700"/>
                </a:lnTo>
                <a:lnTo>
                  <a:pt x="2924987" y="25400"/>
                </a:lnTo>
                <a:close/>
              </a:path>
              <a:path w="2952115" h="1333500">
                <a:moveTo>
                  <a:pt x="1618475" y="38100"/>
                </a:moveTo>
                <a:lnTo>
                  <a:pt x="1593989" y="38100"/>
                </a:lnTo>
                <a:lnTo>
                  <a:pt x="1596542" y="25400"/>
                </a:lnTo>
                <a:lnTo>
                  <a:pt x="1621320" y="25400"/>
                </a:lnTo>
                <a:lnTo>
                  <a:pt x="1618475" y="38100"/>
                </a:lnTo>
                <a:close/>
              </a:path>
              <a:path w="2952115" h="1333500">
                <a:moveTo>
                  <a:pt x="2936163" y="38100"/>
                </a:moveTo>
                <a:lnTo>
                  <a:pt x="2911678" y="38100"/>
                </a:lnTo>
                <a:lnTo>
                  <a:pt x="2908833" y="25400"/>
                </a:lnTo>
                <a:lnTo>
                  <a:pt x="2933611" y="25400"/>
                </a:lnTo>
                <a:lnTo>
                  <a:pt x="2936163" y="38100"/>
                </a:lnTo>
                <a:close/>
              </a:path>
              <a:path w="2952115" h="1333500">
                <a:moveTo>
                  <a:pt x="1609648" y="50800"/>
                </a:moveTo>
                <a:lnTo>
                  <a:pt x="1587385" y="50800"/>
                </a:lnTo>
                <a:lnTo>
                  <a:pt x="1589405" y="38100"/>
                </a:lnTo>
                <a:lnTo>
                  <a:pt x="1611934" y="38100"/>
                </a:lnTo>
                <a:lnTo>
                  <a:pt x="1609648" y="50800"/>
                </a:lnTo>
                <a:close/>
              </a:path>
              <a:path w="2952115" h="1333500">
                <a:moveTo>
                  <a:pt x="2942767" y="50800"/>
                </a:moveTo>
                <a:lnTo>
                  <a:pt x="2920504" y="50800"/>
                </a:lnTo>
                <a:lnTo>
                  <a:pt x="2918218" y="38100"/>
                </a:lnTo>
                <a:lnTo>
                  <a:pt x="2940748" y="38100"/>
                </a:lnTo>
                <a:lnTo>
                  <a:pt x="2942767" y="50800"/>
                </a:lnTo>
                <a:close/>
              </a:path>
              <a:path w="2952115" h="1333500">
                <a:moveTo>
                  <a:pt x="1601723" y="63500"/>
                </a:moveTo>
                <a:lnTo>
                  <a:pt x="1582470" y="63500"/>
                </a:lnTo>
                <a:lnTo>
                  <a:pt x="1583905" y="50800"/>
                </a:lnTo>
                <a:lnTo>
                  <a:pt x="1603184" y="50800"/>
                </a:lnTo>
                <a:lnTo>
                  <a:pt x="1601723" y="63500"/>
                </a:lnTo>
                <a:close/>
              </a:path>
              <a:path w="2952115" h="1333500">
                <a:moveTo>
                  <a:pt x="1603006" y="63500"/>
                </a:moveTo>
                <a:lnTo>
                  <a:pt x="1603184" y="50800"/>
                </a:lnTo>
                <a:lnTo>
                  <a:pt x="1604644" y="50800"/>
                </a:lnTo>
                <a:lnTo>
                  <a:pt x="1603006" y="63500"/>
                </a:lnTo>
                <a:close/>
              </a:path>
              <a:path w="2952115" h="1333500">
                <a:moveTo>
                  <a:pt x="2927146" y="63500"/>
                </a:moveTo>
                <a:lnTo>
                  <a:pt x="2925508" y="50800"/>
                </a:lnTo>
                <a:lnTo>
                  <a:pt x="2926968" y="50800"/>
                </a:lnTo>
                <a:lnTo>
                  <a:pt x="2927146" y="63500"/>
                </a:lnTo>
                <a:close/>
              </a:path>
              <a:path w="2952115" h="1333500">
                <a:moveTo>
                  <a:pt x="2947682" y="63500"/>
                </a:moveTo>
                <a:lnTo>
                  <a:pt x="2928429" y="63500"/>
                </a:lnTo>
                <a:lnTo>
                  <a:pt x="2926968" y="50800"/>
                </a:lnTo>
                <a:lnTo>
                  <a:pt x="2946234" y="50800"/>
                </a:lnTo>
                <a:lnTo>
                  <a:pt x="2947682" y="63500"/>
                </a:lnTo>
                <a:close/>
              </a:path>
              <a:path w="2952115" h="1333500">
                <a:moveTo>
                  <a:pt x="1598828" y="76200"/>
                </a:moveTo>
                <a:lnTo>
                  <a:pt x="1579410" y="76200"/>
                </a:lnTo>
                <a:lnTo>
                  <a:pt x="1580210" y="63500"/>
                </a:lnTo>
                <a:lnTo>
                  <a:pt x="1599742" y="63500"/>
                </a:lnTo>
                <a:lnTo>
                  <a:pt x="1598828" y="76200"/>
                </a:lnTo>
                <a:close/>
              </a:path>
              <a:path w="2952115" h="1333500">
                <a:moveTo>
                  <a:pt x="2950743" y="76200"/>
                </a:moveTo>
                <a:lnTo>
                  <a:pt x="2931325" y="76200"/>
                </a:lnTo>
                <a:lnTo>
                  <a:pt x="2930410" y="63500"/>
                </a:lnTo>
                <a:lnTo>
                  <a:pt x="2949930" y="63500"/>
                </a:lnTo>
                <a:lnTo>
                  <a:pt x="2950743" y="76200"/>
                </a:lnTo>
                <a:close/>
              </a:path>
              <a:path w="2952115" h="1333500">
                <a:moveTo>
                  <a:pt x="1597406" y="419100"/>
                </a:moveTo>
                <a:lnTo>
                  <a:pt x="1578356" y="419100"/>
                </a:lnTo>
                <a:lnTo>
                  <a:pt x="1578470" y="76200"/>
                </a:lnTo>
                <a:lnTo>
                  <a:pt x="1597507" y="76200"/>
                </a:lnTo>
                <a:lnTo>
                  <a:pt x="1597406" y="419100"/>
                </a:lnTo>
                <a:close/>
              </a:path>
              <a:path w="2952115" h="1333500">
                <a:moveTo>
                  <a:pt x="2951797" y="419100"/>
                </a:moveTo>
                <a:lnTo>
                  <a:pt x="2932747" y="419100"/>
                </a:lnTo>
                <a:lnTo>
                  <a:pt x="2932633" y="76200"/>
                </a:lnTo>
                <a:lnTo>
                  <a:pt x="2951683" y="76200"/>
                </a:lnTo>
                <a:lnTo>
                  <a:pt x="2951797" y="419100"/>
                </a:lnTo>
                <a:close/>
              </a:path>
              <a:path w="2952115" h="1333500">
                <a:moveTo>
                  <a:pt x="1598930" y="431800"/>
                </a:moveTo>
                <a:lnTo>
                  <a:pt x="1579410" y="431800"/>
                </a:lnTo>
                <a:lnTo>
                  <a:pt x="1578825" y="419100"/>
                </a:lnTo>
                <a:lnTo>
                  <a:pt x="1598206" y="419100"/>
                </a:lnTo>
                <a:lnTo>
                  <a:pt x="1598930" y="431800"/>
                </a:lnTo>
                <a:close/>
              </a:path>
              <a:path w="2952115" h="1333500">
                <a:moveTo>
                  <a:pt x="2950743" y="431800"/>
                </a:moveTo>
                <a:lnTo>
                  <a:pt x="2931223" y="431800"/>
                </a:lnTo>
                <a:lnTo>
                  <a:pt x="2931947" y="419100"/>
                </a:lnTo>
                <a:lnTo>
                  <a:pt x="2951327" y="419100"/>
                </a:lnTo>
                <a:lnTo>
                  <a:pt x="2950743" y="431800"/>
                </a:lnTo>
                <a:close/>
              </a:path>
              <a:path w="2952115" h="1333500">
                <a:moveTo>
                  <a:pt x="1601876" y="444500"/>
                </a:moveTo>
                <a:lnTo>
                  <a:pt x="1582470" y="444500"/>
                </a:lnTo>
                <a:lnTo>
                  <a:pt x="1581238" y="431800"/>
                </a:lnTo>
                <a:lnTo>
                  <a:pt x="1600593" y="431800"/>
                </a:lnTo>
                <a:lnTo>
                  <a:pt x="1601876" y="444500"/>
                </a:lnTo>
                <a:close/>
              </a:path>
              <a:path w="2952115" h="1333500">
                <a:moveTo>
                  <a:pt x="1603184" y="444500"/>
                </a:moveTo>
                <a:lnTo>
                  <a:pt x="1601876" y="444500"/>
                </a:lnTo>
                <a:lnTo>
                  <a:pt x="1601723" y="431800"/>
                </a:lnTo>
                <a:lnTo>
                  <a:pt x="1603184" y="444500"/>
                </a:lnTo>
                <a:close/>
              </a:path>
              <a:path w="2952115" h="1333500">
                <a:moveTo>
                  <a:pt x="2928264" y="444500"/>
                </a:moveTo>
                <a:lnTo>
                  <a:pt x="2926968" y="444500"/>
                </a:lnTo>
                <a:lnTo>
                  <a:pt x="2928429" y="431800"/>
                </a:lnTo>
                <a:lnTo>
                  <a:pt x="2928264" y="444500"/>
                </a:lnTo>
                <a:close/>
              </a:path>
              <a:path w="2952115" h="1333500">
                <a:moveTo>
                  <a:pt x="2947682" y="444500"/>
                </a:moveTo>
                <a:lnTo>
                  <a:pt x="2928264" y="444500"/>
                </a:lnTo>
                <a:lnTo>
                  <a:pt x="2929559" y="431800"/>
                </a:lnTo>
                <a:lnTo>
                  <a:pt x="2948914" y="431800"/>
                </a:lnTo>
                <a:lnTo>
                  <a:pt x="2947682" y="444500"/>
                </a:lnTo>
                <a:close/>
              </a:path>
              <a:path w="2952115" h="1333500">
                <a:moveTo>
                  <a:pt x="1608010" y="457200"/>
                </a:moveTo>
                <a:lnTo>
                  <a:pt x="1587385" y="457200"/>
                </a:lnTo>
                <a:lnTo>
                  <a:pt x="1585556" y="444500"/>
                </a:lnTo>
                <a:lnTo>
                  <a:pt x="1606041" y="444500"/>
                </a:lnTo>
                <a:lnTo>
                  <a:pt x="1608010" y="457200"/>
                </a:lnTo>
                <a:close/>
              </a:path>
              <a:path w="2952115" h="1333500">
                <a:moveTo>
                  <a:pt x="1609902" y="457200"/>
                </a:moveTo>
                <a:lnTo>
                  <a:pt x="1608010" y="457200"/>
                </a:lnTo>
                <a:lnTo>
                  <a:pt x="1607769" y="444500"/>
                </a:lnTo>
                <a:lnTo>
                  <a:pt x="1609902" y="457200"/>
                </a:lnTo>
                <a:close/>
              </a:path>
              <a:path w="2952115" h="1333500">
                <a:moveTo>
                  <a:pt x="2922142" y="457200"/>
                </a:moveTo>
                <a:lnTo>
                  <a:pt x="2920250" y="457200"/>
                </a:lnTo>
                <a:lnTo>
                  <a:pt x="2922384" y="444500"/>
                </a:lnTo>
                <a:lnTo>
                  <a:pt x="2922142" y="457200"/>
                </a:lnTo>
                <a:close/>
              </a:path>
              <a:path w="2952115" h="1333500">
                <a:moveTo>
                  <a:pt x="2942767" y="457200"/>
                </a:moveTo>
                <a:lnTo>
                  <a:pt x="2922142" y="457200"/>
                </a:lnTo>
                <a:lnTo>
                  <a:pt x="2924111" y="444500"/>
                </a:lnTo>
                <a:lnTo>
                  <a:pt x="2944596" y="444500"/>
                </a:lnTo>
                <a:lnTo>
                  <a:pt x="2942767" y="457200"/>
                </a:lnTo>
                <a:close/>
              </a:path>
              <a:path w="2952115" h="1333500">
                <a:moveTo>
                  <a:pt x="1618792" y="469900"/>
                </a:moveTo>
                <a:lnTo>
                  <a:pt x="1593989" y="469900"/>
                </a:lnTo>
                <a:lnTo>
                  <a:pt x="1591614" y="457200"/>
                </a:lnTo>
                <a:lnTo>
                  <a:pt x="1616074" y="457200"/>
                </a:lnTo>
                <a:lnTo>
                  <a:pt x="1618792" y="469900"/>
                </a:lnTo>
                <a:close/>
              </a:path>
              <a:path w="2952115" h="1333500">
                <a:moveTo>
                  <a:pt x="2936163" y="469900"/>
                </a:moveTo>
                <a:lnTo>
                  <a:pt x="2911360" y="469900"/>
                </a:lnTo>
                <a:lnTo>
                  <a:pt x="2914078" y="457200"/>
                </a:lnTo>
                <a:lnTo>
                  <a:pt x="2938538" y="457200"/>
                </a:lnTo>
                <a:lnTo>
                  <a:pt x="2936163" y="469900"/>
                </a:lnTo>
                <a:close/>
              </a:path>
              <a:path w="2952115" h="1333500">
                <a:moveTo>
                  <a:pt x="1635544" y="482600"/>
                </a:moveTo>
                <a:lnTo>
                  <a:pt x="1605165" y="482600"/>
                </a:lnTo>
                <a:lnTo>
                  <a:pt x="1602130" y="469900"/>
                </a:lnTo>
                <a:lnTo>
                  <a:pt x="1632115" y="469900"/>
                </a:lnTo>
                <a:lnTo>
                  <a:pt x="1635544" y="482600"/>
                </a:lnTo>
                <a:close/>
              </a:path>
              <a:path w="2952115" h="1333500">
                <a:moveTo>
                  <a:pt x="2924987" y="482600"/>
                </a:moveTo>
                <a:lnTo>
                  <a:pt x="2894609" y="482600"/>
                </a:lnTo>
                <a:lnTo>
                  <a:pt x="2898038" y="469900"/>
                </a:lnTo>
                <a:lnTo>
                  <a:pt x="2928010" y="469900"/>
                </a:lnTo>
                <a:lnTo>
                  <a:pt x="2924987" y="482600"/>
                </a:lnTo>
                <a:close/>
              </a:path>
              <a:path w="2952115" h="1333500">
                <a:moveTo>
                  <a:pt x="1754810" y="508000"/>
                </a:moveTo>
                <a:lnTo>
                  <a:pt x="1647012" y="508000"/>
                </a:lnTo>
                <a:lnTo>
                  <a:pt x="1642668" y="495300"/>
                </a:lnTo>
                <a:lnTo>
                  <a:pt x="1618703" y="495300"/>
                </a:lnTo>
                <a:lnTo>
                  <a:pt x="1615109" y="482600"/>
                </a:lnTo>
                <a:lnTo>
                  <a:pt x="1809648" y="482600"/>
                </a:lnTo>
                <a:lnTo>
                  <a:pt x="1754810" y="508000"/>
                </a:lnTo>
                <a:close/>
              </a:path>
              <a:path w="2952115" h="1333500">
                <a:moveTo>
                  <a:pt x="144070" y="1254068"/>
                </a:moveTo>
                <a:lnTo>
                  <a:pt x="1809648" y="482600"/>
                </a:lnTo>
                <a:lnTo>
                  <a:pt x="1812818" y="502918"/>
                </a:lnTo>
                <a:lnTo>
                  <a:pt x="292675" y="1196929"/>
                </a:lnTo>
                <a:lnTo>
                  <a:pt x="144070" y="1254068"/>
                </a:lnTo>
                <a:close/>
              </a:path>
              <a:path w="2952115" h="1333500">
                <a:moveTo>
                  <a:pt x="1812818" y="502918"/>
                </a:moveTo>
                <a:lnTo>
                  <a:pt x="1809648" y="482600"/>
                </a:lnTo>
                <a:lnTo>
                  <a:pt x="1857324" y="482600"/>
                </a:lnTo>
                <a:lnTo>
                  <a:pt x="1812818" y="502918"/>
                </a:lnTo>
                <a:close/>
              </a:path>
              <a:path w="2952115" h="1333500">
                <a:moveTo>
                  <a:pt x="104747" y="1295400"/>
                </a:moveTo>
                <a:lnTo>
                  <a:pt x="76987" y="1295400"/>
                </a:lnTo>
                <a:lnTo>
                  <a:pt x="292675" y="1196929"/>
                </a:lnTo>
                <a:lnTo>
                  <a:pt x="2150452" y="482600"/>
                </a:lnTo>
                <a:lnTo>
                  <a:pt x="2915031" y="482600"/>
                </a:lnTo>
                <a:lnTo>
                  <a:pt x="2911449" y="495300"/>
                </a:lnTo>
                <a:lnTo>
                  <a:pt x="2887484" y="495300"/>
                </a:lnTo>
                <a:lnTo>
                  <a:pt x="2883128" y="508000"/>
                </a:lnTo>
                <a:lnTo>
                  <a:pt x="2155621" y="508000"/>
                </a:lnTo>
                <a:lnTo>
                  <a:pt x="104747" y="1295400"/>
                </a:lnTo>
                <a:close/>
              </a:path>
              <a:path w="2952115" h="1333500">
                <a:moveTo>
                  <a:pt x="1813610" y="508000"/>
                </a:moveTo>
                <a:lnTo>
                  <a:pt x="1801688" y="508000"/>
                </a:lnTo>
                <a:lnTo>
                  <a:pt x="1812818" y="502918"/>
                </a:lnTo>
                <a:lnTo>
                  <a:pt x="1813610" y="508000"/>
                </a:lnTo>
                <a:close/>
              </a:path>
              <a:path w="2952115" h="1333500">
                <a:moveTo>
                  <a:pt x="76987" y="1295400"/>
                </a:moveTo>
                <a:lnTo>
                  <a:pt x="72290" y="1287316"/>
                </a:lnTo>
                <a:lnTo>
                  <a:pt x="144070" y="1254068"/>
                </a:lnTo>
                <a:lnTo>
                  <a:pt x="292675" y="1196929"/>
                </a:lnTo>
                <a:lnTo>
                  <a:pt x="76987" y="1295400"/>
                </a:lnTo>
                <a:close/>
              </a:path>
              <a:path w="2952115" h="1333500">
                <a:moveTo>
                  <a:pt x="72290" y="1287316"/>
                </a:moveTo>
                <a:lnTo>
                  <a:pt x="69608" y="1282700"/>
                </a:lnTo>
                <a:lnTo>
                  <a:pt x="144070" y="1254068"/>
                </a:lnTo>
                <a:lnTo>
                  <a:pt x="72290" y="1287316"/>
                </a:lnTo>
                <a:close/>
              </a:path>
              <a:path w="2952115" h="1333500">
                <a:moveTo>
                  <a:pt x="5511" y="1333500"/>
                </a:moveTo>
                <a:lnTo>
                  <a:pt x="0" y="1320800"/>
                </a:lnTo>
                <a:lnTo>
                  <a:pt x="72290" y="1287316"/>
                </a:lnTo>
                <a:lnTo>
                  <a:pt x="76987" y="1295400"/>
                </a:lnTo>
                <a:lnTo>
                  <a:pt x="104747" y="1295400"/>
                </a:lnTo>
                <a:lnTo>
                  <a:pt x="5511" y="133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41422" y="3912666"/>
            <a:ext cx="15544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加速极电</a:t>
            </a:r>
            <a:r>
              <a:rPr dirty="0" sz="2400" spc="-10" b="1">
                <a:latin typeface="宋体"/>
                <a:cs typeface="宋体"/>
              </a:rPr>
              <a:t>压 </a:t>
            </a:r>
            <a:r>
              <a:rPr dirty="0" sz="2400" b="1">
                <a:latin typeface="宋体"/>
                <a:cs typeface="宋体"/>
              </a:rPr>
              <a:t>选择</a:t>
            </a:r>
            <a:r>
              <a:rPr dirty="0" sz="2400" spc="-10" b="1">
                <a:latin typeface="宋体"/>
                <a:cs typeface="宋体"/>
              </a:rPr>
              <a:t>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53157" y="4037584"/>
            <a:ext cx="3098165" cy="1033780"/>
          </a:xfrm>
          <a:custGeom>
            <a:avLst/>
            <a:gdLst/>
            <a:ahLst/>
            <a:cxnLst/>
            <a:rect l="l" t="t" r="r" b="b"/>
            <a:pathLst>
              <a:path w="3098165" h="1033779">
                <a:moveTo>
                  <a:pt x="1530692" y="1033780"/>
                </a:moveTo>
                <a:lnTo>
                  <a:pt x="160528" y="1033780"/>
                </a:lnTo>
                <a:lnTo>
                  <a:pt x="151587" y="1032510"/>
                </a:lnTo>
                <a:lnTo>
                  <a:pt x="142773" y="1029969"/>
                </a:lnTo>
                <a:lnTo>
                  <a:pt x="134124" y="1028700"/>
                </a:lnTo>
                <a:lnTo>
                  <a:pt x="93573" y="1012189"/>
                </a:lnTo>
                <a:lnTo>
                  <a:pt x="58572" y="988060"/>
                </a:lnTo>
                <a:lnTo>
                  <a:pt x="30543" y="955039"/>
                </a:lnTo>
                <a:lnTo>
                  <a:pt x="25895" y="947419"/>
                </a:lnTo>
                <a:lnTo>
                  <a:pt x="21590" y="941069"/>
                </a:lnTo>
                <a:lnTo>
                  <a:pt x="17640" y="933450"/>
                </a:lnTo>
                <a:lnTo>
                  <a:pt x="14058" y="924560"/>
                </a:lnTo>
                <a:lnTo>
                  <a:pt x="10845" y="916939"/>
                </a:lnTo>
                <a:lnTo>
                  <a:pt x="927" y="873760"/>
                </a:lnTo>
                <a:lnTo>
                  <a:pt x="0" y="855980"/>
                </a:lnTo>
                <a:lnTo>
                  <a:pt x="0" y="177800"/>
                </a:lnTo>
                <a:lnTo>
                  <a:pt x="5626" y="133350"/>
                </a:lnTo>
                <a:lnTo>
                  <a:pt x="10845" y="116839"/>
                </a:lnTo>
                <a:lnTo>
                  <a:pt x="14058" y="107950"/>
                </a:lnTo>
                <a:lnTo>
                  <a:pt x="17640" y="100329"/>
                </a:lnTo>
                <a:lnTo>
                  <a:pt x="21590" y="92710"/>
                </a:lnTo>
                <a:lnTo>
                  <a:pt x="25895" y="85089"/>
                </a:lnTo>
                <a:lnTo>
                  <a:pt x="30543" y="78739"/>
                </a:lnTo>
                <a:lnTo>
                  <a:pt x="35521" y="71120"/>
                </a:lnTo>
                <a:lnTo>
                  <a:pt x="65062" y="40639"/>
                </a:lnTo>
                <a:lnTo>
                  <a:pt x="71818" y="34289"/>
                </a:lnTo>
                <a:lnTo>
                  <a:pt x="78828" y="30479"/>
                </a:lnTo>
                <a:lnTo>
                  <a:pt x="86080" y="25400"/>
                </a:lnTo>
                <a:lnTo>
                  <a:pt x="93573" y="20320"/>
                </a:lnTo>
                <a:lnTo>
                  <a:pt x="101282" y="16510"/>
                </a:lnTo>
                <a:lnTo>
                  <a:pt x="109207" y="13970"/>
                </a:lnTo>
                <a:lnTo>
                  <a:pt x="117322" y="10160"/>
                </a:lnTo>
                <a:lnTo>
                  <a:pt x="142773" y="2539"/>
                </a:lnTo>
                <a:lnTo>
                  <a:pt x="160528" y="0"/>
                </a:lnTo>
                <a:lnTo>
                  <a:pt x="1530692" y="0"/>
                </a:lnTo>
                <a:lnTo>
                  <a:pt x="1548447" y="2539"/>
                </a:lnTo>
                <a:lnTo>
                  <a:pt x="1573898" y="10160"/>
                </a:lnTo>
                <a:lnTo>
                  <a:pt x="1582026" y="13970"/>
                </a:lnTo>
                <a:lnTo>
                  <a:pt x="1589951" y="16510"/>
                </a:lnTo>
                <a:lnTo>
                  <a:pt x="1595090" y="19050"/>
                </a:lnTo>
                <a:lnTo>
                  <a:pt x="162699" y="19050"/>
                </a:lnTo>
                <a:lnTo>
                  <a:pt x="154228" y="20320"/>
                </a:lnTo>
                <a:lnTo>
                  <a:pt x="154698" y="20320"/>
                </a:lnTo>
                <a:lnTo>
                  <a:pt x="146367" y="21589"/>
                </a:lnTo>
                <a:lnTo>
                  <a:pt x="146824" y="21589"/>
                </a:lnTo>
                <a:lnTo>
                  <a:pt x="142728" y="22860"/>
                </a:lnTo>
                <a:lnTo>
                  <a:pt x="139103" y="22860"/>
                </a:lnTo>
                <a:lnTo>
                  <a:pt x="131063" y="25400"/>
                </a:lnTo>
                <a:lnTo>
                  <a:pt x="131521" y="25400"/>
                </a:lnTo>
                <a:lnTo>
                  <a:pt x="123647" y="27939"/>
                </a:lnTo>
                <a:lnTo>
                  <a:pt x="124091" y="27939"/>
                </a:lnTo>
                <a:lnTo>
                  <a:pt x="116408" y="30479"/>
                </a:lnTo>
                <a:lnTo>
                  <a:pt x="116840" y="30479"/>
                </a:lnTo>
                <a:lnTo>
                  <a:pt x="109334" y="34289"/>
                </a:lnTo>
                <a:lnTo>
                  <a:pt x="109753" y="34289"/>
                </a:lnTo>
                <a:lnTo>
                  <a:pt x="102463" y="38100"/>
                </a:lnTo>
                <a:lnTo>
                  <a:pt x="102857" y="38100"/>
                </a:lnTo>
                <a:lnTo>
                  <a:pt x="95770" y="41910"/>
                </a:lnTo>
                <a:lnTo>
                  <a:pt x="96164" y="41910"/>
                </a:lnTo>
                <a:lnTo>
                  <a:pt x="89293" y="45720"/>
                </a:lnTo>
                <a:lnTo>
                  <a:pt x="89674" y="45720"/>
                </a:lnTo>
                <a:lnTo>
                  <a:pt x="84702" y="49529"/>
                </a:lnTo>
                <a:lnTo>
                  <a:pt x="83413" y="49529"/>
                </a:lnTo>
                <a:lnTo>
                  <a:pt x="77012" y="54610"/>
                </a:lnTo>
                <a:lnTo>
                  <a:pt x="77368" y="54610"/>
                </a:lnTo>
                <a:lnTo>
                  <a:pt x="71221" y="59689"/>
                </a:lnTo>
                <a:lnTo>
                  <a:pt x="71564" y="59689"/>
                </a:lnTo>
                <a:lnTo>
                  <a:pt x="65684" y="64770"/>
                </a:lnTo>
                <a:lnTo>
                  <a:pt x="66001" y="64770"/>
                </a:lnTo>
                <a:lnTo>
                  <a:pt x="60401" y="71120"/>
                </a:lnTo>
                <a:lnTo>
                  <a:pt x="60706" y="71120"/>
                </a:lnTo>
                <a:lnTo>
                  <a:pt x="55384" y="76200"/>
                </a:lnTo>
                <a:lnTo>
                  <a:pt x="55676" y="76200"/>
                </a:lnTo>
                <a:lnTo>
                  <a:pt x="50647" y="82550"/>
                </a:lnTo>
                <a:lnTo>
                  <a:pt x="50914" y="82550"/>
                </a:lnTo>
                <a:lnTo>
                  <a:pt x="46202" y="88900"/>
                </a:lnTo>
                <a:lnTo>
                  <a:pt x="46456" y="88900"/>
                </a:lnTo>
                <a:lnTo>
                  <a:pt x="42049" y="95250"/>
                </a:lnTo>
                <a:lnTo>
                  <a:pt x="42291" y="95250"/>
                </a:lnTo>
                <a:lnTo>
                  <a:pt x="38214" y="101600"/>
                </a:lnTo>
                <a:lnTo>
                  <a:pt x="38430" y="101600"/>
                </a:lnTo>
                <a:lnTo>
                  <a:pt x="34696" y="109220"/>
                </a:lnTo>
                <a:lnTo>
                  <a:pt x="34899" y="109220"/>
                </a:lnTo>
                <a:lnTo>
                  <a:pt x="31508" y="115570"/>
                </a:lnTo>
                <a:lnTo>
                  <a:pt x="31686" y="115570"/>
                </a:lnTo>
                <a:lnTo>
                  <a:pt x="28663" y="123189"/>
                </a:lnTo>
                <a:lnTo>
                  <a:pt x="28816" y="123189"/>
                </a:lnTo>
                <a:lnTo>
                  <a:pt x="26162" y="130810"/>
                </a:lnTo>
                <a:lnTo>
                  <a:pt x="26301" y="130810"/>
                </a:lnTo>
                <a:lnTo>
                  <a:pt x="24015" y="138429"/>
                </a:lnTo>
                <a:lnTo>
                  <a:pt x="24142" y="138429"/>
                </a:lnTo>
                <a:lnTo>
                  <a:pt x="22250" y="146050"/>
                </a:lnTo>
                <a:lnTo>
                  <a:pt x="20853" y="153670"/>
                </a:lnTo>
                <a:lnTo>
                  <a:pt x="20004" y="161289"/>
                </a:lnTo>
                <a:lnTo>
                  <a:pt x="19334" y="168910"/>
                </a:lnTo>
                <a:lnTo>
                  <a:pt x="19265" y="170179"/>
                </a:lnTo>
                <a:lnTo>
                  <a:pt x="19050" y="177800"/>
                </a:lnTo>
                <a:lnTo>
                  <a:pt x="19080" y="855980"/>
                </a:lnTo>
                <a:lnTo>
                  <a:pt x="19265" y="863600"/>
                </a:lnTo>
                <a:lnTo>
                  <a:pt x="19900" y="872489"/>
                </a:lnTo>
                <a:lnTo>
                  <a:pt x="20929" y="880110"/>
                </a:lnTo>
                <a:lnTo>
                  <a:pt x="21065" y="880110"/>
                </a:lnTo>
                <a:lnTo>
                  <a:pt x="22339" y="887730"/>
                </a:lnTo>
                <a:lnTo>
                  <a:pt x="24142" y="895350"/>
                </a:lnTo>
                <a:lnTo>
                  <a:pt x="24015" y="895350"/>
                </a:lnTo>
                <a:lnTo>
                  <a:pt x="26301" y="902969"/>
                </a:lnTo>
                <a:lnTo>
                  <a:pt x="26162" y="902969"/>
                </a:lnTo>
                <a:lnTo>
                  <a:pt x="28816" y="910589"/>
                </a:lnTo>
                <a:lnTo>
                  <a:pt x="28663" y="910589"/>
                </a:lnTo>
                <a:lnTo>
                  <a:pt x="31686" y="918210"/>
                </a:lnTo>
                <a:lnTo>
                  <a:pt x="32073" y="918210"/>
                </a:lnTo>
                <a:lnTo>
                  <a:pt x="34899" y="924560"/>
                </a:lnTo>
                <a:lnTo>
                  <a:pt x="34696" y="924560"/>
                </a:lnTo>
                <a:lnTo>
                  <a:pt x="38430" y="932180"/>
                </a:lnTo>
                <a:lnTo>
                  <a:pt x="38893" y="932180"/>
                </a:lnTo>
                <a:lnTo>
                  <a:pt x="42291" y="938530"/>
                </a:lnTo>
                <a:lnTo>
                  <a:pt x="42049" y="938530"/>
                </a:lnTo>
                <a:lnTo>
                  <a:pt x="46456" y="944880"/>
                </a:lnTo>
                <a:lnTo>
                  <a:pt x="46202" y="944880"/>
                </a:lnTo>
                <a:lnTo>
                  <a:pt x="50914" y="951230"/>
                </a:lnTo>
                <a:lnTo>
                  <a:pt x="50647" y="951230"/>
                </a:lnTo>
                <a:lnTo>
                  <a:pt x="55676" y="957580"/>
                </a:lnTo>
                <a:lnTo>
                  <a:pt x="56448" y="957580"/>
                </a:lnTo>
                <a:lnTo>
                  <a:pt x="60706" y="962660"/>
                </a:lnTo>
                <a:lnTo>
                  <a:pt x="60401" y="962660"/>
                </a:lnTo>
                <a:lnTo>
                  <a:pt x="66001" y="969010"/>
                </a:lnTo>
                <a:lnTo>
                  <a:pt x="66860" y="969010"/>
                </a:lnTo>
                <a:lnTo>
                  <a:pt x="71564" y="974089"/>
                </a:lnTo>
                <a:lnTo>
                  <a:pt x="72450" y="974089"/>
                </a:lnTo>
                <a:lnTo>
                  <a:pt x="77368" y="979169"/>
                </a:lnTo>
                <a:lnTo>
                  <a:pt x="78612" y="979169"/>
                </a:lnTo>
                <a:lnTo>
                  <a:pt x="83413" y="982980"/>
                </a:lnTo>
                <a:lnTo>
                  <a:pt x="83045" y="982980"/>
                </a:lnTo>
                <a:lnTo>
                  <a:pt x="89674" y="988060"/>
                </a:lnTo>
                <a:lnTo>
                  <a:pt x="89293" y="988060"/>
                </a:lnTo>
                <a:lnTo>
                  <a:pt x="96164" y="991869"/>
                </a:lnTo>
                <a:lnTo>
                  <a:pt x="95770" y="991869"/>
                </a:lnTo>
                <a:lnTo>
                  <a:pt x="102857" y="995680"/>
                </a:lnTo>
                <a:lnTo>
                  <a:pt x="102463" y="995680"/>
                </a:lnTo>
                <a:lnTo>
                  <a:pt x="109753" y="999489"/>
                </a:lnTo>
                <a:lnTo>
                  <a:pt x="109334" y="999489"/>
                </a:lnTo>
                <a:lnTo>
                  <a:pt x="116840" y="1002030"/>
                </a:lnTo>
                <a:lnTo>
                  <a:pt x="116408" y="1002030"/>
                </a:lnTo>
                <a:lnTo>
                  <a:pt x="124091" y="1005839"/>
                </a:lnTo>
                <a:lnTo>
                  <a:pt x="123647" y="1005839"/>
                </a:lnTo>
                <a:lnTo>
                  <a:pt x="131521" y="1008380"/>
                </a:lnTo>
                <a:lnTo>
                  <a:pt x="131063" y="1008380"/>
                </a:lnTo>
                <a:lnTo>
                  <a:pt x="139103" y="1009650"/>
                </a:lnTo>
                <a:lnTo>
                  <a:pt x="138633" y="1009650"/>
                </a:lnTo>
                <a:lnTo>
                  <a:pt x="146824" y="1012189"/>
                </a:lnTo>
                <a:lnTo>
                  <a:pt x="146367" y="1012189"/>
                </a:lnTo>
                <a:lnTo>
                  <a:pt x="154698" y="1013460"/>
                </a:lnTo>
                <a:lnTo>
                  <a:pt x="154228" y="1013460"/>
                </a:lnTo>
                <a:lnTo>
                  <a:pt x="162699" y="1014730"/>
                </a:lnTo>
                <a:lnTo>
                  <a:pt x="1592520" y="1014730"/>
                </a:lnTo>
                <a:lnTo>
                  <a:pt x="1589951" y="1016000"/>
                </a:lnTo>
                <a:lnTo>
                  <a:pt x="1582026" y="1019810"/>
                </a:lnTo>
                <a:lnTo>
                  <a:pt x="1573898" y="1023619"/>
                </a:lnTo>
                <a:lnTo>
                  <a:pt x="1557096" y="1028700"/>
                </a:lnTo>
                <a:lnTo>
                  <a:pt x="1548447" y="1029969"/>
                </a:lnTo>
                <a:lnTo>
                  <a:pt x="1539646" y="1032510"/>
                </a:lnTo>
                <a:lnTo>
                  <a:pt x="1530692" y="1033780"/>
                </a:lnTo>
                <a:close/>
              </a:path>
              <a:path w="3098165" h="1033779">
                <a:moveTo>
                  <a:pt x="1552587" y="24129"/>
                </a:moveTo>
                <a:lnTo>
                  <a:pt x="1544396" y="21589"/>
                </a:lnTo>
                <a:lnTo>
                  <a:pt x="1544866" y="21589"/>
                </a:lnTo>
                <a:lnTo>
                  <a:pt x="1536522" y="20320"/>
                </a:lnTo>
                <a:lnTo>
                  <a:pt x="1537004" y="20320"/>
                </a:lnTo>
                <a:lnTo>
                  <a:pt x="1528533" y="19050"/>
                </a:lnTo>
                <a:lnTo>
                  <a:pt x="1595090" y="19050"/>
                </a:lnTo>
                <a:lnTo>
                  <a:pt x="1597659" y="20320"/>
                </a:lnTo>
                <a:lnTo>
                  <a:pt x="1601400" y="22860"/>
                </a:lnTo>
                <a:lnTo>
                  <a:pt x="1552130" y="22860"/>
                </a:lnTo>
                <a:lnTo>
                  <a:pt x="1552587" y="24129"/>
                </a:lnTo>
                <a:close/>
              </a:path>
              <a:path w="3098165" h="1033779">
                <a:moveTo>
                  <a:pt x="138633" y="24129"/>
                </a:moveTo>
                <a:lnTo>
                  <a:pt x="139103" y="22860"/>
                </a:lnTo>
                <a:lnTo>
                  <a:pt x="142728" y="22860"/>
                </a:lnTo>
                <a:lnTo>
                  <a:pt x="138633" y="24129"/>
                </a:lnTo>
                <a:close/>
              </a:path>
              <a:path w="3098165" h="1033779">
                <a:moveTo>
                  <a:pt x="1608188" y="50800"/>
                </a:moveTo>
                <a:lnTo>
                  <a:pt x="1601546" y="45720"/>
                </a:lnTo>
                <a:lnTo>
                  <a:pt x="1601927" y="45720"/>
                </a:lnTo>
                <a:lnTo>
                  <a:pt x="1595056" y="41910"/>
                </a:lnTo>
                <a:lnTo>
                  <a:pt x="1595450" y="41910"/>
                </a:lnTo>
                <a:lnTo>
                  <a:pt x="1588363" y="38100"/>
                </a:lnTo>
                <a:lnTo>
                  <a:pt x="1588770" y="38100"/>
                </a:lnTo>
                <a:lnTo>
                  <a:pt x="1581467" y="34289"/>
                </a:lnTo>
                <a:lnTo>
                  <a:pt x="1581886" y="34289"/>
                </a:lnTo>
                <a:lnTo>
                  <a:pt x="1574393" y="30479"/>
                </a:lnTo>
                <a:lnTo>
                  <a:pt x="1574812" y="30479"/>
                </a:lnTo>
                <a:lnTo>
                  <a:pt x="1567129" y="27939"/>
                </a:lnTo>
                <a:lnTo>
                  <a:pt x="1567573" y="27939"/>
                </a:lnTo>
                <a:lnTo>
                  <a:pt x="1559712" y="25400"/>
                </a:lnTo>
                <a:lnTo>
                  <a:pt x="1560156" y="25400"/>
                </a:lnTo>
                <a:lnTo>
                  <a:pt x="1552130" y="22860"/>
                </a:lnTo>
                <a:lnTo>
                  <a:pt x="1601400" y="22860"/>
                </a:lnTo>
                <a:lnTo>
                  <a:pt x="1605140" y="25400"/>
                </a:lnTo>
                <a:lnTo>
                  <a:pt x="1612404" y="30479"/>
                </a:lnTo>
                <a:lnTo>
                  <a:pt x="1619415" y="34289"/>
                </a:lnTo>
                <a:lnTo>
                  <a:pt x="1626158" y="40639"/>
                </a:lnTo>
                <a:lnTo>
                  <a:pt x="1632648" y="45720"/>
                </a:lnTo>
                <a:lnTo>
                  <a:pt x="1636374" y="49529"/>
                </a:lnTo>
                <a:lnTo>
                  <a:pt x="1607820" y="49529"/>
                </a:lnTo>
                <a:lnTo>
                  <a:pt x="1608188" y="50800"/>
                </a:lnTo>
                <a:close/>
              </a:path>
              <a:path w="3098165" h="1033779">
                <a:moveTo>
                  <a:pt x="83045" y="50800"/>
                </a:moveTo>
                <a:lnTo>
                  <a:pt x="83413" y="49529"/>
                </a:lnTo>
                <a:lnTo>
                  <a:pt x="84702" y="49529"/>
                </a:lnTo>
                <a:lnTo>
                  <a:pt x="83045" y="50800"/>
                </a:lnTo>
                <a:close/>
              </a:path>
              <a:path w="3098165" h="1033779">
                <a:moveTo>
                  <a:pt x="3096577" y="1012189"/>
                </a:moveTo>
                <a:lnTo>
                  <a:pt x="3019713" y="1004192"/>
                </a:lnTo>
                <a:lnTo>
                  <a:pt x="3023311" y="985519"/>
                </a:lnTo>
                <a:lnTo>
                  <a:pt x="2917215" y="974450"/>
                </a:lnTo>
                <a:lnTo>
                  <a:pt x="1672170" y="608329"/>
                </a:lnTo>
                <a:lnTo>
                  <a:pt x="1672170" y="177800"/>
                </a:lnTo>
                <a:lnTo>
                  <a:pt x="1671955" y="170179"/>
                </a:lnTo>
                <a:lnTo>
                  <a:pt x="1671886" y="168910"/>
                </a:lnTo>
                <a:lnTo>
                  <a:pt x="1671320" y="161289"/>
                </a:lnTo>
                <a:lnTo>
                  <a:pt x="1670304" y="153670"/>
                </a:lnTo>
                <a:lnTo>
                  <a:pt x="1668881" y="146050"/>
                </a:lnTo>
                <a:lnTo>
                  <a:pt x="1667090" y="138429"/>
                </a:lnTo>
                <a:lnTo>
                  <a:pt x="1664919" y="130810"/>
                </a:lnTo>
                <a:lnTo>
                  <a:pt x="1665058" y="130810"/>
                </a:lnTo>
                <a:lnTo>
                  <a:pt x="1662404" y="123189"/>
                </a:lnTo>
                <a:lnTo>
                  <a:pt x="1662569" y="123189"/>
                </a:lnTo>
                <a:lnTo>
                  <a:pt x="1659534" y="115570"/>
                </a:lnTo>
                <a:lnTo>
                  <a:pt x="1659712" y="115570"/>
                </a:lnTo>
                <a:lnTo>
                  <a:pt x="1656321" y="109220"/>
                </a:lnTo>
                <a:lnTo>
                  <a:pt x="1656524" y="109220"/>
                </a:lnTo>
                <a:lnTo>
                  <a:pt x="1652790" y="101600"/>
                </a:lnTo>
                <a:lnTo>
                  <a:pt x="1653006" y="101600"/>
                </a:lnTo>
                <a:lnTo>
                  <a:pt x="1648929" y="95250"/>
                </a:lnTo>
                <a:lnTo>
                  <a:pt x="1649171" y="95250"/>
                </a:lnTo>
                <a:lnTo>
                  <a:pt x="1644764" y="88900"/>
                </a:lnTo>
                <a:lnTo>
                  <a:pt x="1645031" y="88900"/>
                </a:lnTo>
                <a:lnTo>
                  <a:pt x="1640306" y="82550"/>
                </a:lnTo>
                <a:lnTo>
                  <a:pt x="1640573" y="82550"/>
                </a:lnTo>
                <a:lnTo>
                  <a:pt x="1635556" y="76200"/>
                </a:lnTo>
                <a:lnTo>
                  <a:pt x="1635848" y="76200"/>
                </a:lnTo>
                <a:lnTo>
                  <a:pt x="1630527" y="71120"/>
                </a:lnTo>
                <a:lnTo>
                  <a:pt x="1630832" y="71120"/>
                </a:lnTo>
                <a:lnTo>
                  <a:pt x="1625219" y="64770"/>
                </a:lnTo>
                <a:lnTo>
                  <a:pt x="1625549" y="64770"/>
                </a:lnTo>
                <a:lnTo>
                  <a:pt x="1619669" y="59689"/>
                </a:lnTo>
                <a:lnTo>
                  <a:pt x="1619999" y="59689"/>
                </a:lnTo>
                <a:lnTo>
                  <a:pt x="1613865" y="54610"/>
                </a:lnTo>
                <a:lnTo>
                  <a:pt x="1614208" y="54610"/>
                </a:lnTo>
                <a:lnTo>
                  <a:pt x="1607820" y="49529"/>
                </a:lnTo>
                <a:lnTo>
                  <a:pt x="1636374" y="49529"/>
                </a:lnTo>
                <a:lnTo>
                  <a:pt x="1660677" y="78739"/>
                </a:lnTo>
                <a:lnTo>
                  <a:pt x="1665338" y="85089"/>
                </a:lnTo>
                <a:lnTo>
                  <a:pt x="1669643" y="92710"/>
                </a:lnTo>
                <a:lnTo>
                  <a:pt x="1673593" y="100329"/>
                </a:lnTo>
                <a:lnTo>
                  <a:pt x="1677174" y="107950"/>
                </a:lnTo>
                <a:lnTo>
                  <a:pt x="1680375" y="116839"/>
                </a:lnTo>
                <a:lnTo>
                  <a:pt x="1683181" y="124460"/>
                </a:lnTo>
                <a:lnTo>
                  <a:pt x="1690992" y="168910"/>
                </a:lnTo>
                <a:lnTo>
                  <a:pt x="1691220" y="177800"/>
                </a:lnTo>
                <a:lnTo>
                  <a:pt x="1691220" y="591820"/>
                </a:lnTo>
                <a:lnTo>
                  <a:pt x="1684388" y="591820"/>
                </a:lnTo>
                <a:lnTo>
                  <a:pt x="1691220" y="601979"/>
                </a:lnTo>
                <a:lnTo>
                  <a:pt x="1718962" y="601979"/>
                </a:lnTo>
                <a:lnTo>
                  <a:pt x="3097593" y="1007110"/>
                </a:lnTo>
                <a:lnTo>
                  <a:pt x="3096577" y="1012189"/>
                </a:lnTo>
                <a:close/>
              </a:path>
              <a:path w="3098165" h="1033779">
                <a:moveTo>
                  <a:pt x="19850" y="162560"/>
                </a:moveTo>
                <a:lnTo>
                  <a:pt x="19900" y="161289"/>
                </a:lnTo>
                <a:lnTo>
                  <a:pt x="19850" y="162560"/>
                </a:lnTo>
                <a:close/>
              </a:path>
              <a:path w="3098165" h="1033779">
                <a:moveTo>
                  <a:pt x="1671370" y="162560"/>
                </a:moveTo>
                <a:lnTo>
                  <a:pt x="1671218" y="161289"/>
                </a:lnTo>
                <a:lnTo>
                  <a:pt x="1671370" y="162560"/>
                </a:lnTo>
                <a:close/>
              </a:path>
              <a:path w="3098165" h="1033779">
                <a:moveTo>
                  <a:pt x="1691220" y="601979"/>
                </a:moveTo>
                <a:lnTo>
                  <a:pt x="1684388" y="591820"/>
                </a:lnTo>
                <a:lnTo>
                  <a:pt x="1691220" y="593827"/>
                </a:lnTo>
                <a:lnTo>
                  <a:pt x="1691220" y="601979"/>
                </a:lnTo>
                <a:close/>
              </a:path>
              <a:path w="3098165" h="1033779">
                <a:moveTo>
                  <a:pt x="1691220" y="593827"/>
                </a:moveTo>
                <a:lnTo>
                  <a:pt x="1684388" y="591820"/>
                </a:lnTo>
                <a:lnTo>
                  <a:pt x="1691220" y="591820"/>
                </a:lnTo>
                <a:lnTo>
                  <a:pt x="1691220" y="593827"/>
                </a:lnTo>
                <a:close/>
              </a:path>
              <a:path w="3098165" h="1033779">
                <a:moveTo>
                  <a:pt x="1718962" y="601979"/>
                </a:moveTo>
                <a:lnTo>
                  <a:pt x="1691220" y="601979"/>
                </a:lnTo>
                <a:lnTo>
                  <a:pt x="1691220" y="593827"/>
                </a:lnTo>
                <a:lnTo>
                  <a:pt x="1718962" y="601979"/>
                </a:lnTo>
                <a:close/>
              </a:path>
              <a:path w="3098165" h="1033779">
                <a:moveTo>
                  <a:pt x="1690404" y="872489"/>
                </a:moveTo>
                <a:lnTo>
                  <a:pt x="1671320" y="872489"/>
                </a:lnTo>
                <a:lnTo>
                  <a:pt x="1671980" y="863600"/>
                </a:lnTo>
                <a:lnTo>
                  <a:pt x="1672140" y="855980"/>
                </a:lnTo>
                <a:lnTo>
                  <a:pt x="1672170" y="844550"/>
                </a:lnTo>
                <a:lnTo>
                  <a:pt x="1769550" y="854710"/>
                </a:lnTo>
                <a:lnTo>
                  <a:pt x="1691220" y="854710"/>
                </a:lnTo>
                <a:lnTo>
                  <a:pt x="1680705" y="864869"/>
                </a:lnTo>
                <a:lnTo>
                  <a:pt x="1690910" y="865931"/>
                </a:lnTo>
                <a:lnTo>
                  <a:pt x="1690404" y="872489"/>
                </a:lnTo>
                <a:close/>
              </a:path>
              <a:path w="3098165" h="1033779">
                <a:moveTo>
                  <a:pt x="1690910" y="865931"/>
                </a:moveTo>
                <a:lnTo>
                  <a:pt x="1680705" y="864869"/>
                </a:lnTo>
                <a:lnTo>
                  <a:pt x="1691220" y="854710"/>
                </a:lnTo>
                <a:lnTo>
                  <a:pt x="1691020" y="863600"/>
                </a:lnTo>
                <a:lnTo>
                  <a:pt x="1690910" y="865931"/>
                </a:lnTo>
                <a:close/>
              </a:path>
              <a:path w="3098165" h="1033779">
                <a:moveTo>
                  <a:pt x="3017613" y="1003973"/>
                </a:moveTo>
                <a:lnTo>
                  <a:pt x="1690910" y="865931"/>
                </a:lnTo>
                <a:lnTo>
                  <a:pt x="1691020" y="863600"/>
                </a:lnTo>
                <a:lnTo>
                  <a:pt x="1691220" y="854710"/>
                </a:lnTo>
                <a:lnTo>
                  <a:pt x="1769550" y="854710"/>
                </a:lnTo>
                <a:lnTo>
                  <a:pt x="2917215" y="974450"/>
                </a:lnTo>
                <a:lnTo>
                  <a:pt x="3017613" y="1003973"/>
                </a:lnTo>
                <a:close/>
              </a:path>
              <a:path w="3098165" h="1033779">
                <a:moveTo>
                  <a:pt x="20004" y="872489"/>
                </a:moveTo>
                <a:lnTo>
                  <a:pt x="19850" y="871219"/>
                </a:lnTo>
                <a:lnTo>
                  <a:pt x="20004" y="872489"/>
                </a:lnTo>
                <a:close/>
              </a:path>
              <a:path w="3098165" h="1033779">
                <a:moveTo>
                  <a:pt x="1689490" y="880110"/>
                </a:moveTo>
                <a:lnTo>
                  <a:pt x="1670304" y="880110"/>
                </a:lnTo>
                <a:lnTo>
                  <a:pt x="1671370" y="871219"/>
                </a:lnTo>
                <a:lnTo>
                  <a:pt x="1671320" y="872489"/>
                </a:lnTo>
                <a:lnTo>
                  <a:pt x="1690404" y="872489"/>
                </a:lnTo>
                <a:lnTo>
                  <a:pt x="1690306" y="873760"/>
                </a:lnTo>
                <a:lnTo>
                  <a:pt x="1689490" y="880110"/>
                </a:lnTo>
                <a:close/>
              </a:path>
              <a:path w="3098165" h="1033779">
                <a:moveTo>
                  <a:pt x="21065" y="880110"/>
                </a:moveTo>
                <a:lnTo>
                  <a:pt x="20929" y="880110"/>
                </a:lnTo>
                <a:lnTo>
                  <a:pt x="20853" y="878839"/>
                </a:lnTo>
                <a:lnTo>
                  <a:pt x="21065" y="880110"/>
                </a:lnTo>
                <a:close/>
              </a:path>
              <a:path w="3098165" h="1033779">
                <a:moveTo>
                  <a:pt x="1679841" y="918210"/>
                </a:moveTo>
                <a:lnTo>
                  <a:pt x="1659534" y="918210"/>
                </a:lnTo>
                <a:lnTo>
                  <a:pt x="1662569" y="910589"/>
                </a:lnTo>
                <a:lnTo>
                  <a:pt x="1662404" y="910589"/>
                </a:lnTo>
                <a:lnTo>
                  <a:pt x="1665058" y="902969"/>
                </a:lnTo>
                <a:lnTo>
                  <a:pt x="1664919" y="902969"/>
                </a:lnTo>
                <a:lnTo>
                  <a:pt x="1667205" y="895350"/>
                </a:lnTo>
                <a:lnTo>
                  <a:pt x="1668983" y="887730"/>
                </a:lnTo>
                <a:lnTo>
                  <a:pt x="1670367" y="878839"/>
                </a:lnTo>
                <a:lnTo>
                  <a:pt x="1670304" y="880110"/>
                </a:lnTo>
                <a:lnTo>
                  <a:pt x="1689490" y="880110"/>
                </a:lnTo>
                <a:lnTo>
                  <a:pt x="1689163" y="882650"/>
                </a:lnTo>
                <a:lnTo>
                  <a:pt x="1687588" y="891539"/>
                </a:lnTo>
                <a:lnTo>
                  <a:pt x="1685594" y="900430"/>
                </a:lnTo>
                <a:lnTo>
                  <a:pt x="1680375" y="916939"/>
                </a:lnTo>
                <a:lnTo>
                  <a:pt x="1679841" y="918210"/>
                </a:lnTo>
                <a:close/>
              </a:path>
              <a:path w="3098165" h="1033779">
                <a:moveTo>
                  <a:pt x="32073" y="918210"/>
                </a:moveTo>
                <a:lnTo>
                  <a:pt x="31686" y="918210"/>
                </a:lnTo>
                <a:lnTo>
                  <a:pt x="31508" y="916939"/>
                </a:lnTo>
                <a:lnTo>
                  <a:pt x="32073" y="918210"/>
                </a:lnTo>
                <a:close/>
              </a:path>
              <a:path w="3098165" h="1033779">
                <a:moveTo>
                  <a:pt x="1674104" y="932180"/>
                </a:moveTo>
                <a:lnTo>
                  <a:pt x="1652790" y="932180"/>
                </a:lnTo>
                <a:lnTo>
                  <a:pt x="1656524" y="924560"/>
                </a:lnTo>
                <a:lnTo>
                  <a:pt x="1656321" y="924560"/>
                </a:lnTo>
                <a:lnTo>
                  <a:pt x="1659712" y="916939"/>
                </a:lnTo>
                <a:lnTo>
                  <a:pt x="1659534" y="918210"/>
                </a:lnTo>
                <a:lnTo>
                  <a:pt x="1679841" y="918210"/>
                </a:lnTo>
                <a:lnTo>
                  <a:pt x="1677174" y="924560"/>
                </a:lnTo>
                <a:lnTo>
                  <a:pt x="1674104" y="932180"/>
                </a:lnTo>
                <a:close/>
              </a:path>
              <a:path w="3098165" h="1033779">
                <a:moveTo>
                  <a:pt x="38893" y="932180"/>
                </a:moveTo>
                <a:lnTo>
                  <a:pt x="38430" y="932180"/>
                </a:lnTo>
                <a:lnTo>
                  <a:pt x="38214" y="930910"/>
                </a:lnTo>
                <a:lnTo>
                  <a:pt x="38893" y="932180"/>
                </a:lnTo>
                <a:close/>
              </a:path>
              <a:path w="3098165" h="1033779">
                <a:moveTo>
                  <a:pt x="1659017" y="957580"/>
                </a:moveTo>
                <a:lnTo>
                  <a:pt x="1635556" y="957580"/>
                </a:lnTo>
                <a:lnTo>
                  <a:pt x="1640573" y="951230"/>
                </a:lnTo>
                <a:lnTo>
                  <a:pt x="1640306" y="951230"/>
                </a:lnTo>
                <a:lnTo>
                  <a:pt x="1645031" y="944880"/>
                </a:lnTo>
                <a:lnTo>
                  <a:pt x="1644764" y="944880"/>
                </a:lnTo>
                <a:lnTo>
                  <a:pt x="1649171" y="938530"/>
                </a:lnTo>
                <a:lnTo>
                  <a:pt x="1648929" y="938530"/>
                </a:lnTo>
                <a:lnTo>
                  <a:pt x="1653006" y="930910"/>
                </a:lnTo>
                <a:lnTo>
                  <a:pt x="1652790" y="932180"/>
                </a:lnTo>
                <a:lnTo>
                  <a:pt x="1674104" y="932180"/>
                </a:lnTo>
                <a:lnTo>
                  <a:pt x="1673593" y="933450"/>
                </a:lnTo>
                <a:lnTo>
                  <a:pt x="1669643" y="941069"/>
                </a:lnTo>
                <a:lnTo>
                  <a:pt x="1665338" y="947419"/>
                </a:lnTo>
                <a:lnTo>
                  <a:pt x="1660677" y="955039"/>
                </a:lnTo>
                <a:lnTo>
                  <a:pt x="1659017" y="957580"/>
                </a:lnTo>
                <a:close/>
              </a:path>
              <a:path w="3098165" h="1033779">
                <a:moveTo>
                  <a:pt x="56448" y="957580"/>
                </a:moveTo>
                <a:lnTo>
                  <a:pt x="55676" y="957580"/>
                </a:lnTo>
                <a:lnTo>
                  <a:pt x="55384" y="956310"/>
                </a:lnTo>
                <a:lnTo>
                  <a:pt x="56448" y="957580"/>
                </a:lnTo>
                <a:close/>
              </a:path>
              <a:path w="3098165" h="1033779">
                <a:moveTo>
                  <a:pt x="1650390" y="969010"/>
                </a:moveTo>
                <a:lnTo>
                  <a:pt x="1625219" y="969010"/>
                </a:lnTo>
                <a:lnTo>
                  <a:pt x="1630832" y="962660"/>
                </a:lnTo>
                <a:lnTo>
                  <a:pt x="1630527" y="962660"/>
                </a:lnTo>
                <a:lnTo>
                  <a:pt x="1635848" y="956310"/>
                </a:lnTo>
                <a:lnTo>
                  <a:pt x="1635556" y="957580"/>
                </a:lnTo>
                <a:lnTo>
                  <a:pt x="1659017" y="957580"/>
                </a:lnTo>
                <a:lnTo>
                  <a:pt x="1655698" y="962660"/>
                </a:lnTo>
                <a:lnTo>
                  <a:pt x="1650390" y="969010"/>
                </a:lnTo>
                <a:close/>
              </a:path>
              <a:path w="3098165" h="1033779">
                <a:moveTo>
                  <a:pt x="66860" y="969010"/>
                </a:moveTo>
                <a:lnTo>
                  <a:pt x="66001" y="969010"/>
                </a:lnTo>
                <a:lnTo>
                  <a:pt x="65684" y="967739"/>
                </a:lnTo>
                <a:lnTo>
                  <a:pt x="66860" y="969010"/>
                </a:lnTo>
                <a:close/>
              </a:path>
              <a:path w="3098165" h="1033779">
                <a:moveTo>
                  <a:pt x="1645899" y="974089"/>
                </a:moveTo>
                <a:lnTo>
                  <a:pt x="1619669" y="974089"/>
                </a:lnTo>
                <a:lnTo>
                  <a:pt x="1625549" y="967739"/>
                </a:lnTo>
                <a:lnTo>
                  <a:pt x="1625219" y="969010"/>
                </a:lnTo>
                <a:lnTo>
                  <a:pt x="1650390" y="969010"/>
                </a:lnTo>
                <a:lnTo>
                  <a:pt x="1645899" y="974089"/>
                </a:lnTo>
                <a:close/>
              </a:path>
              <a:path w="3098165" h="1033779">
                <a:moveTo>
                  <a:pt x="72450" y="974089"/>
                </a:moveTo>
                <a:lnTo>
                  <a:pt x="71564" y="974089"/>
                </a:lnTo>
                <a:lnTo>
                  <a:pt x="71221" y="972819"/>
                </a:lnTo>
                <a:lnTo>
                  <a:pt x="72450" y="974089"/>
                </a:lnTo>
                <a:close/>
              </a:path>
              <a:path w="3098165" h="1033779">
                <a:moveTo>
                  <a:pt x="1641226" y="979169"/>
                </a:moveTo>
                <a:lnTo>
                  <a:pt x="1613865" y="979169"/>
                </a:lnTo>
                <a:lnTo>
                  <a:pt x="1619999" y="972819"/>
                </a:lnTo>
                <a:lnTo>
                  <a:pt x="1619669" y="974089"/>
                </a:lnTo>
                <a:lnTo>
                  <a:pt x="1645899" y="974089"/>
                </a:lnTo>
                <a:lnTo>
                  <a:pt x="1644777" y="975360"/>
                </a:lnTo>
                <a:lnTo>
                  <a:pt x="1641226" y="979169"/>
                </a:lnTo>
                <a:close/>
              </a:path>
              <a:path w="3098165" h="1033779">
                <a:moveTo>
                  <a:pt x="3019713" y="1004192"/>
                </a:moveTo>
                <a:lnTo>
                  <a:pt x="3017613" y="1003973"/>
                </a:lnTo>
                <a:lnTo>
                  <a:pt x="2917215" y="974450"/>
                </a:lnTo>
                <a:lnTo>
                  <a:pt x="3023311" y="985519"/>
                </a:lnTo>
                <a:lnTo>
                  <a:pt x="3019713" y="1004192"/>
                </a:lnTo>
                <a:close/>
              </a:path>
              <a:path w="3098165" h="1033779">
                <a:moveTo>
                  <a:pt x="78612" y="979169"/>
                </a:moveTo>
                <a:lnTo>
                  <a:pt x="77368" y="979169"/>
                </a:lnTo>
                <a:lnTo>
                  <a:pt x="77012" y="977900"/>
                </a:lnTo>
                <a:lnTo>
                  <a:pt x="78612" y="979169"/>
                </a:lnTo>
                <a:close/>
              </a:path>
              <a:path w="3098165" h="1033779">
                <a:moveTo>
                  <a:pt x="1592520" y="1014730"/>
                </a:moveTo>
                <a:lnTo>
                  <a:pt x="1528533" y="1014730"/>
                </a:lnTo>
                <a:lnTo>
                  <a:pt x="1537004" y="1013460"/>
                </a:lnTo>
                <a:lnTo>
                  <a:pt x="1536522" y="1013460"/>
                </a:lnTo>
                <a:lnTo>
                  <a:pt x="1544866" y="1012189"/>
                </a:lnTo>
                <a:lnTo>
                  <a:pt x="1544396" y="1012189"/>
                </a:lnTo>
                <a:lnTo>
                  <a:pt x="1552587" y="1009650"/>
                </a:lnTo>
                <a:lnTo>
                  <a:pt x="1552130" y="1009650"/>
                </a:lnTo>
                <a:lnTo>
                  <a:pt x="1560156" y="1008380"/>
                </a:lnTo>
                <a:lnTo>
                  <a:pt x="1559712" y="1008380"/>
                </a:lnTo>
                <a:lnTo>
                  <a:pt x="1567573" y="1005839"/>
                </a:lnTo>
                <a:lnTo>
                  <a:pt x="1567129" y="1005839"/>
                </a:lnTo>
                <a:lnTo>
                  <a:pt x="1574812" y="1002030"/>
                </a:lnTo>
                <a:lnTo>
                  <a:pt x="1574393" y="1002030"/>
                </a:lnTo>
                <a:lnTo>
                  <a:pt x="1581886" y="999489"/>
                </a:lnTo>
                <a:lnTo>
                  <a:pt x="1581467" y="999489"/>
                </a:lnTo>
                <a:lnTo>
                  <a:pt x="1588770" y="995680"/>
                </a:lnTo>
                <a:lnTo>
                  <a:pt x="1588363" y="995680"/>
                </a:lnTo>
                <a:lnTo>
                  <a:pt x="1595450" y="991869"/>
                </a:lnTo>
                <a:lnTo>
                  <a:pt x="1595056" y="991869"/>
                </a:lnTo>
                <a:lnTo>
                  <a:pt x="1601927" y="988060"/>
                </a:lnTo>
                <a:lnTo>
                  <a:pt x="1601546" y="988060"/>
                </a:lnTo>
                <a:lnTo>
                  <a:pt x="1608188" y="982980"/>
                </a:lnTo>
                <a:lnTo>
                  <a:pt x="1607820" y="982980"/>
                </a:lnTo>
                <a:lnTo>
                  <a:pt x="1614208" y="977900"/>
                </a:lnTo>
                <a:lnTo>
                  <a:pt x="1613865" y="979169"/>
                </a:lnTo>
                <a:lnTo>
                  <a:pt x="1641226" y="979169"/>
                </a:lnTo>
                <a:lnTo>
                  <a:pt x="1638858" y="981710"/>
                </a:lnTo>
                <a:lnTo>
                  <a:pt x="1605140" y="1008380"/>
                </a:lnTo>
                <a:lnTo>
                  <a:pt x="1597659" y="1012189"/>
                </a:lnTo>
                <a:lnTo>
                  <a:pt x="1592520" y="1014730"/>
                </a:lnTo>
                <a:close/>
              </a:path>
              <a:path w="3098165" h="1033779">
                <a:moveTo>
                  <a:pt x="3019640" y="1004569"/>
                </a:moveTo>
                <a:lnTo>
                  <a:pt x="3017613" y="1003973"/>
                </a:lnTo>
                <a:lnTo>
                  <a:pt x="3019713" y="1004192"/>
                </a:lnTo>
                <a:lnTo>
                  <a:pt x="3019640" y="10045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926399" y="4153903"/>
            <a:ext cx="304800" cy="853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40"/>
              </a:lnSpc>
            </a:pPr>
            <a:r>
              <a:rPr dirty="0" sz="2400" spc="-10" b="1">
                <a:latin typeface="宋体"/>
                <a:cs typeface="宋体"/>
              </a:rPr>
              <a:t>励</a:t>
            </a:r>
            <a:endParaRPr sz="2400">
              <a:latin typeface="宋体"/>
              <a:cs typeface="宋体"/>
            </a:endParaRPr>
          </a:p>
          <a:p>
            <a:pPr>
              <a:lnSpc>
                <a:spcPts val="2735"/>
              </a:lnSpc>
              <a:spcBef>
                <a:spcPts val="1440"/>
              </a:spcBef>
            </a:pPr>
            <a:r>
              <a:rPr dirty="0" sz="2400" spc="-10" b="1">
                <a:latin typeface="宋体"/>
                <a:cs typeface="宋体"/>
              </a:rPr>
              <a:t>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9770" y="3915460"/>
            <a:ext cx="94234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磁电</a:t>
            </a:r>
            <a:r>
              <a:rPr dirty="0" sz="2400" spc="-10" b="1">
                <a:latin typeface="宋体"/>
                <a:cs typeface="宋体"/>
              </a:rPr>
              <a:t>流 </a:t>
            </a:r>
            <a:r>
              <a:rPr dirty="0" sz="2400" b="1">
                <a:latin typeface="宋体"/>
                <a:cs typeface="宋体"/>
              </a:rPr>
              <a:t>择</a:t>
            </a:r>
            <a:r>
              <a:rPr dirty="0" sz="2400" spc="-10" b="1">
                <a:latin typeface="宋体"/>
                <a:cs typeface="宋体"/>
              </a:rPr>
              <a:t>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56477" y="4042193"/>
            <a:ext cx="2999105" cy="1078230"/>
          </a:xfrm>
          <a:custGeom>
            <a:avLst/>
            <a:gdLst/>
            <a:ahLst/>
            <a:cxnLst/>
            <a:rect l="l" t="t" r="r" b="b"/>
            <a:pathLst>
              <a:path w="2999104" h="1078229">
                <a:moveTo>
                  <a:pt x="1523796" y="611644"/>
                </a:moveTo>
                <a:lnTo>
                  <a:pt x="1523796" y="182879"/>
                </a:lnTo>
                <a:lnTo>
                  <a:pt x="1524038" y="173989"/>
                </a:lnTo>
                <a:lnTo>
                  <a:pt x="1532064" y="128270"/>
                </a:lnTo>
                <a:lnTo>
                  <a:pt x="1534960" y="120650"/>
                </a:lnTo>
                <a:lnTo>
                  <a:pt x="1538249" y="111760"/>
                </a:lnTo>
                <a:lnTo>
                  <a:pt x="1541932" y="104139"/>
                </a:lnTo>
                <a:lnTo>
                  <a:pt x="1545996" y="95250"/>
                </a:lnTo>
                <a:lnTo>
                  <a:pt x="1550428" y="87629"/>
                </a:lnTo>
                <a:lnTo>
                  <a:pt x="1555216" y="80010"/>
                </a:lnTo>
                <a:lnTo>
                  <a:pt x="1560334" y="73660"/>
                </a:lnTo>
                <a:lnTo>
                  <a:pt x="1565795" y="66039"/>
                </a:lnTo>
                <a:lnTo>
                  <a:pt x="1571574" y="59689"/>
                </a:lnTo>
                <a:lnTo>
                  <a:pt x="1577670" y="53339"/>
                </a:lnTo>
                <a:lnTo>
                  <a:pt x="1584045" y="46989"/>
                </a:lnTo>
                <a:lnTo>
                  <a:pt x="1590725" y="41910"/>
                </a:lnTo>
                <a:lnTo>
                  <a:pt x="1597672" y="35560"/>
                </a:lnTo>
                <a:lnTo>
                  <a:pt x="1636128" y="13970"/>
                </a:lnTo>
                <a:lnTo>
                  <a:pt x="1688922" y="0"/>
                </a:lnTo>
                <a:lnTo>
                  <a:pt x="2833877" y="0"/>
                </a:lnTo>
                <a:lnTo>
                  <a:pt x="2878327" y="10160"/>
                </a:lnTo>
                <a:lnTo>
                  <a:pt x="2897479" y="19050"/>
                </a:lnTo>
                <a:lnTo>
                  <a:pt x="1691093" y="19050"/>
                </a:lnTo>
                <a:lnTo>
                  <a:pt x="1682356" y="20320"/>
                </a:lnTo>
                <a:lnTo>
                  <a:pt x="1682838" y="20320"/>
                </a:lnTo>
                <a:lnTo>
                  <a:pt x="1674240" y="21589"/>
                </a:lnTo>
                <a:lnTo>
                  <a:pt x="1674710" y="21589"/>
                </a:lnTo>
                <a:lnTo>
                  <a:pt x="1666278" y="24129"/>
                </a:lnTo>
                <a:lnTo>
                  <a:pt x="1666735" y="24129"/>
                </a:lnTo>
                <a:lnTo>
                  <a:pt x="1658467" y="25400"/>
                </a:lnTo>
                <a:lnTo>
                  <a:pt x="1658912" y="25400"/>
                </a:lnTo>
                <a:lnTo>
                  <a:pt x="1650809" y="27939"/>
                </a:lnTo>
                <a:lnTo>
                  <a:pt x="1651253" y="27939"/>
                </a:lnTo>
                <a:lnTo>
                  <a:pt x="1643329" y="31750"/>
                </a:lnTo>
                <a:lnTo>
                  <a:pt x="1643761" y="31750"/>
                </a:lnTo>
                <a:lnTo>
                  <a:pt x="1636039" y="34289"/>
                </a:lnTo>
                <a:lnTo>
                  <a:pt x="1636458" y="34289"/>
                </a:lnTo>
                <a:lnTo>
                  <a:pt x="1628927" y="38100"/>
                </a:lnTo>
                <a:lnTo>
                  <a:pt x="1629333" y="38100"/>
                </a:lnTo>
                <a:lnTo>
                  <a:pt x="1622031" y="41910"/>
                </a:lnTo>
                <a:lnTo>
                  <a:pt x="1622424" y="41910"/>
                </a:lnTo>
                <a:lnTo>
                  <a:pt x="1615351" y="46989"/>
                </a:lnTo>
                <a:lnTo>
                  <a:pt x="1615732" y="46989"/>
                </a:lnTo>
                <a:lnTo>
                  <a:pt x="1608899" y="50800"/>
                </a:lnTo>
                <a:lnTo>
                  <a:pt x="1609255" y="50800"/>
                </a:lnTo>
                <a:lnTo>
                  <a:pt x="1602676" y="55879"/>
                </a:lnTo>
                <a:lnTo>
                  <a:pt x="1603019" y="55879"/>
                </a:lnTo>
                <a:lnTo>
                  <a:pt x="1596694" y="60960"/>
                </a:lnTo>
                <a:lnTo>
                  <a:pt x="1597024" y="60960"/>
                </a:lnTo>
                <a:lnTo>
                  <a:pt x="1592188" y="66039"/>
                </a:lnTo>
                <a:lnTo>
                  <a:pt x="1591297" y="66039"/>
                </a:lnTo>
                <a:lnTo>
                  <a:pt x="1585518" y="72389"/>
                </a:lnTo>
                <a:lnTo>
                  <a:pt x="1585823" y="72389"/>
                </a:lnTo>
                <a:lnTo>
                  <a:pt x="1580349" y="78739"/>
                </a:lnTo>
                <a:lnTo>
                  <a:pt x="1580629" y="78739"/>
                </a:lnTo>
                <a:lnTo>
                  <a:pt x="1575460" y="85089"/>
                </a:lnTo>
                <a:lnTo>
                  <a:pt x="1575727" y="85089"/>
                </a:lnTo>
                <a:lnTo>
                  <a:pt x="1570863" y="91439"/>
                </a:lnTo>
                <a:lnTo>
                  <a:pt x="1571129" y="91439"/>
                </a:lnTo>
                <a:lnTo>
                  <a:pt x="1566583" y="97789"/>
                </a:lnTo>
                <a:lnTo>
                  <a:pt x="1566824" y="97789"/>
                </a:lnTo>
                <a:lnTo>
                  <a:pt x="1563331" y="104139"/>
                </a:lnTo>
                <a:lnTo>
                  <a:pt x="1562849" y="104139"/>
                </a:lnTo>
                <a:lnTo>
                  <a:pt x="1559001" y="111760"/>
                </a:lnTo>
                <a:lnTo>
                  <a:pt x="1559204" y="111760"/>
                </a:lnTo>
                <a:lnTo>
                  <a:pt x="1555711" y="119379"/>
                </a:lnTo>
                <a:lnTo>
                  <a:pt x="1555889" y="119379"/>
                </a:lnTo>
                <a:lnTo>
                  <a:pt x="1552765" y="127000"/>
                </a:lnTo>
                <a:lnTo>
                  <a:pt x="1552930" y="127000"/>
                </a:lnTo>
                <a:lnTo>
                  <a:pt x="1550187" y="134620"/>
                </a:lnTo>
                <a:lnTo>
                  <a:pt x="1550327" y="134620"/>
                </a:lnTo>
                <a:lnTo>
                  <a:pt x="1547977" y="142239"/>
                </a:lnTo>
                <a:lnTo>
                  <a:pt x="1546148" y="149860"/>
                </a:lnTo>
                <a:lnTo>
                  <a:pt x="1544931" y="157479"/>
                </a:lnTo>
                <a:lnTo>
                  <a:pt x="1544777" y="157479"/>
                </a:lnTo>
                <a:lnTo>
                  <a:pt x="1543672" y="166370"/>
                </a:lnTo>
                <a:lnTo>
                  <a:pt x="1543146" y="173989"/>
                </a:lnTo>
                <a:lnTo>
                  <a:pt x="1542875" y="182879"/>
                </a:lnTo>
                <a:lnTo>
                  <a:pt x="1542846" y="609600"/>
                </a:lnTo>
                <a:lnTo>
                  <a:pt x="1530565" y="609600"/>
                </a:lnTo>
                <a:lnTo>
                  <a:pt x="1523796" y="611644"/>
                </a:lnTo>
                <a:close/>
              </a:path>
              <a:path w="2999104" h="1078229">
                <a:moveTo>
                  <a:pt x="2931833" y="67310"/>
                </a:moveTo>
                <a:lnTo>
                  <a:pt x="2925775" y="60960"/>
                </a:lnTo>
                <a:lnTo>
                  <a:pt x="2926118" y="60960"/>
                </a:lnTo>
                <a:lnTo>
                  <a:pt x="2919793" y="55879"/>
                </a:lnTo>
                <a:lnTo>
                  <a:pt x="2920136" y="55879"/>
                </a:lnTo>
                <a:lnTo>
                  <a:pt x="2913545" y="50800"/>
                </a:lnTo>
                <a:lnTo>
                  <a:pt x="2913913" y="50800"/>
                </a:lnTo>
                <a:lnTo>
                  <a:pt x="2907080" y="46989"/>
                </a:lnTo>
                <a:lnTo>
                  <a:pt x="2907461" y="46989"/>
                </a:lnTo>
                <a:lnTo>
                  <a:pt x="2900375" y="41910"/>
                </a:lnTo>
                <a:lnTo>
                  <a:pt x="2900768" y="41910"/>
                </a:lnTo>
                <a:lnTo>
                  <a:pt x="2893466" y="38100"/>
                </a:lnTo>
                <a:lnTo>
                  <a:pt x="2893872" y="38100"/>
                </a:lnTo>
                <a:lnTo>
                  <a:pt x="2886354" y="34289"/>
                </a:lnTo>
                <a:lnTo>
                  <a:pt x="2886773" y="34289"/>
                </a:lnTo>
                <a:lnTo>
                  <a:pt x="2879051" y="31750"/>
                </a:lnTo>
                <a:lnTo>
                  <a:pt x="2879483" y="31750"/>
                </a:lnTo>
                <a:lnTo>
                  <a:pt x="2871558" y="27939"/>
                </a:lnTo>
                <a:lnTo>
                  <a:pt x="2872003" y="27939"/>
                </a:lnTo>
                <a:lnTo>
                  <a:pt x="2863900" y="25400"/>
                </a:lnTo>
                <a:lnTo>
                  <a:pt x="2864345" y="25400"/>
                </a:lnTo>
                <a:lnTo>
                  <a:pt x="2856077" y="24129"/>
                </a:lnTo>
                <a:lnTo>
                  <a:pt x="2856534" y="24129"/>
                </a:lnTo>
                <a:lnTo>
                  <a:pt x="2848089" y="21589"/>
                </a:lnTo>
                <a:lnTo>
                  <a:pt x="2848559" y="21589"/>
                </a:lnTo>
                <a:lnTo>
                  <a:pt x="2839973" y="20320"/>
                </a:lnTo>
                <a:lnTo>
                  <a:pt x="2840443" y="20320"/>
                </a:lnTo>
                <a:lnTo>
                  <a:pt x="2831718" y="19050"/>
                </a:lnTo>
                <a:lnTo>
                  <a:pt x="2897479" y="19050"/>
                </a:lnTo>
                <a:lnTo>
                  <a:pt x="2902762" y="21589"/>
                </a:lnTo>
                <a:lnTo>
                  <a:pt x="2910471" y="25400"/>
                </a:lnTo>
                <a:lnTo>
                  <a:pt x="2917926" y="30479"/>
                </a:lnTo>
                <a:lnTo>
                  <a:pt x="2925140" y="35560"/>
                </a:lnTo>
                <a:lnTo>
                  <a:pt x="2932087" y="41910"/>
                </a:lnTo>
                <a:lnTo>
                  <a:pt x="2938754" y="46989"/>
                </a:lnTo>
                <a:lnTo>
                  <a:pt x="2945142" y="53339"/>
                </a:lnTo>
                <a:lnTo>
                  <a:pt x="2951238" y="59689"/>
                </a:lnTo>
                <a:lnTo>
                  <a:pt x="2957017" y="66039"/>
                </a:lnTo>
                <a:lnTo>
                  <a:pt x="2931515" y="66039"/>
                </a:lnTo>
                <a:lnTo>
                  <a:pt x="2931833" y="67310"/>
                </a:lnTo>
                <a:close/>
              </a:path>
              <a:path w="2999104" h="1078229">
                <a:moveTo>
                  <a:pt x="1590979" y="67310"/>
                </a:moveTo>
                <a:lnTo>
                  <a:pt x="1591297" y="66039"/>
                </a:lnTo>
                <a:lnTo>
                  <a:pt x="1592188" y="66039"/>
                </a:lnTo>
                <a:lnTo>
                  <a:pt x="1590979" y="67310"/>
                </a:lnTo>
                <a:close/>
              </a:path>
              <a:path w="2999104" h="1078229">
                <a:moveTo>
                  <a:pt x="2960179" y="105410"/>
                </a:moveTo>
                <a:lnTo>
                  <a:pt x="2955988" y="97789"/>
                </a:lnTo>
                <a:lnTo>
                  <a:pt x="2956217" y="97789"/>
                </a:lnTo>
                <a:lnTo>
                  <a:pt x="2951683" y="91439"/>
                </a:lnTo>
                <a:lnTo>
                  <a:pt x="2951937" y="91439"/>
                </a:lnTo>
                <a:lnTo>
                  <a:pt x="2947073" y="85089"/>
                </a:lnTo>
                <a:lnTo>
                  <a:pt x="2947352" y="85089"/>
                </a:lnTo>
                <a:lnTo>
                  <a:pt x="2942170" y="78739"/>
                </a:lnTo>
                <a:lnTo>
                  <a:pt x="2942463" y="78739"/>
                </a:lnTo>
                <a:lnTo>
                  <a:pt x="2936989" y="72389"/>
                </a:lnTo>
                <a:lnTo>
                  <a:pt x="2937294" y="72389"/>
                </a:lnTo>
                <a:lnTo>
                  <a:pt x="2931515" y="66039"/>
                </a:lnTo>
                <a:lnTo>
                  <a:pt x="2957017" y="66039"/>
                </a:lnTo>
                <a:lnTo>
                  <a:pt x="2962465" y="73660"/>
                </a:lnTo>
                <a:lnTo>
                  <a:pt x="2967596" y="80010"/>
                </a:lnTo>
                <a:lnTo>
                  <a:pt x="2972384" y="87629"/>
                </a:lnTo>
                <a:lnTo>
                  <a:pt x="2976816" y="95250"/>
                </a:lnTo>
                <a:lnTo>
                  <a:pt x="2980880" y="104139"/>
                </a:lnTo>
                <a:lnTo>
                  <a:pt x="2959963" y="104139"/>
                </a:lnTo>
                <a:lnTo>
                  <a:pt x="2960179" y="105410"/>
                </a:lnTo>
                <a:close/>
              </a:path>
              <a:path w="2999104" h="1078229">
                <a:moveTo>
                  <a:pt x="1562633" y="105410"/>
                </a:moveTo>
                <a:lnTo>
                  <a:pt x="1562849" y="104139"/>
                </a:lnTo>
                <a:lnTo>
                  <a:pt x="1563331" y="104139"/>
                </a:lnTo>
                <a:lnTo>
                  <a:pt x="1562633" y="105410"/>
                </a:lnTo>
                <a:close/>
              </a:path>
              <a:path w="2999104" h="1078229">
                <a:moveTo>
                  <a:pt x="2978099" y="158750"/>
                </a:moveTo>
                <a:lnTo>
                  <a:pt x="2976562" y="149860"/>
                </a:lnTo>
                <a:lnTo>
                  <a:pt x="2974720" y="142239"/>
                </a:lnTo>
                <a:lnTo>
                  <a:pt x="2972485" y="134620"/>
                </a:lnTo>
                <a:lnTo>
                  <a:pt x="2972625" y="134620"/>
                </a:lnTo>
                <a:lnTo>
                  <a:pt x="2969882" y="127000"/>
                </a:lnTo>
                <a:lnTo>
                  <a:pt x="2970047" y="127000"/>
                </a:lnTo>
                <a:lnTo>
                  <a:pt x="2966923" y="119379"/>
                </a:lnTo>
                <a:lnTo>
                  <a:pt x="2967100" y="119379"/>
                </a:lnTo>
                <a:lnTo>
                  <a:pt x="2963608" y="111760"/>
                </a:lnTo>
                <a:lnTo>
                  <a:pt x="2963811" y="111760"/>
                </a:lnTo>
                <a:lnTo>
                  <a:pt x="2959963" y="104139"/>
                </a:lnTo>
                <a:lnTo>
                  <a:pt x="2980880" y="104139"/>
                </a:lnTo>
                <a:lnTo>
                  <a:pt x="2984563" y="111760"/>
                </a:lnTo>
                <a:lnTo>
                  <a:pt x="2987852" y="120650"/>
                </a:lnTo>
                <a:lnTo>
                  <a:pt x="2990748" y="128270"/>
                </a:lnTo>
                <a:lnTo>
                  <a:pt x="2993224" y="137160"/>
                </a:lnTo>
                <a:lnTo>
                  <a:pt x="2995282" y="146050"/>
                </a:lnTo>
                <a:lnTo>
                  <a:pt x="2996895" y="154939"/>
                </a:lnTo>
                <a:lnTo>
                  <a:pt x="2997187" y="157479"/>
                </a:lnTo>
                <a:lnTo>
                  <a:pt x="2978035" y="157479"/>
                </a:lnTo>
                <a:lnTo>
                  <a:pt x="2978099" y="158750"/>
                </a:lnTo>
                <a:close/>
              </a:path>
              <a:path w="2999104" h="1078229">
                <a:moveTo>
                  <a:pt x="1544713" y="158750"/>
                </a:moveTo>
                <a:lnTo>
                  <a:pt x="1544777" y="157479"/>
                </a:lnTo>
                <a:lnTo>
                  <a:pt x="1544931" y="157479"/>
                </a:lnTo>
                <a:lnTo>
                  <a:pt x="1544713" y="158750"/>
                </a:lnTo>
                <a:close/>
              </a:path>
              <a:path w="2999104" h="1078229">
                <a:moveTo>
                  <a:pt x="2999016" y="881379"/>
                </a:moveTo>
                <a:lnTo>
                  <a:pt x="2979966" y="881379"/>
                </a:lnTo>
                <a:lnTo>
                  <a:pt x="2979966" y="182879"/>
                </a:lnTo>
                <a:lnTo>
                  <a:pt x="2979737" y="173989"/>
                </a:lnTo>
                <a:lnTo>
                  <a:pt x="2979089" y="166370"/>
                </a:lnTo>
                <a:lnTo>
                  <a:pt x="2978035" y="157479"/>
                </a:lnTo>
                <a:lnTo>
                  <a:pt x="2997187" y="157479"/>
                </a:lnTo>
                <a:lnTo>
                  <a:pt x="2998063" y="165100"/>
                </a:lnTo>
                <a:lnTo>
                  <a:pt x="2998774" y="173989"/>
                </a:lnTo>
                <a:lnTo>
                  <a:pt x="2999016" y="182879"/>
                </a:lnTo>
                <a:lnTo>
                  <a:pt x="2999016" y="881379"/>
                </a:lnTo>
                <a:close/>
              </a:path>
              <a:path w="2999104" h="1078229">
                <a:moveTo>
                  <a:pt x="1543049" y="175260"/>
                </a:moveTo>
                <a:lnTo>
                  <a:pt x="1543075" y="173989"/>
                </a:lnTo>
                <a:lnTo>
                  <a:pt x="1543049" y="175260"/>
                </a:lnTo>
                <a:close/>
              </a:path>
              <a:path w="2999104" h="1078229">
                <a:moveTo>
                  <a:pt x="2979762" y="175260"/>
                </a:moveTo>
                <a:lnTo>
                  <a:pt x="2979666" y="173989"/>
                </a:lnTo>
                <a:lnTo>
                  <a:pt x="2979762" y="175260"/>
                </a:lnTo>
                <a:close/>
              </a:path>
              <a:path w="2999104" h="1078229">
                <a:moveTo>
                  <a:pt x="1542846" y="184150"/>
                </a:moveTo>
                <a:lnTo>
                  <a:pt x="1542846" y="182879"/>
                </a:lnTo>
                <a:lnTo>
                  <a:pt x="1542846" y="184150"/>
                </a:lnTo>
                <a:close/>
              </a:path>
              <a:path w="2999104" h="1078229">
                <a:moveTo>
                  <a:pt x="2979966" y="184150"/>
                </a:moveTo>
                <a:lnTo>
                  <a:pt x="2979937" y="182879"/>
                </a:lnTo>
                <a:lnTo>
                  <a:pt x="2979966" y="184150"/>
                </a:lnTo>
                <a:close/>
              </a:path>
              <a:path w="2999104" h="1078229">
                <a:moveTo>
                  <a:pt x="1523796" y="619760"/>
                </a:moveTo>
                <a:lnTo>
                  <a:pt x="1523796" y="611644"/>
                </a:lnTo>
                <a:lnTo>
                  <a:pt x="1530565" y="609600"/>
                </a:lnTo>
                <a:lnTo>
                  <a:pt x="1523796" y="619760"/>
                </a:lnTo>
                <a:close/>
              </a:path>
              <a:path w="2999104" h="1078229">
                <a:moveTo>
                  <a:pt x="1542846" y="619760"/>
                </a:moveTo>
                <a:lnTo>
                  <a:pt x="1523796" y="619760"/>
                </a:lnTo>
                <a:lnTo>
                  <a:pt x="1530565" y="609600"/>
                </a:lnTo>
                <a:lnTo>
                  <a:pt x="1542846" y="609600"/>
                </a:lnTo>
                <a:lnTo>
                  <a:pt x="1542846" y="619760"/>
                </a:lnTo>
                <a:close/>
              </a:path>
              <a:path w="2999104" h="1078229">
                <a:moveTo>
                  <a:pt x="1244" y="1078229"/>
                </a:moveTo>
                <a:lnTo>
                  <a:pt x="0" y="1071879"/>
                </a:lnTo>
                <a:lnTo>
                  <a:pt x="1523796" y="611644"/>
                </a:lnTo>
                <a:lnTo>
                  <a:pt x="1523796" y="619760"/>
                </a:lnTo>
                <a:lnTo>
                  <a:pt x="1542846" y="619760"/>
                </a:lnTo>
                <a:lnTo>
                  <a:pt x="1542846" y="626110"/>
                </a:lnTo>
                <a:lnTo>
                  <a:pt x="179998" y="1037279"/>
                </a:lnTo>
                <a:lnTo>
                  <a:pt x="74028" y="1050289"/>
                </a:lnTo>
                <a:lnTo>
                  <a:pt x="77939" y="1068070"/>
                </a:lnTo>
                <a:lnTo>
                  <a:pt x="84122" y="1068070"/>
                </a:lnTo>
                <a:lnTo>
                  <a:pt x="1244" y="1078229"/>
                </a:lnTo>
                <a:close/>
              </a:path>
              <a:path w="2999104" h="1078229">
                <a:moveTo>
                  <a:pt x="84122" y="1068070"/>
                </a:moveTo>
                <a:lnTo>
                  <a:pt x="77939" y="1068070"/>
                </a:lnTo>
                <a:lnTo>
                  <a:pt x="179998" y="1037279"/>
                </a:lnTo>
                <a:lnTo>
                  <a:pt x="1542846" y="869950"/>
                </a:lnTo>
                <a:lnTo>
                  <a:pt x="1542846" y="881379"/>
                </a:lnTo>
                <a:lnTo>
                  <a:pt x="1523796" y="881379"/>
                </a:lnTo>
                <a:lnTo>
                  <a:pt x="1524038" y="890270"/>
                </a:lnTo>
                <a:lnTo>
                  <a:pt x="1524137" y="891537"/>
                </a:lnTo>
                <a:lnTo>
                  <a:pt x="84122" y="1068070"/>
                </a:lnTo>
                <a:close/>
              </a:path>
              <a:path w="2999104" h="1078229">
                <a:moveTo>
                  <a:pt x="2833877" y="1064260"/>
                </a:moveTo>
                <a:lnTo>
                  <a:pt x="1688922" y="1064260"/>
                </a:lnTo>
                <a:lnTo>
                  <a:pt x="1670659" y="1061720"/>
                </a:lnTo>
                <a:lnTo>
                  <a:pt x="1627974" y="1046479"/>
                </a:lnTo>
                <a:lnTo>
                  <a:pt x="1590725" y="1022350"/>
                </a:lnTo>
                <a:lnTo>
                  <a:pt x="1584045" y="1017270"/>
                </a:lnTo>
                <a:lnTo>
                  <a:pt x="1577670" y="1010920"/>
                </a:lnTo>
                <a:lnTo>
                  <a:pt x="1571574" y="1004570"/>
                </a:lnTo>
                <a:lnTo>
                  <a:pt x="1565795" y="998220"/>
                </a:lnTo>
                <a:lnTo>
                  <a:pt x="1560334" y="990600"/>
                </a:lnTo>
                <a:lnTo>
                  <a:pt x="1555216" y="984250"/>
                </a:lnTo>
                <a:lnTo>
                  <a:pt x="1550428" y="976629"/>
                </a:lnTo>
                <a:lnTo>
                  <a:pt x="1545996" y="969010"/>
                </a:lnTo>
                <a:lnTo>
                  <a:pt x="1541932" y="960120"/>
                </a:lnTo>
                <a:lnTo>
                  <a:pt x="1538249" y="952500"/>
                </a:lnTo>
                <a:lnTo>
                  <a:pt x="1534960" y="943610"/>
                </a:lnTo>
                <a:lnTo>
                  <a:pt x="1532064" y="935989"/>
                </a:lnTo>
                <a:lnTo>
                  <a:pt x="1529588" y="927100"/>
                </a:lnTo>
                <a:lnTo>
                  <a:pt x="1527530" y="918210"/>
                </a:lnTo>
                <a:lnTo>
                  <a:pt x="1525917" y="909320"/>
                </a:lnTo>
                <a:lnTo>
                  <a:pt x="1524736" y="899160"/>
                </a:lnTo>
                <a:lnTo>
                  <a:pt x="1524137" y="891537"/>
                </a:lnTo>
                <a:lnTo>
                  <a:pt x="1534477" y="890270"/>
                </a:lnTo>
                <a:lnTo>
                  <a:pt x="1523796" y="881379"/>
                </a:lnTo>
                <a:lnTo>
                  <a:pt x="1542846" y="881379"/>
                </a:lnTo>
                <a:lnTo>
                  <a:pt x="1542846" y="880110"/>
                </a:lnTo>
                <a:lnTo>
                  <a:pt x="1543046" y="889000"/>
                </a:lnTo>
                <a:lnTo>
                  <a:pt x="1543723" y="897889"/>
                </a:lnTo>
                <a:lnTo>
                  <a:pt x="1544777" y="906779"/>
                </a:lnTo>
                <a:lnTo>
                  <a:pt x="1544931" y="906779"/>
                </a:lnTo>
                <a:lnTo>
                  <a:pt x="1546237" y="914400"/>
                </a:lnTo>
                <a:lnTo>
                  <a:pt x="1548091" y="922020"/>
                </a:lnTo>
                <a:lnTo>
                  <a:pt x="1550327" y="929639"/>
                </a:lnTo>
                <a:lnTo>
                  <a:pt x="1550187" y="929639"/>
                </a:lnTo>
                <a:lnTo>
                  <a:pt x="1552930" y="937260"/>
                </a:lnTo>
                <a:lnTo>
                  <a:pt x="1552765" y="937260"/>
                </a:lnTo>
                <a:lnTo>
                  <a:pt x="1555889" y="944879"/>
                </a:lnTo>
                <a:lnTo>
                  <a:pt x="1555711" y="944879"/>
                </a:lnTo>
                <a:lnTo>
                  <a:pt x="1559204" y="952500"/>
                </a:lnTo>
                <a:lnTo>
                  <a:pt x="1559001" y="952500"/>
                </a:lnTo>
                <a:lnTo>
                  <a:pt x="1562849" y="960120"/>
                </a:lnTo>
                <a:lnTo>
                  <a:pt x="1563331" y="960120"/>
                </a:lnTo>
                <a:lnTo>
                  <a:pt x="1566824" y="966470"/>
                </a:lnTo>
                <a:lnTo>
                  <a:pt x="1566583" y="966470"/>
                </a:lnTo>
                <a:lnTo>
                  <a:pt x="1571129" y="972820"/>
                </a:lnTo>
                <a:lnTo>
                  <a:pt x="1570863" y="972820"/>
                </a:lnTo>
                <a:lnTo>
                  <a:pt x="1575727" y="979170"/>
                </a:lnTo>
                <a:lnTo>
                  <a:pt x="1575460" y="979170"/>
                </a:lnTo>
                <a:lnTo>
                  <a:pt x="1580629" y="985520"/>
                </a:lnTo>
                <a:lnTo>
                  <a:pt x="1580349" y="985520"/>
                </a:lnTo>
                <a:lnTo>
                  <a:pt x="1585823" y="991870"/>
                </a:lnTo>
                <a:lnTo>
                  <a:pt x="1585518" y="991870"/>
                </a:lnTo>
                <a:lnTo>
                  <a:pt x="1591297" y="998220"/>
                </a:lnTo>
                <a:lnTo>
                  <a:pt x="1592188" y="998220"/>
                </a:lnTo>
                <a:lnTo>
                  <a:pt x="1597024" y="1003300"/>
                </a:lnTo>
                <a:lnTo>
                  <a:pt x="1596694" y="1003300"/>
                </a:lnTo>
                <a:lnTo>
                  <a:pt x="1603019" y="1008379"/>
                </a:lnTo>
                <a:lnTo>
                  <a:pt x="1602676" y="1008379"/>
                </a:lnTo>
                <a:lnTo>
                  <a:pt x="1609255" y="1013460"/>
                </a:lnTo>
                <a:lnTo>
                  <a:pt x="1608899" y="1013460"/>
                </a:lnTo>
                <a:lnTo>
                  <a:pt x="1615732" y="1017270"/>
                </a:lnTo>
                <a:lnTo>
                  <a:pt x="1615351" y="1017270"/>
                </a:lnTo>
                <a:lnTo>
                  <a:pt x="1622424" y="1022350"/>
                </a:lnTo>
                <a:lnTo>
                  <a:pt x="1622031" y="1022350"/>
                </a:lnTo>
                <a:lnTo>
                  <a:pt x="1629333" y="1026160"/>
                </a:lnTo>
                <a:lnTo>
                  <a:pt x="1628927" y="1026160"/>
                </a:lnTo>
                <a:lnTo>
                  <a:pt x="1636458" y="1029970"/>
                </a:lnTo>
                <a:lnTo>
                  <a:pt x="1636039" y="1029970"/>
                </a:lnTo>
                <a:lnTo>
                  <a:pt x="1643761" y="1032510"/>
                </a:lnTo>
                <a:lnTo>
                  <a:pt x="1643329" y="1032510"/>
                </a:lnTo>
                <a:lnTo>
                  <a:pt x="1651253" y="1036320"/>
                </a:lnTo>
                <a:lnTo>
                  <a:pt x="1650809" y="1036320"/>
                </a:lnTo>
                <a:lnTo>
                  <a:pt x="1658912" y="1038860"/>
                </a:lnTo>
                <a:lnTo>
                  <a:pt x="1658467" y="1038860"/>
                </a:lnTo>
                <a:lnTo>
                  <a:pt x="1666735" y="1040129"/>
                </a:lnTo>
                <a:lnTo>
                  <a:pt x="1666278" y="1040129"/>
                </a:lnTo>
                <a:lnTo>
                  <a:pt x="1674710" y="1042670"/>
                </a:lnTo>
                <a:lnTo>
                  <a:pt x="1674240" y="1042670"/>
                </a:lnTo>
                <a:lnTo>
                  <a:pt x="1682838" y="1043939"/>
                </a:lnTo>
                <a:lnTo>
                  <a:pt x="1682356" y="1043939"/>
                </a:lnTo>
                <a:lnTo>
                  <a:pt x="1691093" y="1045210"/>
                </a:lnTo>
                <a:lnTo>
                  <a:pt x="2897479" y="1045210"/>
                </a:lnTo>
                <a:lnTo>
                  <a:pt x="2894838" y="1046479"/>
                </a:lnTo>
                <a:lnTo>
                  <a:pt x="2886684" y="1050289"/>
                </a:lnTo>
                <a:lnTo>
                  <a:pt x="2878327" y="1054100"/>
                </a:lnTo>
                <a:lnTo>
                  <a:pt x="2852140" y="1061720"/>
                </a:lnTo>
                <a:lnTo>
                  <a:pt x="2833877" y="1064260"/>
                </a:lnTo>
                <a:close/>
              </a:path>
              <a:path w="2999104" h="1078229">
                <a:moveTo>
                  <a:pt x="2998774" y="890270"/>
                </a:moveTo>
                <a:lnTo>
                  <a:pt x="2979737" y="890270"/>
                </a:lnTo>
                <a:lnTo>
                  <a:pt x="2979966" y="880110"/>
                </a:lnTo>
                <a:lnTo>
                  <a:pt x="2979966" y="881379"/>
                </a:lnTo>
                <a:lnTo>
                  <a:pt x="2999016" y="881379"/>
                </a:lnTo>
                <a:lnTo>
                  <a:pt x="2998774" y="890270"/>
                </a:lnTo>
                <a:close/>
              </a:path>
              <a:path w="2999104" h="1078229">
                <a:moveTo>
                  <a:pt x="1524137" y="891537"/>
                </a:moveTo>
                <a:lnTo>
                  <a:pt x="1524038" y="890270"/>
                </a:lnTo>
                <a:lnTo>
                  <a:pt x="1523796" y="881379"/>
                </a:lnTo>
                <a:lnTo>
                  <a:pt x="1534477" y="890270"/>
                </a:lnTo>
                <a:lnTo>
                  <a:pt x="1524137" y="891537"/>
                </a:lnTo>
                <a:close/>
              </a:path>
              <a:path w="2999104" h="1078229">
                <a:moveTo>
                  <a:pt x="1543146" y="890270"/>
                </a:moveTo>
                <a:lnTo>
                  <a:pt x="1543049" y="889000"/>
                </a:lnTo>
                <a:lnTo>
                  <a:pt x="1543146" y="890270"/>
                </a:lnTo>
                <a:close/>
              </a:path>
              <a:path w="2999104" h="1078229">
                <a:moveTo>
                  <a:pt x="2997187" y="906779"/>
                </a:moveTo>
                <a:lnTo>
                  <a:pt x="2978035" y="906779"/>
                </a:lnTo>
                <a:lnTo>
                  <a:pt x="2979140" y="897889"/>
                </a:lnTo>
                <a:lnTo>
                  <a:pt x="2979762" y="889000"/>
                </a:lnTo>
                <a:lnTo>
                  <a:pt x="2979737" y="890270"/>
                </a:lnTo>
                <a:lnTo>
                  <a:pt x="2998774" y="890270"/>
                </a:lnTo>
                <a:lnTo>
                  <a:pt x="2998063" y="899160"/>
                </a:lnTo>
                <a:lnTo>
                  <a:pt x="2997187" y="906779"/>
                </a:lnTo>
                <a:close/>
              </a:path>
              <a:path w="2999104" h="1078229">
                <a:moveTo>
                  <a:pt x="1544931" y="906779"/>
                </a:moveTo>
                <a:lnTo>
                  <a:pt x="1544777" y="906779"/>
                </a:lnTo>
                <a:lnTo>
                  <a:pt x="1544713" y="905510"/>
                </a:lnTo>
                <a:lnTo>
                  <a:pt x="1544931" y="906779"/>
                </a:lnTo>
                <a:close/>
              </a:path>
              <a:path w="2999104" h="1078229">
                <a:moveTo>
                  <a:pt x="2980880" y="960120"/>
                </a:moveTo>
                <a:lnTo>
                  <a:pt x="2959963" y="960120"/>
                </a:lnTo>
                <a:lnTo>
                  <a:pt x="2963811" y="952500"/>
                </a:lnTo>
                <a:lnTo>
                  <a:pt x="2963608" y="952500"/>
                </a:lnTo>
                <a:lnTo>
                  <a:pt x="2967100" y="944879"/>
                </a:lnTo>
                <a:lnTo>
                  <a:pt x="2966923" y="944879"/>
                </a:lnTo>
                <a:lnTo>
                  <a:pt x="2970047" y="937260"/>
                </a:lnTo>
                <a:lnTo>
                  <a:pt x="2969882" y="937260"/>
                </a:lnTo>
                <a:lnTo>
                  <a:pt x="2972625" y="929639"/>
                </a:lnTo>
                <a:lnTo>
                  <a:pt x="2972485" y="929639"/>
                </a:lnTo>
                <a:lnTo>
                  <a:pt x="2974835" y="922020"/>
                </a:lnTo>
                <a:lnTo>
                  <a:pt x="2976664" y="914400"/>
                </a:lnTo>
                <a:lnTo>
                  <a:pt x="2978099" y="905510"/>
                </a:lnTo>
                <a:lnTo>
                  <a:pt x="2978035" y="906779"/>
                </a:lnTo>
                <a:lnTo>
                  <a:pt x="2997187" y="906779"/>
                </a:lnTo>
                <a:lnTo>
                  <a:pt x="2987852" y="943610"/>
                </a:lnTo>
                <a:lnTo>
                  <a:pt x="2984563" y="952500"/>
                </a:lnTo>
                <a:lnTo>
                  <a:pt x="2980880" y="960120"/>
                </a:lnTo>
                <a:close/>
              </a:path>
              <a:path w="2999104" h="1078229">
                <a:moveTo>
                  <a:pt x="1563331" y="960120"/>
                </a:moveTo>
                <a:lnTo>
                  <a:pt x="1562849" y="960120"/>
                </a:lnTo>
                <a:lnTo>
                  <a:pt x="1562633" y="958850"/>
                </a:lnTo>
                <a:lnTo>
                  <a:pt x="1563331" y="960120"/>
                </a:lnTo>
                <a:close/>
              </a:path>
              <a:path w="2999104" h="1078229">
                <a:moveTo>
                  <a:pt x="2957017" y="998220"/>
                </a:moveTo>
                <a:lnTo>
                  <a:pt x="2931515" y="998220"/>
                </a:lnTo>
                <a:lnTo>
                  <a:pt x="2937294" y="991870"/>
                </a:lnTo>
                <a:lnTo>
                  <a:pt x="2936989" y="991870"/>
                </a:lnTo>
                <a:lnTo>
                  <a:pt x="2942463" y="985520"/>
                </a:lnTo>
                <a:lnTo>
                  <a:pt x="2942170" y="985520"/>
                </a:lnTo>
                <a:lnTo>
                  <a:pt x="2947352" y="979170"/>
                </a:lnTo>
                <a:lnTo>
                  <a:pt x="2947073" y="979170"/>
                </a:lnTo>
                <a:lnTo>
                  <a:pt x="2951937" y="972820"/>
                </a:lnTo>
                <a:lnTo>
                  <a:pt x="2951683" y="972820"/>
                </a:lnTo>
                <a:lnTo>
                  <a:pt x="2956217" y="966470"/>
                </a:lnTo>
                <a:lnTo>
                  <a:pt x="2955988" y="966470"/>
                </a:lnTo>
                <a:lnTo>
                  <a:pt x="2960179" y="958850"/>
                </a:lnTo>
                <a:lnTo>
                  <a:pt x="2959963" y="960120"/>
                </a:lnTo>
                <a:lnTo>
                  <a:pt x="2980880" y="960120"/>
                </a:lnTo>
                <a:lnTo>
                  <a:pt x="2976816" y="969010"/>
                </a:lnTo>
                <a:lnTo>
                  <a:pt x="2972384" y="976629"/>
                </a:lnTo>
                <a:lnTo>
                  <a:pt x="2967596" y="984250"/>
                </a:lnTo>
                <a:lnTo>
                  <a:pt x="2962465" y="990600"/>
                </a:lnTo>
                <a:lnTo>
                  <a:pt x="2957017" y="998220"/>
                </a:lnTo>
                <a:close/>
              </a:path>
              <a:path w="2999104" h="1078229">
                <a:moveTo>
                  <a:pt x="1592188" y="998220"/>
                </a:moveTo>
                <a:lnTo>
                  <a:pt x="1591297" y="998220"/>
                </a:lnTo>
                <a:lnTo>
                  <a:pt x="1590979" y="996950"/>
                </a:lnTo>
                <a:lnTo>
                  <a:pt x="1592188" y="998220"/>
                </a:lnTo>
                <a:close/>
              </a:path>
              <a:path w="2999104" h="1078229">
                <a:moveTo>
                  <a:pt x="2897479" y="1045210"/>
                </a:moveTo>
                <a:lnTo>
                  <a:pt x="2831718" y="1045210"/>
                </a:lnTo>
                <a:lnTo>
                  <a:pt x="2840443" y="1043939"/>
                </a:lnTo>
                <a:lnTo>
                  <a:pt x="2839973" y="1043939"/>
                </a:lnTo>
                <a:lnTo>
                  <a:pt x="2848559" y="1042670"/>
                </a:lnTo>
                <a:lnTo>
                  <a:pt x="2848089" y="1042670"/>
                </a:lnTo>
                <a:lnTo>
                  <a:pt x="2856534" y="1040129"/>
                </a:lnTo>
                <a:lnTo>
                  <a:pt x="2856077" y="1040129"/>
                </a:lnTo>
                <a:lnTo>
                  <a:pt x="2864345" y="1038860"/>
                </a:lnTo>
                <a:lnTo>
                  <a:pt x="2863900" y="1038860"/>
                </a:lnTo>
                <a:lnTo>
                  <a:pt x="2872003" y="1036320"/>
                </a:lnTo>
                <a:lnTo>
                  <a:pt x="2871558" y="1036320"/>
                </a:lnTo>
                <a:lnTo>
                  <a:pt x="2879483" y="1032510"/>
                </a:lnTo>
                <a:lnTo>
                  <a:pt x="2879051" y="1032510"/>
                </a:lnTo>
                <a:lnTo>
                  <a:pt x="2886773" y="1029970"/>
                </a:lnTo>
                <a:lnTo>
                  <a:pt x="2886354" y="1029970"/>
                </a:lnTo>
                <a:lnTo>
                  <a:pt x="2893872" y="1026160"/>
                </a:lnTo>
                <a:lnTo>
                  <a:pt x="2893466" y="1026160"/>
                </a:lnTo>
                <a:lnTo>
                  <a:pt x="2900768" y="1022350"/>
                </a:lnTo>
                <a:lnTo>
                  <a:pt x="2900375" y="1022350"/>
                </a:lnTo>
                <a:lnTo>
                  <a:pt x="2907461" y="1017270"/>
                </a:lnTo>
                <a:lnTo>
                  <a:pt x="2907080" y="1017270"/>
                </a:lnTo>
                <a:lnTo>
                  <a:pt x="2913913" y="1013460"/>
                </a:lnTo>
                <a:lnTo>
                  <a:pt x="2913545" y="1013460"/>
                </a:lnTo>
                <a:lnTo>
                  <a:pt x="2920136" y="1008379"/>
                </a:lnTo>
                <a:lnTo>
                  <a:pt x="2919793" y="1008379"/>
                </a:lnTo>
                <a:lnTo>
                  <a:pt x="2926118" y="1003300"/>
                </a:lnTo>
                <a:lnTo>
                  <a:pt x="2925775" y="1003300"/>
                </a:lnTo>
                <a:lnTo>
                  <a:pt x="2931833" y="996950"/>
                </a:lnTo>
                <a:lnTo>
                  <a:pt x="2931515" y="998220"/>
                </a:lnTo>
                <a:lnTo>
                  <a:pt x="2957017" y="998220"/>
                </a:lnTo>
                <a:lnTo>
                  <a:pt x="2951238" y="1004570"/>
                </a:lnTo>
                <a:lnTo>
                  <a:pt x="2945142" y="1010920"/>
                </a:lnTo>
                <a:lnTo>
                  <a:pt x="2938754" y="1017270"/>
                </a:lnTo>
                <a:lnTo>
                  <a:pt x="2932087" y="1022350"/>
                </a:lnTo>
                <a:lnTo>
                  <a:pt x="2925140" y="1028700"/>
                </a:lnTo>
                <a:lnTo>
                  <a:pt x="2917926" y="1033779"/>
                </a:lnTo>
                <a:lnTo>
                  <a:pt x="2910471" y="1038860"/>
                </a:lnTo>
                <a:lnTo>
                  <a:pt x="2902762" y="1042670"/>
                </a:lnTo>
                <a:lnTo>
                  <a:pt x="2897479" y="1045210"/>
                </a:lnTo>
                <a:close/>
              </a:path>
              <a:path w="2999104" h="1078229">
                <a:moveTo>
                  <a:pt x="77939" y="1068070"/>
                </a:moveTo>
                <a:lnTo>
                  <a:pt x="74028" y="1050289"/>
                </a:lnTo>
                <a:lnTo>
                  <a:pt x="179998" y="1037279"/>
                </a:lnTo>
                <a:lnTo>
                  <a:pt x="77939" y="10680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29911" y="3523411"/>
            <a:ext cx="3285490" cy="25025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05998" y="3523411"/>
            <a:ext cx="2240279" cy="25209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526258" y="1464309"/>
            <a:ext cx="65328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四、观察带</a:t>
            </a:r>
            <a:r>
              <a:rPr dirty="0" sz="3000" spc="-2340" b="1">
                <a:latin typeface="黑体"/>
                <a:cs typeface="黑体"/>
              </a:rPr>
              <a:t>电</a:t>
            </a:r>
            <a:r>
              <a:rPr dirty="0" baseline="2777" sz="4500" spc="-1019" b="1">
                <a:latin typeface="黑体"/>
                <a:cs typeface="黑体"/>
              </a:rPr>
              <a:t>洛</a:t>
            </a:r>
            <a:r>
              <a:rPr dirty="0" sz="3000" spc="-2340" b="1">
                <a:latin typeface="黑体"/>
                <a:cs typeface="黑体"/>
              </a:rPr>
              <a:t>粒</a:t>
            </a:r>
            <a:r>
              <a:rPr dirty="0" baseline="2777" sz="4500" spc="-1019" b="1">
                <a:latin typeface="黑体"/>
                <a:cs typeface="黑体"/>
              </a:rPr>
              <a:t>伦</a:t>
            </a:r>
            <a:r>
              <a:rPr dirty="0" sz="3000" spc="-2340" b="1">
                <a:latin typeface="黑体"/>
                <a:cs typeface="黑体"/>
              </a:rPr>
              <a:t>子</a:t>
            </a:r>
            <a:r>
              <a:rPr dirty="0" baseline="2777" sz="4500" spc="-1019" b="1">
                <a:latin typeface="黑体"/>
                <a:cs typeface="黑体"/>
              </a:rPr>
              <a:t>兹</a:t>
            </a:r>
            <a:r>
              <a:rPr dirty="0" sz="3000" spc="-2340" b="1">
                <a:latin typeface="黑体"/>
                <a:cs typeface="黑体"/>
              </a:rPr>
              <a:t>在</a:t>
            </a:r>
            <a:r>
              <a:rPr dirty="0" baseline="2777" sz="4500" spc="-1019" b="1">
                <a:latin typeface="黑体"/>
                <a:cs typeface="黑体"/>
              </a:rPr>
              <a:t>力</a:t>
            </a:r>
            <a:r>
              <a:rPr dirty="0" sz="3000" spc="-2340" b="1">
                <a:latin typeface="黑体"/>
                <a:cs typeface="黑体"/>
              </a:rPr>
              <a:t>磁</a:t>
            </a:r>
            <a:r>
              <a:rPr dirty="0" baseline="2777" sz="4500" spc="-1019" b="1">
                <a:latin typeface="黑体"/>
                <a:cs typeface="黑体"/>
              </a:rPr>
              <a:t>演</a:t>
            </a:r>
            <a:r>
              <a:rPr dirty="0" sz="3000" spc="-2340" b="1">
                <a:latin typeface="黑体"/>
                <a:cs typeface="黑体"/>
              </a:rPr>
              <a:t>场</a:t>
            </a:r>
            <a:r>
              <a:rPr dirty="0" baseline="2777" sz="4500" spc="-1019" b="1">
                <a:latin typeface="黑体"/>
                <a:cs typeface="黑体"/>
              </a:rPr>
              <a:t>示</a:t>
            </a:r>
            <a:r>
              <a:rPr dirty="0" sz="3000" spc="-2340" b="1">
                <a:latin typeface="黑体"/>
                <a:cs typeface="黑体"/>
              </a:rPr>
              <a:t>中</a:t>
            </a:r>
            <a:r>
              <a:rPr dirty="0" baseline="2777" sz="4500" spc="-1019" b="1">
                <a:latin typeface="黑体"/>
                <a:cs typeface="黑体"/>
              </a:rPr>
              <a:t>仪</a:t>
            </a:r>
            <a:r>
              <a:rPr dirty="0" sz="3000" b="1">
                <a:latin typeface="黑体"/>
                <a:cs typeface="黑体"/>
              </a:rPr>
              <a:t>的运动轨</a:t>
            </a:r>
            <a:r>
              <a:rPr dirty="0" sz="3000" spc="-15" b="1">
                <a:latin typeface="黑体"/>
                <a:cs typeface="黑体"/>
              </a:rPr>
              <a:t>迹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940" y="1587918"/>
            <a:ext cx="5767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四、观察电子在磁场中的运动轨</a:t>
            </a:r>
            <a:r>
              <a:rPr dirty="0" sz="3000" spc="-15" b="1">
                <a:latin typeface="黑体"/>
                <a:cs typeface="黑体"/>
              </a:rPr>
              <a:t>迹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72625" y="2256256"/>
            <a:ext cx="474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i="1">
                <a:latin typeface="华文楷体"/>
                <a:cs typeface="华文楷体"/>
              </a:rPr>
              <a:t>、若不加磁场，电子做什么运动？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1375" y="3057144"/>
            <a:ext cx="2589276" cy="2522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03293" y="4848136"/>
            <a:ext cx="582295" cy="128905"/>
          </a:xfrm>
          <a:custGeom>
            <a:avLst/>
            <a:gdLst/>
            <a:ahLst/>
            <a:cxnLst/>
            <a:rect l="l" t="t" r="r" b="b"/>
            <a:pathLst>
              <a:path w="582295" h="128904">
                <a:moveTo>
                  <a:pt x="115506" y="128435"/>
                </a:moveTo>
                <a:lnTo>
                  <a:pt x="112522" y="128422"/>
                </a:lnTo>
                <a:lnTo>
                  <a:pt x="109600" y="127787"/>
                </a:lnTo>
                <a:lnTo>
                  <a:pt x="106883" y="126555"/>
                </a:lnTo>
                <a:lnTo>
                  <a:pt x="0" y="64211"/>
                </a:lnTo>
                <a:lnTo>
                  <a:pt x="106883" y="1866"/>
                </a:lnTo>
                <a:lnTo>
                  <a:pt x="109600" y="635"/>
                </a:lnTo>
                <a:lnTo>
                  <a:pt x="112522" y="0"/>
                </a:lnTo>
                <a:lnTo>
                  <a:pt x="115567" y="0"/>
                </a:lnTo>
                <a:lnTo>
                  <a:pt x="128358" y="14147"/>
                </a:lnTo>
                <a:lnTo>
                  <a:pt x="128066" y="17119"/>
                </a:lnTo>
                <a:lnTo>
                  <a:pt x="81196" y="49923"/>
                </a:lnTo>
                <a:lnTo>
                  <a:pt x="28346" y="49923"/>
                </a:lnTo>
                <a:lnTo>
                  <a:pt x="28346" y="78498"/>
                </a:lnTo>
                <a:lnTo>
                  <a:pt x="81196" y="78498"/>
                </a:lnTo>
                <a:lnTo>
                  <a:pt x="121272" y="101879"/>
                </a:lnTo>
                <a:lnTo>
                  <a:pt x="128358" y="114287"/>
                </a:lnTo>
                <a:lnTo>
                  <a:pt x="128041" y="117246"/>
                </a:lnTo>
                <a:lnTo>
                  <a:pt x="118427" y="127825"/>
                </a:lnTo>
                <a:lnTo>
                  <a:pt x="115506" y="128435"/>
                </a:lnTo>
                <a:close/>
              </a:path>
              <a:path w="582295" h="128904">
                <a:moveTo>
                  <a:pt x="81196" y="78498"/>
                </a:moveTo>
                <a:lnTo>
                  <a:pt x="28346" y="78498"/>
                </a:lnTo>
                <a:lnTo>
                  <a:pt x="28346" y="49923"/>
                </a:lnTo>
                <a:lnTo>
                  <a:pt x="81196" y="49923"/>
                </a:lnTo>
                <a:lnTo>
                  <a:pt x="77865" y="51866"/>
                </a:lnTo>
                <a:lnTo>
                  <a:pt x="35547" y="51866"/>
                </a:lnTo>
                <a:lnTo>
                  <a:pt x="35547" y="76555"/>
                </a:lnTo>
                <a:lnTo>
                  <a:pt x="77865" y="76555"/>
                </a:lnTo>
                <a:lnTo>
                  <a:pt x="81196" y="78498"/>
                </a:lnTo>
                <a:close/>
              </a:path>
              <a:path w="582295" h="128904">
                <a:moveTo>
                  <a:pt x="581888" y="78498"/>
                </a:moveTo>
                <a:lnTo>
                  <a:pt x="81196" y="78498"/>
                </a:lnTo>
                <a:lnTo>
                  <a:pt x="56706" y="64211"/>
                </a:lnTo>
                <a:lnTo>
                  <a:pt x="81196" y="49923"/>
                </a:lnTo>
                <a:lnTo>
                  <a:pt x="581888" y="49923"/>
                </a:lnTo>
                <a:lnTo>
                  <a:pt x="581888" y="78498"/>
                </a:lnTo>
                <a:close/>
              </a:path>
              <a:path w="582295" h="128904">
                <a:moveTo>
                  <a:pt x="35547" y="76555"/>
                </a:moveTo>
                <a:lnTo>
                  <a:pt x="35547" y="51866"/>
                </a:lnTo>
                <a:lnTo>
                  <a:pt x="56706" y="64211"/>
                </a:lnTo>
                <a:lnTo>
                  <a:pt x="35547" y="76555"/>
                </a:lnTo>
                <a:close/>
              </a:path>
              <a:path w="582295" h="128904">
                <a:moveTo>
                  <a:pt x="56706" y="64211"/>
                </a:moveTo>
                <a:lnTo>
                  <a:pt x="35547" y="51866"/>
                </a:lnTo>
                <a:lnTo>
                  <a:pt x="77865" y="51866"/>
                </a:lnTo>
                <a:lnTo>
                  <a:pt x="56706" y="64211"/>
                </a:lnTo>
                <a:close/>
              </a:path>
              <a:path w="582295" h="128904">
                <a:moveTo>
                  <a:pt x="77865" y="76555"/>
                </a:moveTo>
                <a:lnTo>
                  <a:pt x="35547" y="76555"/>
                </a:lnTo>
                <a:lnTo>
                  <a:pt x="56706" y="64211"/>
                </a:lnTo>
                <a:lnTo>
                  <a:pt x="77865" y="765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67339" y="4821034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93764" y="2923032"/>
            <a:ext cx="2022347" cy="2791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493764" y="3550920"/>
            <a:ext cx="2022347" cy="15346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65404" y="4077449"/>
            <a:ext cx="361315" cy="226060"/>
          </a:xfrm>
          <a:custGeom>
            <a:avLst/>
            <a:gdLst/>
            <a:ahLst/>
            <a:cxnLst/>
            <a:rect l="l" t="t" r="r" b="b"/>
            <a:pathLst>
              <a:path w="361315" h="226060">
                <a:moveTo>
                  <a:pt x="360959" y="225780"/>
                </a:moveTo>
                <a:lnTo>
                  <a:pt x="0" y="225780"/>
                </a:lnTo>
                <a:lnTo>
                  <a:pt x="0" y="0"/>
                </a:lnTo>
                <a:lnTo>
                  <a:pt x="360959" y="0"/>
                </a:lnTo>
                <a:lnTo>
                  <a:pt x="36095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06730"/>
                </a:lnTo>
                <a:lnTo>
                  <a:pt x="9525" y="206730"/>
                </a:lnTo>
                <a:lnTo>
                  <a:pt x="19050" y="216255"/>
                </a:lnTo>
                <a:lnTo>
                  <a:pt x="360959" y="216255"/>
                </a:lnTo>
                <a:lnTo>
                  <a:pt x="360959" y="225780"/>
                </a:lnTo>
                <a:close/>
              </a:path>
              <a:path w="361315" h="22606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61315" h="226060">
                <a:moveTo>
                  <a:pt x="34190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41909" y="9525"/>
                </a:lnTo>
                <a:lnTo>
                  <a:pt x="341909" y="19050"/>
                </a:lnTo>
                <a:close/>
              </a:path>
              <a:path w="361315" h="226060">
                <a:moveTo>
                  <a:pt x="341909" y="216255"/>
                </a:moveTo>
                <a:lnTo>
                  <a:pt x="341909" y="9525"/>
                </a:lnTo>
                <a:lnTo>
                  <a:pt x="351434" y="19050"/>
                </a:lnTo>
                <a:lnTo>
                  <a:pt x="360959" y="19050"/>
                </a:lnTo>
                <a:lnTo>
                  <a:pt x="360959" y="206730"/>
                </a:lnTo>
                <a:lnTo>
                  <a:pt x="351434" y="206730"/>
                </a:lnTo>
                <a:lnTo>
                  <a:pt x="341909" y="216255"/>
                </a:lnTo>
                <a:close/>
              </a:path>
              <a:path w="361315" h="226060">
                <a:moveTo>
                  <a:pt x="360959" y="19050"/>
                </a:moveTo>
                <a:lnTo>
                  <a:pt x="351434" y="19050"/>
                </a:lnTo>
                <a:lnTo>
                  <a:pt x="341909" y="9525"/>
                </a:lnTo>
                <a:lnTo>
                  <a:pt x="360959" y="9525"/>
                </a:lnTo>
                <a:lnTo>
                  <a:pt x="360959" y="19050"/>
                </a:lnTo>
                <a:close/>
              </a:path>
              <a:path w="361315" h="226060">
                <a:moveTo>
                  <a:pt x="19050" y="216255"/>
                </a:moveTo>
                <a:lnTo>
                  <a:pt x="9525" y="206730"/>
                </a:lnTo>
                <a:lnTo>
                  <a:pt x="19050" y="206730"/>
                </a:lnTo>
                <a:lnTo>
                  <a:pt x="19050" y="216255"/>
                </a:lnTo>
                <a:close/>
              </a:path>
              <a:path w="361315" h="226060">
                <a:moveTo>
                  <a:pt x="341909" y="216255"/>
                </a:moveTo>
                <a:lnTo>
                  <a:pt x="19050" y="216255"/>
                </a:lnTo>
                <a:lnTo>
                  <a:pt x="19050" y="206730"/>
                </a:lnTo>
                <a:lnTo>
                  <a:pt x="341909" y="206730"/>
                </a:lnTo>
                <a:lnTo>
                  <a:pt x="341909" y="216255"/>
                </a:lnTo>
                <a:close/>
              </a:path>
              <a:path w="361315" h="226060">
                <a:moveTo>
                  <a:pt x="360959" y="216255"/>
                </a:moveTo>
                <a:lnTo>
                  <a:pt x="341909" y="216255"/>
                </a:lnTo>
                <a:lnTo>
                  <a:pt x="351434" y="206730"/>
                </a:lnTo>
                <a:lnTo>
                  <a:pt x="360959" y="206730"/>
                </a:lnTo>
                <a:lnTo>
                  <a:pt x="360959" y="2162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4091" y="3236976"/>
            <a:ext cx="2589276" cy="2522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6003" y="1540459"/>
            <a:ext cx="5767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四、观察电子在磁场中的运动轨</a:t>
            </a:r>
            <a:r>
              <a:rPr dirty="0" sz="3000" spc="-15" b="1">
                <a:latin typeface="黑体"/>
                <a:cs typeface="黑体"/>
              </a:rPr>
              <a:t>迹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9989" y="2219756"/>
            <a:ext cx="7188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 i="1">
                <a:latin typeface="华文楷体"/>
                <a:cs typeface="华文楷体"/>
              </a:rPr>
              <a:t>、电子以垂直于磁场方向的速度射入，做什么运动？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66103" y="4320540"/>
            <a:ext cx="1522476" cy="928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94949" y="4447400"/>
            <a:ext cx="128905" cy="507365"/>
          </a:xfrm>
          <a:custGeom>
            <a:avLst/>
            <a:gdLst/>
            <a:ahLst/>
            <a:cxnLst/>
            <a:rect l="l" t="t" r="r" b="b"/>
            <a:pathLst>
              <a:path w="128904" h="507364">
                <a:moveTo>
                  <a:pt x="14147" y="128371"/>
                </a:moveTo>
                <a:lnTo>
                  <a:pt x="0" y="115519"/>
                </a:lnTo>
                <a:lnTo>
                  <a:pt x="12" y="112521"/>
                </a:lnTo>
                <a:lnTo>
                  <a:pt x="653" y="109600"/>
                </a:lnTo>
                <a:lnTo>
                  <a:pt x="1866" y="106883"/>
                </a:lnTo>
                <a:lnTo>
                  <a:pt x="64223" y="0"/>
                </a:lnTo>
                <a:lnTo>
                  <a:pt x="80765" y="28359"/>
                </a:lnTo>
                <a:lnTo>
                  <a:pt x="49936" y="28359"/>
                </a:lnTo>
                <a:lnTo>
                  <a:pt x="49923" y="81220"/>
                </a:lnTo>
                <a:lnTo>
                  <a:pt x="26555" y="121284"/>
                </a:lnTo>
                <a:lnTo>
                  <a:pt x="17119" y="128066"/>
                </a:lnTo>
                <a:lnTo>
                  <a:pt x="14147" y="128371"/>
                </a:lnTo>
                <a:close/>
              </a:path>
              <a:path w="128904" h="507364">
                <a:moveTo>
                  <a:pt x="49936" y="81198"/>
                </a:moveTo>
                <a:lnTo>
                  <a:pt x="49936" y="28359"/>
                </a:lnTo>
                <a:lnTo>
                  <a:pt x="78511" y="28359"/>
                </a:lnTo>
                <a:lnTo>
                  <a:pt x="78511" y="35559"/>
                </a:lnTo>
                <a:lnTo>
                  <a:pt x="51879" y="35559"/>
                </a:lnTo>
                <a:lnTo>
                  <a:pt x="64217" y="56713"/>
                </a:lnTo>
                <a:lnTo>
                  <a:pt x="49936" y="81198"/>
                </a:lnTo>
                <a:close/>
              </a:path>
              <a:path w="128904" h="507364">
                <a:moveTo>
                  <a:pt x="114287" y="128371"/>
                </a:moveTo>
                <a:lnTo>
                  <a:pt x="78511" y="81220"/>
                </a:lnTo>
                <a:lnTo>
                  <a:pt x="78511" y="28359"/>
                </a:lnTo>
                <a:lnTo>
                  <a:pt x="80765" y="28359"/>
                </a:lnTo>
                <a:lnTo>
                  <a:pt x="126568" y="106883"/>
                </a:lnTo>
                <a:lnTo>
                  <a:pt x="127802" y="109613"/>
                </a:lnTo>
                <a:lnTo>
                  <a:pt x="128435" y="112521"/>
                </a:lnTo>
                <a:lnTo>
                  <a:pt x="128447" y="115519"/>
                </a:lnTo>
                <a:lnTo>
                  <a:pt x="127838" y="118440"/>
                </a:lnTo>
                <a:lnTo>
                  <a:pt x="114287" y="128371"/>
                </a:lnTo>
                <a:close/>
              </a:path>
              <a:path w="128904" h="507364">
                <a:moveTo>
                  <a:pt x="64217" y="56713"/>
                </a:moveTo>
                <a:lnTo>
                  <a:pt x="51879" y="35559"/>
                </a:lnTo>
                <a:lnTo>
                  <a:pt x="76555" y="35559"/>
                </a:lnTo>
                <a:lnTo>
                  <a:pt x="64217" y="56713"/>
                </a:lnTo>
                <a:close/>
              </a:path>
              <a:path w="128904" h="507364">
                <a:moveTo>
                  <a:pt x="78511" y="81220"/>
                </a:moveTo>
                <a:lnTo>
                  <a:pt x="64217" y="56713"/>
                </a:lnTo>
                <a:lnTo>
                  <a:pt x="76555" y="35559"/>
                </a:lnTo>
                <a:lnTo>
                  <a:pt x="78511" y="35559"/>
                </a:lnTo>
                <a:lnTo>
                  <a:pt x="78511" y="81220"/>
                </a:lnTo>
                <a:close/>
              </a:path>
              <a:path w="128904" h="507364">
                <a:moveTo>
                  <a:pt x="78511" y="507060"/>
                </a:moveTo>
                <a:lnTo>
                  <a:pt x="49936" y="507060"/>
                </a:lnTo>
                <a:lnTo>
                  <a:pt x="49936" y="81198"/>
                </a:lnTo>
                <a:lnTo>
                  <a:pt x="64217" y="56713"/>
                </a:lnTo>
                <a:lnTo>
                  <a:pt x="78498" y="81198"/>
                </a:lnTo>
                <a:lnTo>
                  <a:pt x="78511" y="5070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98722" y="4199826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70"/>
                </a:lnTo>
                <a:lnTo>
                  <a:pt x="236258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08285" y="4211535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57"/>
                </a:moveTo>
                <a:lnTo>
                  <a:pt x="0" y="213448"/>
                </a:lnTo>
                <a:lnTo>
                  <a:pt x="236258" y="0"/>
                </a:lnTo>
                <a:lnTo>
                  <a:pt x="255409" y="21208"/>
                </a:lnTo>
                <a:lnTo>
                  <a:pt x="19151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96510" y="4229277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70"/>
                </a:lnTo>
                <a:lnTo>
                  <a:pt x="236258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06074" y="4240987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57"/>
                </a:moveTo>
                <a:lnTo>
                  <a:pt x="0" y="213448"/>
                </a:lnTo>
                <a:lnTo>
                  <a:pt x="236258" y="0"/>
                </a:lnTo>
                <a:lnTo>
                  <a:pt x="255409" y="21209"/>
                </a:lnTo>
                <a:lnTo>
                  <a:pt x="19151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89946" y="4860747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99509" y="4872456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45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208"/>
                </a:lnTo>
                <a:lnTo>
                  <a:pt x="19164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320205" y="3204768"/>
            <a:ext cx="2768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电子的运动轨迹是什 么样的？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39794" y="4559922"/>
            <a:ext cx="539115" cy="408305"/>
          </a:xfrm>
          <a:custGeom>
            <a:avLst/>
            <a:gdLst/>
            <a:ahLst/>
            <a:cxnLst/>
            <a:rect l="l" t="t" r="r" b="b"/>
            <a:pathLst>
              <a:path w="539114" h="408304">
                <a:moveTo>
                  <a:pt x="538365" y="407822"/>
                </a:moveTo>
                <a:lnTo>
                  <a:pt x="493420" y="405930"/>
                </a:lnTo>
                <a:lnTo>
                  <a:pt x="449237" y="400304"/>
                </a:lnTo>
                <a:lnTo>
                  <a:pt x="406120" y="391096"/>
                </a:lnTo>
                <a:lnTo>
                  <a:pt x="363594" y="378231"/>
                </a:lnTo>
                <a:lnTo>
                  <a:pt x="323596" y="362508"/>
                </a:lnTo>
                <a:lnTo>
                  <a:pt x="284441" y="343408"/>
                </a:lnTo>
                <a:lnTo>
                  <a:pt x="246875" y="321310"/>
                </a:lnTo>
                <a:lnTo>
                  <a:pt x="211010" y="296329"/>
                </a:lnTo>
                <a:lnTo>
                  <a:pt x="176974" y="268643"/>
                </a:lnTo>
                <a:lnTo>
                  <a:pt x="144881" y="238353"/>
                </a:lnTo>
                <a:lnTo>
                  <a:pt x="114858" y="205638"/>
                </a:lnTo>
                <a:lnTo>
                  <a:pt x="86965" y="170522"/>
                </a:lnTo>
                <a:lnTo>
                  <a:pt x="61480" y="133413"/>
                </a:lnTo>
                <a:lnTo>
                  <a:pt x="38379" y="94183"/>
                </a:lnTo>
                <a:lnTo>
                  <a:pt x="17830" y="53073"/>
                </a:lnTo>
                <a:lnTo>
                  <a:pt x="0" y="10325"/>
                </a:lnTo>
                <a:lnTo>
                  <a:pt x="26644" y="0"/>
                </a:lnTo>
                <a:lnTo>
                  <a:pt x="30776" y="10642"/>
                </a:lnTo>
                <a:lnTo>
                  <a:pt x="34882" y="20739"/>
                </a:lnTo>
                <a:lnTo>
                  <a:pt x="39246" y="30949"/>
                </a:lnTo>
                <a:lnTo>
                  <a:pt x="43769" y="41071"/>
                </a:lnTo>
                <a:lnTo>
                  <a:pt x="48450" y="51079"/>
                </a:lnTo>
                <a:lnTo>
                  <a:pt x="53399" y="61188"/>
                </a:lnTo>
                <a:lnTo>
                  <a:pt x="58284" y="70764"/>
                </a:lnTo>
                <a:lnTo>
                  <a:pt x="63555" y="80645"/>
                </a:lnTo>
                <a:lnTo>
                  <a:pt x="68846" y="90208"/>
                </a:lnTo>
                <a:lnTo>
                  <a:pt x="74190" y="99441"/>
                </a:lnTo>
                <a:lnTo>
                  <a:pt x="79786" y="108762"/>
                </a:lnTo>
                <a:lnTo>
                  <a:pt x="85526" y="117957"/>
                </a:lnTo>
                <a:lnTo>
                  <a:pt x="91554" y="127254"/>
                </a:lnTo>
                <a:lnTo>
                  <a:pt x="97449" y="135991"/>
                </a:lnTo>
                <a:lnTo>
                  <a:pt x="103616" y="144818"/>
                </a:lnTo>
                <a:lnTo>
                  <a:pt x="109923" y="153517"/>
                </a:lnTo>
                <a:lnTo>
                  <a:pt x="116522" y="162293"/>
                </a:lnTo>
                <a:lnTo>
                  <a:pt x="122952" y="170522"/>
                </a:lnTo>
                <a:lnTo>
                  <a:pt x="129655" y="178816"/>
                </a:lnTo>
                <a:lnTo>
                  <a:pt x="136504" y="186982"/>
                </a:lnTo>
                <a:lnTo>
                  <a:pt x="143637" y="195186"/>
                </a:lnTo>
                <a:lnTo>
                  <a:pt x="150736" y="203073"/>
                </a:lnTo>
                <a:lnTo>
                  <a:pt x="157962" y="210794"/>
                </a:lnTo>
                <a:lnTo>
                  <a:pt x="165315" y="218389"/>
                </a:lnTo>
                <a:lnTo>
                  <a:pt x="172783" y="225831"/>
                </a:lnTo>
                <a:lnTo>
                  <a:pt x="180193" y="232943"/>
                </a:lnTo>
                <a:lnTo>
                  <a:pt x="188087" y="240258"/>
                </a:lnTo>
                <a:lnTo>
                  <a:pt x="195910" y="247243"/>
                </a:lnTo>
                <a:lnTo>
                  <a:pt x="203644" y="253898"/>
                </a:lnTo>
                <a:lnTo>
                  <a:pt x="211700" y="260565"/>
                </a:lnTo>
                <a:lnTo>
                  <a:pt x="220052" y="267246"/>
                </a:lnTo>
                <a:lnTo>
                  <a:pt x="228105" y="273431"/>
                </a:lnTo>
                <a:lnTo>
                  <a:pt x="236689" y="279781"/>
                </a:lnTo>
                <a:lnTo>
                  <a:pt x="245160" y="285800"/>
                </a:lnTo>
                <a:lnTo>
                  <a:pt x="253522" y="291490"/>
                </a:lnTo>
                <a:lnTo>
                  <a:pt x="262206" y="297180"/>
                </a:lnTo>
                <a:lnTo>
                  <a:pt x="270973" y="302691"/>
                </a:lnTo>
                <a:lnTo>
                  <a:pt x="279840" y="308025"/>
                </a:lnTo>
                <a:lnTo>
                  <a:pt x="288818" y="313194"/>
                </a:lnTo>
                <a:lnTo>
                  <a:pt x="297863" y="318173"/>
                </a:lnTo>
                <a:lnTo>
                  <a:pt x="307008" y="322973"/>
                </a:lnTo>
                <a:lnTo>
                  <a:pt x="316230" y="327596"/>
                </a:lnTo>
                <a:lnTo>
                  <a:pt x="325578" y="332041"/>
                </a:lnTo>
                <a:lnTo>
                  <a:pt x="334975" y="336283"/>
                </a:lnTo>
                <a:lnTo>
                  <a:pt x="344478" y="340360"/>
                </a:lnTo>
                <a:lnTo>
                  <a:pt x="354053" y="344233"/>
                </a:lnTo>
                <a:lnTo>
                  <a:pt x="363690" y="347916"/>
                </a:lnTo>
                <a:lnTo>
                  <a:pt x="373697" y="351497"/>
                </a:lnTo>
                <a:lnTo>
                  <a:pt x="383237" y="354698"/>
                </a:lnTo>
                <a:lnTo>
                  <a:pt x="393395" y="357873"/>
                </a:lnTo>
                <a:lnTo>
                  <a:pt x="403090" y="360692"/>
                </a:lnTo>
                <a:lnTo>
                  <a:pt x="413101" y="363385"/>
                </a:lnTo>
                <a:lnTo>
                  <a:pt x="423223" y="365874"/>
                </a:lnTo>
                <a:lnTo>
                  <a:pt x="433371" y="368160"/>
                </a:lnTo>
                <a:lnTo>
                  <a:pt x="443890" y="370293"/>
                </a:lnTo>
                <a:lnTo>
                  <a:pt x="453966" y="372110"/>
                </a:lnTo>
                <a:lnTo>
                  <a:pt x="464300" y="373761"/>
                </a:lnTo>
                <a:lnTo>
                  <a:pt x="474692" y="375208"/>
                </a:lnTo>
                <a:lnTo>
                  <a:pt x="485444" y="376466"/>
                </a:lnTo>
                <a:lnTo>
                  <a:pt x="495721" y="377444"/>
                </a:lnTo>
                <a:lnTo>
                  <a:pt x="506404" y="378231"/>
                </a:lnTo>
                <a:lnTo>
                  <a:pt x="506272" y="378231"/>
                </a:lnTo>
                <a:lnTo>
                  <a:pt x="516976" y="378790"/>
                </a:lnTo>
                <a:lnTo>
                  <a:pt x="527926" y="379145"/>
                </a:lnTo>
                <a:lnTo>
                  <a:pt x="538670" y="379260"/>
                </a:lnTo>
                <a:lnTo>
                  <a:pt x="538365" y="407822"/>
                </a:lnTo>
                <a:close/>
              </a:path>
              <a:path w="539114" h="408304">
                <a:moveTo>
                  <a:pt x="172803" y="225831"/>
                </a:moveTo>
                <a:lnTo>
                  <a:pt x="172605" y="225640"/>
                </a:lnTo>
                <a:lnTo>
                  <a:pt x="172803" y="225831"/>
                </a:lnTo>
                <a:close/>
              </a:path>
              <a:path w="539114" h="408304">
                <a:moveTo>
                  <a:pt x="245186" y="285800"/>
                </a:moveTo>
                <a:lnTo>
                  <a:pt x="244944" y="285635"/>
                </a:lnTo>
                <a:lnTo>
                  <a:pt x="245186" y="285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54132" y="4881041"/>
            <a:ext cx="582295" cy="128905"/>
          </a:xfrm>
          <a:custGeom>
            <a:avLst/>
            <a:gdLst/>
            <a:ahLst/>
            <a:cxnLst/>
            <a:rect l="l" t="t" r="r" b="b"/>
            <a:pathLst>
              <a:path w="582295" h="128904">
                <a:moveTo>
                  <a:pt x="115519" y="128435"/>
                </a:moveTo>
                <a:lnTo>
                  <a:pt x="112522" y="128409"/>
                </a:lnTo>
                <a:lnTo>
                  <a:pt x="109613" y="127787"/>
                </a:lnTo>
                <a:lnTo>
                  <a:pt x="106883" y="126555"/>
                </a:lnTo>
                <a:lnTo>
                  <a:pt x="0" y="64211"/>
                </a:lnTo>
                <a:lnTo>
                  <a:pt x="106883" y="1854"/>
                </a:lnTo>
                <a:lnTo>
                  <a:pt x="109613" y="635"/>
                </a:lnTo>
                <a:lnTo>
                  <a:pt x="112522" y="0"/>
                </a:lnTo>
                <a:lnTo>
                  <a:pt x="115580" y="0"/>
                </a:lnTo>
                <a:lnTo>
                  <a:pt x="128371" y="14135"/>
                </a:lnTo>
                <a:lnTo>
                  <a:pt x="128079" y="17106"/>
                </a:lnTo>
                <a:lnTo>
                  <a:pt x="81198" y="49923"/>
                </a:lnTo>
                <a:lnTo>
                  <a:pt x="28359" y="49923"/>
                </a:lnTo>
                <a:lnTo>
                  <a:pt x="28359" y="78498"/>
                </a:lnTo>
                <a:lnTo>
                  <a:pt x="81220" y="78498"/>
                </a:lnTo>
                <a:lnTo>
                  <a:pt x="121285" y="101866"/>
                </a:lnTo>
                <a:lnTo>
                  <a:pt x="128371" y="114274"/>
                </a:lnTo>
                <a:lnTo>
                  <a:pt x="128041" y="117246"/>
                </a:lnTo>
                <a:lnTo>
                  <a:pt x="118440" y="127825"/>
                </a:lnTo>
                <a:lnTo>
                  <a:pt x="115519" y="128435"/>
                </a:lnTo>
                <a:close/>
              </a:path>
              <a:path w="582295" h="128904">
                <a:moveTo>
                  <a:pt x="81220" y="78498"/>
                </a:moveTo>
                <a:lnTo>
                  <a:pt x="28359" y="78498"/>
                </a:lnTo>
                <a:lnTo>
                  <a:pt x="28359" y="49923"/>
                </a:lnTo>
                <a:lnTo>
                  <a:pt x="81198" y="49923"/>
                </a:lnTo>
                <a:lnTo>
                  <a:pt x="77867" y="51866"/>
                </a:lnTo>
                <a:lnTo>
                  <a:pt x="35560" y="51866"/>
                </a:lnTo>
                <a:lnTo>
                  <a:pt x="35560" y="76542"/>
                </a:lnTo>
                <a:lnTo>
                  <a:pt x="77867" y="76542"/>
                </a:lnTo>
                <a:lnTo>
                  <a:pt x="81220" y="78498"/>
                </a:lnTo>
                <a:close/>
              </a:path>
              <a:path w="582295" h="128904">
                <a:moveTo>
                  <a:pt x="581901" y="78498"/>
                </a:moveTo>
                <a:lnTo>
                  <a:pt x="81220" y="78498"/>
                </a:lnTo>
                <a:lnTo>
                  <a:pt x="56713" y="64204"/>
                </a:lnTo>
                <a:lnTo>
                  <a:pt x="81198" y="49923"/>
                </a:lnTo>
                <a:lnTo>
                  <a:pt x="581901" y="49923"/>
                </a:lnTo>
                <a:lnTo>
                  <a:pt x="581901" y="78498"/>
                </a:lnTo>
                <a:close/>
              </a:path>
              <a:path w="582295" h="128904">
                <a:moveTo>
                  <a:pt x="35560" y="76542"/>
                </a:moveTo>
                <a:lnTo>
                  <a:pt x="35560" y="51866"/>
                </a:lnTo>
                <a:lnTo>
                  <a:pt x="56713" y="64204"/>
                </a:lnTo>
                <a:lnTo>
                  <a:pt x="35560" y="76542"/>
                </a:lnTo>
                <a:close/>
              </a:path>
              <a:path w="582295" h="128904">
                <a:moveTo>
                  <a:pt x="56713" y="64204"/>
                </a:moveTo>
                <a:lnTo>
                  <a:pt x="35560" y="51866"/>
                </a:lnTo>
                <a:lnTo>
                  <a:pt x="77867" y="51866"/>
                </a:lnTo>
                <a:lnTo>
                  <a:pt x="56713" y="64204"/>
                </a:lnTo>
                <a:close/>
              </a:path>
              <a:path w="582295" h="128904">
                <a:moveTo>
                  <a:pt x="77867" y="76542"/>
                </a:moveTo>
                <a:lnTo>
                  <a:pt x="35560" y="76542"/>
                </a:lnTo>
                <a:lnTo>
                  <a:pt x="56724" y="64211"/>
                </a:lnTo>
                <a:lnTo>
                  <a:pt x="77867" y="765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91151" y="4872951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70"/>
                </a:lnTo>
                <a:lnTo>
                  <a:pt x="236258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00714" y="4884661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57"/>
                </a:moveTo>
                <a:lnTo>
                  <a:pt x="0" y="213448"/>
                </a:lnTo>
                <a:lnTo>
                  <a:pt x="236258" y="0"/>
                </a:lnTo>
                <a:lnTo>
                  <a:pt x="255422" y="21208"/>
                </a:lnTo>
                <a:lnTo>
                  <a:pt x="19151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57154" y="4469371"/>
            <a:ext cx="653415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875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66425" y="380455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DCE796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21323" y="1584960"/>
            <a:ext cx="2817876" cy="4088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2988" y="1851672"/>
            <a:ext cx="246380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加垂直于线圈平面 向里磁场，电子初 速度向左，与磁场 方向垂直进入匀强 磁场。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82988" y="4066552"/>
            <a:ext cx="1549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电子的运动 轨迹为圆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6155" y="1497088"/>
            <a:ext cx="5767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四、观察电子在磁场中的运动轨</a:t>
            </a:r>
            <a:r>
              <a:rPr dirty="0" sz="3000" spc="-15" b="1">
                <a:latin typeface="黑体"/>
                <a:cs typeface="黑体"/>
              </a:rPr>
              <a:t>迹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09816" y="4322064"/>
            <a:ext cx="2100072" cy="128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50539" y="3262884"/>
            <a:ext cx="2589276" cy="2522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02594" y="4217314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58"/>
                </a:lnTo>
                <a:lnTo>
                  <a:pt x="236270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2158" y="4229023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45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196"/>
                </a:lnTo>
                <a:lnTo>
                  <a:pt x="19164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00383" y="4246765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70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09946" y="4258474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45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196"/>
                </a:lnTo>
                <a:lnTo>
                  <a:pt x="19164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70298" y="3822027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DCE796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13161" y="4886756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22724" y="4898466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48"/>
                </a:lnTo>
                <a:lnTo>
                  <a:pt x="236258" y="0"/>
                </a:lnTo>
                <a:lnTo>
                  <a:pt x="255409" y="21196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33517" y="4852390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58"/>
                </a:lnTo>
                <a:lnTo>
                  <a:pt x="236270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43081" y="4864100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45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196"/>
                </a:lnTo>
                <a:lnTo>
                  <a:pt x="19164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624654" y="4835004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21632" y="4882603"/>
            <a:ext cx="582295" cy="128905"/>
          </a:xfrm>
          <a:custGeom>
            <a:avLst/>
            <a:gdLst/>
            <a:ahLst/>
            <a:cxnLst/>
            <a:rect l="l" t="t" r="r" b="b"/>
            <a:pathLst>
              <a:path w="582295" h="128904">
                <a:moveTo>
                  <a:pt x="115506" y="128447"/>
                </a:moveTo>
                <a:lnTo>
                  <a:pt x="112522" y="128435"/>
                </a:lnTo>
                <a:lnTo>
                  <a:pt x="109600" y="127800"/>
                </a:lnTo>
                <a:lnTo>
                  <a:pt x="106883" y="126568"/>
                </a:lnTo>
                <a:lnTo>
                  <a:pt x="0" y="64223"/>
                </a:lnTo>
                <a:lnTo>
                  <a:pt x="106883" y="1879"/>
                </a:lnTo>
                <a:lnTo>
                  <a:pt x="109600" y="647"/>
                </a:lnTo>
                <a:lnTo>
                  <a:pt x="112522" y="12"/>
                </a:lnTo>
                <a:lnTo>
                  <a:pt x="115506" y="0"/>
                </a:lnTo>
                <a:lnTo>
                  <a:pt x="118427" y="609"/>
                </a:lnTo>
                <a:lnTo>
                  <a:pt x="128358" y="14147"/>
                </a:lnTo>
                <a:lnTo>
                  <a:pt x="128066" y="17119"/>
                </a:lnTo>
                <a:lnTo>
                  <a:pt x="81196" y="49936"/>
                </a:lnTo>
                <a:lnTo>
                  <a:pt x="28346" y="49936"/>
                </a:lnTo>
                <a:lnTo>
                  <a:pt x="28346" y="78511"/>
                </a:lnTo>
                <a:lnTo>
                  <a:pt x="81196" y="78511"/>
                </a:lnTo>
                <a:lnTo>
                  <a:pt x="121272" y="101892"/>
                </a:lnTo>
                <a:lnTo>
                  <a:pt x="128358" y="114287"/>
                </a:lnTo>
                <a:lnTo>
                  <a:pt x="128041" y="117259"/>
                </a:lnTo>
                <a:lnTo>
                  <a:pt x="118427" y="127838"/>
                </a:lnTo>
                <a:lnTo>
                  <a:pt x="115506" y="128447"/>
                </a:lnTo>
                <a:close/>
              </a:path>
              <a:path w="582295" h="128904">
                <a:moveTo>
                  <a:pt x="81196" y="78511"/>
                </a:moveTo>
                <a:lnTo>
                  <a:pt x="28346" y="78511"/>
                </a:lnTo>
                <a:lnTo>
                  <a:pt x="28346" y="49936"/>
                </a:lnTo>
                <a:lnTo>
                  <a:pt x="81196" y="49936"/>
                </a:lnTo>
                <a:lnTo>
                  <a:pt x="77865" y="51879"/>
                </a:lnTo>
                <a:lnTo>
                  <a:pt x="35547" y="51879"/>
                </a:lnTo>
                <a:lnTo>
                  <a:pt x="35547" y="76568"/>
                </a:lnTo>
                <a:lnTo>
                  <a:pt x="77865" y="76568"/>
                </a:lnTo>
                <a:lnTo>
                  <a:pt x="81196" y="78511"/>
                </a:lnTo>
                <a:close/>
              </a:path>
              <a:path w="582295" h="128904">
                <a:moveTo>
                  <a:pt x="581888" y="78511"/>
                </a:moveTo>
                <a:lnTo>
                  <a:pt x="81196" y="78511"/>
                </a:lnTo>
                <a:lnTo>
                  <a:pt x="56706" y="64223"/>
                </a:lnTo>
                <a:lnTo>
                  <a:pt x="81196" y="49936"/>
                </a:lnTo>
                <a:lnTo>
                  <a:pt x="581888" y="49936"/>
                </a:lnTo>
                <a:lnTo>
                  <a:pt x="581888" y="78511"/>
                </a:lnTo>
                <a:close/>
              </a:path>
              <a:path w="582295" h="128904">
                <a:moveTo>
                  <a:pt x="35547" y="76568"/>
                </a:moveTo>
                <a:lnTo>
                  <a:pt x="35547" y="51879"/>
                </a:lnTo>
                <a:lnTo>
                  <a:pt x="56706" y="64223"/>
                </a:lnTo>
                <a:lnTo>
                  <a:pt x="35547" y="76568"/>
                </a:lnTo>
                <a:close/>
              </a:path>
              <a:path w="582295" h="128904">
                <a:moveTo>
                  <a:pt x="56706" y="64223"/>
                </a:moveTo>
                <a:lnTo>
                  <a:pt x="35547" y="51879"/>
                </a:lnTo>
                <a:lnTo>
                  <a:pt x="77865" y="51879"/>
                </a:lnTo>
                <a:lnTo>
                  <a:pt x="56706" y="64223"/>
                </a:lnTo>
                <a:close/>
              </a:path>
              <a:path w="582295" h="128904">
                <a:moveTo>
                  <a:pt x="77865" y="76568"/>
                </a:moveTo>
                <a:lnTo>
                  <a:pt x="35547" y="76568"/>
                </a:lnTo>
                <a:lnTo>
                  <a:pt x="56706" y="64223"/>
                </a:lnTo>
                <a:lnTo>
                  <a:pt x="77865" y="765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94594" y="4885080"/>
            <a:ext cx="743585" cy="128905"/>
          </a:xfrm>
          <a:custGeom>
            <a:avLst/>
            <a:gdLst/>
            <a:ahLst/>
            <a:cxnLst/>
            <a:rect l="l" t="t" r="r" b="b"/>
            <a:pathLst>
              <a:path w="743585" h="128904">
                <a:moveTo>
                  <a:pt x="114541" y="128460"/>
                </a:moveTo>
                <a:lnTo>
                  <a:pt x="111556" y="128409"/>
                </a:lnTo>
                <a:lnTo>
                  <a:pt x="108635" y="127723"/>
                </a:lnTo>
                <a:lnTo>
                  <a:pt x="105930" y="126453"/>
                </a:lnTo>
                <a:lnTo>
                  <a:pt x="0" y="62522"/>
                </a:lnTo>
                <a:lnTo>
                  <a:pt x="107797" y="1777"/>
                </a:lnTo>
                <a:lnTo>
                  <a:pt x="110540" y="596"/>
                </a:lnTo>
                <a:lnTo>
                  <a:pt x="113461" y="0"/>
                </a:lnTo>
                <a:lnTo>
                  <a:pt x="116446" y="38"/>
                </a:lnTo>
                <a:lnTo>
                  <a:pt x="129095" y="14376"/>
                </a:lnTo>
                <a:lnTo>
                  <a:pt x="128752" y="17348"/>
                </a:lnTo>
                <a:lnTo>
                  <a:pt x="82795" y="48666"/>
                </a:lnTo>
                <a:lnTo>
                  <a:pt x="28562" y="48666"/>
                </a:lnTo>
                <a:lnTo>
                  <a:pt x="28130" y="77228"/>
                </a:lnTo>
                <a:lnTo>
                  <a:pt x="80971" y="78017"/>
                </a:lnTo>
                <a:lnTo>
                  <a:pt x="120700" y="101993"/>
                </a:lnTo>
                <a:lnTo>
                  <a:pt x="127609" y="114503"/>
                </a:lnTo>
                <a:lnTo>
                  <a:pt x="127228" y="117462"/>
                </a:lnTo>
                <a:lnTo>
                  <a:pt x="117475" y="127901"/>
                </a:lnTo>
                <a:lnTo>
                  <a:pt x="114541" y="128460"/>
                </a:lnTo>
                <a:close/>
              </a:path>
              <a:path w="743585" h="128904">
                <a:moveTo>
                  <a:pt x="80971" y="78017"/>
                </a:moveTo>
                <a:lnTo>
                  <a:pt x="28130" y="77228"/>
                </a:lnTo>
                <a:lnTo>
                  <a:pt x="28562" y="48666"/>
                </a:lnTo>
                <a:lnTo>
                  <a:pt x="81398" y="49453"/>
                </a:lnTo>
                <a:lnTo>
                  <a:pt x="79168" y="50711"/>
                </a:lnTo>
                <a:lnTo>
                  <a:pt x="35725" y="50711"/>
                </a:lnTo>
                <a:lnTo>
                  <a:pt x="35369" y="75399"/>
                </a:lnTo>
                <a:lnTo>
                  <a:pt x="76634" y="75399"/>
                </a:lnTo>
                <a:lnTo>
                  <a:pt x="80971" y="78017"/>
                </a:lnTo>
                <a:close/>
              </a:path>
              <a:path w="743585" h="128904">
                <a:moveTo>
                  <a:pt x="81398" y="49453"/>
                </a:moveTo>
                <a:lnTo>
                  <a:pt x="28562" y="48666"/>
                </a:lnTo>
                <a:lnTo>
                  <a:pt x="82795" y="48666"/>
                </a:lnTo>
                <a:lnTo>
                  <a:pt x="81398" y="49453"/>
                </a:lnTo>
                <a:close/>
              </a:path>
              <a:path w="743585" h="128904">
                <a:moveTo>
                  <a:pt x="743000" y="87896"/>
                </a:moveTo>
                <a:lnTo>
                  <a:pt x="80971" y="78017"/>
                </a:lnTo>
                <a:lnTo>
                  <a:pt x="56705" y="63372"/>
                </a:lnTo>
                <a:lnTo>
                  <a:pt x="81398" y="49453"/>
                </a:lnTo>
                <a:lnTo>
                  <a:pt x="743432" y="59321"/>
                </a:lnTo>
                <a:lnTo>
                  <a:pt x="743000" y="87896"/>
                </a:lnTo>
                <a:close/>
              </a:path>
              <a:path w="743585" h="128904">
                <a:moveTo>
                  <a:pt x="35369" y="75399"/>
                </a:moveTo>
                <a:lnTo>
                  <a:pt x="35725" y="50711"/>
                </a:lnTo>
                <a:lnTo>
                  <a:pt x="56705" y="63372"/>
                </a:lnTo>
                <a:lnTo>
                  <a:pt x="35369" y="75399"/>
                </a:lnTo>
                <a:close/>
              </a:path>
              <a:path w="743585" h="128904">
                <a:moveTo>
                  <a:pt x="56705" y="63372"/>
                </a:moveTo>
                <a:lnTo>
                  <a:pt x="35725" y="50711"/>
                </a:lnTo>
                <a:lnTo>
                  <a:pt x="79168" y="50711"/>
                </a:lnTo>
                <a:lnTo>
                  <a:pt x="56705" y="63372"/>
                </a:lnTo>
                <a:close/>
              </a:path>
              <a:path w="743585" h="128904">
                <a:moveTo>
                  <a:pt x="76634" y="75399"/>
                </a:moveTo>
                <a:lnTo>
                  <a:pt x="35369" y="75399"/>
                </a:lnTo>
                <a:lnTo>
                  <a:pt x="56705" y="63372"/>
                </a:lnTo>
                <a:lnTo>
                  <a:pt x="76634" y="753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43679" y="4537265"/>
            <a:ext cx="539115" cy="408305"/>
          </a:xfrm>
          <a:custGeom>
            <a:avLst/>
            <a:gdLst/>
            <a:ahLst/>
            <a:cxnLst/>
            <a:rect l="l" t="t" r="r" b="b"/>
            <a:pathLst>
              <a:path w="539114" h="408304">
                <a:moveTo>
                  <a:pt x="538365" y="407822"/>
                </a:moveTo>
                <a:lnTo>
                  <a:pt x="493407" y="405917"/>
                </a:lnTo>
                <a:lnTo>
                  <a:pt x="449237" y="400291"/>
                </a:lnTo>
                <a:lnTo>
                  <a:pt x="406107" y="391083"/>
                </a:lnTo>
                <a:lnTo>
                  <a:pt x="363582" y="378231"/>
                </a:lnTo>
                <a:lnTo>
                  <a:pt x="323583" y="362496"/>
                </a:lnTo>
                <a:lnTo>
                  <a:pt x="284441" y="343408"/>
                </a:lnTo>
                <a:lnTo>
                  <a:pt x="246875" y="321297"/>
                </a:lnTo>
                <a:lnTo>
                  <a:pt x="211010" y="296329"/>
                </a:lnTo>
                <a:lnTo>
                  <a:pt x="176961" y="268630"/>
                </a:lnTo>
                <a:lnTo>
                  <a:pt x="144868" y="238353"/>
                </a:lnTo>
                <a:lnTo>
                  <a:pt x="114846" y="205625"/>
                </a:lnTo>
                <a:lnTo>
                  <a:pt x="86952" y="170522"/>
                </a:lnTo>
                <a:lnTo>
                  <a:pt x="61480" y="133413"/>
                </a:lnTo>
                <a:lnTo>
                  <a:pt x="38379" y="94183"/>
                </a:lnTo>
                <a:lnTo>
                  <a:pt x="17830" y="53073"/>
                </a:lnTo>
                <a:lnTo>
                  <a:pt x="0" y="10312"/>
                </a:lnTo>
                <a:lnTo>
                  <a:pt x="26644" y="0"/>
                </a:lnTo>
                <a:lnTo>
                  <a:pt x="30763" y="10642"/>
                </a:lnTo>
                <a:lnTo>
                  <a:pt x="34875" y="20739"/>
                </a:lnTo>
                <a:lnTo>
                  <a:pt x="39234" y="30949"/>
                </a:lnTo>
                <a:lnTo>
                  <a:pt x="43768" y="41071"/>
                </a:lnTo>
                <a:lnTo>
                  <a:pt x="48445" y="51066"/>
                </a:lnTo>
                <a:lnTo>
                  <a:pt x="53285" y="60972"/>
                </a:lnTo>
                <a:lnTo>
                  <a:pt x="58401" y="70980"/>
                </a:lnTo>
                <a:lnTo>
                  <a:pt x="63543" y="80645"/>
                </a:lnTo>
                <a:lnTo>
                  <a:pt x="68846" y="90208"/>
                </a:lnTo>
                <a:lnTo>
                  <a:pt x="74295" y="99644"/>
                </a:lnTo>
                <a:lnTo>
                  <a:pt x="79786" y="108762"/>
                </a:lnTo>
                <a:lnTo>
                  <a:pt x="85648" y="118173"/>
                </a:lnTo>
                <a:lnTo>
                  <a:pt x="91409" y="127038"/>
                </a:lnTo>
                <a:lnTo>
                  <a:pt x="97437" y="135991"/>
                </a:lnTo>
                <a:lnTo>
                  <a:pt x="103746" y="145021"/>
                </a:lnTo>
                <a:lnTo>
                  <a:pt x="110058" y="153720"/>
                </a:lnTo>
                <a:lnTo>
                  <a:pt x="116366" y="162090"/>
                </a:lnTo>
                <a:lnTo>
                  <a:pt x="122952" y="170522"/>
                </a:lnTo>
                <a:lnTo>
                  <a:pt x="129806" y="179006"/>
                </a:lnTo>
                <a:lnTo>
                  <a:pt x="136651" y="187172"/>
                </a:lnTo>
                <a:lnTo>
                  <a:pt x="143471" y="194995"/>
                </a:lnTo>
                <a:lnTo>
                  <a:pt x="150575" y="202882"/>
                </a:lnTo>
                <a:lnTo>
                  <a:pt x="157796" y="210616"/>
                </a:lnTo>
                <a:lnTo>
                  <a:pt x="165315" y="218389"/>
                </a:lnTo>
                <a:lnTo>
                  <a:pt x="172605" y="225640"/>
                </a:lnTo>
                <a:lnTo>
                  <a:pt x="180192" y="232930"/>
                </a:lnTo>
                <a:lnTo>
                  <a:pt x="187908" y="240080"/>
                </a:lnTo>
                <a:lnTo>
                  <a:pt x="195724" y="247065"/>
                </a:lnTo>
                <a:lnTo>
                  <a:pt x="203644" y="253898"/>
                </a:lnTo>
                <a:lnTo>
                  <a:pt x="211687" y="260565"/>
                </a:lnTo>
                <a:lnTo>
                  <a:pt x="219846" y="267081"/>
                </a:lnTo>
                <a:lnTo>
                  <a:pt x="228307" y="273596"/>
                </a:lnTo>
                <a:lnTo>
                  <a:pt x="236466" y="279615"/>
                </a:lnTo>
                <a:lnTo>
                  <a:pt x="244945" y="285635"/>
                </a:lnTo>
                <a:lnTo>
                  <a:pt x="253733" y="291642"/>
                </a:lnTo>
                <a:lnTo>
                  <a:pt x="262206" y="297180"/>
                </a:lnTo>
                <a:lnTo>
                  <a:pt x="270973" y="302691"/>
                </a:lnTo>
                <a:lnTo>
                  <a:pt x="280060" y="308165"/>
                </a:lnTo>
                <a:lnTo>
                  <a:pt x="289026" y="313321"/>
                </a:lnTo>
                <a:lnTo>
                  <a:pt x="297863" y="318173"/>
                </a:lnTo>
                <a:lnTo>
                  <a:pt x="307238" y="323100"/>
                </a:lnTo>
                <a:lnTo>
                  <a:pt x="316230" y="327596"/>
                </a:lnTo>
                <a:lnTo>
                  <a:pt x="325805" y="332155"/>
                </a:lnTo>
                <a:lnTo>
                  <a:pt x="334963" y="336283"/>
                </a:lnTo>
                <a:lnTo>
                  <a:pt x="344716" y="340461"/>
                </a:lnTo>
                <a:lnTo>
                  <a:pt x="354291" y="344335"/>
                </a:lnTo>
                <a:lnTo>
                  <a:pt x="363689" y="347903"/>
                </a:lnTo>
                <a:lnTo>
                  <a:pt x="373684" y="351497"/>
                </a:lnTo>
                <a:lnTo>
                  <a:pt x="383237" y="354698"/>
                </a:lnTo>
                <a:lnTo>
                  <a:pt x="393382" y="357873"/>
                </a:lnTo>
                <a:lnTo>
                  <a:pt x="403351" y="360768"/>
                </a:lnTo>
                <a:lnTo>
                  <a:pt x="413135" y="363385"/>
                </a:lnTo>
                <a:lnTo>
                  <a:pt x="423223" y="365874"/>
                </a:lnTo>
                <a:lnTo>
                  <a:pt x="433359" y="368160"/>
                </a:lnTo>
                <a:lnTo>
                  <a:pt x="443877" y="370293"/>
                </a:lnTo>
                <a:lnTo>
                  <a:pt x="453896" y="372097"/>
                </a:lnTo>
                <a:lnTo>
                  <a:pt x="464302" y="373761"/>
                </a:lnTo>
                <a:lnTo>
                  <a:pt x="474677" y="375196"/>
                </a:lnTo>
                <a:lnTo>
                  <a:pt x="485214" y="376427"/>
                </a:lnTo>
                <a:lnTo>
                  <a:pt x="495705" y="377431"/>
                </a:lnTo>
                <a:lnTo>
                  <a:pt x="506394" y="378231"/>
                </a:lnTo>
                <a:lnTo>
                  <a:pt x="516976" y="378790"/>
                </a:lnTo>
                <a:lnTo>
                  <a:pt x="527913" y="379145"/>
                </a:lnTo>
                <a:lnTo>
                  <a:pt x="538670" y="379247"/>
                </a:lnTo>
                <a:lnTo>
                  <a:pt x="538365" y="407822"/>
                </a:lnTo>
                <a:close/>
              </a:path>
              <a:path w="539114" h="408304">
                <a:moveTo>
                  <a:pt x="74310" y="99644"/>
                </a:moveTo>
                <a:lnTo>
                  <a:pt x="74180" y="99428"/>
                </a:lnTo>
                <a:lnTo>
                  <a:pt x="74310" y="99644"/>
                </a:lnTo>
                <a:close/>
              </a:path>
              <a:path w="539114" h="408304">
                <a:moveTo>
                  <a:pt x="79908" y="108966"/>
                </a:moveTo>
                <a:lnTo>
                  <a:pt x="79768" y="108762"/>
                </a:lnTo>
                <a:lnTo>
                  <a:pt x="79908" y="108966"/>
                </a:lnTo>
                <a:close/>
              </a:path>
              <a:path w="539114" h="408304">
                <a:moveTo>
                  <a:pt x="188087" y="240245"/>
                </a:moveTo>
                <a:lnTo>
                  <a:pt x="187883" y="240080"/>
                </a:lnTo>
                <a:lnTo>
                  <a:pt x="188087" y="2402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72902" y="4529035"/>
            <a:ext cx="690880" cy="426084"/>
          </a:xfrm>
          <a:custGeom>
            <a:avLst/>
            <a:gdLst/>
            <a:ahLst/>
            <a:cxnLst/>
            <a:rect l="l" t="t" r="r" b="b"/>
            <a:pathLst>
              <a:path w="690879" h="426085">
                <a:moveTo>
                  <a:pt x="690143" y="425627"/>
                </a:moveTo>
                <a:lnTo>
                  <a:pt x="647941" y="424535"/>
                </a:lnTo>
                <a:lnTo>
                  <a:pt x="606209" y="421284"/>
                </a:lnTo>
                <a:lnTo>
                  <a:pt x="565124" y="415925"/>
                </a:lnTo>
                <a:lnTo>
                  <a:pt x="524763" y="408520"/>
                </a:lnTo>
                <a:lnTo>
                  <a:pt x="485165" y="399122"/>
                </a:lnTo>
                <a:lnTo>
                  <a:pt x="446019" y="387667"/>
                </a:lnTo>
                <a:lnTo>
                  <a:pt x="408546" y="374599"/>
                </a:lnTo>
                <a:lnTo>
                  <a:pt x="371640" y="359575"/>
                </a:lnTo>
                <a:lnTo>
                  <a:pt x="335749" y="342798"/>
                </a:lnTo>
                <a:lnTo>
                  <a:pt x="300939" y="324307"/>
                </a:lnTo>
                <a:lnTo>
                  <a:pt x="267258" y="304177"/>
                </a:lnTo>
                <a:lnTo>
                  <a:pt x="234772" y="282448"/>
                </a:lnTo>
                <a:lnTo>
                  <a:pt x="203514" y="259168"/>
                </a:lnTo>
                <a:lnTo>
                  <a:pt x="173609" y="234441"/>
                </a:lnTo>
                <a:lnTo>
                  <a:pt x="145059" y="208267"/>
                </a:lnTo>
                <a:lnTo>
                  <a:pt x="117944" y="180733"/>
                </a:lnTo>
                <a:lnTo>
                  <a:pt x="92316" y="151891"/>
                </a:lnTo>
                <a:lnTo>
                  <a:pt x="68237" y="121792"/>
                </a:lnTo>
                <a:lnTo>
                  <a:pt x="45758" y="90500"/>
                </a:lnTo>
                <a:lnTo>
                  <a:pt x="24968" y="58051"/>
                </a:lnTo>
                <a:lnTo>
                  <a:pt x="5892" y="24523"/>
                </a:lnTo>
                <a:lnTo>
                  <a:pt x="0" y="13233"/>
                </a:lnTo>
                <a:lnTo>
                  <a:pt x="25323" y="0"/>
                </a:lnTo>
                <a:lnTo>
                  <a:pt x="31052" y="10960"/>
                </a:lnTo>
                <a:lnTo>
                  <a:pt x="36966" y="21805"/>
                </a:lnTo>
                <a:lnTo>
                  <a:pt x="43069" y="32537"/>
                </a:lnTo>
                <a:lnTo>
                  <a:pt x="49363" y="43167"/>
                </a:lnTo>
                <a:lnTo>
                  <a:pt x="55835" y="53670"/>
                </a:lnTo>
                <a:lnTo>
                  <a:pt x="62505" y="64071"/>
                </a:lnTo>
                <a:lnTo>
                  <a:pt x="69346" y="74345"/>
                </a:lnTo>
                <a:lnTo>
                  <a:pt x="76363" y="84493"/>
                </a:lnTo>
                <a:lnTo>
                  <a:pt x="83559" y="94526"/>
                </a:lnTo>
                <a:lnTo>
                  <a:pt x="91071" y="104622"/>
                </a:lnTo>
                <a:lnTo>
                  <a:pt x="98481" y="114211"/>
                </a:lnTo>
                <a:lnTo>
                  <a:pt x="106197" y="123863"/>
                </a:lnTo>
                <a:lnTo>
                  <a:pt x="114078" y="133375"/>
                </a:lnTo>
                <a:lnTo>
                  <a:pt x="122124" y="142760"/>
                </a:lnTo>
                <a:lnTo>
                  <a:pt x="130505" y="152196"/>
                </a:lnTo>
                <a:lnTo>
                  <a:pt x="138723" y="161124"/>
                </a:lnTo>
                <a:lnTo>
                  <a:pt x="147276" y="170103"/>
                </a:lnTo>
                <a:lnTo>
                  <a:pt x="155958" y="178930"/>
                </a:lnTo>
                <a:lnTo>
                  <a:pt x="164985" y="187794"/>
                </a:lnTo>
                <a:lnTo>
                  <a:pt x="173815" y="196164"/>
                </a:lnTo>
                <a:lnTo>
                  <a:pt x="182979" y="204558"/>
                </a:lnTo>
                <a:lnTo>
                  <a:pt x="192296" y="212813"/>
                </a:lnTo>
                <a:lnTo>
                  <a:pt x="201917" y="221056"/>
                </a:lnTo>
                <a:lnTo>
                  <a:pt x="211346" y="228841"/>
                </a:lnTo>
                <a:lnTo>
                  <a:pt x="221272" y="236778"/>
                </a:lnTo>
                <a:lnTo>
                  <a:pt x="231152" y="244411"/>
                </a:lnTo>
                <a:lnTo>
                  <a:pt x="240997" y="251726"/>
                </a:lnTo>
                <a:lnTo>
                  <a:pt x="251374" y="259181"/>
                </a:lnTo>
                <a:lnTo>
                  <a:pt x="261444" y="266179"/>
                </a:lnTo>
                <a:lnTo>
                  <a:pt x="304139" y="293192"/>
                </a:lnTo>
                <a:lnTo>
                  <a:pt x="314875" y="299364"/>
                </a:lnTo>
                <a:lnTo>
                  <a:pt x="325929" y="305473"/>
                </a:lnTo>
                <a:lnTo>
                  <a:pt x="337109" y="311416"/>
                </a:lnTo>
                <a:lnTo>
                  <a:pt x="348614" y="317284"/>
                </a:lnTo>
                <a:lnTo>
                  <a:pt x="360032" y="322859"/>
                </a:lnTo>
                <a:lnTo>
                  <a:pt x="371551" y="328244"/>
                </a:lnTo>
                <a:lnTo>
                  <a:pt x="382997" y="333349"/>
                </a:lnTo>
                <a:lnTo>
                  <a:pt x="394736" y="338366"/>
                </a:lnTo>
                <a:lnTo>
                  <a:pt x="406575" y="343192"/>
                </a:lnTo>
                <a:lnTo>
                  <a:pt x="418559" y="347827"/>
                </a:lnTo>
                <a:lnTo>
                  <a:pt x="430822" y="352348"/>
                </a:lnTo>
                <a:lnTo>
                  <a:pt x="442757" y="356501"/>
                </a:lnTo>
                <a:lnTo>
                  <a:pt x="455013" y="360552"/>
                </a:lnTo>
                <a:lnTo>
                  <a:pt x="467601" y="364464"/>
                </a:lnTo>
                <a:lnTo>
                  <a:pt x="479830" y="368033"/>
                </a:lnTo>
                <a:lnTo>
                  <a:pt x="492409" y="371475"/>
                </a:lnTo>
                <a:lnTo>
                  <a:pt x="505031" y="374700"/>
                </a:lnTo>
                <a:lnTo>
                  <a:pt x="517729" y="377723"/>
                </a:lnTo>
                <a:lnTo>
                  <a:pt x="530526" y="380530"/>
                </a:lnTo>
                <a:lnTo>
                  <a:pt x="543648" y="383171"/>
                </a:lnTo>
                <a:lnTo>
                  <a:pt x="556420" y="385508"/>
                </a:lnTo>
                <a:lnTo>
                  <a:pt x="569440" y="387667"/>
                </a:lnTo>
                <a:lnTo>
                  <a:pt x="582631" y="389623"/>
                </a:lnTo>
                <a:lnTo>
                  <a:pt x="596011" y="391375"/>
                </a:lnTo>
                <a:lnTo>
                  <a:pt x="609071" y="392849"/>
                </a:lnTo>
                <a:lnTo>
                  <a:pt x="622642" y="394144"/>
                </a:lnTo>
                <a:lnTo>
                  <a:pt x="635904" y="395173"/>
                </a:lnTo>
                <a:lnTo>
                  <a:pt x="649554" y="396011"/>
                </a:lnTo>
                <a:lnTo>
                  <a:pt x="649875" y="396011"/>
                </a:lnTo>
                <a:lnTo>
                  <a:pt x="663105" y="396595"/>
                </a:lnTo>
                <a:lnTo>
                  <a:pt x="676719" y="396938"/>
                </a:lnTo>
                <a:lnTo>
                  <a:pt x="676465" y="396938"/>
                </a:lnTo>
                <a:lnTo>
                  <a:pt x="690397" y="397052"/>
                </a:lnTo>
                <a:lnTo>
                  <a:pt x="690143" y="425627"/>
                </a:lnTo>
                <a:close/>
              </a:path>
              <a:path w="690879" h="426085">
                <a:moveTo>
                  <a:pt x="69481" y="74549"/>
                </a:moveTo>
                <a:lnTo>
                  <a:pt x="69329" y="74345"/>
                </a:lnTo>
                <a:lnTo>
                  <a:pt x="69481" y="74549"/>
                </a:lnTo>
                <a:close/>
              </a:path>
              <a:path w="690879" h="426085">
                <a:moveTo>
                  <a:pt x="147434" y="170268"/>
                </a:moveTo>
                <a:lnTo>
                  <a:pt x="147256" y="170103"/>
                </a:lnTo>
                <a:lnTo>
                  <a:pt x="147434" y="170268"/>
                </a:lnTo>
                <a:close/>
              </a:path>
              <a:path w="690879" h="426085">
                <a:moveTo>
                  <a:pt x="649875" y="396011"/>
                </a:moveTo>
                <a:lnTo>
                  <a:pt x="649554" y="396011"/>
                </a:lnTo>
                <a:lnTo>
                  <a:pt x="649300" y="395986"/>
                </a:lnTo>
                <a:lnTo>
                  <a:pt x="649875" y="396011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57172" y="3696296"/>
            <a:ext cx="397510" cy="0"/>
          </a:xfrm>
          <a:custGeom>
            <a:avLst/>
            <a:gdLst/>
            <a:ahLst/>
            <a:cxnLst/>
            <a:rect l="l" t="t" r="r" b="b"/>
            <a:pathLst>
              <a:path w="397509" h="0">
                <a:moveTo>
                  <a:pt x="0" y="0"/>
                </a:moveTo>
                <a:lnTo>
                  <a:pt x="397129" y="0"/>
                </a:lnTo>
              </a:path>
            </a:pathLst>
          </a:custGeom>
          <a:ln w="154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71117" y="3694722"/>
            <a:ext cx="37147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10" i="1">
                <a:latin typeface="Times New Roman"/>
                <a:cs typeface="Times New Roman"/>
              </a:rPr>
              <a:t>q</a:t>
            </a:r>
            <a:r>
              <a:rPr dirty="0" sz="2450" i="1">
                <a:latin typeface="Times New Roman"/>
                <a:cs typeface="Times New Roman"/>
              </a:rPr>
              <a:t>B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00121" y="2335098"/>
            <a:ext cx="7188200" cy="1318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</a:t>
            </a:r>
            <a:r>
              <a:rPr dirty="0" sz="2400" i="1">
                <a:latin typeface="华文楷体"/>
                <a:cs typeface="华文楷体"/>
              </a:rPr>
              <a:t>、仅改变电子初速度的大小，电子运动有什么变化？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50">
              <a:latin typeface="Times New Roman"/>
              <a:cs typeface="Times New Roman"/>
            </a:endParaRPr>
          </a:p>
          <a:p>
            <a:pPr marL="4601210">
              <a:lnSpc>
                <a:spcPct val="100000"/>
              </a:lnSpc>
            </a:pPr>
            <a:r>
              <a:rPr dirty="0" baseline="-35147" sz="3675" i="1">
                <a:latin typeface="Times New Roman"/>
                <a:cs typeface="Times New Roman"/>
              </a:rPr>
              <a:t>r </a:t>
            </a:r>
            <a:r>
              <a:rPr dirty="0" baseline="-35147" sz="3675">
                <a:latin typeface="Symbol"/>
                <a:cs typeface="Symbol"/>
              </a:rPr>
              <a:t></a:t>
            </a:r>
            <a:r>
              <a:rPr dirty="0" baseline="-35147" sz="3675" spc="292">
                <a:latin typeface="Times New Roman"/>
                <a:cs typeface="Times New Roman"/>
              </a:rPr>
              <a:t> </a:t>
            </a:r>
            <a:r>
              <a:rPr dirty="0" sz="2450" spc="-10" i="1">
                <a:latin typeface="Times New Roman"/>
                <a:cs typeface="Times New Roman"/>
              </a:rPr>
              <a:t>mv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27064" y="1426463"/>
            <a:ext cx="2947416" cy="4421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3786" y="2245245"/>
            <a:ext cx="24638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顺时针旋转加速电 压旋钮，加速电压 逐渐增大，电子进 入磁场的速度增大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63786" y="4136199"/>
            <a:ext cx="2463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电子运动轨迹的半 径逐渐增大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5767" y="1648472"/>
            <a:ext cx="5767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四、观察电子在磁场中的运动轨</a:t>
            </a:r>
            <a:r>
              <a:rPr dirty="0" sz="3000" spc="-15" b="1">
                <a:latin typeface="黑体"/>
                <a:cs typeface="黑体"/>
              </a:rPr>
              <a:t>迹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7000" y="4154423"/>
            <a:ext cx="2100072" cy="128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5426" y="3118104"/>
            <a:ext cx="2589276" cy="2522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27526" y="4114266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37089" y="4125976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36"/>
                </a:lnTo>
                <a:lnTo>
                  <a:pt x="236258" y="0"/>
                </a:lnTo>
                <a:lnTo>
                  <a:pt x="255409" y="21196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25301" y="4143718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58"/>
                </a:lnTo>
                <a:lnTo>
                  <a:pt x="236270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34877" y="4155427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48"/>
                </a:lnTo>
                <a:lnTo>
                  <a:pt x="236258" y="0"/>
                </a:lnTo>
                <a:lnTo>
                  <a:pt x="255409" y="21196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49902" y="377402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DCE796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96867" y="4737150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06430" y="4748860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36"/>
                </a:lnTo>
                <a:lnTo>
                  <a:pt x="236258" y="0"/>
                </a:lnTo>
                <a:lnTo>
                  <a:pt x="255409" y="21196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29823" y="4740643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70"/>
                </a:lnTo>
                <a:lnTo>
                  <a:pt x="236270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39386" y="4752352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57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208"/>
                </a:lnTo>
                <a:lnTo>
                  <a:pt x="19164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89844" y="4579226"/>
            <a:ext cx="539115" cy="408305"/>
          </a:xfrm>
          <a:custGeom>
            <a:avLst/>
            <a:gdLst/>
            <a:ahLst/>
            <a:cxnLst/>
            <a:rect l="l" t="t" r="r" b="b"/>
            <a:pathLst>
              <a:path w="539114" h="408304">
                <a:moveTo>
                  <a:pt x="538365" y="407835"/>
                </a:moveTo>
                <a:lnTo>
                  <a:pt x="493407" y="405930"/>
                </a:lnTo>
                <a:lnTo>
                  <a:pt x="449237" y="400303"/>
                </a:lnTo>
                <a:lnTo>
                  <a:pt x="406107" y="391096"/>
                </a:lnTo>
                <a:lnTo>
                  <a:pt x="363582" y="378231"/>
                </a:lnTo>
                <a:lnTo>
                  <a:pt x="323583" y="362508"/>
                </a:lnTo>
                <a:lnTo>
                  <a:pt x="284441" y="343407"/>
                </a:lnTo>
                <a:lnTo>
                  <a:pt x="246875" y="321310"/>
                </a:lnTo>
                <a:lnTo>
                  <a:pt x="211010" y="296341"/>
                </a:lnTo>
                <a:lnTo>
                  <a:pt x="176974" y="268643"/>
                </a:lnTo>
                <a:lnTo>
                  <a:pt x="144868" y="238366"/>
                </a:lnTo>
                <a:lnTo>
                  <a:pt x="114846" y="205638"/>
                </a:lnTo>
                <a:lnTo>
                  <a:pt x="86943" y="170522"/>
                </a:lnTo>
                <a:lnTo>
                  <a:pt x="61480" y="133413"/>
                </a:lnTo>
                <a:lnTo>
                  <a:pt x="38379" y="94195"/>
                </a:lnTo>
                <a:lnTo>
                  <a:pt x="17830" y="53073"/>
                </a:lnTo>
                <a:lnTo>
                  <a:pt x="0" y="10325"/>
                </a:lnTo>
                <a:lnTo>
                  <a:pt x="26644" y="0"/>
                </a:lnTo>
                <a:lnTo>
                  <a:pt x="30758" y="10642"/>
                </a:lnTo>
                <a:lnTo>
                  <a:pt x="35020" y="21081"/>
                </a:lnTo>
                <a:lnTo>
                  <a:pt x="39239" y="30962"/>
                </a:lnTo>
                <a:lnTo>
                  <a:pt x="43768" y="41071"/>
                </a:lnTo>
                <a:lnTo>
                  <a:pt x="48450" y="51079"/>
                </a:lnTo>
                <a:lnTo>
                  <a:pt x="53285" y="60972"/>
                </a:lnTo>
                <a:lnTo>
                  <a:pt x="58284" y="70764"/>
                </a:lnTo>
                <a:lnTo>
                  <a:pt x="63543" y="80657"/>
                </a:lnTo>
                <a:lnTo>
                  <a:pt x="68846" y="90208"/>
                </a:lnTo>
                <a:lnTo>
                  <a:pt x="74183" y="99440"/>
                </a:lnTo>
                <a:lnTo>
                  <a:pt x="79778" y="108762"/>
                </a:lnTo>
                <a:lnTo>
                  <a:pt x="85521" y="117970"/>
                </a:lnTo>
                <a:lnTo>
                  <a:pt x="91409" y="127050"/>
                </a:lnTo>
                <a:lnTo>
                  <a:pt x="97437" y="136004"/>
                </a:lnTo>
                <a:lnTo>
                  <a:pt x="103746" y="145033"/>
                </a:lnTo>
                <a:lnTo>
                  <a:pt x="109919" y="153530"/>
                </a:lnTo>
                <a:lnTo>
                  <a:pt x="116509" y="162293"/>
                </a:lnTo>
                <a:lnTo>
                  <a:pt x="122942" y="170522"/>
                </a:lnTo>
                <a:lnTo>
                  <a:pt x="129806" y="179019"/>
                </a:lnTo>
                <a:lnTo>
                  <a:pt x="136504" y="186982"/>
                </a:lnTo>
                <a:lnTo>
                  <a:pt x="143471" y="195008"/>
                </a:lnTo>
                <a:lnTo>
                  <a:pt x="150564" y="202882"/>
                </a:lnTo>
                <a:lnTo>
                  <a:pt x="157962" y="210807"/>
                </a:lnTo>
                <a:lnTo>
                  <a:pt x="165143" y="218211"/>
                </a:lnTo>
                <a:lnTo>
                  <a:pt x="172783" y="225831"/>
                </a:lnTo>
                <a:lnTo>
                  <a:pt x="180193" y="232943"/>
                </a:lnTo>
                <a:lnTo>
                  <a:pt x="187895" y="240080"/>
                </a:lnTo>
                <a:lnTo>
                  <a:pt x="195710" y="247065"/>
                </a:lnTo>
                <a:lnTo>
                  <a:pt x="203644" y="253898"/>
                </a:lnTo>
                <a:lnTo>
                  <a:pt x="211886" y="260743"/>
                </a:lnTo>
                <a:lnTo>
                  <a:pt x="219846" y="267080"/>
                </a:lnTo>
                <a:lnTo>
                  <a:pt x="228307" y="273596"/>
                </a:lnTo>
                <a:lnTo>
                  <a:pt x="236483" y="279628"/>
                </a:lnTo>
                <a:lnTo>
                  <a:pt x="244945" y="285648"/>
                </a:lnTo>
                <a:lnTo>
                  <a:pt x="253528" y="291503"/>
                </a:lnTo>
                <a:lnTo>
                  <a:pt x="262420" y="297332"/>
                </a:lnTo>
                <a:lnTo>
                  <a:pt x="270973" y="302691"/>
                </a:lnTo>
                <a:lnTo>
                  <a:pt x="280060" y="308165"/>
                </a:lnTo>
                <a:lnTo>
                  <a:pt x="288806" y="313194"/>
                </a:lnTo>
                <a:lnTo>
                  <a:pt x="298094" y="318312"/>
                </a:lnTo>
                <a:lnTo>
                  <a:pt x="307238" y="323100"/>
                </a:lnTo>
                <a:lnTo>
                  <a:pt x="316230" y="327596"/>
                </a:lnTo>
                <a:lnTo>
                  <a:pt x="325565" y="332041"/>
                </a:lnTo>
                <a:lnTo>
                  <a:pt x="334963" y="336295"/>
                </a:lnTo>
                <a:lnTo>
                  <a:pt x="344478" y="340360"/>
                </a:lnTo>
                <a:lnTo>
                  <a:pt x="354040" y="344233"/>
                </a:lnTo>
                <a:lnTo>
                  <a:pt x="363689" y="347916"/>
                </a:lnTo>
                <a:lnTo>
                  <a:pt x="373436" y="351408"/>
                </a:lnTo>
                <a:lnTo>
                  <a:pt x="383236" y="354698"/>
                </a:lnTo>
                <a:lnTo>
                  <a:pt x="393138" y="357797"/>
                </a:lnTo>
                <a:lnTo>
                  <a:pt x="403089" y="360692"/>
                </a:lnTo>
                <a:lnTo>
                  <a:pt x="413372" y="363461"/>
                </a:lnTo>
                <a:lnTo>
                  <a:pt x="423223" y="365874"/>
                </a:lnTo>
                <a:lnTo>
                  <a:pt x="433359" y="368160"/>
                </a:lnTo>
                <a:lnTo>
                  <a:pt x="443627" y="370243"/>
                </a:lnTo>
                <a:lnTo>
                  <a:pt x="453896" y="372110"/>
                </a:lnTo>
                <a:lnTo>
                  <a:pt x="464540" y="373811"/>
                </a:lnTo>
                <a:lnTo>
                  <a:pt x="474679" y="375208"/>
                </a:lnTo>
                <a:lnTo>
                  <a:pt x="485432" y="376466"/>
                </a:lnTo>
                <a:lnTo>
                  <a:pt x="495708" y="377443"/>
                </a:lnTo>
                <a:lnTo>
                  <a:pt x="506392" y="378231"/>
                </a:lnTo>
                <a:lnTo>
                  <a:pt x="516982" y="378802"/>
                </a:lnTo>
                <a:lnTo>
                  <a:pt x="527913" y="379145"/>
                </a:lnTo>
                <a:lnTo>
                  <a:pt x="527608" y="379145"/>
                </a:lnTo>
                <a:lnTo>
                  <a:pt x="538670" y="379260"/>
                </a:lnTo>
                <a:lnTo>
                  <a:pt x="538365" y="407835"/>
                </a:lnTo>
                <a:close/>
              </a:path>
              <a:path w="539114" h="408304">
                <a:moveTo>
                  <a:pt x="129824" y="179019"/>
                </a:moveTo>
                <a:lnTo>
                  <a:pt x="129654" y="178815"/>
                </a:lnTo>
                <a:lnTo>
                  <a:pt x="129824" y="1790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59516" y="4751247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69079" y="4762957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48"/>
                </a:lnTo>
                <a:lnTo>
                  <a:pt x="236258" y="0"/>
                </a:lnTo>
                <a:lnTo>
                  <a:pt x="255422" y="21196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58120" y="4908677"/>
            <a:ext cx="582295" cy="128905"/>
          </a:xfrm>
          <a:custGeom>
            <a:avLst/>
            <a:gdLst/>
            <a:ahLst/>
            <a:cxnLst/>
            <a:rect l="l" t="t" r="r" b="b"/>
            <a:pathLst>
              <a:path w="582295" h="128904">
                <a:moveTo>
                  <a:pt x="115506" y="128447"/>
                </a:moveTo>
                <a:lnTo>
                  <a:pt x="112521" y="128435"/>
                </a:lnTo>
                <a:lnTo>
                  <a:pt x="109600" y="127800"/>
                </a:lnTo>
                <a:lnTo>
                  <a:pt x="106883" y="126568"/>
                </a:lnTo>
                <a:lnTo>
                  <a:pt x="0" y="64223"/>
                </a:lnTo>
                <a:lnTo>
                  <a:pt x="106883" y="1879"/>
                </a:lnTo>
                <a:lnTo>
                  <a:pt x="109600" y="647"/>
                </a:lnTo>
                <a:lnTo>
                  <a:pt x="112521" y="12"/>
                </a:lnTo>
                <a:lnTo>
                  <a:pt x="115506" y="0"/>
                </a:lnTo>
                <a:lnTo>
                  <a:pt x="118440" y="609"/>
                </a:lnTo>
                <a:lnTo>
                  <a:pt x="128371" y="14160"/>
                </a:lnTo>
                <a:lnTo>
                  <a:pt x="128066" y="17132"/>
                </a:lnTo>
                <a:lnTo>
                  <a:pt x="81208" y="49936"/>
                </a:lnTo>
                <a:lnTo>
                  <a:pt x="28359" y="49936"/>
                </a:lnTo>
                <a:lnTo>
                  <a:pt x="28359" y="78511"/>
                </a:lnTo>
                <a:lnTo>
                  <a:pt x="81208" y="78511"/>
                </a:lnTo>
                <a:lnTo>
                  <a:pt x="121284" y="101892"/>
                </a:lnTo>
                <a:lnTo>
                  <a:pt x="128371" y="114300"/>
                </a:lnTo>
                <a:lnTo>
                  <a:pt x="128041" y="117271"/>
                </a:lnTo>
                <a:lnTo>
                  <a:pt x="118440" y="127838"/>
                </a:lnTo>
                <a:lnTo>
                  <a:pt x="115506" y="128447"/>
                </a:lnTo>
                <a:close/>
              </a:path>
              <a:path w="582295" h="128904">
                <a:moveTo>
                  <a:pt x="81208" y="78511"/>
                </a:moveTo>
                <a:lnTo>
                  <a:pt x="28359" y="78511"/>
                </a:lnTo>
                <a:lnTo>
                  <a:pt x="28359" y="49936"/>
                </a:lnTo>
                <a:lnTo>
                  <a:pt x="81208" y="49936"/>
                </a:lnTo>
                <a:lnTo>
                  <a:pt x="77878" y="51879"/>
                </a:lnTo>
                <a:lnTo>
                  <a:pt x="35559" y="51879"/>
                </a:lnTo>
                <a:lnTo>
                  <a:pt x="35559" y="76568"/>
                </a:lnTo>
                <a:lnTo>
                  <a:pt x="77878" y="76568"/>
                </a:lnTo>
                <a:lnTo>
                  <a:pt x="81208" y="78511"/>
                </a:lnTo>
                <a:close/>
              </a:path>
              <a:path w="582295" h="128904">
                <a:moveTo>
                  <a:pt x="581888" y="78511"/>
                </a:moveTo>
                <a:lnTo>
                  <a:pt x="81208" y="78511"/>
                </a:lnTo>
                <a:lnTo>
                  <a:pt x="56719" y="64223"/>
                </a:lnTo>
                <a:lnTo>
                  <a:pt x="81208" y="49936"/>
                </a:lnTo>
                <a:lnTo>
                  <a:pt x="581888" y="49936"/>
                </a:lnTo>
                <a:lnTo>
                  <a:pt x="581888" y="78511"/>
                </a:lnTo>
                <a:close/>
              </a:path>
              <a:path w="582295" h="128904">
                <a:moveTo>
                  <a:pt x="35559" y="76568"/>
                </a:moveTo>
                <a:lnTo>
                  <a:pt x="35559" y="51879"/>
                </a:lnTo>
                <a:lnTo>
                  <a:pt x="56719" y="64223"/>
                </a:lnTo>
                <a:lnTo>
                  <a:pt x="35559" y="76568"/>
                </a:lnTo>
                <a:close/>
              </a:path>
              <a:path w="582295" h="128904">
                <a:moveTo>
                  <a:pt x="56719" y="64223"/>
                </a:moveTo>
                <a:lnTo>
                  <a:pt x="35559" y="51879"/>
                </a:lnTo>
                <a:lnTo>
                  <a:pt x="77878" y="51879"/>
                </a:lnTo>
                <a:lnTo>
                  <a:pt x="56719" y="64223"/>
                </a:lnTo>
                <a:close/>
              </a:path>
              <a:path w="582295" h="128904">
                <a:moveTo>
                  <a:pt x="77878" y="76568"/>
                </a:moveTo>
                <a:lnTo>
                  <a:pt x="35559" y="76568"/>
                </a:lnTo>
                <a:lnTo>
                  <a:pt x="56719" y="64223"/>
                </a:lnTo>
                <a:lnTo>
                  <a:pt x="77878" y="765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122178" y="4881588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39265" y="3550449"/>
            <a:ext cx="397510" cy="0"/>
          </a:xfrm>
          <a:custGeom>
            <a:avLst/>
            <a:gdLst/>
            <a:ahLst/>
            <a:cxnLst/>
            <a:rect l="l" t="t" r="r" b="b"/>
            <a:pathLst>
              <a:path w="397509" h="0">
                <a:moveTo>
                  <a:pt x="0" y="0"/>
                </a:moveTo>
                <a:lnTo>
                  <a:pt x="397128" y="0"/>
                </a:lnTo>
              </a:path>
            </a:pathLst>
          </a:custGeom>
          <a:ln w="154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753210" y="3548875"/>
            <a:ext cx="37147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10" i="1">
                <a:latin typeface="Times New Roman"/>
                <a:cs typeface="Times New Roman"/>
              </a:rPr>
              <a:t>q</a:t>
            </a:r>
            <a:r>
              <a:rPr dirty="0" sz="2450" i="1">
                <a:latin typeface="Times New Roman"/>
                <a:cs typeface="Times New Roman"/>
              </a:rPr>
              <a:t>B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27452" y="2316810"/>
            <a:ext cx="7188200" cy="119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4</a:t>
            </a:r>
            <a:r>
              <a:rPr dirty="0" sz="2400" i="1">
                <a:latin typeface="华文楷体"/>
                <a:cs typeface="华文楷体"/>
              </a:rPr>
              <a:t>、仅改变磁感应强度的大小，电子运动有什么变化？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Times New Roman"/>
              <a:cs typeface="Times New Roman"/>
            </a:endParaRPr>
          </a:p>
          <a:p>
            <a:pPr algn="r" marR="1487805">
              <a:lnSpc>
                <a:spcPct val="100000"/>
              </a:lnSpc>
              <a:spcBef>
                <a:spcPts val="5"/>
              </a:spcBef>
            </a:pPr>
            <a:r>
              <a:rPr dirty="0" baseline="-35147" sz="3675" i="1">
                <a:latin typeface="Times New Roman"/>
                <a:cs typeface="Times New Roman"/>
              </a:rPr>
              <a:t>r </a:t>
            </a:r>
            <a:r>
              <a:rPr dirty="0" baseline="-35147" sz="3675">
                <a:latin typeface="Symbol"/>
                <a:cs typeface="Symbol"/>
              </a:rPr>
              <a:t></a:t>
            </a:r>
            <a:r>
              <a:rPr dirty="0" baseline="-35147" sz="3675" spc="172">
                <a:latin typeface="Times New Roman"/>
                <a:cs typeface="Times New Roman"/>
              </a:rPr>
              <a:t> </a:t>
            </a:r>
            <a:r>
              <a:rPr dirty="0" sz="2450" spc="-10" i="1">
                <a:latin typeface="Times New Roman"/>
                <a:cs typeface="Times New Roman"/>
              </a:rPr>
              <a:t>mv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06747" y="4147959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70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16311" y="4159668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48"/>
                </a:lnTo>
                <a:lnTo>
                  <a:pt x="236258" y="0"/>
                </a:lnTo>
                <a:lnTo>
                  <a:pt x="255422" y="21208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86631" y="4502861"/>
            <a:ext cx="365125" cy="462915"/>
          </a:xfrm>
          <a:custGeom>
            <a:avLst/>
            <a:gdLst/>
            <a:ahLst/>
            <a:cxnLst/>
            <a:rect l="l" t="t" r="r" b="b"/>
            <a:pathLst>
              <a:path w="365125" h="462914">
                <a:moveTo>
                  <a:pt x="364464" y="462432"/>
                </a:moveTo>
                <a:lnTo>
                  <a:pt x="317855" y="458850"/>
                </a:lnTo>
                <a:lnTo>
                  <a:pt x="272821" y="448398"/>
                </a:lnTo>
                <a:lnTo>
                  <a:pt x="229984" y="431533"/>
                </a:lnTo>
                <a:lnTo>
                  <a:pt x="189737" y="408736"/>
                </a:lnTo>
                <a:lnTo>
                  <a:pt x="152438" y="380492"/>
                </a:lnTo>
                <a:lnTo>
                  <a:pt x="118295" y="347108"/>
                </a:lnTo>
                <a:lnTo>
                  <a:pt x="93789" y="317347"/>
                </a:lnTo>
                <a:lnTo>
                  <a:pt x="71640" y="284784"/>
                </a:lnTo>
                <a:lnTo>
                  <a:pt x="52133" y="249745"/>
                </a:lnTo>
                <a:lnTo>
                  <a:pt x="35458" y="212471"/>
                </a:lnTo>
                <a:lnTo>
                  <a:pt x="21755" y="173164"/>
                </a:lnTo>
                <a:lnTo>
                  <a:pt x="11226" y="132054"/>
                </a:lnTo>
                <a:lnTo>
                  <a:pt x="4038" y="89344"/>
                </a:lnTo>
                <a:lnTo>
                  <a:pt x="355" y="45262"/>
                </a:lnTo>
                <a:lnTo>
                  <a:pt x="0" y="34061"/>
                </a:lnTo>
                <a:lnTo>
                  <a:pt x="0" y="11303"/>
                </a:lnTo>
                <a:lnTo>
                  <a:pt x="368" y="0"/>
                </a:lnTo>
                <a:lnTo>
                  <a:pt x="28930" y="901"/>
                </a:lnTo>
                <a:lnTo>
                  <a:pt x="28575" y="11760"/>
                </a:lnTo>
                <a:lnTo>
                  <a:pt x="28463" y="22936"/>
                </a:lnTo>
                <a:lnTo>
                  <a:pt x="28562" y="33312"/>
                </a:lnTo>
                <a:lnTo>
                  <a:pt x="28896" y="43929"/>
                </a:lnTo>
                <a:lnTo>
                  <a:pt x="29448" y="54470"/>
                </a:lnTo>
                <a:lnTo>
                  <a:pt x="30204" y="64935"/>
                </a:lnTo>
                <a:lnTo>
                  <a:pt x="31188" y="75323"/>
                </a:lnTo>
                <a:lnTo>
                  <a:pt x="32362" y="85623"/>
                </a:lnTo>
                <a:lnTo>
                  <a:pt x="33802" y="96138"/>
                </a:lnTo>
                <a:lnTo>
                  <a:pt x="35361" y="105981"/>
                </a:lnTo>
                <a:lnTo>
                  <a:pt x="37158" y="116027"/>
                </a:lnTo>
                <a:lnTo>
                  <a:pt x="39156" y="125971"/>
                </a:lnTo>
                <a:lnTo>
                  <a:pt x="41349" y="135826"/>
                </a:lnTo>
                <a:lnTo>
                  <a:pt x="43730" y="145580"/>
                </a:lnTo>
                <a:lnTo>
                  <a:pt x="46318" y="155232"/>
                </a:lnTo>
                <a:lnTo>
                  <a:pt x="49080" y="164769"/>
                </a:lnTo>
                <a:lnTo>
                  <a:pt x="52029" y="174193"/>
                </a:lnTo>
                <a:lnTo>
                  <a:pt x="55261" y="183794"/>
                </a:lnTo>
                <a:lnTo>
                  <a:pt x="58471" y="192709"/>
                </a:lnTo>
                <a:lnTo>
                  <a:pt x="61952" y="201777"/>
                </a:lnTo>
                <a:lnTo>
                  <a:pt x="65742" y="211010"/>
                </a:lnTo>
                <a:lnTo>
                  <a:pt x="69461" y="219557"/>
                </a:lnTo>
                <a:lnTo>
                  <a:pt x="73583" y="228536"/>
                </a:lnTo>
                <a:lnTo>
                  <a:pt x="77626" y="236816"/>
                </a:lnTo>
                <a:lnTo>
                  <a:pt x="82092" y="245516"/>
                </a:lnTo>
                <a:lnTo>
                  <a:pt x="86437" y="253517"/>
                </a:lnTo>
                <a:lnTo>
                  <a:pt x="91089" y="261658"/>
                </a:lnTo>
                <a:lnTo>
                  <a:pt x="95889" y="269659"/>
                </a:lnTo>
                <a:lnTo>
                  <a:pt x="101003" y="277761"/>
                </a:lnTo>
                <a:lnTo>
                  <a:pt x="105931" y="285191"/>
                </a:lnTo>
                <a:lnTo>
                  <a:pt x="111180" y="292722"/>
                </a:lnTo>
                <a:lnTo>
                  <a:pt x="116568" y="300088"/>
                </a:lnTo>
                <a:lnTo>
                  <a:pt x="122288" y="307568"/>
                </a:lnTo>
                <a:lnTo>
                  <a:pt x="127760" y="314350"/>
                </a:lnTo>
                <a:lnTo>
                  <a:pt x="133554" y="321221"/>
                </a:lnTo>
                <a:lnTo>
                  <a:pt x="139475" y="327926"/>
                </a:lnTo>
                <a:lnTo>
                  <a:pt x="145546" y="334454"/>
                </a:lnTo>
                <a:lnTo>
                  <a:pt x="151955" y="341045"/>
                </a:lnTo>
                <a:lnTo>
                  <a:pt x="158020" y="346963"/>
                </a:lnTo>
                <a:lnTo>
                  <a:pt x="164693" y="353187"/>
                </a:lnTo>
                <a:lnTo>
                  <a:pt x="170974" y="358736"/>
                </a:lnTo>
                <a:lnTo>
                  <a:pt x="177629" y="364337"/>
                </a:lnTo>
                <a:lnTo>
                  <a:pt x="184670" y="369976"/>
                </a:lnTo>
                <a:lnTo>
                  <a:pt x="191554" y="375183"/>
                </a:lnTo>
                <a:lnTo>
                  <a:pt x="198238" y="379971"/>
                </a:lnTo>
                <a:lnTo>
                  <a:pt x="205625" y="384987"/>
                </a:lnTo>
                <a:lnTo>
                  <a:pt x="212497" y="389382"/>
                </a:lnTo>
                <a:lnTo>
                  <a:pt x="219774" y="393776"/>
                </a:lnTo>
                <a:lnTo>
                  <a:pt x="227133" y="397954"/>
                </a:lnTo>
                <a:lnTo>
                  <a:pt x="234950" y="402107"/>
                </a:lnTo>
                <a:lnTo>
                  <a:pt x="242173" y="405676"/>
                </a:lnTo>
                <a:lnTo>
                  <a:pt x="249792" y="409194"/>
                </a:lnTo>
                <a:lnTo>
                  <a:pt x="257517" y="412508"/>
                </a:lnTo>
                <a:lnTo>
                  <a:pt x="265684" y="415734"/>
                </a:lnTo>
                <a:lnTo>
                  <a:pt x="273185" y="418439"/>
                </a:lnTo>
                <a:lnTo>
                  <a:pt x="281146" y="421055"/>
                </a:lnTo>
                <a:lnTo>
                  <a:pt x="289187" y="423443"/>
                </a:lnTo>
                <a:lnTo>
                  <a:pt x="297302" y="425589"/>
                </a:lnTo>
                <a:lnTo>
                  <a:pt x="305483" y="427494"/>
                </a:lnTo>
                <a:lnTo>
                  <a:pt x="313741" y="429158"/>
                </a:lnTo>
                <a:lnTo>
                  <a:pt x="322054" y="430580"/>
                </a:lnTo>
                <a:lnTo>
                  <a:pt x="330442" y="431749"/>
                </a:lnTo>
                <a:lnTo>
                  <a:pt x="338887" y="432663"/>
                </a:lnTo>
                <a:lnTo>
                  <a:pt x="347408" y="433324"/>
                </a:lnTo>
                <a:lnTo>
                  <a:pt x="356285" y="433743"/>
                </a:lnTo>
                <a:lnTo>
                  <a:pt x="357498" y="433743"/>
                </a:lnTo>
                <a:lnTo>
                  <a:pt x="364896" y="433857"/>
                </a:lnTo>
                <a:lnTo>
                  <a:pt x="364464" y="462432"/>
                </a:lnTo>
                <a:close/>
              </a:path>
              <a:path w="365125" h="462914">
                <a:moveTo>
                  <a:pt x="46393" y="155511"/>
                </a:moveTo>
                <a:lnTo>
                  <a:pt x="46304" y="155232"/>
                </a:lnTo>
                <a:lnTo>
                  <a:pt x="46393" y="155511"/>
                </a:lnTo>
                <a:close/>
              </a:path>
              <a:path w="365125" h="462914">
                <a:moveTo>
                  <a:pt x="151973" y="341045"/>
                </a:moveTo>
                <a:lnTo>
                  <a:pt x="151714" y="340791"/>
                </a:lnTo>
                <a:lnTo>
                  <a:pt x="151973" y="341045"/>
                </a:lnTo>
                <a:close/>
              </a:path>
              <a:path w="365125" h="462914">
                <a:moveTo>
                  <a:pt x="184692" y="369976"/>
                </a:moveTo>
                <a:lnTo>
                  <a:pt x="184391" y="369747"/>
                </a:lnTo>
                <a:lnTo>
                  <a:pt x="184692" y="369976"/>
                </a:lnTo>
                <a:close/>
              </a:path>
              <a:path w="365125" h="462914">
                <a:moveTo>
                  <a:pt x="191579" y="375183"/>
                </a:moveTo>
                <a:lnTo>
                  <a:pt x="191262" y="374954"/>
                </a:lnTo>
                <a:lnTo>
                  <a:pt x="191579" y="375183"/>
                </a:lnTo>
                <a:close/>
              </a:path>
              <a:path w="365125" h="462914">
                <a:moveTo>
                  <a:pt x="242506" y="405841"/>
                </a:moveTo>
                <a:lnTo>
                  <a:pt x="242138" y="405676"/>
                </a:lnTo>
                <a:lnTo>
                  <a:pt x="242506" y="405841"/>
                </a:lnTo>
                <a:close/>
              </a:path>
              <a:path w="365125" h="462914">
                <a:moveTo>
                  <a:pt x="265723" y="415734"/>
                </a:moveTo>
                <a:lnTo>
                  <a:pt x="265303" y="415582"/>
                </a:lnTo>
                <a:lnTo>
                  <a:pt x="265723" y="415734"/>
                </a:lnTo>
                <a:close/>
              </a:path>
              <a:path w="365125" h="462914">
                <a:moveTo>
                  <a:pt x="357498" y="433743"/>
                </a:moveTo>
                <a:lnTo>
                  <a:pt x="356285" y="433743"/>
                </a:lnTo>
                <a:lnTo>
                  <a:pt x="355854" y="433717"/>
                </a:lnTo>
                <a:lnTo>
                  <a:pt x="357498" y="433743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20611" y="1597152"/>
            <a:ext cx="2839212" cy="4375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6354" y="2267597"/>
            <a:ext cx="33782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顺时针旋转励磁电流旋 钮，励磁电流逐渐增大， 匀强磁场磁感应强度逐 渐增大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36354" y="3971670"/>
            <a:ext cx="3073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电子运动轨迹的半径逐 渐减小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4329" y="1600034"/>
            <a:ext cx="5767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黑体"/>
                <a:cs typeface="黑体"/>
              </a:rPr>
              <a:t>四、观察电子在磁场中的运动轨</a:t>
            </a:r>
            <a:r>
              <a:rPr dirty="0" sz="3000" spc="-15" b="1">
                <a:latin typeface="黑体"/>
                <a:cs typeface="黑体"/>
              </a:rPr>
              <a:t>迹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4319" y="3069335"/>
            <a:ext cx="2589276" cy="2522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06074" y="4065816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70"/>
                </a:lnTo>
                <a:lnTo>
                  <a:pt x="236270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15638" y="4077525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57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209"/>
                </a:lnTo>
                <a:lnTo>
                  <a:pt x="19164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03863" y="4095267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70"/>
                </a:lnTo>
                <a:lnTo>
                  <a:pt x="236270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13426" y="4106976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57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208"/>
                </a:lnTo>
                <a:lnTo>
                  <a:pt x="19164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75417" y="4688700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70"/>
                </a:lnTo>
                <a:lnTo>
                  <a:pt x="236270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84980" y="4700409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57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209"/>
                </a:lnTo>
                <a:lnTo>
                  <a:pt x="19164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08384" y="4692205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58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63" y="236258"/>
                </a:lnTo>
                <a:lnTo>
                  <a:pt x="236258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17947" y="4703914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64" y="234645"/>
                </a:moveTo>
                <a:lnTo>
                  <a:pt x="0" y="213448"/>
                </a:lnTo>
                <a:lnTo>
                  <a:pt x="236270" y="0"/>
                </a:lnTo>
                <a:lnTo>
                  <a:pt x="255422" y="21196"/>
                </a:lnTo>
                <a:lnTo>
                  <a:pt x="19164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38065" y="4702797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76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70"/>
                </a:lnTo>
                <a:lnTo>
                  <a:pt x="236270" y="256476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47641" y="4714506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57"/>
                </a:moveTo>
                <a:lnTo>
                  <a:pt x="0" y="213448"/>
                </a:lnTo>
                <a:lnTo>
                  <a:pt x="236258" y="0"/>
                </a:lnTo>
                <a:lnTo>
                  <a:pt x="255409" y="21209"/>
                </a:lnTo>
                <a:lnTo>
                  <a:pt x="19151" y="234657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85297" y="4099521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39" h="256539">
                <a:moveTo>
                  <a:pt x="236270" y="256463"/>
                </a:moveTo>
                <a:lnTo>
                  <a:pt x="0" y="20205"/>
                </a:lnTo>
                <a:lnTo>
                  <a:pt x="20205" y="0"/>
                </a:lnTo>
                <a:lnTo>
                  <a:pt x="256476" y="236258"/>
                </a:lnTo>
                <a:lnTo>
                  <a:pt x="236270" y="256463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4872" y="4111231"/>
            <a:ext cx="255904" cy="234950"/>
          </a:xfrm>
          <a:custGeom>
            <a:avLst/>
            <a:gdLst/>
            <a:ahLst/>
            <a:cxnLst/>
            <a:rect l="l" t="t" r="r" b="b"/>
            <a:pathLst>
              <a:path w="255904" h="234950">
                <a:moveTo>
                  <a:pt x="19151" y="234645"/>
                </a:moveTo>
                <a:lnTo>
                  <a:pt x="0" y="213436"/>
                </a:lnTo>
                <a:lnTo>
                  <a:pt x="236258" y="0"/>
                </a:lnTo>
                <a:lnTo>
                  <a:pt x="255409" y="21196"/>
                </a:lnTo>
                <a:lnTo>
                  <a:pt x="19151" y="234645"/>
                </a:lnTo>
                <a:close/>
              </a:path>
            </a:pathLst>
          </a:custGeom>
          <a:solidFill>
            <a:srgbClr val="DCE7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706014" y="2268372"/>
            <a:ext cx="6883400" cy="18484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840"/>
              </a:lnSpc>
              <a:spcBef>
                <a:spcPts val="225"/>
              </a:spcBef>
            </a:pPr>
            <a:r>
              <a:rPr dirty="0" sz="2400">
                <a:latin typeface="Times New Roman"/>
                <a:cs typeface="Times New Roman"/>
              </a:rPr>
              <a:t>5</a:t>
            </a:r>
            <a:r>
              <a:rPr dirty="0" sz="2400" i="1">
                <a:latin typeface="华文楷体"/>
                <a:cs typeface="华文楷体"/>
              </a:rPr>
              <a:t>、当电子运动方向与磁场方向平行时，电子做什么 运动？</a:t>
            </a:r>
            <a:endParaRPr sz="2400">
              <a:latin typeface="华文楷体"/>
              <a:cs typeface="华文楷体"/>
            </a:endParaRPr>
          </a:p>
          <a:p>
            <a:pPr marL="4199255">
              <a:lnSpc>
                <a:spcPts val="3425"/>
              </a:lnSpc>
              <a:spcBef>
                <a:spcPts val="2360"/>
              </a:spcBef>
            </a:pPr>
            <a:r>
              <a:rPr dirty="0" sz="2950" i="1">
                <a:latin typeface="Times New Roman"/>
                <a:cs typeface="Times New Roman"/>
              </a:rPr>
              <a:t>F </a:t>
            </a:r>
            <a:r>
              <a:rPr dirty="0" sz="2950">
                <a:latin typeface="Symbol"/>
                <a:cs typeface="Symbol"/>
              </a:rPr>
              <a:t></a:t>
            </a:r>
            <a:r>
              <a:rPr dirty="0" sz="2950" spc="7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0</a:t>
            </a:r>
            <a:endParaRPr sz="2950">
              <a:latin typeface="Times New Roman"/>
              <a:cs typeface="Times New Roman"/>
            </a:endParaRPr>
          </a:p>
          <a:p>
            <a:pPr marL="1835150">
              <a:lnSpc>
                <a:spcPts val="2765"/>
              </a:lnSpc>
            </a:pPr>
            <a:r>
              <a:rPr dirty="0" sz="2400" b="1" i="1">
                <a:solidFill>
                  <a:srgbClr val="DCE796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00800" y="4087367"/>
            <a:ext cx="2100072" cy="1280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24015" y="1508760"/>
            <a:ext cx="2759964" cy="4069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06077" y="2037473"/>
            <a:ext cx="27686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调整电子枪的方向， 将电子初速度的方向 调整为与磁场方向平 行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6077" y="3741559"/>
            <a:ext cx="2768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电子的运动轨迹变成 直线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6079" y="3351276"/>
            <a:ext cx="2790444" cy="1629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0084" y="1477555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想一想</a:t>
            </a:r>
            <a:endParaRPr sz="3000"/>
          </a:p>
        </p:txBody>
      </p:sp>
      <p:sp>
        <p:nvSpPr>
          <p:cNvPr id="4" name="object 4"/>
          <p:cNvSpPr/>
          <p:nvPr/>
        </p:nvSpPr>
        <p:spPr>
          <a:xfrm>
            <a:off x="2439923" y="1400555"/>
            <a:ext cx="1522476" cy="928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18376" y="3493008"/>
            <a:ext cx="2630424" cy="1487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68567" y="4009644"/>
            <a:ext cx="525780" cy="454659"/>
          </a:xfrm>
          <a:custGeom>
            <a:avLst/>
            <a:gdLst/>
            <a:ahLst/>
            <a:cxnLst/>
            <a:rect l="l" t="t" r="r" b="b"/>
            <a:pathLst>
              <a:path w="525779" h="454660">
                <a:moveTo>
                  <a:pt x="298704" y="454151"/>
                </a:moveTo>
                <a:lnTo>
                  <a:pt x="298704" y="339851"/>
                </a:lnTo>
                <a:lnTo>
                  <a:pt x="0" y="339851"/>
                </a:lnTo>
                <a:lnTo>
                  <a:pt x="0" y="112775"/>
                </a:lnTo>
                <a:lnTo>
                  <a:pt x="298704" y="112775"/>
                </a:lnTo>
                <a:lnTo>
                  <a:pt x="298704" y="0"/>
                </a:lnTo>
                <a:lnTo>
                  <a:pt x="525780" y="227075"/>
                </a:lnTo>
                <a:lnTo>
                  <a:pt x="298704" y="45415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61913" y="3993896"/>
            <a:ext cx="542290" cy="485140"/>
          </a:xfrm>
          <a:custGeom>
            <a:avLst/>
            <a:gdLst/>
            <a:ahLst/>
            <a:cxnLst/>
            <a:rect l="l" t="t" r="r" b="b"/>
            <a:pathLst>
              <a:path w="542290" h="485139">
                <a:moveTo>
                  <a:pt x="299758" y="128866"/>
                </a:moveTo>
                <a:lnTo>
                  <a:pt x="299758" y="0"/>
                </a:lnTo>
                <a:lnTo>
                  <a:pt x="315086" y="15328"/>
                </a:lnTo>
                <a:lnTo>
                  <a:pt x="312458" y="15328"/>
                </a:lnTo>
                <a:lnTo>
                  <a:pt x="301612" y="19812"/>
                </a:lnTo>
                <a:lnTo>
                  <a:pt x="312458" y="30657"/>
                </a:lnTo>
                <a:lnTo>
                  <a:pt x="312458" y="122516"/>
                </a:lnTo>
                <a:lnTo>
                  <a:pt x="306108" y="122516"/>
                </a:lnTo>
                <a:lnTo>
                  <a:pt x="299758" y="128866"/>
                </a:lnTo>
                <a:close/>
              </a:path>
              <a:path w="542290" h="485139">
                <a:moveTo>
                  <a:pt x="312458" y="30657"/>
                </a:moveTo>
                <a:lnTo>
                  <a:pt x="301612" y="19812"/>
                </a:lnTo>
                <a:lnTo>
                  <a:pt x="312458" y="15328"/>
                </a:lnTo>
                <a:lnTo>
                  <a:pt x="312458" y="30657"/>
                </a:lnTo>
                <a:close/>
              </a:path>
              <a:path w="542290" h="485139">
                <a:moveTo>
                  <a:pt x="524211" y="242411"/>
                </a:moveTo>
                <a:lnTo>
                  <a:pt x="312458" y="30657"/>
                </a:lnTo>
                <a:lnTo>
                  <a:pt x="312458" y="15328"/>
                </a:lnTo>
                <a:lnTo>
                  <a:pt x="315086" y="15328"/>
                </a:lnTo>
                <a:lnTo>
                  <a:pt x="537667" y="237921"/>
                </a:lnTo>
                <a:lnTo>
                  <a:pt x="528701" y="237921"/>
                </a:lnTo>
                <a:lnTo>
                  <a:pt x="524211" y="242411"/>
                </a:lnTo>
                <a:close/>
              </a:path>
              <a:path w="542290" h="485139">
                <a:moveTo>
                  <a:pt x="299758" y="362305"/>
                </a:moveTo>
                <a:lnTo>
                  <a:pt x="0" y="362305"/>
                </a:lnTo>
                <a:lnTo>
                  <a:pt x="0" y="122516"/>
                </a:lnTo>
                <a:lnTo>
                  <a:pt x="299758" y="122516"/>
                </a:lnTo>
                <a:lnTo>
                  <a:pt x="299758" y="128866"/>
                </a:lnTo>
                <a:lnTo>
                  <a:pt x="12700" y="128866"/>
                </a:lnTo>
                <a:lnTo>
                  <a:pt x="6350" y="135216"/>
                </a:lnTo>
                <a:lnTo>
                  <a:pt x="12700" y="135216"/>
                </a:lnTo>
                <a:lnTo>
                  <a:pt x="12700" y="349605"/>
                </a:lnTo>
                <a:lnTo>
                  <a:pt x="6350" y="349605"/>
                </a:lnTo>
                <a:lnTo>
                  <a:pt x="12700" y="355955"/>
                </a:lnTo>
                <a:lnTo>
                  <a:pt x="299758" y="355955"/>
                </a:lnTo>
                <a:lnTo>
                  <a:pt x="299758" y="362305"/>
                </a:lnTo>
                <a:close/>
              </a:path>
              <a:path w="542290" h="485139">
                <a:moveTo>
                  <a:pt x="312458" y="135216"/>
                </a:moveTo>
                <a:lnTo>
                  <a:pt x="12700" y="135216"/>
                </a:lnTo>
                <a:lnTo>
                  <a:pt x="12700" y="128866"/>
                </a:lnTo>
                <a:lnTo>
                  <a:pt x="299758" y="128866"/>
                </a:lnTo>
                <a:lnTo>
                  <a:pt x="306108" y="122516"/>
                </a:lnTo>
                <a:lnTo>
                  <a:pt x="312458" y="122516"/>
                </a:lnTo>
                <a:lnTo>
                  <a:pt x="312458" y="135216"/>
                </a:lnTo>
                <a:close/>
              </a:path>
              <a:path w="542290" h="485139">
                <a:moveTo>
                  <a:pt x="12700" y="135216"/>
                </a:moveTo>
                <a:lnTo>
                  <a:pt x="6350" y="135216"/>
                </a:lnTo>
                <a:lnTo>
                  <a:pt x="12700" y="128866"/>
                </a:lnTo>
                <a:lnTo>
                  <a:pt x="12700" y="135216"/>
                </a:lnTo>
                <a:close/>
              </a:path>
              <a:path w="542290" h="485139">
                <a:moveTo>
                  <a:pt x="528701" y="246900"/>
                </a:moveTo>
                <a:lnTo>
                  <a:pt x="524211" y="242411"/>
                </a:lnTo>
                <a:lnTo>
                  <a:pt x="528701" y="237921"/>
                </a:lnTo>
                <a:lnTo>
                  <a:pt x="528701" y="246900"/>
                </a:lnTo>
                <a:close/>
              </a:path>
              <a:path w="542290" h="485139">
                <a:moveTo>
                  <a:pt x="537680" y="246900"/>
                </a:moveTo>
                <a:lnTo>
                  <a:pt x="528701" y="246900"/>
                </a:lnTo>
                <a:lnTo>
                  <a:pt x="528701" y="237921"/>
                </a:lnTo>
                <a:lnTo>
                  <a:pt x="537667" y="237921"/>
                </a:lnTo>
                <a:lnTo>
                  <a:pt x="542163" y="242417"/>
                </a:lnTo>
                <a:lnTo>
                  <a:pt x="537680" y="246900"/>
                </a:lnTo>
                <a:close/>
              </a:path>
              <a:path w="542290" h="485139">
                <a:moveTo>
                  <a:pt x="315098" y="469493"/>
                </a:moveTo>
                <a:lnTo>
                  <a:pt x="312458" y="469493"/>
                </a:lnTo>
                <a:lnTo>
                  <a:pt x="312458" y="454164"/>
                </a:lnTo>
                <a:lnTo>
                  <a:pt x="524217" y="242417"/>
                </a:lnTo>
                <a:lnTo>
                  <a:pt x="528701" y="246900"/>
                </a:lnTo>
                <a:lnTo>
                  <a:pt x="537680" y="246900"/>
                </a:lnTo>
                <a:lnTo>
                  <a:pt x="315098" y="469493"/>
                </a:lnTo>
                <a:close/>
              </a:path>
              <a:path w="542290" h="485139">
                <a:moveTo>
                  <a:pt x="12700" y="355955"/>
                </a:moveTo>
                <a:lnTo>
                  <a:pt x="6350" y="349605"/>
                </a:lnTo>
                <a:lnTo>
                  <a:pt x="12700" y="349605"/>
                </a:lnTo>
                <a:lnTo>
                  <a:pt x="12700" y="355955"/>
                </a:lnTo>
                <a:close/>
              </a:path>
              <a:path w="542290" h="485139">
                <a:moveTo>
                  <a:pt x="312458" y="362305"/>
                </a:moveTo>
                <a:lnTo>
                  <a:pt x="306108" y="362305"/>
                </a:lnTo>
                <a:lnTo>
                  <a:pt x="299758" y="355955"/>
                </a:lnTo>
                <a:lnTo>
                  <a:pt x="12700" y="355955"/>
                </a:lnTo>
                <a:lnTo>
                  <a:pt x="12700" y="349605"/>
                </a:lnTo>
                <a:lnTo>
                  <a:pt x="312458" y="349605"/>
                </a:lnTo>
                <a:lnTo>
                  <a:pt x="312458" y="362305"/>
                </a:lnTo>
                <a:close/>
              </a:path>
              <a:path w="542290" h="485139">
                <a:moveTo>
                  <a:pt x="299758" y="484835"/>
                </a:moveTo>
                <a:lnTo>
                  <a:pt x="299758" y="355955"/>
                </a:lnTo>
                <a:lnTo>
                  <a:pt x="306108" y="362305"/>
                </a:lnTo>
                <a:lnTo>
                  <a:pt x="312458" y="362305"/>
                </a:lnTo>
                <a:lnTo>
                  <a:pt x="312458" y="454164"/>
                </a:lnTo>
                <a:lnTo>
                  <a:pt x="301612" y="465010"/>
                </a:lnTo>
                <a:lnTo>
                  <a:pt x="312458" y="469493"/>
                </a:lnTo>
                <a:lnTo>
                  <a:pt x="315098" y="469493"/>
                </a:lnTo>
                <a:lnTo>
                  <a:pt x="299758" y="484835"/>
                </a:lnTo>
                <a:close/>
              </a:path>
              <a:path w="542290" h="485139">
                <a:moveTo>
                  <a:pt x="312458" y="469493"/>
                </a:moveTo>
                <a:lnTo>
                  <a:pt x="301612" y="465010"/>
                </a:lnTo>
                <a:lnTo>
                  <a:pt x="312458" y="454164"/>
                </a:lnTo>
                <a:lnTo>
                  <a:pt x="312458" y="46949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22064" y="176022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1708" y="198272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67707" y="2110524"/>
            <a:ext cx="4471670" cy="0"/>
          </a:xfrm>
          <a:custGeom>
            <a:avLst/>
            <a:gdLst/>
            <a:ahLst/>
            <a:cxnLst/>
            <a:rect l="l" t="t" r="r" b="b"/>
            <a:pathLst>
              <a:path w="4471670" h="0">
                <a:moveTo>
                  <a:pt x="0" y="0"/>
                </a:moveTo>
                <a:lnTo>
                  <a:pt x="4471377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84663" y="4119460"/>
            <a:ext cx="294640" cy="85725"/>
          </a:xfrm>
          <a:custGeom>
            <a:avLst/>
            <a:gdLst/>
            <a:ahLst/>
            <a:cxnLst/>
            <a:rect l="l" t="t" r="r" b="b"/>
            <a:pathLst>
              <a:path w="294639" h="85725">
                <a:moveTo>
                  <a:pt x="208483" y="85725"/>
                </a:moveTo>
                <a:lnTo>
                  <a:pt x="208483" y="0"/>
                </a:lnTo>
                <a:lnTo>
                  <a:pt x="265633" y="28575"/>
                </a:lnTo>
                <a:lnTo>
                  <a:pt x="229908" y="28575"/>
                </a:lnTo>
                <a:lnTo>
                  <a:pt x="229908" y="57150"/>
                </a:lnTo>
                <a:lnTo>
                  <a:pt x="265633" y="57150"/>
                </a:lnTo>
                <a:lnTo>
                  <a:pt x="208483" y="85725"/>
                </a:lnTo>
                <a:close/>
              </a:path>
              <a:path w="294639" h="85725">
                <a:moveTo>
                  <a:pt x="2084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08483" y="28575"/>
                </a:lnTo>
                <a:lnTo>
                  <a:pt x="208483" y="57150"/>
                </a:lnTo>
                <a:close/>
              </a:path>
              <a:path w="294639" h="85725">
                <a:moveTo>
                  <a:pt x="265633" y="57150"/>
                </a:moveTo>
                <a:lnTo>
                  <a:pt x="229908" y="57150"/>
                </a:lnTo>
                <a:lnTo>
                  <a:pt x="229908" y="28575"/>
                </a:lnTo>
                <a:lnTo>
                  <a:pt x="265633" y="28575"/>
                </a:lnTo>
                <a:lnTo>
                  <a:pt x="294208" y="42862"/>
                </a:lnTo>
                <a:lnTo>
                  <a:pt x="265633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25316" y="3812463"/>
            <a:ext cx="85725" cy="359410"/>
          </a:xfrm>
          <a:custGeom>
            <a:avLst/>
            <a:gdLst/>
            <a:ahLst/>
            <a:cxnLst/>
            <a:rect l="l" t="t" r="r" b="b"/>
            <a:pathLst>
              <a:path w="85725" h="359410">
                <a:moveTo>
                  <a:pt x="28575" y="85725"/>
                </a:moveTo>
                <a:lnTo>
                  <a:pt x="0" y="85725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5"/>
                </a:lnTo>
                <a:close/>
              </a:path>
              <a:path w="85725" h="359410">
                <a:moveTo>
                  <a:pt x="57150" y="359194"/>
                </a:moveTo>
                <a:lnTo>
                  <a:pt x="28575" y="359194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359194"/>
                </a:lnTo>
                <a:close/>
              </a:path>
              <a:path w="85725" h="359410">
                <a:moveTo>
                  <a:pt x="85725" y="85725"/>
                </a:moveTo>
                <a:lnTo>
                  <a:pt x="57150" y="85725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5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247872" y="2324861"/>
            <a:ext cx="5544820" cy="203263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45085" marR="5080">
              <a:lnSpc>
                <a:spcPct val="101400"/>
              </a:lnSpc>
              <a:spcBef>
                <a:spcPts val="60"/>
              </a:spcBef>
            </a:pPr>
            <a:r>
              <a:rPr dirty="0" sz="2400" i="1">
                <a:latin typeface="华文楷体"/>
                <a:cs typeface="华文楷体"/>
              </a:rPr>
              <a:t>若电子初速度方向与磁场成一定的夹角， 电子的运动轨迹是什么样的呢</a:t>
            </a:r>
            <a:r>
              <a:rPr dirty="0" sz="240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774700" algn="l"/>
              </a:tabLst>
            </a:pPr>
            <a:r>
              <a:rPr dirty="0" sz="2400" b="1" i="1">
                <a:solidFill>
                  <a:srgbClr val="006FC0"/>
                </a:solidFill>
                <a:latin typeface="Times New Roman"/>
                <a:cs typeface="Times New Roman"/>
              </a:rPr>
              <a:t>v</a:t>
            </a:r>
            <a:r>
              <a:rPr dirty="0" baseline="-17921" sz="2325" b="1">
                <a:solidFill>
                  <a:srgbClr val="006FC0"/>
                </a:solidFill>
                <a:latin typeface="Times New Roman"/>
                <a:cs typeface="Times New Roman"/>
              </a:rPr>
              <a:t>2	</a:t>
            </a:r>
            <a:r>
              <a:rPr dirty="0" sz="2400" i="1">
                <a:latin typeface="Times New Roman"/>
                <a:cs typeface="Times New Roman"/>
              </a:rPr>
              <a:t>v</a:t>
            </a:r>
            <a:endParaRPr sz="2400">
              <a:latin typeface="Times New Roman"/>
              <a:cs typeface="Times New Roman"/>
            </a:endParaRPr>
          </a:p>
          <a:p>
            <a:pPr marL="794385">
              <a:lnSpc>
                <a:spcPct val="100000"/>
              </a:lnSpc>
              <a:spcBef>
                <a:spcPts val="52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17921" sz="232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66005" y="5166614"/>
            <a:ext cx="119507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100" i="1">
                <a:latin typeface="Times New Roman"/>
                <a:cs typeface="Times New Roman"/>
              </a:rPr>
              <a:t>F</a:t>
            </a:r>
            <a:r>
              <a:rPr dirty="0" baseline="-25793" sz="2100" spc="-150">
                <a:latin typeface="Times New Roman"/>
                <a:cs typeface="Times New Roman"/>
              </a:rPr>
              <a:t>2 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>
                <a:latin typeface="Times New Roman"/>
                <a:cs typeface="Times New Roman"/>
              </a:rPr>
              <a:t> </a:t>
            </a:r>
            <a:r>
              <a:rPr dirty="0" sz="2450" spc="-15" i="1">
                <a:latin typeface="Times New Roman"/>
                <a:cs typeface="Times New Roman"/>
              </a:rPr>
              <a:t>ev</a:t>
            </a:r>
            <a:r>
              <a:rPr dirty="0" baseline="-25793" sz="2100" spc="-22">
                <a:latin typeface="Times New Roman"/>
                <a:cs typeface="Times New Roman"/>
              </a:rPr>
              <a:t>2</a:t>
            </a:r>
            <a:r>
              <a:rPr dirty="0" baseline="-25793" sz="2100" spc="-419">
                <a:latin typeface="Times New Roman"/>
                <a:cs typeface="Times New Roman"/>
              </a:rPr>
              <a:t> </a:t>
            </a:r>
            <a:r>
              <a:rPr dirty="0" sz="2450" i="1">
                <a:latin typeface="Times New Roman"/>
                <a:cs typeface="Times New Roman"/>
              </a:rPr>
              <a:t>B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57245" y="5125326"/>
            <a:ext cx="74231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175" i="1">
                <a:latin typeface="Times New Roman"/>
                <a:cs typeface="Times New Roman"/>
              </a:rPr>
              <a:t>F</a:t>
            </a:r>
            <a:r>
              <a:rPr dirty="0" baseline="-25793" sz="2100" spc="-262">
                <a:latin typeface="Times New Roman"/>
                <a:cs typeface="Times New Roman"/>
              </a:rPr>
              <a:t>1 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 spc="-18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0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11823" y="1458467"/>
            <a:ext cx="2961131" cy="429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5635" y="2067763"/>
            <a:ext cx="276860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调整电子枪的方向， 将电子初速度的方向 调整为与磁场方向成 一定角度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75635" y="3771836"/>
            <a:ext cx="2768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华文楷体"/>
                <a:cs typeface="华文楷体"/>
              </a:rPr>
              <a:t>电子的运动轨迹变成 螺旋线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28675">
              <a:lnSpc>
                <a:spcPct val="100000"/>
              </a:lnSpc>
              <a:spcBef>
                <a:spcPts val="105"/>
              </a:spcBef>
            </a:pPr>
            <a:r>
              <a:rPr dirty="0"/>
              <a:t>课堂小</a:t>
            </a:r>
            <a:r>
              <a:rPr dirty="0" spc="5"/>
              <a:t>结</a:t>
            </a:r>
          </a:p>
        </p:txBody>
      </p:sp>
      <p:sp>
        <p:nvSpPr>
          <p:cNvPr id="3" name="object 3"/>
          <p:cNvSpPr/>
          <p:nvPr/>
        </p:nvSpPr>
        <p:spPr>
          <a:xfrm>
            <a:off x="3855720" y="191109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55364" y="2133600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67263" y="2228748"/>
            <a:ext cx="5543550" cy="0"/>
          </a:xfrm>
          <a:custGeom>
            <a:avLst/>
            <a:gdLst/>
            <a:ahLst/>
            <a:cxnLst/>
            <a:rect l="l" t="t" r="r" b="b"/>
            <a:pathLst>
              <a:path w="5543550" h="0">
                <a:moveTo>
                  <a:pt x="0" y="0"/>
                </a:moveTo>
                <a:lnTo>
                  <a:pt x="5543219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5575" rIns="0" bIns="0" rtlCol="0" vert="horz">
            <a:spAutoFit/>
          </a:bodyPr>
          <a:lstStyle/>
          <a:p>
            <a:pPr marL="368935">
              <a:lnSpc>
                <a:spcPct val="100000"/>
              </a:lnSpc>
              <a:spcBef>
                <a:spcPts val="1225"/>
              </a:spcBef>
            </a:pPr>
            <a:r>
              <a:rPr dirty="0" i="0">
                <a:latin typeface="Times New Roman"/>
                <a:cs typeface="Times New Roman"/>
              </a:rPr>
              <a:t>1</a:t>
            </a:r>
            <a:r>
              <a:rPr dirty="0"/>
              <a:t>、带电粒子在匀强磁场中的运</a:t>
            </a:r>
            <a:r>
              <a:rPr dirty="0" spc="-5"/>
              <a:t>动</a:t>
            </a:r>
          </a:p>
          <a:p>
            <a:pPr marL="1123950" marR="5080" indent="-1123950">
              <a:lnSpc>
                <a:spcPct val="121600"/>
              </a:lnSpc>
              <a:spcBef>
                <a:spcPts val="505"/>
              </a:spcBef>
              <a:buSzPct val="95833"/>
              <a:buAutoNum type="arabicPlain"/>
              <a:tabLst>
                <a:tab pos="1123950" algn="l"/>
              </a:tabLst>
            </a:pPr>
            <a:r>
              <a:rPr dirty="0"/>
              <a:t>当带电粒子速度与磁场方向垂直时</a:t>
            </a:r>
            <a:r>
              <a:rPr dirty="0" spc="-5"/>
              <a:t>： </a:t>
            </a:r>
            <a:r>
              <a:rPr dirty="0"/>
              <a:t>匀速圆周运</a:t>
            </a:r>
            <a:r>
              <a:rPr dirty="0" spc="-5"/>
              <a:t>动</a:t>
            </a:r>
          </a:p>
          <a:p>
            <a:pPr marL="1123315" indent="-754380">
              <a:lnSpc>
                <a:spcPct val="100000"/>
              </a:lnSpc>
              <a:spcBef>
                <a:spcPts val="630"/>
              </a:spcBef>
              <a:buSzPct val="95833"/>
              <a:buAutoNum type="arabicPlain"/>
              <a:tabLst>
                <a:tab pos="1123950" algn="l"/>
              </a:tabLst>
            </a:pPr>
            <a:r>
              <a:rPr dirty="0"/>
              <a:t>当带电粒子速度与磁场方向平行</a:t>
            </a:r>
            <a:r>
              <a:rPr dirty="0" spc="-5"/>
              <a:t>时</a:t>
            </a:r>
          </a:p>
          <a:p>
            <a:pPr marL="2013585">
              <a:lnSpc>
                <a:spcPct val="100000"/>
              </a:lnSpc>
              <a:spcBef>
                <a:spcPts val="335"/>
              </a:spcBef>
            </a:pPr>
            <a:r>
              <a:rPr dirty="0"/>
              <a:t>匀速直线运</a:t>
            </a:r>
            <a:r>
              <a:rPr dirty="0" spc="-5"/>
              <a:t>动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6123" y="1451139"/>
            <a:ext cx="1651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课堂小</a:t>
            </a:r>
            <a:r>
              <a:rPr dirty="0" spc="5"/>
              <a:t>结</a:t>
            </a:r>
          </a:p>
        </p:txBody>
      </p:sp>
      <p:sp>
        <p:nvSpPr>
          <p:cNvPr id="3" name="object 3"/>
          <p:cNvSpPr/>
          <p:nvPr/>
        </p:nvSpPr>
        <p:spPr>
          <a:xfrm>
            <a:off x="3383279" y="1783079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82923" y="2007107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94924" y="2101583"/>
            <a:ext cx="5543550" cy="0"/>
          </a:xfrm>
          <a:custGeom>
            <a:avLst/>
            <a:gdLst/>
            <a:ahLst/>
            <a:cxnLst/>
            <a:rect l="l" t="t" r="r" b="b"/>
            <a:pathLst>
              <a:path w="5543550" h="0">
                <a:moveTo>
                  <a:pt x="0" y="0"/>
                </a:moveTo>
                <a:lnTo>
                  <a:pt x="5543219" y="0"/>
                </a:lnTo>
              </a:path>
            </a:pathLst>
          </a:custGeom>
          <a:ln w="12700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91145" y="3196361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 h="0">
                <a:moveTo>
                  <a:pt x="0" y="0"/>
                </a:moveTo>
                <a:lnTo>
                  <a:pt x="268935" y="0"/>
                </a:lnTo>
              </a:path>
            </a:pathLst>
          </a:custGeom>
          <a:ln w="136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91425" y="2677324"/>
            <a:ext cx="24257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25839" sz="3225" spc="172" i="1">
                <a:latin typeface="Times New Roman"/>
                <a:cs typeface="Times New Roman"/>
              </a:rPr>
              <a:t>v</a:t>
            </a:r>
            <a:r>
              <a:rPr dirty="0" sz="1250" spc="5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4150" y="3191687"/>
            <a:ext cx="13398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5" i="1">
                <a:latin typeface="Times New Roman"/>
                <a:cs typeface="Times New Roman"/>
              </a:rPr>
              <a:t>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5212" y="2892234"/>
            <a:ext cx="2773680" cy="1089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华文楷体"/>
                <a:cs typeface="华文楷体"/>
              </a:rPr>
              <a:t>洛伦兹力提供向心</a:t>
            </a:r>
            <a:r>
              <a:rPr dirty="0" sz="2400" spc="-5" b="1" i="1">
                <a:latin typeface="华文楷体"/>
                <a:cs typeface="华文楷体"/>
              </a:rPr>
              <a:t>力</a:t>
            </a:r>
            <a:endParaRPr sz="2400">
              <a:latin typeface="华文楷体"/>
              <a:cs typeface="华文楷体"/>
            </a:endParaRPr>
          </a:p>
          <a:p>
            <a:pPr marL="19050">
              <a:lnSpc>
                <a:spcPct val="100000"/>
              </a:lnSpc>
              <a:spcBef>
                <a:spcPts val="2610"/>
              </a:spcBef>
            </a:pPr>
            <a:r>
              <a:rPr dirty="0" sz="2400" b="1" i="1">
                <a:latin typeface="华文楷体"/>
                <a:cs typeface="华文楷体"/>
              </a:rPr>
              <a:t>圆周运动的半</a:t>
            </a:r>
            <a:r>
              <a:rPr dirty="0" sz="2400" spc="-5" b="1" i="1">
                <a:latin typeface="华文楷体"/>
                <a:cs typeface="华文楷体"/>
              </a:rPr>
              <a:t>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7976" y="387761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5" h="0">
                <a:moveTo>
                  <a:pt x="0" y="0"/>
                </a:moveTo>
                <a:lnTo>
                  <a:pt x="360972" y="0"/>
                </a:lnTo>
              </a:path>
            </a:pathLst>
          </a:custGeom>
          <a:ln w="139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89483" y="3875455"/>
            <a:ext cx="33909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5" i="1">
                <a:latin typeface="Times New Roman"/>
                <a:cs typeface="Times New Roman"/>
              </a:rPr>
              <a:t>q</a:t>
            </a:r>
            <a:r>
              <a:rPr dirty="0" sz="2200" spc="15" i="1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1473" y="2812664"/>
            <a:ext cx="1014094" cy="102743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420"/>
              </a:spcBef>
            </a:pPr>
            <a:r>
              <a:rPr dirty="0" sz="2150" spc="15" i="1">
                <a:latin typeface="Times New Roman"/>
                <a:cs typeface="Times New Roman"/>
              </a:rPr>
              <a:t>qvB </a:t>
            </a:r>
            <a:r>
              <a:rPr dirty="0" sz="2150" spc="20">
                <a:latin typeface="Symbol"/>
                <a:cs typeface="Symbol"/>
              </a:rPr>
              <a:t></a:t>
            </a:r>
            <a:r>
              <a:rPr dirty="0" sz="2150" spc="-130">
                <a:latin typeface="Times New Roman"/>
                <a:cs typeface="Times New Roman"/>
              </a:rPr>
              <a:t> </a:t>
            </a:r>
            <a:r>
              <a:rPr dirty="0" sz="2150" spc="25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baseline="-35353" sz="3300" spc="15" i="1">
                <a:latin typeface="Times New Roman"/>
                <a:cs typeface="Times New Roman"/>
              </a:rPr>
              <a:t>r </a:t>
            </a:r>
            <a:r>
              <a:rPr dirty="0" baseline="-35353" sz="3300" spc="15">
                <a:latin typeface="Symbol"/>
                <a:cs typeface="Symbol"/>
              </a:rPr>
              <a:t></a:t>
            </a:r>
            <a:r>
              <a:rPr dirty="0" baseline="-35353" sz="3300" spc="225">
                <a:latin typeface="Times New Roman"/>
                <a:cs typeface="Times New Roman"/>
              </a:rPr>
              <a:t> </a:t>
            </a:r>
            <a:r>
              <a:rPr dirty="0" sz="2200" spc="5" i="1">
                <a:latin typeface="Times New Roman"/>
                <a:cs typeface="Times New Roman"/>
              </a:rPr>
              <a:t>mv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3961" y="2382951"/>
            <a:ext cx="6285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2</a:t>
            </a:r>
            <a:r>
              <a:rPr dirty="0" sz="2400" b="1" i="1">
                <a:latin typeface="华文楷体"/>
                <a:cs typeface="华文楷体"/>
              </a:rPr>
              <a:t>、带电粒子在匀强磁场中做匀速圆周运动的</a:t>
            </a:r>
            <a:r>
              <a:rPr dirty="0" sz="2400" spc="-5" b="1" i="1">
                <a:latin typeface="华文楷体"/>
                <a:cs typeface="华文楷体"/>
              </a:rPr>
              <a:t>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3961" y="2743631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latin typeface="华文楷体"/>
                <a:cs typeface="华文楷体"/>
              </a:rPr>
              <a:t>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44611" y="2970276"/>
            <a:ext cx="1618488" cy="1307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462134" y="4462945"/>
            <a:ext cx="2162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华文楷体"/>
                <a:cs typeface="华文楷体"/>
              </a:rPr>
              <a:t>圆周运动的周</a:t>
            </a:r>
            <a:r>
              <a:rPr dirty="0" sz="2400" spc="-5" b="1" i="1"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74866" y="4777562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5" h="0">
                <a:moveTo>
                  <a:pt x="0" y="0"/>
                </a:moveTo>
                <a:lnTo>
                  <a:pt x="487997" y="0"/>
                </a:lnTo>
              </a:path>
            </a:pathLst>
          </a:custGeom>
          <a:ln w="143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70128" y="4777562"/>
            <a:ext cx="569595" cy="0"/>
          </a:xfrm>
          <a:custGeom>
            <a:avLst/>
            <a:gdLst/>
            <a:ahLst/>
            <a:cxnLst/>
            <a:rect l="l" t="t" r="r" b="b"/>
            <a:pathLst>
              <a:path w="569595" h="0">
                <a:moveTo>
                  <a:pt x="0" y="0"/>
                </a:moveTo>
                <a:lnTo>
                  <a:pt x="569328" y="0"/>
                </a:lnTo>
              </a:path>
            </a:pathLst>
          </a:custGeom>
          <a:ln w="143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869647" y="4287761"/>
            <a:ext cx="1872614" cy="86233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baseline="-35024" sz="3450" i="1">
                <a:latin typeface="Times New Roman"/>
                <a:cs typeface="Times New Roman"/>
              </a:rPr>
              <a:t>T 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>
                <a:latin typeface="Times New Roman"/>
                <a:cs typeface="Times New Roman"/>
              </a:rPr>
              <a:t> </a:t>
            </a:r>
            <a:r>
              <a:rPr dirty="0" sz="2300" spc="-260">
                <a:latin typeface="Times New Roman"/>
                <a:cs typeface="Times New Roman"/>
              </a:rPr>
              <a:t>2</a:t>
            </a:r>
            <a:r>
              <a:rPr dirty="0" sz="2400" spc="-260" i="1">
                <a:latin typeface="Symbol"/>
                <a:cs typeface="Symbol"/>
              </a:rPr>
              <a:t></a:t>
            </a:r>
            <a:r>
              <a:rPr dirty="0" sz="2300" spc="-260" i="1">
                <a:latin typeface="Times New Roman"/>
                <a:cs typeface="Times New Roman"/>
              </a:rPr>
              <a:t>r   </a:t>
            </a:r>
            <a:r>
              <a:rPr dirty="0" baseline="-35024" sz="3450">
                <a:latin typeface="Symbol"/>
                <a:cs typeface="Symbol"/>
              </a:rPr>
              <a:t></a:t>
            </a:r>
            <a:r>
              <a:rPr dirty="0" baseline="-35024" sz="3450" spc="-525">
                <a:latin typeface="Times New Roman"/>
                <a:cs typeface="Times New Roman"/>
              </a:rPr>
              <a:t> </a:t>
            </a:r>
            <a:r>
              <a:rPr dirty="0" sz="2300" spc="-260">
                <a:latin typeface="Times New Roman"/>
                <a:cs typeface="Times New Roman"/>
              </a:rPr>
              <a:t>2</a:t>
            </a:r>
            <a:r>
              <a:rPr dirty="0" sz="2400" spc="-260" i="1">
                <a:latin typeface="Symbol"/>
                <a:cs typeface="Symbol"/>
              </a:rPr>
              <a:t></a:t>
            </a:r>
            <a:r>
              <a:rPr dirty="0" sz="2300" spc="-260" i="1">
                <a:latin typeface="Times New Roman"/>
                <a:cs typeface="Times New Roman"/>
              </a:rPr>
              <a:t>m</a:t>
            </a:r>
            <a:endParaRPr sz="2300">
              <a:latin typeface="Times New Roman"/>
              <a:cs typeface="Times New Roman"/>
            </a:endParaRPr>
          </a:p>
          <a:p>
            <a:pPr marL="683260">
              <a:lnSpc>
                <a:spcPct val="100000"/>
              </a:lnSpc>
              <a:spcBef>
                <a:spcPts val="455"/>
              </a:spcBef>
              <a:tabLst>
                <a:tab pos="1424305" algn="l"/>
              </a:tabLst>
            </a:pPr>
            <a:r>
              <a:rPr dirty="0" sz="2300" i="1">
                <a:latin typeface="Times New Roman"/>
                <a:cs typeface="Times New Roman"/>
              </a:rPr>
              <a:t>v	</a:t>
            </a:r>
            <a:r>
              <a:rPr dirty="0" sz="2300" spc="-10" i="1">
                <a:latin typeface="Times New Roman"/>
                <a:cs typeface="Times New Roman"/>
              </a:rPr>
              <a:t>qB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2025-04-20T01:00:16Z</dcterms:created>
  <dcterms:modified xsi:type="dcterms:W3CDTF">2025-04-20T01:00:16Z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